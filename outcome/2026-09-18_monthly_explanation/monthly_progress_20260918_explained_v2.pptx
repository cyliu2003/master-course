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4.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5.xml" ContentType="application/vnd.openxmlformats-officedocument.drawingml.chart+xml"/>
  <Override PartName="/ppt/slides/charts/chart6.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7.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8cc99bbf1dd463d" /><Relationship Type="http://schemas.openxmlformats.org/officeDocument/2006/relationships/extended-properties" Target="/docProps/app.xml" Id="Rcc819e3913c64801" /><Relationship Type="http://schemas.openxmlformats.org/officeDocument/2006/relationships/officeDocument" Target="/ppt/presentation.xml" Id="Rd6a726d3af394e80" /></Relationships>
</file>

<file path=ppt/presentation.xml><?xml version="1.0" encoding="utf-8"?>
<p:presentation xmlns:p="http://schemas.openxmlformats.org/presentationml/2006/main">
  <p:sldMasterIdLst>
    <p:sldMasterId xmlns:r="http://schemas.openxmlformats.org/officeDocument/2006/relationships" id="2147483648" r:id="Rc1c30da585cc4fb3"/>
  </p:sldMasterIdLst>
  <p:notesMasterIdLst>
    <p:notesMasterId xmlns:r="http://schemas.openxmlformats.org/officeDocument/2006/relationships" r:id="R7d7a8bc1c85b4805"/>
  </p:notesMasterIdLst>
  <p:sldIdLst>
    <p:sldId xmlns:r="http://schemas.openxmlformats.org/officeDocument/2006/relationships" id="256" r:id="R8c3cb0ccfa464776"/>
    <p:sldId xmlns:r="http://schemas.openxmlformats.org/officeDocument/2006/relationships" id="257" r:id="R17109a10909b462d"/>
    <p:sldId xmlns:r="http://schemas.openxmlformats.org/officeDocument/2006/relationships" id="258" r:id="R96cd8d42fe9f4575"/>
    <p:sldId xmlns:r="http://schemas.openxmlformats.org/officeDocument/2006/relationships" id="259" r:id="R928452c3a29f4df8"/>
    <p:sldId xmlns:r="http://schemas.openxmlformats.org/officeDocument/2006/relationships" id="260" r:id="Rf3fdc0b235574460"/>
    <p:sldId xmlns:r="http://schemas.openxmlformats.org/officeDocument/2006/relationships" id="261" r:id="Rf075f189ac3f4e74"/>
    <p:sldId xmlns:r="http://schemas.openxmlformats.org/officeDocument/2006/relationships" id="262" r:id="R3ca70bc8cd52480c"/>
    <p:sldId xmlns:r="http://schemas.openxmlformats.org/officeDocument/2006/relationships" id="263" r:id="Rf5e66606df44405b"/>
    <p:sldId xmlns:r="http://schemas.openxmlformats.org/officeDocument/2006/relationships" id="264" r:id="R660884e6e68546a8"/>
    <p:sldId xmlns:r="http://schemas.openxmlformats.org/officeDocument/2006/relationships" id="265" r:id="Rbf2ebdb3ffa841b9"/>
    <p:sldId xmlns:r="http://schemas.openxmlformats.org/officeDocument/2006/relationships" id="266" r:id="Rc9c63c9667154959"/>
    <p:sldId xmlns:r="http://schemas.openxmlformats.org/officeDocument/2006/relationships" id="267" r:id="Rca828686e79f4e61"/>
    <p:sldId xmlns:r="http://schemas.openxmlformats.org/officeDocument/2006/relationships" id="268" r:id="R90ed16626ba04f31"/>
    <p:sldId xmlns:r="http://schemas.openxmlformats.org/officeDocument/2006/relationships" id="269" r:id="Raf93a6d7ff784dd7"/>
    <p:sldId xmlns:r="http://schemas.openxmlformats.org/officeDocument/2006/relationships" id="270" r:id="R54dba9bb33ee4607"/>
    <p:sldId xmlns:r="http://schemas.openxmlformats.org/officeDocument/2006/relationships" id="271" r:id="R9d54a298513e43ca"/>
    <p:sldId xmlns:r="http://schemas.openxmlformats.org/officeDocument/2006/relationships" id="272" r:id="Ra50c1b581e914866"/>
    <p:sldId xmlns:r="http://schemas.openxmlformats.org/officeDocument/2006/relationships" id="273" r:id="Rf1bd15c669814641"/>
    <p:sldId xmlns:r="http://schemas.openxmlformats.org/officeDocument/2006/relationships" id="274" r:id="R38ef39d24a774a49"/>
    <p:sldId xmlns:r="http://schemas.openxmlformats.org/officeDocument/2006/relationships" id="275" r:id="R0af767a6722f475a"/>
    <p:sldId xmlns:r="http://schemas.openxmlformats.org/officeDocument/2006/relationships" id="276" r:id="R444f0062a81843b5"/>
    <p:sldId xmlns:r="http://schemas.openxmlformats.org/officeDocument/2006/relationships" id="277" r:id="Rcf73504b7d364cca"/>
    <p:sldId xmlns:r="http://schemas.openxmlformats.org/officeDocument/2006/relationships" id="278" r:id="R13c86f9e9ff646a6"/>
    <p:sldId xmlns:r="http://schemas.openxmlformats.org/officeDocument/2006/relationships" id="279" r:id="Rd3c8e70e2407466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74b7db8f6eb4265" /><Relationship Type="http://schemas.openxmlformats.org/officeDocument/2006/relationships/slideMaster" Target="/ppt/slideMasters/slideMaster1.xml" Id="Rc1c30da585cc4fb3" /><Relationship Type="http://schemas.openxmlformats.org/officeDocument/2006/relationships/notesMaster" Target="/ppt/notesMasters/notesMaster1.xml" Id="R7d7a8bc1c85b4805" /><Relationship Type="http://schemas.openxmlformats.org/officeDocument/2006/relationships/presProps" Target="/ppt/presProps.xml" Id="Re478287f8ea0482f" /><Relationship Type="http://schemas.openxmlformats.org/officeDocument/2006/relationships/viewProps" Target="/ppt/viewProps.xml" Id="Rc1b90de85fa4495b" /><Relationship Type="http://schemas.openxmlformats.org/officeDocument/2006/relationships/tableStyles" Target="/ppt/tableStyles.xml" Id="Rddd85e286392425c" /><Relationship Type="http://schemas.openxmlformats.org/officeDocument/2006/relationships/slide" Target="/ppt/slides/slide1.xml" Id="R8c3cb0ccfa464776" /><Relationship Type="http://schemas.openxmlformats.org/officeDocument/2006/relationships/slide" Target="/ppt/slides/slide2.xml" Id="R17109a10909b462d" /><Relationship Type="http://schemas.openxmlformats.org/officeDocument/2006/relationships/slide" Target="/ppt/slides/slide3.xml" Id="R96cd8d42fe9f4575" /><Relationship Type="http://schemas.openxmlformats.org/officeDocument/2006/relationships/slide" Target="/ppt/slides/slide4.xml" Id="R928452c3a29f4df8" /><Relationship Type="http://schemas.openxmlformats.org/officeDocument/2006/relationships/slide" Target="/ppt/slides/slide5.xml" Id="Rf3fdc0b235574460" /><Relationship Type="http://schemas.openxmlformats.org/officeDocument/2006/relationships/slide" Target="/ppt/slides/slide6.xml" Id="Rf075f189ac3f4e74" /><Relationship Type="http://schemas.openxmlformats.org/officeDocument/2006/relationships/slide" Target="/ppt/slides/slide7.xml" Id="R3ca70bc8cd52480c" /><Relationship Type="http://schemas.openxmlformats.org/officeDocument/2006/relationships/slide" Target="/ppt/slides/slide8.xml" Id="Rf5e66606df44405b" /><Relationship Type="http://schemas.openxmlformats.org/officeDocument/2006/relationships/slide" Target="/ppt/slides/slide9.xml" Id="R660884e6e68546a8" /><Relationship Type="http://schemas.openxmlformats.org/officeDocument/2006/relationships/slide" Target="/ppt/slides/slide10.xml" Id="Rbf2ebdb3ffa841b9" /><Relationship Type="http://schemas.openxmlformats.org/officeDocument/2006/relationships/slide" Target="/ppt/slides/slide11.xml" Id="Rc9c63c9667154959" /><Relationship Type="http://schemas.openxmlformats.org/officeDocument/2006/relationships/slide" Target="/ppt/slides/slide12.xml" Id="Rca828686e79f4e61" /><Relationship Type="http://schemas.openxmlformats.org/officeDocument/2006/relationships/slide" Target="/ppt/slides/slide13.xml" Id="R90ed16626ba04f31" /><Relationship Type="http://schemas.openxmlformats.org/officeDocument/2006/relationships/slide" Target="/ppt/slides/slide14.xml" Id="Raf93a6d7ff784dd7" /><Relationship Type="http://schemas.openxmlformats.org/officeDocument/2006/relationships/slide" Target="/ppt/slides/slide15.xml" Id="R54dba9bb33ee4607" /><Relationship Type="http://schemas.openxmlformats.org/officeDocument/2006/relationships/slide" Target="/ppt/slides/slide16.xml" Id="R9d54a298513e43ca" /><Relationship Type="http://schemas.openxmlformats.org/officeDocument/2006/relationships/slide" Target="/ppt/slides/slide17.xml" Id="Ra50c1b581e914866" /><Relationship Type="http://schemas.openxmlformats.org/officeDocument/2006/relationships/slide" Target="/ppt/slides/slide18.xml" Id="Rf1bd15c669814641" /><Relationship Type="http://schemas.openxmlformats.org/officeDocument/2006/relationships/slide" Target="/ppt/slides/slide19.xml" Id="R38ef39d24a774a49" /><Relationship Type="http://schemas.openxmlformats.org/officeDocument/2006/relationships/slide" Target="/ppt/slides/slide20.xml" Id="R0af767a6722f475a" /><Relationship Type="http://schemas.openxmlformats.org/officeDocument/2006/relationships/slide" Target="/ppt/slides/slide21.xml" Id="R444f0062a81843b5" /><Relationship Type="http://schemas.openxmlformats.org/officeDocument/2006/relationships/slide" Target="/ppt/slides/slide22.xml" Id="Rcf73504b7d364cca" /><Relationship Type="http://schemas.openxmlformats.org/officeDocument/2006/relationships/slide" Target="/ppt/slides/slide23.xml" Id="R13c86f9e9ff646a6" /><Relationship Type="http://schemas.openxmlformats.org/officeDocument/2006/relationships/slide" Target="/ppt/slides/slide24.xml" Id="Rd3c8e70e2407466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a357fc594b2481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CJK JP"/>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JP"/>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70d064eb9b641af" /><Relationship Type="http://schemas.openxmlformats.org/officeDocument/2006/relationships/notesMaster" Target="/ppt/notesMasters/notesMaster1.xml" Id="R26e54c0db65440e0" /></Relationships>
</file>

<file path=ppt/notesSlides/_rels/notesSlide2.xml.rels>&#65279;<?xml version="1.0" encoding="utf-8"?><Relationships xmlns="http://schemas.openxmlformats.org/package/2006/relationships"><Relationship Type="http://schemas.openxmlformats.org/officeDocument/2006/relationships/slide" Target="/ppt/slides/slide2.xml" Id="Rdd695107d0294d82" /><Relationship Type="http://schemas.openxmlformats.org/officeDocument/2006/relationships/notesMaster" Target="/ppt/notesMasters/notesMaster1.xml" Id="R569bc13585f648a3"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835e3968ae4ddf" /><Relationship Type="http://schemas.openxmlformats.org/officeDocument/2006/relationships/notesMaster" Target="/ppt/notesMasters/notesMaster1.xml" Id="Rbab39085cadc4980" /></Relationships>
</file>

<file path=ppt/notesSlides/_rels/notesSlide4.xml.rels>&#65279;<?xml version="1.0" encoding="utf-8"?><Relationships xmlns="http://schemas.openxmlformats.org/package/2006/relationships"><Relationship Type="http://schemas.openxmlformats.org/officeDocument/2006/relationships/slide" Target="/ppt/slides/slide4.xml" Id="Ra50e70ec23694974" /><Relationship Type="http://schemas.openxmlformats.org/officeDocument/2006/relationships/notesMaster" Target="/ppt/notesMasters/notesMaster1.xml" Id="R0fca8ea043404c2a" /></Relationships>
</file>

<file path=ppt/notesSlides/_rels/notesSlide5.xml.rels>&#65279;<?xml version="1.0" encoding="utf-8"?><Relationships xmlns="http://schemas.openxmlformats.org/package/2006/relationships"><Relationship Type="http://schemas.openxmlformats.org/officeDocument/2006/relationships/slide" Target="/ppt/slides/slide5.xml" Id="Rb3bc6611b37145aa" /><Relationship Type="http://schemas.openxmlformats.org/officeDocument/2006/relationships/notesMaster" Target="/ppt/notesMasters/notesMaster1.xml" Id="Ra3be529ea3df46a9" /></Relationships>
</file>

<file path=ppt/notesSlides/_rels/notesSlide6.xml.rels>&#65279;<?xml version="1.0" encoding="utf-8"?><Relationships xmlns="http://schemas.openxmlformats.org/package/2006/relationships"><Relationship Type="http://schemas.openxmlformats.org/officeDocument/2006/relationships/slide" Target="/ppt/slides/slide6.xml" Id="R932e91ed94464474" /><Relationship Type="http://schemas.openxmlformats.org/officeDocument/2006/relationships/notesMaster" Target="/ppt/notesMasters/notesMaster1.xml" Id="Rc179b27da10e473c" /></Relationships>
</file>

<file path=ppt/notesSlides/_rels/notesSlide7.xml.rels>&#65279;<?xml version="1.0" encoding="utf-8"?><Relationships xmlns="http://schemas.openxmlformats.org/package/2006/relationships"><Relationship Type="http://schemas.openxmlformats.org/officeDocument/2006/relationships/slide" Target="/ppt/slides/slide7.xml" Id="R3f46c71d55d34c74" /><Relationship Type="http://schemas.openxmlformats.org/officeDocument/2006/relationships/notesMaster" Target="/ppt/notesMasters/notesMaster1.xml" Id="Rfab98c899f8c4b75" /></Relationships>
</file>

<file path=ppt/notesSlides/_rels/notesSlide8.xml.rels>&#65279;<?xml version="1.0" encoding="utf-8"?><Relationships xmlns="http://schemas.openxmlformats.org/package/2006/relationships"><Relationship Type="http://schemas.openxmlformats.org/officeDocument/2006/relationships/slide" Target="/ppt/slides/slide8.xml" Id="R33b20fc47c69448c" /><Relationship Type="http://schemas.openxmlformats.org/officeDocument/2006/relationships/notesMaster" Target="/ppt/notesMasters/notesMaster1.xml" Id="R7bc8747ea1ed4085" /></Relationships>
</file>

<file path=ppt/notesSlides/_rels/notesSlide9.xml.rels>&#65279;<?xml version="1.0" encoding="utf-8"?><Relationships xmlns="http://schemas.openxmlformats.org/package/2006/relationships"><Relationship Type="http://schemas.openxmlformats.org/officeDocument/2006/relationships/slide" Target="/ppt/slides/slide9.xml" Id="R1009aba86c6345a7" /><Relationship Type="http://schemas.openxmlformats.org/officeDocument/2006/relationships/notesMaster" Target="/ppt/notesMasters/notesMaster1.xml" Id="R55ddb86ef64542d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f8a0535d4434552" /><Relationship Type="http://schemas.openxmlformats.org/officeDocument/2006/relationships/notesMaster" Target="/ppt/notesMasters/notesMaster1.xml" Id="R1a15b3730d464cf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f6414a209a644d0" /><Relationship Type="http://schemas.openxmlformats.org/officeDocument/2006/relationships/notesMaster" Target="/ppt/notesMasters/notesMaster1.xml" Id="Rb2f874ebe38e4c8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77dc49c79e84b43" /><Relationship Type="http://schemas.openxmlformats.org/officeDocument/2006/relationships/notesMaster" Target="/ppt/notesMasters/notesMaster1.xml" Id="Rc1cc9cf6103d456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45f1eff9b5c445f" /><Relationship Type="http://schemas.openxmlformats.org/officeDocument/2006/relationships/notesMaster" Target="/ppt/notesMasters/notesMaster1.xml" Id="Rf7bee10d07d9467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d434739b96e4503" /><Relationship Type="http://schemas.openxmlformats.org/officeDocument/2006/relationships/notesMaster" Target="/ppt/notesMasters/notesMaster1.xml" Id="Rdd19f39689f34a3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87064a795fb422f" /><Relationship Type="http://schemas.openxmlformats.org/officeDocument/2006/relationships/notesMaster" Target="/ppt/notesMasters/notesMaster1.xml" Id="Rca2c7c0bd1384fe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f44a6dee2b9456c" /><Relationship Type="http://schemas.openxmlformats.org/officeDocument/2006/relationships/notesMaster" Target="/ppt/notesMasters/notesMaster1.xml" Id="R7d214e89dbfe453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c41363b70af4bd2" /><Relationship Type="http://schemas.openxmlformats.org/officeDocument/2006/relationships/notesMaster" Target="/ppt/notesMasters/notesMaster1.xml" Id="Rbd09c340d6a8487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9b7eb5504c2426d" /><Relationship Type="http://schemas.openxmlformats.org/officeDocument/2006/relationships/notesMaster" Target="/ppt/notesMasters/notesMaster1.xml" Id="R5c94dc0ce42641f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415d5b669284b7c" /><Relationship Type="http://schemas.openxmlformats.org/officeDocument/2006/relationships/notesMaster" Target="/ppt/notesMasters/notesMaster1.xml" Id="Rb381c69218fd4d0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64010adaaef4063" /><Relationship Type="http://schemas.openxmlformats.org/officeDocument/2006/relationships/notesMaster" Target="/ppt/notesMasters/notesMaster1.xml" Id="Rf4db1e90e1544f3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b97b9656c1c4a1f" /><Relationship Type="http://schemas.openxmlformats.org/officeDocument/2006/relationships/notesMaster" Target="/ppt/notesMasters/notesMaster1.xml" Id="R58969334373d42f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0623472526a4bb8" /><Relationship Type="http://schemas.openxmlformats.org/officeDocument/2006/relationships/notesMaster" Target="/ppt/notesMasters/notesMaster1.xml" Id="R9fc63d0af04a40c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c0d759aafd44c8f" /><Relationship Type="http://schemas.openxmlformats.org/officeDocument/2006/relationships/notesMaster" Target="/ppt/notesMasters/notesMaster1.xml" Id="R02d85b567610401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198294a01424c1f" /><Relationship Type="http://schemas.openxmlformats.org/officeDocument/2006/relationships/notesMaster" Target="/ppt/notesMasters/notesMaster1.xml" Id="R8d4948709313441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研究の目的は、全便の運行を守りながら、電気バスとエンジンバスの担当、電気バスの充電、太陽光と蓄電池の利用を計画することです。今回は各月1週間、合計12週間を計算しました。前半でモデルと比較条件を説明し、後半で先生からご指摘いただいた3月と11月の違いを、時刻別の購入電力と費用の内訳から説明します。実バスの運行実験ではなく、保存した入力に基づくシミュレーションです。</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目的は、便を欠かさず運行しながら費用を抑える配車・充電計画です。今回確かめたのは、同じ曜日構成の12週を計算できるか、購入電力や費用が週によってどう違うかです。同じ週に対する基準運用との比較はまだありません。</a:t>
            </a:r>
          </a:p>
          <a:p xmlns:a="http://schemas.openxmlformats.org/drawingml/2006/main">
            <a:r>
              <a:t>次のつながり：何を計画し、どの入力を使うのかを説明します。</a:t>
            </a:r>
          </a:p>
          <a:p xmlns:a="http://schemas.openxmlformats.org/drawingml/2006/main">
            <a:r>
              <a:t>想定質問「削減効果が出たのか」：週同士の費用差は確認しましたが、提案手法による削減効果としてはまだ示していません。</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BEVは電気バス、ICEはエンジンバスです。BESSは車載電池とは別の、営業所に置く蓄電池です。PVは太陽光発電で、電気バスへ直接使うか蓄電池へ貯めます。系統から受電した電力量が購入電力量です。余ったPVのうち使わずに抑えた量を抑制量と呼びます。</a:t>
            </a:r>
          </a:p>
          <a:p xmlns:a="http://schemas.openxmlformats.org/drawingml/2006/main">
            <a:r>
              <a:t>次のつながり：これらの車両と設備のどの条件を全月で揃えたかを示します。</a:t>
            </a:r>
          </a:p>
          <a:p xmlns:a="http://schemas.openxmlformats.org/drawingml/2006/main">
            <a:r>
              <a:t>想定質問「蓄電池のSOCはバスか」：この資料でBESS残量と書く箇所は定置用です。車載電池のSOCは別の制約で確認しています。</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週はPV量や費用を見て選び直していません。各月の最初の、祝日を含まない月内完結の7日間という規則です。入力車両は60台で、BEV35台、ICE25台。すべてを必ず使用する条件ではなく、使用台数や担当便は求解結果です。</a:t>
            </a:r>
          </a:p>
          <a:p xmlns:a="http://schemas.openxmlformats.org/drawingml/2006/main">
            <a:r>
              <a:t>次のつながり：同じ設備とルールの下で、どの順番で計画を求めるかを説明します。</a:t>
            </a:r>
          </a:p>
          <a:p xmlns:a="http://schemas.openxmlformats.org/drawingml/2006/main">
            <a:r>
              <a:t>想定質問「公平ならPVだけの効果か」：配車や予測誤差も週ごとに変わるため、PV単独の因果比較にはなりません。</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前日計画ではまず便を担当する車両を決め、その配車に対する充電計画を計算します。毎時の更新では配車を固定し、その時点の残量と予測から最大24時間先を計画し、先頭1時間分を実行として採用します。計算の予測入力は2024年だけから作った季節別の統計的な予測です。実行時には2025年の履歴推定PVを適用します。予測と将来の履歴値は分けています。</a:t>
            </a:r>
          </a:p>
          <a:p xmlns:a="http://schemas.openxmlformats.org/drawingml/2006/main">
            <a:r>
              <a:t>次のつながり：この手順で12週がどこまで成立したかを示します。</a:t>
            </a:r>
          </a:p>
          <a:p xmlns:a="http://schemas.openxmlformats.org/drawingml/2006/main">
            <a:r>
              <a:t>想定質問「未来の実績を見て最適化したのか」：計画と実行用のPVを分離し、2025年履歴を予測学習へ混ぜていません。</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全12週で168時間の更新と672個の15分区間が完了しました。未担当便やSOC、充電器などの違反は0件です。週間費用と台帳も丸め前で照合しています。ただし、最適性の目標には未到達です。3月と11月の配車段階gapは84.6%と85.2%で、目標10%を満たしません。またBESSは週末に初期残量へ戻す条件ではなく、在庫利用を含みます。</a:t>
            </a:r>
          </a:p>
          <a:p xmlns:a="http://schemas.openxmlformats.org/drawingml/2006/main">
            <a:r>
              <a:t>次のつながり：まず電力の量と大きさの意味を整理してから結果を読みます。</a:t>
            </a:r>
          </a:p>
          <a:p xmlns:a="http://schemas.openxmlformats.org/drawingml/2006/main">
            <a:r>
              <a:t>想定質問「検証通過なら研究として完成か」：計算の成立、費用の整合、最適性、手法の優位性、研究承認は別の判定です。</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説明：まず単位を揃えます。100 kWを15分使うと、100×0.25で25 kWhです。たとえば100 kWhを50 kWで2時間購入する場合と、100 kWで1時間購入する場合では、量は同じでもピークが違います。この例は指標説明用で、実験結果ではありません。今回のピークは瞬間値ではなく各15分平均の最大です。</a:t>
            </a:r>
          </a:p>
          <a:p xmlns:a="http://schemas.openxmlformats.org/drawingml/2006/main">
            <a:r>
              <a:t>次のつながり：この区別を使って、まず12週の購入量、その後3月と11月のピーク差を見ます。</a:t>
            </a:r>
          </a:p>
          <a:p xmlns:a="http://schemas.openxmlformats.org/drawingml/2006/main">
            <a:r>
              <a:t>想定質問「平均受電が少ないのになぜ購入量が多いか」：週間平均は購入量を168時間で割った量なので同じ順位になります。前回右図が表していたのは最大値です。</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左図はPV発電をバスへの直接供給、BESS充電、抑制に分けています。右図は外部から購入した量です。7月は発電が最多、購入量が最少ですが、発電の44.1%を抑制しています。3月と11月は購入量が多い週です。発電の総量だけでは、充電する時刻や抑制の発生を説明し切れません。</a:t>
            </a:r>
          </a:p>
          <a:p xmlns:a="http://schemas.openxmlformats.org/drawingml/2006/main">
            <a:r>
              <a:t>次のつながり：購入量が近い3月と11月を取り上げ、ピークの違いを説明します。</a:t>
            </a:r>
          </a:p>
          <a:p xmlns:a="http://schemas.openxmlformats.org/drawingml/2006/main">
            <a:r>
              <a:t>想定質問「BESSを増やせば解決するか」：抑制の原因を容量不足に特定していないため、設備容量の結論には同条件の追加比較が必要です。</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説明：充電量は両週約20 MWhで近い値です。系統からの購入量は3月7.79 MWh、11月7.30 MWh、週平均は46.4 kWと43.5 kWです。一方、ピークは849.4 kWと234.8 kWで大きく異なります。ここから、購入量の違いよりも時間的な集中に注目します。台日とは日ごとの使用台数を足した値です。</a:t>
            </a:r>
          </a:p>
          <a:p xmlns:a="http://schemas.openxmlformats.org/drawingml/2006/main">
            <a:r>
              <a:t>次のつながり：11月の購入が一時的かどうか、日別に分解します。</a:t>
            </a:r>
          </a:p>
          <a:p xmlns:a="http://schemas.openxmlformats.org/drawingml/2006/main">
            <a:r>
              <a:t>想定質問「11月はPVが少ないからか」：3月14.86 MWh、11月15.85 MWhで、11月の発電総量はむしろやや多い結果です。時刻別の関係が必要です。</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説明：日別に購入量を積算すると、11月は7日すべてで購入しています。購入が1 kWを超える区間を足すと50.75時間で、3月の51.75時間と近い値です。最大の1日でも全体の20.5%です。したがって週間購入量の全体を一度の短い不足だけでは説明できません。</a:t>
            </a:r>
          </a:p>
          <a:p xmlns:a="http://schemas.openxmlformats.org/drawingml/2006/main">
            <a:r>
              <a:t>次のつながり：同じ購入時間でも3月のピークが高くなる様子を、15分時系列で確認します。</a:t>
            </a:r>
          </a:p>
          <a:p xmlns:a="http://schemas.openxmlformats.org/drawingml/2006/main">
            <a:r>
              <a:t>想定質問「小さい受電を数えて時間が増えていないか」：1 kWを超える区間と定義し、微小な計算残差を除いています。閾値を変えた際の定義の差は補足資料に保持しています。</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説明：線は各15分の平均値を階段状に表示し、時間平均でピークをならしていません。3月は初日未明に大きなピークが見えます。一方11月は200 kW前後に購入が分散しています。赤線は超えてはいけない物理制約ではなく、超過に追加の費用を与える基準です。</a:t>
            </a:r>
          </a:p>
          <a:p xmlns:a="http://schemas.openxmlformats.org/drawingml/2006/main">
            <a:r>
              <a:t>次のつながり：赤線より上の部分を拡大すると、費用につながる超過の大きさが分かります。</a:t>
            </a:r>
          </a:p>
          <a:p xmlns:a="http://schemas.openxmlformats.org/drawingml/2006/main">
            <a:r>
              <a:t>想定質問「実際の瞬時最大電力か」：各15分の平均値の最大であり、それより短い瞬時ピークはこの時間解像度からは分かりません。</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説明：3月の200 kW超過は計1.25時間で、超過電力量の99.86%が初日1時から2時に集中しています。11月の超過は計3.75時間分ですが、超過の高さは小さく、すべて11月13日夜から14日朝にあります。11月の超過が一晩に集中することと、購入全体が一時的であることを分けて説明します。</a:t>
            </a:r>
          </a:p>
          <a:p xmlns:a="http://schemas.openxmlformats.org/drawingml/2006/main">
            <a:r>
              <a:t>次のつながり：なぜ系統購入になったのか、最大区間の電源を確認します。</a:t>
            </a:r>
          </a:p>
          <a:p xmlns:a="http://schemas.openxmlformats.org/drawingml/2006/main">
            <a:r>
              <a:t>想定質問「11月の超過の方が長いのに安いのか」：超過電力と時間の積、すなわち超過電力量が小さいためです。</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説明：最大区間ではPV供給もBESS放電も0です。BESS残量は3月3000 kWh、11月2096.7 kWhで下限を上回っていました。よって単に蓄電池が空だったとは説明できません。ただし、後の運行を守りながら別の放電計画を実行できるかはまだ比較していません。計算上は系統購入で需要を満たしており、未担当便やSOC不足は0件です。</a:t>
            </a:r>
          </a:p>
          <a:p xmlns:a="http://schemas.openxmlformats.org/drawingml/2006/main">
            <a:r>
              <a:t>次のつながり：この電力の違いが週間費用へどれだけ寄与したかを分解します。</a:t>
            </a:r>
          </a:p>
          <a:p xmlns:a="http://schemas.openxmlformats.org/drawingml/2006/main">
            <a:r>
              <a:t>想定質問「最適化が間違っているのか」：実行可能性の検査は通過していますが、最適性や改善余地は未確定です。この場で原因を断定しません。</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費用は実行済み週間会計から取得しました。車両使用費は1台を1日使うごとに2万円というモデル値で、両週412万円です。総費用の差23.99万円のうち22.42万円が超過ペナルティです。通常の電力費の差は1.47万円で、残りは燃料とCO2です。</a:t>
            </a:r>
          </a:p>
          <a:p xmlns:a="http://schemas.openxmlformats.org/drawingml/2006/main">
            <a:r>
              <a:t>次のつながり：この差を支配する超過ペナルティの式と単価を明示します。</a:t>
            </a:r>
          </a:p>
          <a:p xmlns:a="http://schemas.openxmlformats.org/drawingml/2006/main">
            <a:r>
              <a:t>想定質問「車両費の根拠は」：今回の共通入力係数です。実運用の原価としての妥当性を、この実験で検証したわけではありません。燃料費も現金購入だけでなく初期燃料在庫の消費評価を含みます。</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説明：200 kWを超えた電力だけに時間を掛け、超過電力量を求めます。たとえば250 kWを15分購入すると、超過は50 kW×0.25時間で12.5 kWh、追加費用は6250円です。このほか購入全量には30円/kWhの通常費用が掛かります。実験では超過を許すルールであり、超過そのものは物理違反ではありません。一般の月間デマンド料金としては扱いません。</a:t>
            </a:r>
          </a:p>
          <a:p xmlns:a="http://schemas.openxmlformats.org/drawingml/2006/main">
            <a:r>
              <a:t>次のつながり：単価によって費用差の見え方が変わるため、その依存性も示します。</a:t>
            </a:r>
          </a:p>
          <a:p xmlns:a="http://schemas.openxmlformats.org/drawingml/2006/main">
            <a:r>
              <a:t>想定質問「なぜ500円なのか」：採用された共通モデル係数であることは確認していますが、実契約に基づく妥当性は未確認です。仮定として明示し、係数依存性を併記します。</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23.99万円は11月の総費用に対して5.42%、1便当たり140.79円です。これが実務上大きいかは、実際の原価と比較運用を確認して判断する必要があります。また同じ配車・電力を固定して超過単価だけを0円、100円、500円とすると差は1.57、6.05、23.99万円です。差額が費用係数へ強く依存しています。</a:t>
            </a:r>
          </a:p>
          <a:p xmlns:a="http://schemas.openxmlformats.org/drawingml/2006/main">
            <a:r>
              <a:t>次のつながり：3月と11月だけでなく、季節ごとの傾向として何が読めるかを整理します。</a:t>
            </a:r>
          </a:p>
          <a:p xmlns:a="http://schemas.openxmlformats.org/drawingml/2006/main">
            <a:r>
              <a:t>想定質問「500円をやめれば節約できるか」：この図は同じ運用を違う単価で評価しただけです。単価を変えて再最適化した結果でも、実際に契約を変更できるという意味でもありません。</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説明：選択3週の平均購入量は夏が2425 kWh、秋が5072 kWhです。夏のPV抑制率は45.3%で、利用できる時間との対応が次の検討点になります。春の平均費用が高い点には3月の大きな超過費用が影響します。ただし選択した3月の週の日射量は月平均より35.2%少なく、典型的な3月とは限りません。冷暖房による季節需要の変化も未入力です。</a:t>
            </a:r>
          </a:p>
          <a:p xmlns:a="http://schemas.openxmlformats.org/drawingml/2006/main">
            <a:r>
              <a:t>次のつながり：以上を先生のご質問への回答と次の検証へまとめます。</a:t>
            </a:r>
          </a:p>
          <a:p xmlns:a="http://schemas.openxmlformats.org/drawingml/2006/main">
            <a:r>
              <a:t>想定質問「夏が有利と一般化できるか」：この設備・固定電費・選択週の範囲ではその傾向ですが、年間や別の週へは未検証です。</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説明：先生への回答は三点です。11月の購入全体は7日間に分散していますが、200 kW超過は一晩に集中しました。週間費用差23.99万円の93.5%はモデルの超過ペナルティで説明できます。その一方で、BESSを含む代替運用で超過を避けられるかや手法の優位性は未確定です。次は同じ入力と残量条件を固定した基準運用との比較を行う設計が必要です。</a:t>
            </a:r>
          </a:p>
          <a:p xmlns:a="http://schemas.openxmlformats.org/drawingml/2006/main">
            <a:r>
              <a:t>想定質問「今回の前進は何か」：全12週の運行・充電・会計を一貫して検算でき、費用差の主要因と未解明点を数値で切り分けられたことです。</a:t>
            </a:r>
          </a:p>
          <a:p xmlns:a="http://schemas.openxmlformats.org/drawingml/2006/main">
            <a:r>
              <a:t>締め：費用係数の位置付けと、基準運用をどう定めるかについてご意見をいただきたいと考えています。</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説明：BEVは314 kWh、SOC20〜90%、最大充電90 kWです。10基の充電器を共有します。定置用蓄電池は6000 kWh、初期3000 kWh、下限1200 kWh、上限4800 kWhです。3月・11月の終端は1200 kWhで、初期から1800 kWh減っています。毎週リセットするため、この残量を年間52回無料に利用できるわけではありません。V2Gは使っていません。</a:t>
            </a:r>
          </a:p>
          <a:p xmlns:a="http://schemas.openxmlformats.org/drawingml/2006/main">
            <a:r>
              <a:t>想定質問「同じ初期残量なら完全に公平か」：出発条件は揃っていますが、終端在庫や得られた配車・探索の質は別に確認が必要です。</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月別の数値を確認するための表です。入力60台と、週内で実際に使ったユニーク車両数と、使用車両日数を区別します。1月と10月は205台日で、その他は206台日です。単価は同じでも車両使用費に2万円の違いが生じます。3月と11月は同じ206台日なので、その費用差は車両使用費の差ではありません。</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月別の数値を確認するための表です。入力60台と、週内で実際に使ったユニーク車両数と、使用車両日数を区別します。1月と10月は205台日で、その他は206台日です。単価は同じでも車両使用費に2万円の違いが生じます。3月と11月は同じ206台日なので、その費用差は車両使用費の差ではありません。</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刻表は2026年原本を曜日に対応させ、評価日は2025年、予測学習は2024年です。予測は季節別の統計的な代理モデルで、Solcastの予測製品の技能評価ではありません。選択週の日平均日射量は3月が月全体より35.2%少なく、11月が2.2%少ない結果でした。日射量は地表面の資源量であり、設備からの発電量とは単位も異なります。</a:t>
            </a:r>
          </a:p>
          <a:p xmlns:a="http://schemas.openxmlformats.org/drawingml/2006/main">
            <a:r>
              <a:t>想定質問「都合のよい週を選んだか」：週選択の暦規則は固定し、日射の代表性は選択後に調べたものです。</a:t>
            </a:r>
          </a:p>
          <a:p xmlns:a="http://schemas.openxmlformats.org/drawingml/2006/main">
            <a:r>
              <a:t>追加出典：C:/master-course/docs/notes/SHIBU21_23_MONTHLY_IRRADIANCE_CONTEXT_20260914.json。これは旧SHAで作成した入力の記述資料であり、旧版の最適化費用を混ぜていません。</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今回のピーク原因を調べる段階では同じ配車を固定し、PV、車両、料金、初期残量、終端条件と設備を揃えて充電計画を比較します。基準の充電規則は事前に定め、両案が運行・物理条件を満たした場合にだけ費用を比較します。配車も含む手法全体の比較は別段階です。独立した複数週や年、乱数条件を設計し、平均だけでなく差のばらつき、計算時間、実行可能性、最適性指標を確認します。</a:t>
            </a:r>
          </a:p>
          <a:p xmlns:a="http://schemas.openxmlformats.org/drawingml/2006/main">
            <a:r>
              <a:t>想定質問「今の3月と11月の差で代用できないか」：入力も配車も異なるため、手法だけの差として解釈できません。</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残る研究ゲートは、配車段階gapの事前目標未達、二段階解法の統合最適性、車両入力の正式な来歴契約、過去資料2件の証拠整合です。独立した研究承認も未取得です。営業便距離は地理的な代理値で実道路距離ではありません。現在の数値を隠すのではなく、こうした条件下で得た実行可能な計画の診断として報告します。</a:t>
            </a:r>
          </a:p>
          <a:p xmlns:a="http://schemas.openxmlformats.org/drawingml/2006/main">
            <a:r>
              <a:t>出典：主結果と季節集計はSHIBU21_23_MONTHLY_PHASE_SEARCH_RESULTS_20260915.json。電力詳細はoutcome/2026-09-18_urabe_followup/analysis.json。日射の代表性はSHIBU21_23_MONTHLY_IRRADIANCE_CONTEXT_20260914.json。期間・設備設定は凍結worktreeのconfig/shibu21_23_monthly_2025_20260914.jsonと各Prepared原本。</a:t>
            </a:r>
          </a:p>
          <a:p xmlns:a="http://schemas.openxmlformats.org/drawingml/2006/main">
            <a:r>
              <a:t/>
            </a:r>
          </a:p>
          <a:p xmlns:a="http://schemas.openxmlformats.org/drawingml/2006/main">
            <a:r>
              <a:t>出典：C:/master-course/docs/notes/SHIBU21_23_MONTHLY_PHASE_SEARCH_RESULTS_20260915.json。固定ソースSHA 7c7c2334040d54722d2f1c354634269d35f8d1de。費用原本は各週の rolling_hourly_chain/executed_day_accounting.json、電力時系列は executed_plan.json、物理検証は physical_validation.json。再集計と全原本SHA：C:/master-course/outcome/2026-09-18_urabe_followup/analysis.json。表示値のみ丸める。診断比較であり研究採用はBLOCKED、NOT USED FOR RESEARCH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e1ea6a4da6c44f9"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0307108487b40af" /><Relationship Type="http://schemas.openxmlformats.org/officeDocument/2006/relationships/slideLayout" Target="/ppt/slideLayouts/slideLayout1.xml" Id="Rd45d0c7524064f8e"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45d0c7524064f8e"/>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CJK JP"/>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JP"/>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5857db09d724b70" /><Relationship Type="http://schemas.openxmlformats.org/officeDocument/2006/relationships/image" Target="/ppt/media/image.png" Id="R335ffb077ba44337" /><Relationship Type="http://schemas.openxmlformats.org/officeDocument/2006/relationships/image" Target="/ppt/media/image2.png" Id="Rcd6a649c9b4b4c0f" /><Relationship Type="http://schemas.openxmlformats.org/officeDocument/2006/relationships/image" Target="/ppt/media/image3.png" Id="Rac2ead4d4e514162" /><Relationship Type="http://schemas.openxmlformats.org/officeDocument/2006/relationships/notesSlide" Target="/ppt/notesSlides/notesSlide1.xml" Id="R3c7911fb7b2747c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a8652b1a0c04787" /><Relationship Type="http://schemas.openxmlformats.org/officeDocument/2006/relationships/notesSlide" Target="/ppt/notesSlides/notesSlide2.xml" Id="Rb81ca9ed1d85496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da8c805a6d24444" /><Relationship Type="http://schemas.openxmlformats.org/officeDocument/2006/relationships/notesSlide" Target="/ppt/notesSlides/notesSlide3.xml" Id="Ra8f376836b5e4d3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dca945f8d9447c1" /><Relationship Type="http://schemas.openxmlformats.org/officeDocument/2006/relationships/notesSlide" Target="/ppt/notesSlides/notesSlide4.xml" Id="R59fcc866144542d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b2b0a9da6c94c30" /><Relationship Type="http://schemas.openxmlformats.org/officeDocument/2006/relationships/notesSlide" Target="/ppt/notesSlides/notesSlide5.xml" Id="R3598ad608e3e4ff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df213fde2834951" /><Relationship Type="http://schemas.openxmlformats.org/officeDocument/2006/relationships/notesSlide" Target="/ppt/notesSlides/notesSlide6.xml" Id="Rf22525ebe5de4a3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a32466b9d064ed7" /><Relationship Type="http://schemas.openxmlformats.org/officeDocument/2006/relationships/notesSlide" Target="/ppt/notesSlides/notesSlide7.xml" Id="Re488518cd8c1472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2f2b0d272c54130" /><Relationship Type="http://schemas.openxmlformats.org/officeDocument/2006/relationships/chart" Target="/ppt/slides/charts/chart1.xml" Id="R93bee54b3c8d4acf" /><Relationship Type="http://schemas.openxmlformats.org/officeDocument/2006/relationships/chart" Target="/ppt/slides/charts/chart2.xml" Id="R27a2d1dc52714650" /><Relationship Type="http://schemas.openxmlformats.org/officeDocument/2006/relationships/notesSlide" Target="/ppt/notesSlides/notesSlide8.xml" Id="R175aea1a316e43d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00e3bb618d249c7" /><Relationship Type="http://schemas.openxmlformats.org/officeDocument/2006/relationships/notesSlide" Target="/ppt/notesSlides/notesSlide9.xml" Id="Re23c602d952d49b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8e4b101018d43f3" /><Relationship Type="http://schemas.openxmlformats.org/officeDocument/2006/relationships/chart" Target="/ppt/slides/charts/chart3.xml" Id="R082c7fb753ed4751" /><Relationship Type="http://schemas.openxmlformats.org/officeDocument/2006/relationships/notesSlide" Target="/ppt/notesSlides/notesSlide10.xml" Id="R599c55885cd4469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389fbeb86904444" /><Relationship Type="http://schemas.openxmlformats.org/officeDocument/2006/relationships/chart" Target="/ppt/slides/charts/chart4.xml" Id="Re2b67471cfbb4db6" /><Relationship Type="http://schemas.openxmlformats.org/officeDocument/2006/relationships/notesSlide" Target="/ppt/notesSlides/notesSlide11.xml" Id="R7ca2da5c3e0d4f2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2e7cef7ed85483d" /><Relationship Type="http://schemas.openxmlformats.org/officeDocument/2006/relationships/chart" Target="/ppt/slides/charts/chart5.xml" Id="R567dbe30844148db" /><Relationship Type="http://schemas.openxmlformats.org/officeDocument/2006/relationships/chart" Target="/ppt/slides/charts/chart6.xml" Id="R4aa1b6a035754841" /><Relationship Type="http://schemas.openxmlformats.org/officeDocument/2006/relationships/notesSlide" Target="/ppt/notesSlides/notesSlide12.xml" Id="Rb4283acd3682432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425a3f6bd65497a" /><Relationship Type="http://schemas.openxmlformats.org/officeDocument/2006/relationships/notesSlide" Target="/ppt/notesSlides/notesSlide13.xml" Id="R8be8e74d76404bb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b0629061c594524" /><Relationship Type="http://schemas.openxmlformats.org/officeDocument/2006/relationships/notesSlide" Target="/ppt/notesSlides/notesSlide14.xml" Id="R9c11805005dc47b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13f73ca5b044829" /><Relationship Type="http://schemas.openxmlformats.org/officeDocument/2006/relationships/notesSlide" Target="/ppt/notesSlides/notesSlide15.xml" Id="R264d65f170ee4d2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d131e56d4ca4f26" /><Relationship Type="http://schemas.openxmlformats.org/officeDocument/2006/relationships/chart" Target="/ppt/slides/charts/chart7.xml" Id="R531dac9954cb477f" /><Relationship Type="http://schemas.openxmlformats.org/officeDocument/2006/relationships/notesSlide" Target="/ppt/notesSlides/notesSlide16.xml" Id="R00e3011906644b0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6d7e20132274924" /><Relationship Type="http://schemas.openxmlformats.org/officeDocument/2006/relationships/notesSlide" Target="/ppt/notesSlides/notesSlide17.xml" Id="R5c6a1cb0561a4ce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ef1ea39d6f04063" /><Relationship Type="http://schemas.openxmlformats.org/officeDocument/2006/relationships/notesSlide" Target="/ppt/notesSlides/notesSlide18.xml" Id="Rd5a6bf0a28f9454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d90fb16c92d4803" /><Relationship Type="http://schemas.openxmlformats.org/officeDocument/2006/relationships/notesSlide" Target="/ppt/notesSlides/notesSlide19.xml" Id="R75c56a90d2bb4db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129a952dad04926" /><Relationship Type="http://schemas.openxmlformats.org/officeDocument/2006/relationships/notesSlide" Target="/ppt/notesSlides/notesSlide20.xml" Id="R31d0daccf3e8445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73d4e7382ba4d71" /><Relationship Type="http://schemas.openxmlformats.org/officeDocument/2006/relationships/notesSlide" Target="/ppt/notesSlides/notesSlide21.xml" Id="R116ca1fe9c52431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6f79eb031d9492d" /><Relationship Type="http://schemas.openxmlformats.org/officeDocument/2006/relationships/notesSlide" Target="/ppt/notesSlides/notesSlide22.xml" Id="Rf30aaca3184c4c3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0f78e5de0e44512" /><Relationship Type="http://schemas.openxmlformats.org/officeDocument/2006/relationships/notesSlide" Target="/ppt/notesSlides/notesSlide23.xml" Id="R3ccd8b9ebbb5452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f4c08e9ae724796" /><Relationship Type="http://schemas.openxmlformats.org/officeDocument/2006/relationships/notesSlide" Target="/ppt/notesSlides/notesSlide24.xml" Id="R88cbc3715e6b46a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b="1">
                <a:solidFill>
                  <a:srgbClr val="202B58"/>
                </a:solidFill>
                <a:latin typeface="Noto Sans JP"/>
                <a:ea typeface="Noto Sans JP"/>
                <a:cs typeface="Noto Sans JP"/>
              </a:rPr>
              <a:t>PV発電の行き先</a:t>
            </a:r>
          </a:p>
        </c:rich>
      </c:tx>
      <c:overlay val="0"/>
      <c:txPr>
        <a:bodyPr xmlns:a="http://schemas.openxmlformats.org/drawingml/2006/main" anchorCtr="1"/>
        <a:lstStyle xmlns:a="http://schemas.openxmlformats.org/drawingml/2006/main"/>
        <a:p xmlns:a="http://schemas.openxmlformats.org/drawingml/2006/main">
          <a:pPr>
            <a:defRPr sz="1725" b="1">
              <a:solidFill>
                <a:srgbClr val="202B58"/>
              </a:solidFill>
              <a:latin typeface="Noto Sans JP"/>
              <a:ea typeface="Noto Sans JP"/>
              <a:cs typeface="Noto Sans JP"/>
            </a:defRPr>
          </a:pPr>
        </a:p>
      </c:txPr>
    </c:title>
    <c:plotArea>
      <c:barChart>
        <c:barDir val="col"/>
        <c:grouping val="stacked"/>
        <c:varyColors val="0"/>
        <c:ser>
          <c:idx val="0"/>
          <c:order val="0"/>
          <c:tx>
            <c:v>バスへ直接</c:v>
          </c:tx>
          <c:spPr>
            <a:solidFill xmlns:a="http://schemas.openxmlformats.org/drawingml/2006/main">
              <a:srgbClr val="159A8C"/>
            </a:solidFill>
            <a:ln xmlns:a="http://schemas.openxmlformats.org/drawingml/2006/main" w="0">
              <a:solidFill>
                <a:srgbClr val="159A8C"/>
              </a:solidFill>
            </a:ln>
          </c:spPr>
          <c:cat>
            <c:strRef>
              <c:f>'Chart Data'!$A$2:$A$13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'Chart Data'!$B$2:$B$13</c:f>
              <c:numCache>
                <c:formatCode>0</c:formatCode>
                <c:ptCount val="12"/>
                <c:pt idx="0">
                  <c:v>2.101061</c:v>
                </c:pt>
                <c:pt idx="1">
                  <c:v>1.892601</c:v>
                </c:pt>
                <c:pt idx="2">
                  <c:v>2.428499</c:v>
                </c:pt>
                <c:pt idx="3">
                  <c:v>1.293491</c:v>
                </c:pt>
                <c:pt idx="4">
                  <c:v>2.905971</c:v>
                </c:pt>
                <c:pt idx="5">
                  <c:v>3.000981</c:v>
                </c:pt>
                <c:pt idx="6">
                  <c:v>2.261012</c:v>
                </c:pt>
                <c:pt idx="7">
                  <c:v>2.149493</c:v>
                </c:pt>
                <c:pt idx="8">
                  <c:v>2.768442</c:v>
                </c:pt>
                <c:pt idx="9">
                  <c:v>2.620937</c:v>
                </c:pt>
                <c:pt idx="10">
                  <c:v>2.431497</c:v>
                </c:pt>
                <c:pt idx="11">
                  <c:v>2.115791</c:v>
                </c:pt>
              </c:numCache>
            </c:numRef>
          </c:val>
        </c:ser>
        <c:ser>
          <c:idx val="1"/>
          <c:order val="1"/>
          <c:tx>
            <c:v>BESSへ充電</c:v>
          </c:tx>
          <c:spPr>
            <a:solidFill xmlns:a="http://schemas.openxmlformats.org/drawingml/2006/main">
              <a:srgbClr val="8BBDA8"/>
            </a:solidFill>
            <a:ln xmlns:a="http://schemas.openxmlformats.org/drawingml/2006/main" w="0">
              <a:solidFill>
                <a:srgbClr val="8BBDA8"/>
              </a:solidFill>
            </a:ln>
          </c:spPr>
          <c:cat>
            <c:strRef>
              <c:f>'Chart Data'!$C$2:$C$13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'Chart Data'!$D$2:$D$13</c:f>
              <c:numCache>
                <c:formatCode>0</c:formatCode>
                <c:ptCount val="12"/>
                <c:pt idx="0">
                  <c:v>11.55901</c:v>
                </c:pt>
                <c:pt idx="1">
                  <c:v>15.702212</c:v>
                </c:pt>
                <c:pt idx="2">
                  <c:v>8.824333</c:v>
                </c:pt>
                <c:pt idx="3">
                  <c:v>15.488135</c:v>
                </c:pt>
                <c:pt idx="4">
                  <c:v>12.5291</c:v>
                </c:pt>
                <c:pt idx="5">
                  <c:v>13.728068</c:v>
                </c:pt>
                <c:pt idx="6">
                  <c:v>15.635233</c:v>
                </c:pt>
                <c:pt idx="7">
                  <c:v>14.715045</c:v>
                </c:pt>
                <c:pt idx="8">
                  <c:v>13.06038</c:v>
                </c:pt>
                <c:pt idx="9">
                  <c:v>12.453913</c:v>
                </c:pt>
                <c:pt idx="10">
                  <c:v>9.482467</c:v>
                </c:pt>
                <c:pt idx="11">
                  <c:v>11.403618</c:v>
                </c:pt>
              </c:numCache>
            </c:numRef>
          </c:val>
        </c:ser>
        <c:ser>
          <c:idx val="2"/>
          <c:order val="2"/>
          <c:tx>
            <c:v>抑制（未利用）</c:v>
          </c:tx>
          <c:spPr>
            <a:solidFill xmlns:a="http://schemas.openxmlformats.org/drawingml/2006/main">
              <a:srgbClr val="C8CCD2"/>
            </a:solidFill>
            <a:ln xmlns:a="http://schemas.openxmlformats.org/drawingml/2006/main" w="0">
              <a:solidFill>
                <a:srgbClr val="C8CCD2"/>
              </a:solidFill>
            </a:ln>
          </c:spPr>
          <c:cat>
            <c:strRef>
              <c:f>'Chart Data'!$E$2:$E$13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'Chart Data'!$F$2:$F$13</c:f>
              <c:numCache>
                <c:formatCode>0</c:formatCode>
                <c:ptCount val="12"/>
                <c:pt idx="0">
                  <c:v>2.043466</c:v>
                </c:pt>
                <c:pt idx="1">
                  <c:v>3.745924</c:v>
                </c:pt>
                <c:pt idx="2">
                  <c:v>3.603043</c:v>
                </c:pt>
                <c:pt idx="3">
                  <c:v>9.571986</c:v>
                </c:pt>
                <c:pt idx="4">
                  <c:v>11.188841</c:v>
                </c:pt>
                <c:pt idx="5">
                  <c:v>14.844202</c:v>
                </c:pt>
                <c:pt idx="6">
                  <c:v>14.130055</c:v>
                </c:pt>
                <c:pt idx="7">
                  <c:v>13.673199</c:v>
                </c:pt>
                <c:pt idx="8">
                  <c:v>11.949603</c:v>
                </c:pt>
                <c:pt idx="9">
                  <c:v>2.194175</c:v>
                </c:pt>
                <c:pt idx="10">
                  <c:v>3.933224</c:v>
                </c:pt>
                <c:pt idx="11">
                  <c:v>2.076178</c:v>
                </c:pt>
              </c:numCache>
            </c:numRef>
          </c:val>
        </c:ser>
        <c:dLbls>
          <c:txPr>
            <a:bodyPr xmlns:a="http://schemas.openxmlformats.org/drawingml/2006/main" anchorCtr="1"/>
            <a:lstStyle xmlns:a="http://schemas.openxmlformats.org/drawingml/2006/main"/>
            <a:p xmlns:a="http://schemas.openxmlformats.org/drawingml/2006/main">
              <a:pPr>
                <a:defRPr sz="1200">
                  <a:latin typeface="Noto Sans JP"/>
                  <a:ea typeface="Noto Sans JP"/>
                  <a:cs typeface="Noto Sans JP"/>
                </a:defRPr>
              </a:pPr>
            </a:p>
          </c:txPr>
          <c:dLblPos val="inEnd"/>
          <c:showLegendKey val="0"/>
          <c:showVal val="0"/>
          <c:showCatName val="0"/>
          <c:showSerName val="0"/>
          <c:showPercent val="0"/>
          <c:showBubbleSize val="0"/>
          <c:showLeaderLines val="0"/>
        </c:dLbls>
        <c:gapWidth val="60"/>
        <c:overlap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Noto Sans JP"/>
                <a:ea typeface="Noto Sans JP"/>
                <a:cs typeface="Noto Sans JP"/>
              </a:defRPr>
            </a:pPr>
          </a:p>
        </c:txPr>
        <c:crossAx val="48672768"/>
      </c:catAx>
      <c:valAx>
        <c:axId val="48672768"/>
        <c:scaling>
          <c:orientation val="minMax"/>
          <c:max val="40"/>
          <c:min val="0"/>
        </c:scaling>
        <c:delete val="0"/>
        <c:axPos val="l"/>
        <c:majorGridlines>
          <c:spPr>
            <a:ln xmlns:a="http://schemas.openxmlformats.org/drawingml/2006/main" w="9525">
              <a:solidFill>
                <a:srgbClr val="DFE4EA"/>
              </a:solidFill>
            </a:ln>
          </c:spPr>
        </c:majorGridlines>
        <c:title>
          <c:tx>
            <c:rich>
              <a:bodyPr xmlns:a="http://schemas.openxmlformats.org/drawingml/2006/main"/>
              <a:lstStyle xmlns:a="http://schemas.openxmlformats.org/drawingml/2006/main"/>
              <a:p xmlns:a="http://schemas.openxmlformats.org/drawingml/2006/main">
                <a:r>
                  <a:rPr>
                    <a:latin typeface="Noto Sans JP"/>
                    <a:ea typeface="Noto Sans JP"/>
                    <a:cs typeface="Noto Sans JP"/>
                  </a:rPr>
                  <a:t>MWh／選択週</a:t>
                </a:r>
              </a:p>
            </c:rich>
          </c:tx>
          <c:overlay val="0"/>
          <c:txPr>
            <a:bodyPr xmlns:a="http://schemas.openxmlformats.org/drawingml/2006/main" anchorCtr="1"/>
            <a:lstStyle xmlns:a="http://schemas.openxmlformats.org/drawingml/2006/main"/>
            <a:p xmlns:a="http://schemas.openxmlformats.org/drawingml/2006/main">
              <a:pPr>
                <a:defRPr>
                  <a:latin typeface="Noto Sans JP"/>
                  <a:ea typeface="Noto Sans JP"/>
                  <a:cs typeface="Noto Sans JP"/>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Noto Sans JP"/>
                <a:ea typeface="Noto Sans JP"/>
                <a:cs typeface="Noto Sans JP"/>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legend>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b="1">
                <a:solidFill>
                  <a:srgbClr val="202B58"/>
                </a:solidFill>
                <a:latin typeface="Noto Sans JP"/>
                <a:ea typeface="Noto Sans JP"/>
                <a:cs typeface="Noto Sans JP"/>
              </a:rPr>
              <a:t>週間購入電力量</a:t>
            </a:r>
          </a:p>
        </c:rich>
      </c:tx>
      <c:overlay val="0"/>
      <c:txPr>
        <a:bodyPr xmlns:a="http://schemas.openxmlformats.org/drawingml/2006/main" anchorCtr="1"/>
        <a:lstStyle xmlns:a="http://schemas.openxmlformats.org/drawingml/2006/main"/>
        <a:p xmlns:a="http://schemas.openxmlformats.org/drawingml/2006/main">
          <a:pPr>
            <a:defRPr sz="1725" b="1">
              <a:solidFill>
                <a:srgbClr val="202B58"/>
              </a:solidFill>
              <a:latin typeface="Noto Sans JP"/>
              <a:ea typeface="Noto Sans JP"/>
              <a:cs typeface="Noto Sans JP"/>
            </a:defRPr>
          </a:pPr>
        </a:p>
      </c:txPr>
    </c:title>
    <c:plotArea>
      <c:barChart>
        <c:barDir val="col"/>
        <c:grouping val="clustered"/>
        <c:varyColors val="0"/>
        <c:ser>
          <c:idx val="0"/>
          <c:order val="0"/>
          <c:tx>
            <c:v>系統購入</c:v>
          </c:tx>
          <c:spPr>
            <a:solidFill xmlns:a="http://schemas.openxmlformats.org/drawingml/2006/main">
              <a:srgbClr val="316DB6"/>
            </a:solidFill>
            <a:ln xmlns:a="http://schemas.openxmlformats.org/drawingml/2006/main" w="0">
              <a:solidFill>
                <a:srgbClr val="316DB6"/>
              </a:solidFill>
            </a:ln>
          </c:spPr>
          <c:cat>
            <c:strRef>
              <c:f>'Chart Data'!$A$2:$A$13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'Chart Data'!$B$2:$B$13</c:f>
              <c:numCache>
                <c:formatCode>0</c:formatCode>
                <c:ptCount val="12"/>
                <c:pt idx="0">
                  <c:v>5.621675</c:v>
                </c:pt>
                <c:pt idx="1">
                  <c:v>2.123523</c:v>
                </c:pt>
                <c:pt idx="2">
                  <c:v>7.794056</c:v>
                </c:pt>
                <c:pt idx="3">
                  <c:v>2.70669</c:v>
                </c:pt>
                <c:pt idx="4">
                  <c:v>3.981889</c:v>
                </c:pt>
                <c:pt idx="5">
                  <c:v>2.804812</c:v>
                </c:pt>
                <c:pt idx="6">
                  <c:v>1.74637</c:v>
                </c:pt>
                <c:pt idx="7">
                  <c:v>2.723825</c:v>
                </c:pt>
                <c:pt idx="8">
                  <c:v>3.619456</c:v>
                </c:pt>
                <c:pt idx="9">
                  <c:v>4.29415</c:v>
                </c:pt>
                <c:pt idx="10">
                  <c:v>7.302402</c:v>
                </c:pt>
                <c:pt idx="11">
                  <c:v>5.695416</c:v>
                </c:pt>
              </c:numCache>
            </c:numRef>
          </c:val>
        </c:ser>
        <c:dLbls>
          <c:txPr>
            <a:bodyPr xmlns:a="http://schemas.openxmlformats.org/drawingml/2006/main" anchorCtr="1"/>
            <a:lstStyle xmlns:a="http://schemas.openxmlformats.org/drawingml/2006/main"/>
            <a:p xmlns:a="http://schemas.openxmlformats.org/drawingml/2006/main">
              <a:pPr>
                <a:defRPr sz="1200">
                  <a:latin typeface="Noto Sans JP"/>
                  <a:ea typeface="Noto Sans JP"/>
                  <a:cs typeface="Noto Sans JP"/>
                </a:defRPr>
              </a:pPr>
            </a:p>
          </c:txPr>
          <c:dLblPos val="outEnd"/>
          <c:showLegendKey val="0"/>
          <c:showVal val="0"/>
          <c:showCatName val="0"/>
          <c:showSerName val="0"/>
          <c:showPercent val="0"/>
          <c:showBubbleSize val="0"/>
          <c:showLeaderLines val="0"/>
        </c:dLbls>
        <c:gapWidth val="6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Noto Sans JP"/>
                <a:ea typeface="Noto Sans JP"/>
                <a:cs typeface="Noto Sans JP"/>
              </a:defRPr>
            </a:pPr>
          </a:p>
        </c:txPr>
        <c:crossAx val="48672768"/>
      </c:catAx>
      <c:valAx>
        <c:axId val="48672768"/>
        <c:scaling>
          <c:orientation val="minMax"/>
          <c:max val="9"/>
          <c:min val="0"/>
        </c:scaling>
        <c:delete val="0"/>
        <c:axPos val="l"/>
        <c:majorGridlines>
          <c:spPr>
            <a:ln xmlns:a="http://schemas.openxmlformats.org/drawingml/2006/main" w="9525">
              <a:solidFill>
                <a:srgbClr val="DFE4EA"/>
              </a:solidFill>
            </a:ln>
          </c:spPr>
        </c:majorGridlines>
        <c:title>
          <c:tx>
            <c:rich>
              <a:bodyPr xmlns:a="http://schemas.openxmlformats.org/drawingml/2006/main"/>
              <a:lstStyle xmlns:a="http://schemas.openxmlformats.org/drawingml/2006/main"/>
              <a:p xmlns:a="http://schemas.openxmlformats.org/drawingml/2006/main">
                <a:r>
                  <a:rPr>
                    <a:latin typeface="Noto Sans JP"/>
                    <a:ea typeface="Noto Sans JP"/>
                    <a:cs typeface="Noto Sans JP"/>
                  </a:rPr>
                  <a:t>MWh／選択週</a:t>
                </a:r>
              </a:p>
            </c:rich>
          </c:tx>
          <c:overlay val="0"/>
          <c:txPr>
            <a:bodyPr xmlns:a="http://schemas.openxmlformats.org/drawingml/2006/main" anchorCtr="1"/>
            <a:lstStyle xmlns:a="http://schemas.openxmlformats.org/drawingml/2006/main"/>
            <a:p xmlns:a="http://schemas.openxmlformats.org/drawingml/2006/main">
              <a:pPr>
                <a:defRPr>
                  <a:latin typeface="Noto Sans JP"/>
                  <a:ea typeface="Noto Sans JP"/>
                  <a:cs typeface="Noto Sans JP"/>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Noto Sans JP"/>
                <a:ea typeface="Noto Sans JP"/>
                <a:cs typeface="Noto Sans JP"/>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b="1">
                <a:solidFill>
                  <a:srgbClr val="202B58"/>
                </a:solidFill>
                <a:latin typeface="Noto Sans JP"/>
                <a:ea typeface="Noto Sans JP"/>
                <a:cs typeface="Noto Sans JP"/>
              </a:rPr>
              <a:t>曜日別の購入電力量</a:t>
            </a:r>
          </a:p>
        </c:rich>
      </c:tx>
      <c:overlay val="0"/>
      <c:txPr>
        <a:bodyPr xmlns:a="http://schemas.openxmlformats.org/drawingml/2006/main" anchorCtr="1"/>
        <a:lstStyle xmlns:a="http://schemas.openxmlformats.org/drawingml/2006/main"/>
        <a:p xmlns:a="http://schemas.openxmlformats.org/drawingml/2006/main">
          <a:pPr>
            <a:defRPr sz="1725" b="1">
              <a:solidFill>
                <a:srgbClr val="202B58"/>
              </a:solidFill>
              <a:latin typeface="Noto Sans JP"/>
              <a:ea typeface="Noto Sans JP"/>
              <a:cs typeface="Noto Sans JP"/>
            </a:defRPr>
          </a:pPr>
        </a:p>
      </c:txPr>
    </c:title>
    <c:plotArea>
      <c:barChart>
        <c:barDir val="col"/>
        <c:grouping val="clustered"/>
        <c:varyColors val="0"/>
        <c:ser>
          <c:idx val="0"/>
          <c:order val="0"/>
          <c:tx>
            <c:v>3月</c:v>
          </c:tx>
          <c:spPr>
            <a:solidFill xmlns:a="http://schemas.openxmlformats.org/drawingml/2006/main">
              <a:srgbClr val="316DB6"/>
            </a:solidFill>
            <a:ln xmlns:a="http://schemas.openxmlformats.org/drawingml/2006/main" w="0">
              <a:solidFill>
                <a:srgbClr val="316DB6"/>
              </a:solidFill>
            </a:ln>
          </c:spPr>
          <c:cat>
            <c:strRef>
              <c:f>'Chart Data'!$A$2:$A$8</c:f>
              <c:strCache>
                <c:ptCount val="7"/>
                <c:pt idx="0">
                  <c:v>月</c:v>
                </c:pt>
                <c:pt idx="1">
                  <c:v>火</c:v>
                </c:pt>
                <c:pt idx="2">
                  <c:v>水</c:v>
                </c:pt>
                <c:pt idx="3">
                  <c:v>木</c:v>
                </c:pt>
                <c:pt idx="4">
                  <c:v>金</c:v>
                </c:pt>
                <c:pt idx="5">
                  <c:v>土</c:v>
                </c:pt>
                <c:pt idx="6">
                  <c:v>日</c:v>
                </c:pt>
              </c:strCache>
            </c:strRef>
          </c:cat>
          <c:val>
            <c:numRef>
              <c:f>'Chart Data'!$B$2:$B$8</c:f>
              <c:numCache>
                <c:formatCode>0</c:formatCode>
                <c:ptCount val="7"/>
                <c:pt idx="0">
                  <c:v>954.067077</c:v>
                </c:pt>
                <c:pt idx="1">
                  <c:v>1313.958227</c:v>
                </c:pt>
                <c:pt idx="2">
                  <c:v>1592.70035</c:v>
                </c:pt>
                <c:pt idx="3">
                  <c:v>1666.604087</c:v>
                </c:pt>
                <c:pt idx="4">
                  <c:v>1137.802327</c:v>
                </c:pt>
                <c:pt idx="5">
                  <c:v>103.348445</c:v>
                </c:pt>
                <c:pt idx="6">
                  <c:v>1025.57597</c:v>
                </c:pt>
              </c:numCache>
            </c:numRef>
          </c:val>
        </c:ser>
        <c:ser>
          <c:idx val="1"/>
          <c:order val="1"/>
          <c:tx>
            <c:v>11月</c:v>
          </c:tx>
          <c:spPr>
            <a:solidFill xmlns:a="http://schemas.openxmlformats.org/drawingml/2006/main">
              <a:srgbClr val="159A8C"/>
            </a:solidFill>
            <a:ln xmlns:a="http://schemas.openxmlformats.org/drawingml/2006/main" w="0">
              <a:solidFill>
                <a:srgbClr val="159A8C"/>
              </a:solidFill>
            </a:ln>
          </c:spPr>
          <c:cat>
            <c:strRef>
              <c:f>'Chart Data'!$C$2:$C$8</c:f>
              <c:strCache>
                <c:ptCount val="7"/>
                <c:pt idx="0">
                  <c:v>月</c:v>
                </c:pt>
                <c:pt idx="1">
                  <c:v>火</c:v>
                </c:pt>
                <c:pt idx="2">
                  <c:v>水</c:v>
                </c:pt>
                <c:pt idx="3">
                  <c:v>木</c:v>
                </c:pt>
                <c:pt idx="4">
                  <c:v>金</c:v>
                </c:pt>
                <c:pt idx="5">
                  <c:v>土</c:v>
                </c:pt>
                <c:pt idx="6">
                  <c:v>日</c:v>
                </c:pt>
              </c:strCache>
            </c:strRef>
          </c:cat>
          <c:val>
            <c:numRef>
              <c:f>'Chart Data'!$D$2:$D$8</c:f>
              <c:numCache>
                <c:formatCode>0</c:formatCode>
                <c:ptCount val="7"/>
                <c:pt idx="0">
                  <c:v>259.95865</c:v>
                </c:pt>
                <c:pt idx="1">
                  <c:v>1007.844835</c:v>
                </c:pt>
                <c:pt idx="2">
                  <c:v>1224.588437</c:v>
                </c:pt>
                <c:pt idx="3">
                  <c:v>1175.550685</c:v>
                </c:pt>
                <c:pt idx="4">
                  <c:v>1387.391992</c:v>
                </c:pt>
                <c:pt idx="5">
                  <c:v>752.444508</c:v>
                </c:pt>
                <c:pt idx="6">
                  <c:v>1494.623054</c:v>
                </c:pt>
              </c:numCache>
            </c:numRef>
          </c:val>
        </c:ser>
        <c:dLbls>
          <c:txPr>
            <a:bodyPr xmlns:a="http://schemas.openxmlformats.org/drawingml/2006/main" anchorCtr="1"/>
            <a:lstStyle xmlns:a="http://schemas.openxmlformats.org/drawingml/2006/main"/>
            <a:p xmlns:a="http://schemas.openxmlformats.org/drawingml/2006/main">
              <a:pPr>
                <a:defRPr sz="1200">
                  <a:latin typeface="Noto Sans JP"/>
                  <a:ea typeface="Noto Sans JP"/>
                  <a:cs typeface="Noto Sans JP"/>
                </a:defRPr>
              </a:pPr>
            </a:p>
          </c:txPr>
          <c:dLblPos val="outEnd"/>
          <c:showLegendKey val="0"/>
          <c:showVal val="0"/>
          <c:showCatName val="0"/>
          <c:showSerName val="0"/>
          <c:showPercent val="0"/>
          <c:showBubbleSize val="0"/>
          <c:showLeaderLines val="0"/>
        </c:dLbls>
        <c:gapWidth val="6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Noto Sans JP"/>
                <a:ea typeface="Noto Sans JP"/>
                <a:cs typeface="Noto Sans JP"/>
              </a:defRPr>
            </a:pPr>
          </a:p>
        </c:txPr>
        <c:crossAx val="48672768"/>
      </c:catAx>
      <c:valAx>
        <c:axId val="48672768"/>
        <c:scaling>
          <c:orientation val="minMax"/>
          <c:max val="1800"/>
          <c:min val="0"/>
        </c:scaling>
        <c:delete val="0"/>
        <c:axPos val="l"/>
        <c:majorGridlines>
          <c:spPr>
            <a:ln xmlns:a="http://schemas.openxmlformats.org/drawingml/2006/main" w="9525">
              <a:solidFill>
                <a:srgbClr val="DFE4EA"/>
              </a:solidFill>
            </a:ln>
          </c:spPr>
        </c:majorGridlines>
        <c:title>
          <c:tx>
            <c:rich>
              <a:bodyPr xmlns:a="http://schemas.openxmlformats.org/drawingml/2006/main"/>
              <a:lstStyle xmlns:a="http://schemas.openxmlformats.org/drawingml/2006/main"/>
              <a:p xmlns:a="http://schemas.openxmlformats.org/drawingml/2006/main">
                <a:r>
                  <a:rPr>
                    <a:latin typeface="Noto Sans JP"/>
                    <a:ea typeface="Noto Sans JP"/>
                    <a:cs typeface="Noto Sans JP"/>
                  </a:rPr>
                  <a:t>kWh／日</a:t>
                </a:r>
              </a:p>
            </c:rich>
          </c:tx>
          <c:overlay val="0"/>
          <c:txPr>
            <a:bodyPr xmlns:a="http://schemas.openxmlformats.org/drawingml/2006/main" anchorCtr="1"/>
            <a:lstStyle xmlns:a="http://schemas.openxmlformats.org/drawingml/2006/main"/>
            <a:p xmlns:a="http://schemas.openxmlformats.org/drawingml/2006/main">
              <a:pPr>
                <a:defRPr>
                  <a:latin typeface="Noto Sans JP"/>
                  <a:ea typeface="Noto Sans JP"/>
                  <a:cs typeface="Noto Sans JP"/>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Noto Sans JP"/>
                <a:ea typeface="Noto Sans JP"/>
                <a:cs typeface="Noto Sans JP"/>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legend>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202B58"/>
                </a:solidFill>
                <a:latin typeface="Noto Sans JP"/>
                <a:ea typeface="Noto Sans JP"/>
                <a:cs typeface="Noto Sans JP"/>
              </a:rPr>
              <a:t>系統からの受電</a:t>
            </a:r>
          </a:p>
        </c:rich>
      </c:tx>
      <c:overlay val="0"/>
      <c:txPr>
        <a:bodyPr xmlns:a="http://schemas.openxmlformats.org/drawingml/2006/main" anchorCtr="1"/>
        <a:lstStyle xmlns:a="http://schemas.openxmlformats.org/drawingml/2006/main"/>
        <a:p xmlns:a="http://schemas.openxmlformats.org/drawingml/2006/main">
          <a:pPr>
            <a:defRPr sz="1650" b="1">
              <a:solidFill>
                <a:srgbClr val="202B58"/>
              </a:solidFill>
              <a:latin typeface="Noto Sans JP"/>
              <a:ea typeface="Noto Sans JP"/>
              <a:cs typeface="Noto Sans JP"/>
            </a:defRPr>
          </a:pPr>
        </a:p>
      </c:txPr>
    </c:title>
    <c:plotArea>
      <c:scatterChart>
        <c:scatterStyle val="line"/>
        <c:ser>
          <c:idx val="0"/>
          <c:order val="0"/>
          <c:tx>
            <c:v>3月</c:v>
          </c:tx>
          <c:spPr>
            <a:ln xmlns:a="http://schemas.openxmlformats.org/drawingml/2006/main" w="19050">
              <a:solidFill>
                <a:srgbClr val="316DB6"/>
              </a:solidFill>
            </a:ln>
          </c:spPr>
          <c:marker>
            <c:symbol val="none"/>
          </c:marker>
          <c:xVal>
            <c:numRef>
              <c:f>'Chart Data'!$A$2:$A$1345</c:f>
              <c:numCache>
                <c:formatCode>General</c:formatCode>
                <c:ptCount val="1344"/>
                <c:pt idx="0">
                  <c:v>0</c:v>
                </c:pt>
                <c:pt idx="1">
                  <c:v>0.25</c:v>
                </c:pt>
                <c:pt idx="2">
                  <c:v>0.25</c:v>
                </c:pt>
                <c:pt idx="3">
                  <c:v>0.5</c:v>
                </c:pt>
                <c:pt idx="4">
                  <c:v>0.5</c:v>
                </c:pt>
                <c:pt idx="5">
                  <c:v>0.75</c:v>
                </c:pt>
                <c:pt idx="6">
                  <c:v>0.75</c:v>
                </c:pt>
                <c:pt idx="7">
                  <c:v>1</c:v>
                </c:pt>
                <c:pt idx="8">
                  <c:v>1</c:v>
                </c:pt>
                <c:pt idx="9">
                  <c:v>1.25</c:v>
                </c:pt>
                <c:pt idx="10">
                  <c:v>1.25</c:v>
                </c:pt>
                <c:pt idx="11">
                  <c:v>1.5</c:v>
                </c:pt>
                <c:pt idx="12">
                  <c:v>1.5</c:v>
                </c:pt>
                <c:pt idx="13">
                  <c:v>1.75</c:v>
                </c:pt>
                <c:pt idx="14">
                  <c:v>1.75</c:v>
                </c:pt>
                <c:pt idx="15">
                  <c:v>2</c:v>
                </c:pt>
                <c:pt idx="16">
                  <c:v>2</c:v>
                </c:pt>
                <c:pt idx="17">
                  <c:v>2.25</c:v>
                </c:pt>
                <c:pt idx="18">
                  <c:v>2.25</c:v>
                </c:pt>
                <c:pt idx="19">
                  <c:v>2.5</c:v>
                </c:pt>
                <c:pt idx="20">
                  <c:v>2.5</c:v>
                </c:pt>
                <c:pt idx="21">
                  <c:v>2.75</c:v>
                </c:pt>
                <c:pt idx="22">
                  <c:v>2.75</c:v>
                </c:pt>
                <c:pt idx="23">
                  <c:v>3</c:v>
                </c:pt>
                <c:pt idx="24">
                  <c:v>3</c:v>
                </c:pt>
                <c:pt idx="25">
                  <c:v>3.25</c:v>
                </c:pt>
                <c:pt idx="26">
                  <c:v>3.25</c:v>
                </c:pt>
                <c:pt idx="27">
                  <c:v>3.5</c:v>
                </c:pt>
                <c:pt idx="28">
                  <c:v>3.5</c:v>
                </c:pt>
                <c:pt idx="29">
                  <c:v>3.75</c:v>
                </c:pt>
                <c:pt idx="30">
                  <c:v>3.75</c:v>
                </c:pt>
                <c:pt idx="31">
                  <c:v>4</c:v>
                </c:pt>
                <c:pt idx="32">
                  <c:v>4</c:v>
                </c:pt>
                <c:pt idx="33">
                  <c:v>4.25</c:v>
                </c:pt>
                <c:pt idx="34">
                  <c:v>4.25</c:v>
                </c:pt>
                <c:pt idx="35">
                  <c:v>4.5</c:v>
                </c:pt>
                <c:pt idx="36">
                  <c:v>4.5</c:v>
                </c:pt>
                <c:pt idx="37">
                  <c:v>4.75</c:v>
                </c:pt>
                <c:pt idx="38">
                  <c:v>4.75</c:v>
                </c:pt>
                <c:pt idx="39">
                  <c:v>5</c:v>
                </c:pt>
                <c:pt idx="40">
                  <c:v>5</c:v>
                </c:pt>
                <c:pt idx="41">
                  <c:v>5.25</c:v>
                </c:pt>
                <c:pt idx="42">
                  <c:v>5.25</c:v>
                </c:pt>
                <c:pt idx="43">
                  <c:v>5.5</c:v>
                </c:pt>
                <c:pt idx="44">
                  <c:v>5.5</c:v>
                </c:pt>
                <c:pt idx="45">
                  <c:v>5.75</c:v>
                </c:pt>
                <c:pt idx="46">
                  <c:v>5.75</c:v>
                </c:pt>
                <c:pt idx="47">
                  <c:v>6</c:v>
                </c:pt>
                <c:pt idx="48">
                  <c:v>6</c:v>
                </c:pt>
                <c:pt idx="49">
                  <c:v>6.25</c:v>
                </c:pt>
                <c:pt idx="50">
                  <c:v>6.25</c:v>
                </c:pt>
                <c:pt idx="51">
                  <c:v>6.5</c:v>
                </c:pt>
                <c:pt idx="52">
                  <c:v>6.5</c:v>
                </c:pt>
                <c:pt idx="53">
                  <c:v>6.75</c:v>
                </c:pt>
                <c:pt idx="54">
                  <c:v>6.75</c:v>
                </c:pt>
                <c:pt idx="55">
                  <c:v>7</c:v>
                </c:pt>
                <c:pt idx="56">
                  <c:v>7</c:v>
                </c:pt>
                <c:pt idx="57">
                  <c:v>7.25</c:v>
                </c:pt>
                <c:pt idx="58">
                  <c:v>7.25</c:v>
                </c:pt>
                <c:pt idx="59">
                  <c:v>7.5</c:v>
                </c:pt>
                <c:pt idx="60">
                  <c:v>7.5</c:v>
                </c:pt>
                <c:pt idx="61">
                  <c:v>7.75</c:v>
                </c:pt>
                <c:pt idx="62">
                  <c:v>7.75</c:v>
                </c:pt>
                <c:pt idx="63">
                  <c:v>8</c:v>
                </c:pt>
                <c:pt idx="64">
                  <c:v>8</c:v>
                </c:pt>
                <c:pt idx="65">
                  <c:v>8.25</c:v>
                </c:pt>
                <c:pt idx="66">
                  <c:v>8.25</c:v>
                </c:pt>
                <c:pt idx="67">
                  <c:v>8.5</c:v>
                </c:pt>
                <c:pt idx="68">
                  <c:v>8.5</c:v>
                </c:pt>
                <c:pt idx="69">
                  <c:v>8.75</c:v>
                </c:pt>
                <c:pt idx="70">
                  <c:v>8.75</c:v>
                </c:pt>
                <c:pt idx="71">
                  <c:v>9</c:v>
                </c:pt>
                <c:pt idx="72">
                  <c:v>9</c:v>
                </c:pt>
                <c:pt idx="73">
                  <c:v>9.25</c:v>
                </c:pt>
                <c:pt idx="74">
                  <c:v>9.25</c:v>
                </c:pt>
                <c:pt idx="75">
                  <c:v>9.5</c:v>
                </c:pt>
                <c:pt idx="76">
                  <c:v>9.5</c:v>
                </c:pt>
                <c:pt idx="77">
                  <c:v>9.75</c:v>
                </c:pt>
                <c:pt idx="78">
                  <c:v>9.75</c:v>
                </c:pt>
                <c:pt idx="79">
                  <c:v>10</c:v>
                </c:pt>
                <c:pt idx="80">
                  <c:v>10</c:v>
                </c:pt>
                <c:pt idx="81">
                  <c:v>10.25</c:v>
                </c:pt>
                <c:pt idx="82">
                  <c:v>10.25</c:v>
                </c:pt>
                <c:pt idx="83">
                  <c:v>10.5</c:v>
                </c:pt>
                <c:pt idx="84">
                  <c:v>10.5</c:v>
                </c:pt>
                <c:pt idx="85">
                  <c:v>10.75</c:v>
                </c:pt>
                <c:pt idx="86">
                  <c:v>10.75</c:v>
                </c:pt>
                <c:pt idx="87">
                  <c:v>11</c:v>
                </c:pt>
                <c:pt idx="88">
                  <c:v>11</c:v>
                </c:pt>
                <c:pt idx="89">
                  <c:v>11.25</c:v>
                </c:pt>
                <c:pt idx="90">
                  <c:v>11.25</c:v>
                </c:pt>
                <c:pt idx="91">
                  <c:v>11.5</c:v>
                </c:pt>
                <c:pt idx="92">
                  <c:v>11.5</c:v>
                </c:pt>
                <c:pt idx="93">
                  <c:v>11.75</c:v>
                </c:pt>
                <c:pt idx="94">
                  <c:v>11.75</c:v>
                </c:pt>
                <c:pt idx="95">
                  <c:v>12</c:v>
                </c:pt>
                <c:pt idx="96">
                  <c:v>12</c:v>
                </c:pt>
                <c:pt idx="97">
                  <c:v>12.25</c:v>
                </c:pt>
                <c:pt idx="98">
                  <c:v>12.25</c:v>
                </c:pt>
                <c:pt idx="99">
                  <c:v>12.5</c:v>
                </c:pt>
                <c:pt idx="100">
                  <c:v>12.5</c:v>
                </c:pt>
                <c:pt idx="101">
                  <c:v>12.75</c:v>
                </c:pt>
                <c:pt idx="102">
                  <c:v>12.75</c:v>
                </c:pt>
                <c:pt idx="103">
                  <c:v>13</c:v>
                </c:pt>
                <c:pt idx="104">
                  <c:v>13</c:v>
                </c:pt>
                <c:pt idx="105">
                  <c:v>13.25</c:v>
                </c:pt>
                <c:pt idx="106">
                  <c:v>13.25</c:v>
                </c:pt>
                <c:pt idx="107">
                  <c:v>13.5</c:v>
                </c:pt>
                <c:pt idx="108">
                  <c:v>13.5</c:v>
                </c:pt>
                <c:pt idx="109">
                  <c:v>13.75</c:v>
                </c:pt>
                <c:pt idx="110">
                  <c:v>13.75</c:v>
                </c:pt>
                <c:pt idx="111">
                  <c:v>14</c:v>
                </c:pt>
                <c:pt idx="112">
                  <c:v>14</c:v>
                </c:pt>
                <c:pt idx="113">
                  <c:v>14.25</c:v>
                </c:pt>
                <c:pt idx="114">
                  <c:v>14.25</c:v>
                </c:pt>
                <c:pt idx="115">
                  <c:v>14.5</c:v>
                </c:pt>
                <c:pt idx="116">
                  <c:v>14.5</c:v>
                </c:pt>
                <c:pt idx="117">
                  <c:v>14.75</c:v>
                </c:pt>
                <c:pt idx="118">
                  <c:v>14.75</c:v>
                </c:pt>
                <c:pt idx="119">
                  <c:v>15</c:v>
                </c:pt>
                <c:pt idx="120">
                  <c:v>15</c:v>
                </c:pt>
                <c:pt idx="121">
                  <c:v>15.25</c:v>
                </c:pt>
                <c:pt idx="122">
                  <c:v>15.25</c:v>
                </c:pt>
                <c:pt idx="123">
                  <c:v>15.5</c:v>
                </c:pt>
                <c:pt idx="124">
                  <c:v>15.5</c:v>
                </c:pt>
                <c:pt idx="125">
                  <c:v>15.75</c:v>
                </c:pt>
                <c:pt idx="126">
                  <c:v>15.75</c:v>
                </c:pt>
                <c:pt idx="127">
                  <c:v>16</c:v>
                </c:pt>
                <c:pt idx="128">
                  <c:v>16</c:v>
                </c:pt>
                <c:pt idx="129">
                  <c:v>16.25</c:v>
                </c:pt>
                <c:pt idx="130">
                  <c:v>16.25</c:v>
                </c:pt>
                <c:pt idx="131">
                  <c:v>16.5</c:v>
                </c:pt>
                <c:pt idx="132">
                  <c:v>16.5</c:v>
                </c:pt>
                <c:pt idx="133">
                  <c:v>16.75</c:v>
                </c:pt>
                <c:pt idx="134">
                  <c:v>16.75</c:v>
                </c:pt>
                <c:pt idx="135">
                  <c:v>17</c:v>
                </c:pt>
                <c:pt idx="136">
                  <c:v>17</c:v>
                </c:pt>
                <c:pt idx="137">
                  <c:v>17.25</c:v>
                </c:pt>
                <c:pt idx="138">
                  <c:v>17.25</c:v>
                </c:pt>
                <c:pt idx="139">
                  <c:v>17.5</c:v>
                </c:pt>
                <c:pt idx="140">
                  <c:v>17.5</c:v>
                </c:pt>
                <c:pt idx="141">
                  <c:v>17.75</c:v>
                </c:pt>
                <c:pt idx="142">
                  <c:v>17.75</c:v>
                </c:pt>
                <c:pt idx="143">
                  <c:v>18</c:v>
                </c:pt>
                <c:pt idx="144">
                  <c:v>18</c:v>
                </c:pt>
                <c:pt idx="145">
                  <c:v>18.25</c:v>
                </c:pt>
                <c:pt idx="146">
                  <c:v>18.25</c:v>
                </c:pt>
                <c:pt idx="147">
                  <c:v>18.5</c:v>
                </c:pt>
                <c:pt idx="148">
                  <c:v>18.5</c:v>
                </c:pt>
                <c:pt idx="149">
                  <c:v>18.75</c:v>
                </c:pt>
                <c:pt idx="150">
                  <c:v>18.75</c:v>
                </c:pt>
                <c:pt idx="151">
                  <c:v>19</c:v>
                </c:pt>
                <c:pt idx="152">
                  <c:v>19</c:v>
                </c:pt>
                <c:pt idx="153">
                  <c:v>19.25</c:v>
                </c:pt>
                <c:pt idx="154">
                  <c:v>19.25</c:v>
                </c:pt>
                <c:pt idx="155">
                  <c:v>19.5</c:v>
                </c:pt>
                <c:pt idx="156">
                  <c:v>19.5</c:v>
                </c:pt>
                <c:pt idx="157">
                  <c:v>19.75</c:v>
                </c:pt>
                <c:pt idx="158">
                  <c:v>19.75</c:v>
                </c:pt>
                <c:pt idx="159">
                  <c:v>20</c:v>
                </c:pt>
                <c:pt idx="160">
                  <c:v>20</c:v>
                </c:pt>
                <c:pt idx="161">
                  <c:v>20.25</c:v>
                </c:pt>
                <c:pt idx="162">
                  <c:v>20.25</c:v>
                </c:pt>
                <c:pt idx="163">
                  <c:v>20.5</c:v>
                </c:pt>
                <c:pt idx="164">
                  <c:v>20.5</c:v>
                </c:pt>
                <c:pt idx="165">
                  <c:v>20.75</c:v>
                </c:pt>
                <c:pt idx="166">
                  <c:v>20.75</c:v>
                </c:pt>
                <c:pt idx="167">
                  <c:v>21</c:v>
                </c:pt>
                <c:pt idx="168">
                  <c:v>21</c:v>
                </c:pt>
                <c:pt idx="169">
                  <c:v>21.25</c:v>
                </c:pt>
                <c:pt idx="170">
                  <c:v>21.25</c:v>
                </c:pt>
                <c:pt idx="171">
                  <c:v>21.5</c:v>
                </c:pt>
                <c:pt idx="172">
                  <c:v>21.5</c:v>
                </c:pt>
                <c:pt idx="173">
                  <c:v>21.75</c:v>
                </c:pt>
                <c:pt idx="174">
                  <c:v>21.75</c:v>
                </c:pt>
                <c:pt idx="175">
                  <c:v>22</c:v>
                </c:pt>
                <c:pt idx="176">
                  <c:v>22</c:v>
                </c:pt>
                <c:pt idx="177">
                  <c:v>22.25</c:v>
                </c:pt>
                <c:pt idx="178">
                  <c:v>22.25</c:v>
                </c:pt>
                <c:pt idx="179">
                  <c:v>22.5</c:v>
                </c:pt>
                <c:pt idx="180">
                  <c:v>22.5</c:v>
                </c:pt>
                <c:pt idx="181">
                  <c:v>22.75</c:v>
                </c:pt>
                <c:pt idx="182">
                  <c:v>22.75</c:v>
                </c:pt>
                <c:pt idx="183">
                  <c:v>23</c:v>
                </c:pt>
                <c:pt idx="184">
                  <c:v>23</c:v>
                </c:pt>
                <c:pt idx="185">
                  <c:v>23.25</c:v>
                </c:pt>
                <c:pt idx="186">
                  <c:v>23.25</c:v>
                </c:pt>
                <c:pt idx="187">
                  <c:v>23.5</c:v>
                </c:pt>
                <c:pt idx="188">
                  <c:v>23.5</c:v>
                </c:pt>
                <c:pt idx="189">
                  <c:v>23.75</c:v>
                </c:pt>
                <c:pt idx="190">
                  <c:v>23.75</c:v>
                </c:pt>
                <c:pt idx="191">
                  <c:v>24</c:v>
                </c:pt>
                <c:pt idx="192">
                  <c:v>24</c:v>
                </c:pt>
                <c:pt idx="193">
                  <c:v>24.25</c:v>
                </c:pt>
                <c:pt idx="194">
                  <c:v>24.25</c:v>
                </c:pt>
                <c:pt idx="195">
                  <c:v>24.5</c:v>
                </c:pt>
                <c:pt idx="196">
                  <c:v>24.5</c:v>
                </c:pt>
                <c:pt idx="197">
                  <c:v>24.75</c:v>
                </c:pt>
                <c:pt idx="198">
                  <c:v>24.75</c:v>
                </c:pt>
                <c:pt idx="199">
                  <c:v>25</c:v>
                </c:pt>
                <c:pt idx="200">
                  <c:v>25</c:v>
                </c:pt>
                <c:pt idx="201">
                  <c:v>25.25</c:v>
                </c:pt>
                <c:pt idx="202">
                  <c:v>25.25</c:v>
                </c:pt>
                <c:pt idx="203">
                  <c:v>25.5</c:v>
                </c:pt>
                <c:pt idx="204">
                  <c:v>25.5</c:v>
                </c:pt>
                <c:pt idx="205">
                  <c:v>25.75</c:v>
                </c:pt>
                <c:pt idx="206">
                  <c:v>25.75</c:v>
                </c:pt>
                <c:pt idx="207">
                  <c:v>26</c:v>
                </c:pt>
                <c:pt idx="208">
                  <c:v>26</c:v>
                </c:pt>
                <c:pt idx="209">
                  <c:v>26.25</c:v>
                </c:pt>
                <c:pt idx="210">
                  <c:v>26.25</c:v>
                </c:pt>
                <c:pt idx="211">
                  <c:v>26.5</c:v>
                </c:pt>
                <c:pt idx="212">
                  <c:v>26.5</c:v>
                </c:pt>
                <c:pt idx="213">
                  <c:v>26.75</c:v>
                </c:pt>
                <c:pt idx="214">
                  <c:v>26.75</c:v>
                </c:pt>
                <c:pt idx="215">
                  <c:v>27</c:v>
                </c:pt>
                <c:pt idx="216">
                  <c:v>27</c:v>
                </c:pt>
                <c:pt idx="217">
                  <c:v>27.25</c:v>
                </c:pt>
                <c:pt idx="218">
                  <c:v>27.25</c:v>
                </c:pt>
                <c:pt idx="219">
                  <c:v>27.5</c:v>
                </c:pt>
                <c:pt idx="220">
                  <c:v>27.5</c:v>
                </c:pt>
                <c:pt idx="221">
                  <c:v>27.75</c:v>
                </c:pt>
                <c:pt idx="222">
                  <c:v>27.75</c:v>
                </c:pt>
                <c:pt idx="223">
                  <c:v>28</c:v>
                </c:pt>
                <c:pt idx="224">
                  <c:v>28</c:v>
                </c:pt>
                <c:pt idx="225">
                  <c:v>28.25</c:v>
                </c:pt>
                <c:pt idx="226">
                  <c:v>28.25</c:v>
                </c:pt>
                <c:pt idx="227">
                  <c:v>28.5</c:v>
                </c:pt>
                <c:pt idx="228">
                  <c:v>28.5</c:v>
                </c:pt>
                <c:pt idx="229">
                  <c:v>28.75</c:v>
                </c:pt>
                <c:pt idx="230">
                  <c:v>28.75</c:v>
                </c:pt>
                <c:pt idx="231">
                  <c:v>29</c:v>
                </c:pt>
                <c:pt idx="232">
                  <c:v>29</c:v>
                </c:pt>
                <c:pt idx="233">
                  <c:v>29.25</c:v>
                </c:pt>
                <c:pt idx="234">
                  <c:v>29.25</c:v>
                </c:pt>
                <c:pt idx="235">
                  <c:v>29.5</c:v>
                </c:pt>
                <c:pt idx="236">
                  <c:v>29.5</c:v>
                </c:pt>
                <c:pt idx="237">
                  <c:v>29.75</c:v>
                </c:pt>
                <c:pt idx="238">
                  <c:v>29.75</c:v>
                </c:pt>
                <c:pt idx="239">
                  <c:v>30</c:v>
                </c:pt>
                <c:pt idx="240">
                  <c:v>30</c:v>
                </c:pt>
                <c:pt idx="241">
                  <c:v>30.25</c:v>
                </c:pt>
                <c:pt idx="242">
                  <c:v>30.25</c:v>
                </c:pt>
                <c:pt idx="243">
                  <c:v>30.5</c:v>
                </c:pt>
                <c:pt idx="244">
                  <c:v>30.5</c:v>
                </c:pt>
                <c:pt idx="245">
                  <c:v>30.75</c:v>
                </c:pt>
                <c:pt idx="246">
                  <c:v>30.75</c:v>
                </c:pt>
                <c:pt idx="247">
                  <c:v>31</c:v>
                </c:pt>
                <c:pt idx="248">
                  <c:v>31</c:v>
                </c:pt>
                <c:pt idx="249">
                  <c:v>31.25</c:v>
                </c:pt>
                <c:pt idx="250">
                  <c:v>31.25</c:v>
                </c:pt>
                <c:pt idx="251">
                  <c:v>31.5</c:v>
                </c:pt>
                <c:pt idx="252">
                  <c:v>31.5</c:v>
                </c:pt>
                <c:pt idx="253">
                  <c:v>31.75</c:v>
                </c:pt>
                <c:pt idx="254">
                  <c:v>31.75</c:v>
                </c:pt>
                <c:pt idx="255">
                  <c:v>32</c:v>
                </c:pt>
                <c:pt idx="256">
                  <c:v>32</c:v>
                </c:pt>
                <c:pt idx="257">
                  <c:v>32.25</c:v>
                </c:pt>
                <c:pt idx="258">
                  <c:v>32.25</c:v>
                </c:pt>
                <c:pt idx="259">
                  <c:v>32.5</c:v>
                </c:pt>
                <c:pt idx="260">
                  <c:v>32.5</c:v>
                </c:pt>
                <c:pt idx="261">
                  <c:v>32.75</c:v>
                </c:pt>
                <c:pt idx="262">
                  <c:v>32.75</c:v>
                </c:pt>
                <c:pt idx="263">
                  <c:v>33</c:v>
                </c:pt>
                <c:pt idx="264">
                  <c:v>33</c:v>
                </c:pt>
                <c:pt idx="265">
                  <c:v>33.25</c:v>
                </c:pt>
                <c:pt idx="266">
                  <c:v>33.25</c:v>
                </c:pt>
                <c:pt idx="267">
                  <c:v>33.5</c:v>
                </c:pt>
                <c:pt idx="268">
                  <c:v>33.5</c:v>
                </c:pt>
                <c:pt idx="269">
                  <c:v>33.75</c:v>
                </c:pt>
                <c:pt idx="270">
                  <c:v>33.75</c:v>
                </c:pt>
                <c:pt idx="271">
                  <c:v>34</c:v>
                </c:pt>
                <c:pt idx="272">
                  <c:v>34</c:v>
                </c:pt>
                <c:pt idx="273">
                  <c:v>34.25</c:v>
                </c:pt>
                <c:pt idx="274">
                  <c:v>34.25</c:v>
                </c:pt>
                <c:pt idx="275">
                  <c:v>34.5</c:v>
                </c:pt>
                <c:pt idx="276">
                  <c:v>34.5</c:v>
                </c:pt>
                <c:pt idx="277">
                  <c:v>34.75</c:v>
                </c:pt>
                <c:pt idx="278">
                  <c:v>34.75</c:v>
                </c:pt>
                <c:pt idx="279">
                  <c:v>35</c:v>
                </c:pt>
                <c:pt idx="280">
                  <c:v>35</c:v>
                </c:pt>
                <c:pt idx="281">
                  <c:v>35.25</c:v>
                </c:pt>
                <c:pt idx="282">
                  <c:v>35.25</c:v>
                </c:pt>
                <c:pt idx="283">
                  <c:v>35.5</c:v>
                </c:pt>
                <c:pt idx="284">
                  <c:v>35.5</c:v>
                </c:pt>
                <c:pt idx="285">
                  <c:v>35.75</c:v>
                </c:pt>
                <c:pt idx="286">
                  <c:v>35.75</c:v>
                </c:pt>
                <c:pt idx="287">
                  <c:v>36</c:v>
                </c:pt>
                <c:pt idx="288">
                  <c:v>36</c:v>
                </c:pt>
                <c:pt idx="289">
                  <c:v>36.25</c:v>
                </c:pt>
                <c:pt idx="290">
                  <c:v>36.25</c:v>
                </c:pt>
                <c:pt idx="291">
                  <c:v>36.5</c:v>
                </c:pt>
                <c:pt idx="292">
                  <c:v>36.5</c:v>
                </c:pt>
                <c:pt idx="293">
                  <c:v>36.75</c:v>
                </c:pt>
                <c:pt idx="294">
                  <c:v>36.75</c:v>
                </c:pt>
                <c:pt idx="295">
                  <c:v>37</c:v>
                </c:pt>
                <c:pt idx="296">
                  <c:v>37</c:v>
                </c:pt>
                <c:pt idx="297">
                  <c:v>37.25</c:v>
                </c:pt>
                <c:pt idx="298">
                  <c:v>37.25</c:v>
                </c:pt>
                <c:pt idx="299">
                  <c:v>37.5</c:v>
                </c:pt>
                <c:pt idx="300">
                  <c:v>37.5</c:v>
                </c:pt>
                <c:pt idx="301">
                  <c:v>37.75</c:v>
                </c:pt>
                <c:pt idx="302">
                  <c:v>37.75</c:v>
                </c:pt>
                <c:pt idx="303">
                  <c:v>38</c:v>
                </c:pt>
                <c:pt idx="304">
                  <c:v>38</c:v>
                </c:pt>
                <c:pt idx="305">
                  <c:v>38.25</c:v>
                </c:pt>
                <c:pt idx="306">
                  <c:v>38.25</c:v>
                </c:pt>
                <c:pt idx="307">
                  <c:v>38.5</c:v>
                </c:pt>
                <c:pt idx="308">
                  <c:v>38.5</c:v>
                </c:pt>
                <c:pt idx="309">
                  <c:v>38.75</c:v>
                </c:pt>
                <c:pt idx="310">
                  <c:v>38.75</c:v>
                </c:pt>
                <c:pt idx="311">
                  <c:v>39</c:v>
                </c:pt>
                <c:pt idx="312">
                  <c:v>39</c:v>
                </c:pt>
                <c:pt idx="313">
                  <c:v>39.25</c:v>
                </c:pt>
                <c:pt idx="314">
                  <c:v>39.25</c:v>
                </c:pt>
                <c:pt idx="315">
                  <c:v>39.5</c:v>
                </c:pt>
                <c:pt idx="316">
                  <c:v>39.5</c:v>
                </c:pt>
                <c:pt idx="317">
                  <c:v>39.75</c:v>
                </c:pt>
                <c:pt idx="318">
                  <c:v>39.75</c:v>
                </c:pt>
                <c:pt idx="319">
                  <c:v>40</c:v>
                </c:pt>
                <c:pt idx="320">
                  <c:v>40</c:v>
                </c:pt>
                <c:pt idx="321">
                  <c:v>40.25</c:v>
                </c:pt>
                <c:pt idx="322">
                  <c:v>40.25</c:v>
                </c:pt>
                <c:pt idx="323">
                  <c:v>40.5</c:v>
                </c:pt>
                <c:pt idx="324">
                  <c:v>40.5</c:v>
                </c:pt>
                <c:pt idx="325">
                  <c:v>40.75</c:v>
                </c:pt>
                <c:pt idx="326">
                  <c:v>40.75</c:v>
                </c:pt>
                <c:pt idx="327">
                  <c:v>41</c:v>
                </c:pt>
                <c:pt idx="328">
                  <c:v>41</c:v>
                </c:pt>
                <c:pt idx="329">
                  <c:v>41.25</c:v>
                </c:pt>
                <c:pt idx="330">
                  <c:v>41.25</c:v>
                </c:pt>
                <c:pt idx="331">
                  <c:v>41.5</c:v>
                </c:pt>
                <c:pt idx="332">
                  <c:v>41.5</c:v>
                </c:pt>
                <c:pt idx="333">
                  <c:v>41.75</c:v>
                </c:pt>
                <c:pt idx="334">
                  <c:v>41.75</c:v>
                </c:pt>
                <c:pt idx="335">
                  <c:v>42</c:v>
                </c:pt>
                <c:pt idx="336">
                  <c:v>42</c:v>
                </c:pt>
                <c:pt idx="337">
                  <c:v>42.25</c:v>
                </c:pt>
                <c:pt idx="338">
                  <c:v>42.25</c:v>
                </c:pt>
                <c:pt idx="339">
                  <c:v>42.5</c:v>
                </c:pt>
                <c:pt idx="340">
                  <c:v>42.5</c:v>
                </c:pt>
                <c:pt idx="341">
                  <c:v>42.75</c:v>
                </c:pt>
                <c:pt idx="342">
                  <c:v>42.75</c:v>
                </c:pt>
                <c:pt idx="343">
                  <c:v>43</c:v>
                </c:pt>
                <c:pt idx="344">
                  <c:v>43</c:v>
                </c:pt>
                <c:pt idx="345">
                  <c:v>43.25</c:v>
                </c:pt>
                <c:pt idx="346">
                  <c:v>43.25</c:v>
                </c:pt>
                <c:pt idx="347">
                  <c:v>43.5</c:v>
                </c:pt>
                <c:pt idx="348">
                  <c:v>43.5</c:v>
                </c:pt>
                <c:pt idx="349">
                  <c:v>43.75</c:v>
                </c:pt>
                <c:pt idx="350">
                  <c:v>43.75</c:v>
                </c:pt>
                <c:pt idx="351">
                  <c:v>44</c:v>
                </c:pt>
                <c:pt idx="352">
                  <c:v>44</c:v>
                </c:pt>
                <c:pt idx="353">
                  <c:v>44.25</c:v>
                </c:pt>
                <c:pt idx="354">
                  <c:v>44.25</c:v>
                </c:pt>
                <c:pt idx="355">
                  <c:v>44.5</c:v>
                </c:pt>
                <c:pt idx="356">
                  <c:v>44.5</c:v>
                </c:pt>
                <c:pt idx="357">
                  <c:v>44.75</c:v>
                </c:pt>
                <c:pt idx="358">
                  <c:v>44.75</c:v>
                </c:pt>
                <c:pt idx="359">
                  <c:v>45</c:v>
                </c:pt>
                <c:pt idx="360">
                  <c:v>45</c:v>
                </c:pt>
                <c:pt idx="361">
                  <c:v>45.25</c:v>
                </c:pt>
                <c:pt idx="362">
                  <c:v>45.25</c:v>
                </c:pt>
                <c:pt idx="363">
                  <c:v>45.5</c:v>
                </c:pt>
                <c:pt idx="364">
                  <c:v>45.5</c:v>
                </c:pt>
                <c:pt idx="365">
                  <c:v>45.75</c:v>
                </c:pt>
                <c:pt idx="366">
                  <c:v>45.75</c:v>
                </c:pt>
                <c:pt idx="367">
                  <c:v>46</c:v>
                </c:pt>
                <c:pt idx="368">
                  <c:v>46</c:v>
                </c:pt>
                <c:pt idx="369">
                  <c:v>46.25</c:v>
                </c:pt>
                <c:pt idx="370">
                  <c:v>46.25</c:v>
                </c:pt>
                <c:pt idx="371">
                  <c:v>46.5</c:v>
                </c:pt>
                <c:pt idx="372">
                  <c:v>46.5</c:v>
                </c:pt>
                <c:pt idx="373">
                  <c:v>46.75</c:v>
                </c:pt>
                <c:pt idx="374">
                  <c:v>46.75</c:v>
                </c:pt>
                <c:pt idx="375">
                  <c:v>47</c:v>
                </c:pt>
                <c:pt idx="376">
                  <c:v>47</c:v>
                </c:pt>
                <c:pt idx="377">
                  <c:v>47.25</c:v>
                </c:pt>
                <c:pt idx="378">
                  <c:v>47.25</c:v>
                </c:pt>
                <c:pt idx="379">
                  <c:v>47.5</c:v>
                </c:pt>
                <c:pt idx="380">
                  <c:v>47.5</c:v>
                </c:pt>
                <c:pt idx="381">
                  <c:v>47.75</c:v>
                </c:pt>
                <c:pt idx="382">
                  <c:v>47.75</c:v>
                </c:pt>
                <c:pt idx="383">
                  <c:v>48</c:v>
                </c:pt>
                <c:pt idx="384">
                  <c:v>48</c:v>
                </c:pt>
                <c:pt idx="385">
                  <c:v>48.25</c:v>
                </c:pt>
                <c:pt idx="386">
                  <c:v>48.25</c:v>
                </c:pt>
                <c:pt idx="387">
                  <c:v>48.5</c:v>
                </c:pt>
                <c:pt idx="388">
                  <c:v>48.5</c:v>
                </c:pt>
                <c:pt idx="389">
                  <c:v>48.75</c:v>
                </c:pt>
                <c:pt idx="390">
                  <c:v>48.75</c:v>
                </c:pt>
                <c:pt idx="391">
                  <c:v>49</c:v>
                </c:pt>
                <c:pt idx="392">
                  <c:v>49</c:v>
                </c:pt>
                <c:pt idx="393">
                  <c:v>49.25</c:v>
                </c:pt>
                <c:pt idx="394">
                  <c:v>49.25</c:v>
                </c:pt>
                <c:pt idx="395">
                  <c:v>49.5</c:v>
                </c:pt>
                <c:pt idx="396">
                  <c:v>49.5</c:v>
                </c:pt>
                <c:pt idx="397">
                  <c:v>49.75</c:v>
                </c:pt>
                <c:pt idx="398">
                  <c:v>49.75</c:v>
                </c:pt>
                <c:pt idx="399">
                  <c:v>50</c:v>
                </c:pt>
                <c:pt idx="400">
                  <c:v>50</c:v>
                </c:pt>
                <c:pt idx="401">
                  <c:v>50.25</c:v>
                </c:pt>
                <c:pt idx="402">
                  <c:v>50.25</c:v>
                </c:pt>
                <c:pt idx="403">
                  <c:v>50.5</c:v>
                </c:pt>
                <c:pt idx="404">
                  <c:v>50.5</c:v>
                </c:pt>
                <c:pt idx="405">
                  <c:v>50.75</c:v>
                </c:pt>
                <c:pt idx="406">
                  <c:v>50.75</c:v>
                </c:pt>
                <c:pt idx="407">
                  <c:v>51</c:v>
                </c:pt>
                <c:pt idx="408">
                  <c:v>51</c:v>
                </c:pt>
                <c:pt idx="409">
                  <c:v>51.25</c:v>
                </c:pt>
                <c:pt idx="410">
                  <c:v>51.25</c:v>
                </c:pt>
                <c:pt idx="411">
                  <c:v>51.5</c:v>
                </c:pt>
                <c:pt idx="412">
                  <c:v>51.5</c:v>
                </c:pt>
                <c:pt idx="413">
                  <c:v>51.75</c:v>
                </c:pt>
                <c:pt idx="414">
                  <c:v>51.75</c:v>
                </c:pt>
                <c:pt idx="415">
                  <c:v>52</c:v>
                </c:pt>
                <c:pt idx="416">
                  <c:v>52</c:v>
                </c:pt>
                <c:pt idx="417">
                  <c:v>52.25</c:v>
                </c:pt>
                <c:pt idx="418">
                  <c:v>52.25</c:v>
                </c:pt>
                <c:pt idx="419">
                  <c:v>52.5</c:v>
                </c:pt>
                <c:pt idx="420">
                  <c:v>52.5</c:v>
                </c:pt>
                <c:pt idx="421">
                  <c:v>52.75</c:v>
                </c:pt>
                <c:pt idx="422">
                  <c:v>52.75</c:v>
                </c:pt>
                <c:pt idx="423">
                  <c:v>53</c:v>
                </c:pt>
                <c:pt idx="424">
                  <c:v>53</c:v>
                </c:pt>
                <c:pt idx="425">
                  <c:v>53.25</c:v>
                </c:pt>
                <c:pt idx="426">
                  <c:v>53.25</c:v>
                </c:pt>
                <c:pt idx="427">
                  <c:v>53.5</c:v>
                </c:pt>
                <c:pt idx="428">
                  <c:v>53.5</c:v>
                </c:pt>
                <c:pt idx="429">
                  <c:v>53.75</c:v>
                </c:pt>
                <c:pt idx="430">
                  <c:v>53.75</c:v>
                </c:pt>
                <c:pt idx="431">
                  <c:v>54</c:v>
                </c:pt>
                <c:pt idx="432">
                  <c:v>54</c:v>
                </c:pt>
                <c:pt idx="433">
                  <c:v>54.25</c:v>
                </c:pt>
                <c:pt idx="434">
                  <c:v>54.25</c:v>
                </c:pt>
                <c:pt idx="435">
                  <c:v>54.5</c:v>
                </c:pt>
                <c:pt idx="436">
                  <c:v>54.5</c:v>
                </c:pt>
                <c:pt idx="437">
                  <c:v>54.75</c:v>
                </c:pt>
                <c:pt idx="438">
                  <c:v>54.75</c:v>
                </c:pt>
                <c:pt idx="439">
                  <c:v>55</c:v>
                </c:pt>
                <c:pt idx="440">
                  <c:v>55</c:v>
                </c:pt>
                <c:pt idx="441">
                  <c:v>55.25</c:v>
                </c:pt>
                <c:pt idx="442">
                  <c:v>55.25</c:v>
                </c:pt>
                <c:pt idx="443">
                  <c:v>55.5</c:v>
                </c:pt>
                <c:pt idx="444">
                  <c:v>55.5</c:v>
                </c:pt>
                <c:pt idx="445">
                  <c:v>55.75</c:v>
                </c:pt>
                <c:pt idx="446">
                  <c:v>55.75</c:v>
                </c:pt>
                <c:pt idx="447">
                  <c:v>56</c:v>
                </c:pt>
                <c:pt idx="448">
                  <c:v>56</c:v>
                </c:pt>
                <c:pt idx="449">
                  <c:v>56.25</c:v>
                </c:pt>
                <c:pt idx="450">
                  <c:v>56.25</c:v>
                </c:pt>
                <c:pt idx="451">
                  <c:v>56.5</c:v>
                </c:pt>
                <c:pt idx="452">
                  <c:v>56.5</c:v>
                </c:pt>
                <c:pt idx="453">
                  <c:v>56.75</c:v>
                </c:pt>
                <c:pt idx="454">
                  <c:v>56.75</c:v>
                </c:pt>
                <c:pt idx="455">
                  <c:v>57</c:v>
                </c:pt>
                <c:pt idx="456">
                  <c:v>57</c:v>
                </c:pt>
                <c:pt idx="457">
                  <c:v>57.25</c:v>
                </c:pt>
                <c:pt idx="458">
                  <c:v>57.25</c:v>
                </c:pt>
                <c:pt idx="459">
                  <c:v>57.5</c:v>
                </c:pt>
                <c:pt idx="460">
                  <c:v>57.5</c:v>
                </c:pt>
                <c:pt idx="461">
                  <c:v>57.75</c:v>
                </c:pt>
                <c:pt idx="462">
                  <c:v>57.75</c:v>
                </c:pt>
                <c:pt idx="463">
                  <c:v>58</c:v>
                </c:pt>
                <c:pt idx="464">
                  <c:v>58</c:v>
                </c:pt>
                <c:pt idx="465">
                  <c:v>58.25</c:v>
                </c:pt>
                <c:pt idx="466">
                  <c:v>58.25</c:v>
                </c:pt>
                <c:pt idx="467">
                  <c:v>58.5</c:v>
                </c:pt>
                <c:pt idx="468">
                  <c:v>58.5</c:v>
                </c:pt>
                <c:pt idx="469">
                  <c:v>58.75</c:v>
                </c:pt>
                <c:pt idx="470">
                  <c:v>58.75</c:v>
                </c:pt>
                <c:pt idx="471">
                  <c:v>59</c:v>
                </c:pt>
                <c:pt idx="472">
                  <c:v>59</c:v>
                </c:pt>
                <c:pt idx="473">
                  <c:v>59.25</c:v>
                </c:pt>
                <c:pt idx="474">
                  <c:v>59.25</c:v>
                </c:pt>
                <c:pt idx="475">
                  <c:v>59.5</c:v>
                </c:pt>
                <c:pt idx="476">
                  <c:v>59.5</c:v>
                </c:pt>
                <c:pt idx="477">
                  <c:v>59.75</c:v>
                </c:pt>
                <c:pt idx="478">
                  <c:v>59.75</c:v>
                </c:pt>
                <c:pt idx="479">
                  <c:v>60</c:v>
                </c:pt>
                <c:pt idx="480">
                  <c:v>60</c:v>
                </c:pt>
                <c:pt idx="481">
                  <c:v>60.25</c:v>
                </c:pt>
                <c:pt idx="482">
                  <c:v>60.25</c:v>
                </c:pt>
                <c:pt idx="483">
                  <c:v>60.5</c:v>
                </c:pt>
                <c:pt idx="484">
                  <c:v>60.5</c:v>
                </c:pt>
                <c:pt idx="485">
                  <c:v>60.75</c:v>
                </c:pt>
                <c:pt idx="486">
                  <c:v>60.75</c:v>
                </c:pt>
                <c:pt idx="487">
                  <c:v>61</c:v>
                </c:pt>
                <c:pt idx="488">
                  <c:v>61</c:v>
                </c:pt>
                <c:pt idx="489">
                  <c:v>61.25</c:v>
                </c:pt>
                <c:pt idx="490">
                  <c:v>61.25</c:v>
                </c:pt>
                <c:pt idx="491">
                  <c:v>61.5</c:v>
                </c:pt>
                <c:pt idx="492">
                  <c:v>61.5</c:v>
                </c:pt>
                <c:pt idx="493">
                  <c:v>61.75</c:v>
                </c:pt>
                <c:pt idx="494">
                  <c:v>61.75</c:v>
                </c:pt>
                <c:pt idx="495">
                  <c:v>62</c:v>
                </c:pt>
                <c:pt idx="496">
                  <c:v>62</c:v>
                </c:pt>
                <c:pt idx="497">
                  <c:v>62.25</c:v>
                </c:pt>
                <c:pt idx="498">
                  <c:v>62.25</c:v>
                </c:pt>
                <c:pt idx="499">
                  <c:v>62.5</c:v>
                </c:pt>
                <c:pt idx="500">
                  <c:v>62.5</c:v>
                </c:pt>
                <c:pt idx="501">
                  <c:v>62.75</c:v>
                </c:pt>
                <c:pt idx="502">
                  <c:v>62.75</c:v>
                </c:pt>
                <c:pt idx="503">
                  <c:v>63</c:v>
                </c:pt>
                <c:pt idx="504">
                  <c:v>63</c:v>
                </c:pt>
                <c:pt idx="505">
                  <c:v>63.25</c:v>
                </c:pt>
                <c:pt idx="506">
                  <c:v>63.25</c:v>
                </c:pt>
                <c:pt idx="507">
                  <c:v>63.5</c:v>
                </c:pt>
                <c:pt idx="508">
                  <c:v>63.5</c:v>
                </c:pt>
                <c:pt idx="509">
                  <c:v>63.75</c:v>
                </c:pt>
                <c:pt idx="510">
                  <c:v>63.75</c:v>
                </c:pt>
                <c:pt idx="511">
                  <c:v>64</c:v>
                </c:pt>
                <c:pt idx="512">
                  <c:v>64</c:v>
                </c:pt>
                <c:pt idx="513">
                  <c:v>64.25</c:v>
                </c:pt>
                <c:pt idx="514">
                  <c:v>64.25</c:v>
                </c:pt>
                <c:pt idx="515">
                  <c:v>64.5</c:v>
                </c:pt>
                <c:pt idx="516">
                  <c:v>64.5</c:v>
                </c:pt>
                <c:pt idx="517">
                  <c:v>64.75</c:v>
                </c:pt>
                <c:pt idx="518">
                  <c:v>64.75</c:v>
                </c:pt>
                <c:pt idx="519">
                  <c:v>65</c:v>
                </c:pt>
                <c:pt idx="520">
                  <c:v>65</c:v>
                </c:pt>
                <c:pt idx="521">
                  <c:v>65.25</c:v>
                </c:pt>
                <c:pt idx="522">
                  <c:v>65.25</c:v>
                </c:pt>
                <c:pt idx="523">
                  <c:v>65.5</c:v>
                </c:pt>
                <c:pt idx="524">
                  <c:v>65.5</c:v>
                </c:pt>
                <c:pt idx="525">
                  <c:v>65.75</c:v>
                </c:pt>
                <c:pt idx="526">
                  <c:v>65.75</c:v>
                </c:pt>
                <c:pt idx="527">
                  <c:v>66</c:v>
                </c:pt>
                <c:pt idx="528">
                  <c:v>66</c:v>
                </c:pt>
                <c:pt idx="529">
                  <c:v>66.25</c:v>
                </c:pt>
                <c:pt idx="530">
                  <c:v>66.25</c:v>
                </c:pt>
                <c:pt idx="531">
                  <c:v>66.5</c:v>
                </c:pt>
                <c:pt idx="532">
                  <c:v>66.5</c:v>
                </c:pt>
                <c:pt idx="533">
                  <c:v>66.75</c:v>
                </c:pt>
                <c:pt idx="534">
                  <c:v>66.75</c:v>
                </c:pt>
                <c:pt idx="535">
                  <c:v>67</c:v>
                </c:pt>
                <c:pt idx="536">
                  <c:v>67</c:v>
                </c:pt>
                <c:pt idx="537">
                  <c:v>67.25</c:v>
                </c:pt>
                <c:pt idx="538">
                  <c:v>67.25</c:v>
                </c:pt>
                <c:pt idx="539">
                  <c:v>67.5</c:v>
                </c:pt>
                <c:pt idx="540">
                  <c:v>67.5</c:v>
                </c:pt>
                <c:pt idx="541">
                  <c:v>67.75</c:v>
                </c:pt>
                <c:pt idx="542">
                  <c:v>67.75</c:v>
                </c:pt>
                <c:pt idx="543">
                  <c:v>68</c:v>
                </c:pt>
                <c:pt idx="544">
                  <c:v>68</c:v>
                </c:pt>
                <c:pt idx="545">
                  <c:v>68.25</c:v>
                </c:pt>
                <c:pt idx="546">
                  <c:v>68.25</c:v>
                </c:pt>
                <c:pt idx="547">
                  <c:v>68.5</c:v>
                </c:pt>
                <c:pt idx="548">
                  <c:v>68.5</c:v>
                </c:pt>
                <c:pt idx="549">
                  <c:v>68.75</c:v>
                </c:pt>
                <c:pt idx="550">
                  <c:v>68.75</c:v>
                </c:pt>
                <c:pt idx="551">
                  <c:v>69</c:v>
                </c:pt>
                <c:pt idx="552">
                  <c:v>69</c:v>
                </c:pt>
                <c:pt idx="553">
                  <c:v>69.25</c:v>
                </c:pt>
                <c:pt idx="554">
                  <c:v>69.25</c:v>
                </c:pt>
                <c:pt idx="555">
                  <c:v>69.5</c:v>
                </c:pt>
                <c:pt idx="556">
                  <c:v>69.5</c:v>
                </c:pt>
                <c:pt idx="557">
                  <c:v>69.75</c:v>
                </c:pt>
                <c:pt idx="558">
                  <c:v>69.75</c:v>
                </c:pt>
                <c:pt idx="559">
                  <c:v>70</c:v>
                </c:pt>
                <c:pt idx="560">
                  <c:v>70</c:v>
                </c:pt>
                <c:pt idx="561">
                  <c:v>70.25</c:v>
                </c:pt>
                <c:pt idx="562">
                  <c:v>70.25</c:v>
                </c:pt>
                <c:pt idx="563">
                  <c:v>70.5</c:v>
                </c:pt>
                <c:pt idx="564">
                  <c:v>70.5</c:v>
                </c:pt>
                <c:pt idx="565">
                  <c:v>70.75</c:v>
                </c:pt>
                <c:pt idx="566">
                  <c:v>70.75</c:v>
                </c:pt>
                <c:pt idx="567">
                  <c:v>71</c:v>
                </c:pt>
                <c:pt idx="568">
                  <c:v>71</c:v>
                </c:pt>
                <c:pt idx="569">
                  <c:v>71.25</c:v>
                </c:pt>
                <c:pt idx="570">
                  <c:v>71.25</c:v>
                </c:pt>
                <c:pt idx="571">
                  <c:v>71.5</c:v>
                </c:pt>
                <c:pt idx="572">
                  <c:v>71.5</c:v>
                </c:pt>
                <c:pt idx="573">
                  <c:v>71.75</c:v>
                </c:pt>
                <c:pt idx="574">
                  <c:v>71.75</c:v>
                </c:pt>
                <c:pt idx="575">
                  <c:v>72</c:v>
                </c:pt>
                <c:pt idx="576">
                  <c:v>72</c:v>
                </c:pt>
                <c:pt idx="577">
                  <c:v>72.25</c:v>
                </c:pt>
                <c:pt idx="578">
                  <c:v>72.25</c:v>
                </c:pt>
                <c:pt idx="579">
                  <c:v>72.5</c:v>
                </c:pt>
                <c:pt idx="580">
                  <c:v>72.5</c:v>
                </c:pt>
                <c:pt idx="581">
                  <c:v>72.75</c:v>
                </c:pt>
                <c:pt idx="582">
                  <c:v>72.75</c:v>
                </c:pt>
                <c:pt idx="583">
                  <c:v>73</c:v>
                </c:pt>
                <c:pt idx="584">
                  <c:v>73</c:v>
                </c:pt>
                <c:pt idx="585">
                  <c:v>73.25</c:v>
                </c:pt>
                <c:pt idx="586">
                  <c:v>73.25</c:v>
                </c:pt>
                <c:pt idx="587">
                  <c:v>73.5</c:v>
                </c:pt>
                <c:pt idx="588">
                  <c:v>73.5</c:v>
                </c:pt>
                <c:pt idx="589">
                  <c:v>73.75</c:v>
                </c:pt>
                <c:pt idx="590">
                  <c:v>73.75</c:v>
                </c:pt>
                <c:pt idx="591">
                  <c:v>74</c:v>
                </c:pt>
                <c:pt idx="592">
                  <c:v>74</c:v>
                </c:pt>
                <c:pt idx="593">
                  <c:v>74.25</c:v>
                </c:pt>
                <c:pt idx="594">
                  <c:v>74.25</c:v>
                </c:pt>
                <c:pt idx="595">
                  <c:v>74.5</c:v>
                </c:pt>
                <c:pt idx="596">
                  <c:v>74.5</c:v>
                </c:pt>
                <c:pt idx="597">
                  <c:v>74.75</c:v>
                </c:pt>
                <c:pt idx="598">
                  <c:v>74.75</c:v>
                </c:pt>
                <c:pt idx="599">
                  <c:v>75</c:v>
                </c:pt>
                <c:pt idx="600">
                  <c:v>75</c:v>
                </c:pt>
                <c:pt idx="601">
                  <c:v>75.25</c:v>
                </c:pt>
                <c:pt idx="602">
                  <c:v>75.25</c:v>
                </c:pt>
                <c:pt idx="603">
                  <c:v>75.5</c:v>
                </c:pt>
                <c:pt idx="604">
                  <c:v>75.5</c:v>
                </c:pt>
                <c:pt idx="605">
                  <c:v>75.75</c:v>
                </c:pt>
                <c:pt idx="606">
                  <c:v>75.75</c:v>
                </c:pt>
                <c:pt idx="607">
                  <c:v>76</c:v>
                </c:pt>
                <c:pt idx="608">
                  <c:v>76</c:v>
                </c:pt>
                <c:pt idx="609">
                  <c:v>76.25</c:v>
                </c:pt>
                <c:pt idx="610">
                  <c:v>76.25</c:v>
                </c:pt>
                <c:pt idx="611">
                  <c:v>76.5</c:v>
                </c:pt>
                <c:pt idx="612">
                  <c:v>76.5</c:v>
                </c:pt>
                <c:pt idx="613">
                  <c:v>76.75</c:v>
                </c:pt>
                <c:pt idx="614">
                  <c:v>76.75</c:v>
                </c:pt>
                <c:pt idx="615">
                  <c:v>77</c:v>
                </c:pt>
                <c:pt idx="616">
                  <c:v>77</c:v>
                </c:pt>
                <c:pt idx="617">
                  <c:v>77.25</c:v>
                </c:pt>
                <c:pt idx="618">
                  <c:v>77.25</c:v>
                </c:pt>
                <c:pt idx="619">
                  <c:v>77.5</c:v>
                </c:pt>
                <c:pt idx="620">
                  <c:v>77.5</c:v>
                </c:pt>
                <c:pt idx="621">
                  <c:v>77.75</c:v>
                </c:pt>
                <c:pt idx="622">
                  <c:v>77.75</c:v>
                </c:pt>
                <c:pt idx="623">
                  <c:v>78</c:v>
                </c:pt>
                <c:pt idx="624">
                  <c:v>78</c:v>
                </c:pt>
                <c:pt idx="625">
                  <c:v>78.25</c:v>
                </c:pt>
                <c:pt idx="626">
                  <c:v>78.25</c:v>
                </c:pt>
                <c:pt idx="627">
                  <c:v>78.5</c:v>
                </c:pt>
                <c:pt idx="628">
                  <c:v>78.5</c:v>
                </c:pt>
                <c:pt idx="629">
                  <c:v>78.75</c:v>
                </c:pt>
                <c:pt idx="630">
                  <c:v>78.75</c:v>
                </c:pt>
                <c:pt idx="631">
                  <c:v>79</c:v>
                </c:pt>
                <c:pt idx="632">
                  <c:v>79</c:v>
                </c:pt>
                <c:pt idx="633">
                  <c:v>79.25</c:v>
                </c:pt>
                <c:pt idx="634">
                  <c:v>79.25</c:v>
                </c:pt>
                <c:pt idx="635">
                  <c:v>79.5</c:v>
                </c:pt>
                <c:pt idx="636">
                  <c:v>79.5</c:v>
                </c:pt>
                <c:pt idx="637">
                  <c:v>79.75</c:v>
                </c:pt>
                <c:pt idx="638">
                  <c:v>79.75</c:v>
                </c:pt>
                <c:pt idx="639">
                  <c:v>80</c:v>
                </c:pt>
                <c:pt idx="640">
                  <c:v>80</c:v>
                </c:pt>
                <c:pt idx="641">
                  <c:v>80.25</c:v>
                </c:pt>
                <c:pt idx="642">
                  <c:v>80.25</c:v>
                </c:pt>
                <c:pt idx="643">
                  <c:v>80.5</c:v>
                </c:pt>
                <c:pt idx="644">
                  <c:v>80.5</c:v>
                </c:pt>
                <c:pt idx="645">
                  <c:v>80.75</c:v>
                </c:pt>
                <c:pt idx="646">
                  <c:v>80.75</c:v>
                </c:pt>
                <c:pt idx="647">
                  <c:v>81</c:v>
                </c:pt>
                <c:pt idx="648">
                  <c:v>81</c:v>
                </c:pt>
                <c:pt idx="649">
                  <c:v>81.25</c:v>
                </c:pt>
                <c:pt idx="650">
                  <c:v>81.25</c:v>
                </c:pt>
                <c:pt idx="651">
                  <c:v>81.5</c:v>
                </c:pt>
                <c:pt idx="652">
                  <c:v>81.5</c:v>
                </c:pt>
                <c:pt idx="653">
                  <c:v>81.75</c:v>
                </c:pt>
                <c:pt idx="654">
                  <c:v>81.75</c:v>
                </c:pt>
                <c:pt idx="655">
                  <c:v>82</c:v>
                </c:pt>
                <c:pt idx="656">
                  <c:v>82</c:v>
                </c:pt>
                <c:pt idx="657">
                  <c:v>82.25</c:v>
                </c:pt>
                <c:pt idx="658">
                  <c:v>82.25</c:v>
                </c:pt>
                <c:pt idx="659">
                  <c:v>82.5</c:v>
                </c:pt>
                <c:pt idx="660">
                  <c:v>82.5</c:v>
                </c:pt>
                <c:pt idx="661">
                  <c:v>82.75</c:v>
                </c:pt>
                <c:pt idx="662">
                  <c:v>82.75</c:v>
                </c:pt>
                <c:pt idx="663">
                  <c:v>83</c:v>
                </c:pt>
                <c:pt idx="664">
                  <c:v>83</c:v>
                </c:pt>
                <c:pt idx="665">
                  <c:v>83.25</c:v>
                </c:pt>
                <c:pt idx="666">
                  <c:v>83.25</c:v>
                </c:pt>
                <c:pt idx="667">
                  <c:v>83.5</c:v>
                </c:pt>
                <c:pt idx="668">
                  <c:v>83.5</c:v>
                </c:pt>
                <c:pt idx="669">
                  <c:v>83.75</c:v>
                </c:pt>
                <c:pt idx="670">
                  <c:v>83.75</c:v>
                </c:pt>
                <c:pt idx="671">
                  <c:v>84</c:v>
                </c:pt>
                <c:pt idx="672">
                  <c:v>84</c:v>
                </c:pt>
                <c:pt idx="673">
                  <c:v>84.25</c:v>
                </c:pt>
                <c:pt idx="674">
                  <c:v>84.25</c:v>
                </c:pt>
                <c:pt idx="675">
                  <c:v>84.5</c:v>
                </c:pt>
                <c:pt idx="676">
                  <c:v>84.5</c:v>
                </c:pt>
                <c:pt idx="677">
                  <c:v>84.75</c:v>
                </c:pt>
                <c:pt idx="678">
                  <c:v>84.75</c:v>
                </c:pt>
                <c:pt idx="679">
                  <c:v>85</c:v>
                </c:pt>
                <c:pt idx="680">
                  <c:v>85</c:v>
                </c:pt>
                <c:pt idx="681">
                  <c:v>85.25</c:v>
                </c:pt>
                <c:pt idx="682">
                  <c:v>85.25</c:v>
                </c:pt>
                <c:pt idx="683">
                  <c:v>85.5</c:v>
                </c:pt>
                <c:pt idx="684">
                  <c:v>85.5</c:v>
                </c:pt>
                <c:pt idx="685">
                  <c:v>85.75</c:v>
                </c:pt>
                <c:pt idx="686">
                  <c:v>85.75</c:v>
                </c:pt>
                <c:pt idx="687">
                  <c:v>86</c:v>
                </c:pt>
                <c:pt idx="688">
                  <c:v>86</c:v>
                </c:pt>
                <c:pt idx="689">
                  <c:v>86.25</c:v>
                </c:pt>
                <c:pt idx="690">
                  <c:v>86.25</c:v>
                </c:pt>
                <c:pt idx="691">
                  <c:v>86.5</c:v>
                </c:pt>
                <c:pt idx="692">
                  <c:v>86.5</c:v>
                </c:pt>
                <c:pt idx="693">
                  <c:v>86.75</c:v>
                </c:pt>
                <c:pt idx="694">
                  <c:v>86.75</c:v>
                </c:pt>
                <c:pt idx="695">
                  <c:v>87</c:v>
                </c:pt>
                <c:pt idx="696">
                  <c:v>87</c:v>
                </c:pt>
                <c:pt idx="697">
                  <c:v>87.25</c:v>
                </c:pt>
                <c:pt idx="698">
                  <c:v>87.25</c:v>
                </c:pt>
                <c:pt idx="699">
                  <c:v>87.5</c:v>
                </c:pt>
                <c:pt idx="700">
                  <c:v>87.5</c:v>
                </c:pt>
                <c:pt idx="701">
                  <c:v>87.75</c:v>
                </c:pt>
                <c:pt idx="702">
                  <c:v>87.75</c:v>
                </c:pt>
                <c:pt idx="703">
                  <c:v>88</c:v>
                </c:pt>
                <c:pt idx="704">
                  <c:v>88</c:v>
                </c:pt>
                <c:pt idx="705">
                  <c:v>88.25</c:v>
                </c:pt>
                <c:pt idx="706">
                  <c:v>88.25</c:v>
                </c:pt>
                <c:pt idx="707">
                  <c:v>88.5</c:v>
                </c:pt>
                <c:pt idx="708">
                  <c:v>88.5</c:v>
                </c:pt>
                <c:pt idx="709">
                  <c:v>88.75</c:v>
                </c:pt>
                <c:pt idx="710">
                  <c:v>88.75</c:v>
                </c:pt>
                <c:pt idx="711">
                  <c:v>89</c:v>
                </c:pt>
                <c:pt idx="712">
                  <c:v>89</c:v>
                </c:pt>
                <c:pt idx="713">
                  <c:v>89.25</c:v>
                </c:pt>
                <c:pt idx="714">
                  <c:v>89.25</c:v>
                </c:pt>
                <c:pt idx="715">
                  <c:v>89.5</c:v>
                </c:pt>
                <c:pt idx="716">
                  <c:v>89.5</c:v>
                </c:pt>
                <c:pt idx="717">
                  <c:v>89.75</c:v>
                </c:pt>
                <c:pt idx="718">
                  <c:v>89.75</c:v>
                </c:pt>
                <c:pt idx="719">
                  <c:v>90</c:v>
                </c:pt>
                <c:pt idx="720">
                  <c:v>90</c:v>
                </c:pt>
                <c:pt idx="721">
                  <c:v>90.25</c:v>
                </c:pt>
                <c:pt idx="722">
                  <c:v>90.25</c:v>
                </c:pt>
                <c:pt idx="723">
                  <c:v>90.5</c:v>
                </c:pt>
                <c:pt idx="724">
                  <c:v>90.5</c:v>
                </c:pt>
                <c:pt idx="725">
                  <c:v>90.75</c:v>
                </c:pt>
                <c:pt idx="726">
                  <c:v>90.75</c:v>
                </c:pt>
                <c:pt idx="727">
                  <c:v>91</c:v>
                </c:pt>
                <c:pt idx="728">
                  <c:v>91</c:v>
                </c:pt>
                <c:pt idx="729">
                  <c:v>91.25</c:v>
                </c:pt>
                <c:pt idx="730">
                  <c:v>91.25</c:v>
                </c:pt>
                <c:pt idx="731">
                  <c:v>91.5</c:v>
                </c:pt>
                <c:pt idx="732">
                  <c:v>91.5</c:v>
                </c:pt>
                <c:pt idx="733">
                  <c:v>91.75</c:v>
                </c:pt>
                <c:pt idx="734">
                  <c:v>91.75</c:v>
                </c:pt>
                <c:pt idx="735">
                  <c:v>92</c:v>
                </c:pt>
                <c:pt idx="736">
                  <c:v>92</c:v>
                </c:pt>
                <c:pt idx="737">
                  <c:v>92.25</c:v>
                </c:pt>
                <c:pt idx="738">
                  <c:v>92.25</c:v>
                </c:pt>
                <c:pt idx="739">
                  <c:v>92.5</c:v>
                </c:pt>
                <c:pt idx="740">
                  <c:v>92.5</c:v>
                </c:pt>
                <c:pt idx="741">
                  <c:v>92.75</c:v>
                </c:pt>
                <c:pt idx="742">
                  <c:v>92.75</c:v>
                </c:pt>
                <c:pt idx="743">
                  <c:v>93</c:v>
                </c:pt>
                <c:pt idx="744">
                  <c:v>93</c:v>
                </c:pt>
                <c:pt idx="745">
                  <c:v>93.25</c:v>
                </c:pt>
                <c:pt idx="746">
                  <c:v>93.25</c:v>
                </c:pt>
                <c:pt idx="747">
                  <c:v>93.5</c:v>
                </c:pt>
                <c:pt idx="748">
                  <c:v>93.5</c:v>
                </c:pt>
                <c:pt idx="749">
                  <c:v>93.75</c:v>
                </c:pt>
                <c:pt idx="750">
                  <c:v>93.75</c:v>
                </c:pt>
                <c:pt idx="751">
                  <c:v>94</c:v>
                </c:pt>
                <c:pt idx="752">
                  <c:v>94</c:v>
                </c:pt>
                <c:pt idx="753">
                  <c:v>94.25</c:v>
                </c:pt>
                <c:pt idx="754">
                  <c:v>94.25</c:v>
                </c:pt>
                <c:pt idx="755">
                  <c:v>94.5</c:v>
                </c:pt>
                <c:pt idx="756">
                  <c:v>94.5</c:v>
                </c:pt>
                <c:pt idx="757">
                  <c:v>94.75</c:v>
                </c:pt>
                <c:pt idx="758">
                  <c:v>94.75</c:v>
                </c:pt>
                <c:pt idx="759">
                  <c:v>95</c:v>
                </c:pt>
                <c:pt idx="760">
                  <c:v>95</c:v>
                </c:pt>
                <c:pt idx="761">
                  <c:v>95.25</c:v>
                </c:pt>
                <c:pt idx="762">
                  <c:v>95.25</c:v>
                </c:pt>
                <c:pt idx="763">
                  <c:v>95.5</c:v>
                </c:pt>
                <c:pt idx="764">
                  <c:v>95.5</c:v>
                </c:pt>
                <c:pt idx="765">
                  <c:v>95.75</c:v>
                </c:pt>
                <c:pt idx="766">
                  <c:v>95.75</c:v>
                </c:pt>
                <c:pt idx="767">
                  <c:v>96</c:v>
                </c:pt>
                <c:pt idx="768">
                  <c:v>96</c:v>
                </c:pt>
                <c:pt idx="769">
                  <c:v>96.25</c:v>
                </c:pt>
                <c:pt idx="770">
                  <c:v>96.25</c:v>
                </c:pt>
                <c:pt idx="771">
                  <c:v>96.5</c:v>
                </c:pt>
                <c:pt idx="772">
                  <c:v>96.5</c:v>
                </c:pt>
                <c:pt idx="773">
                  <c:v>96.75</c:v>
                </c:pt>
                <c:pt idx="774">
                  <c:v>96.75</c:v>
                </c:pt>
                <c:pt idx="775">
                  <c:v>97</c:v>
                </c:pt>
                <c:pt idx="776">
                  <c:v>97</c:v>
                </c:pt>
                <c:pt idx="777">
                  <c:v>97.25</c:v>
                </c:pt>
                <c:pt idx="778">
                  <c:v>97.25</c:v>
                </c:pt>
                <c:pt idx="779">
                  <c:v>97.5</c:v>
                </c:pt>
                <c:pt idx="780">
                  <c:v>97.5</c:v>
                </c:pt>
                <c:pt idx="781">
                  <c:v>97.75</c:v>
                </c:pt>
                <c:pt idx="782">
                  <c:v>97.75</c:v>
                </c:pt>
                <c:pt idx="783">
                  <c:v>98</c:v>
                </c:pt>
                <c:pt idx="784">
                  <c:v>98</c:v>
                </c:pt>
                <c:pt idx="785">
                  <c:v>98.25</c:v>
                </c:pt>
                <c:pt idx="786">
                  <c:v>98.25</c:v>
                </c:pt>
                <c:pt idx="787">
                  <c:v>98.5</c:v>
                </c:pt>
                <c:pt idx="788">
                  <c:v>98.5</c:v>
                </c:pt>
                <c:pt idx="789">
                  <c:v>98.75</c:v>
                </c:pt>
                <c:pt idx="790">
                  <c:v>98.75</c:v>
                </c:pt>
                <c:pt idx="791">
                  <c:v>99</c:v>
                </c:pt>
                <c:pt idx="792">
                  <c:v>99</c:v>
                </c:pt>
                <c:pt idx="793">
                  <c:v>99.25</c:v>
                </c:pt>
                <c:pt idx="794">
                  <c:v>99.25</c:v>
                </c:pt>
                <c:pt idx="795">
                  <c:v>99.5</c:v>
                </c:pt>
                <c:pt idx="796">
                  <c:v>99.5</c:v>
                </c:pt>
                <c:pt idx="797">
                  <c:v>99.75</c:v>
                </c:pt>
                <c:pt idx="798">
                  <c:v>99.75</c:v>
                </c:pt>
                <c:pt idx="799">
                  <c:v>100</c:v>
                </c:pt>
                <c:pt idx="800">
                  <c:v>100</c:v>
                </c:pt>
                <c:pt idx="801">
                  <c:v>100.25</c:v>
                </c:pt>
                <c:pt idx="802">
                  <c:v>100.25</c:v>
                </c:pt>
                <c:pt idx="803">
                  <c:v>100.5</c:v>
                </c:pt>
                <c:pt idx="804">
                  <c:v>100.5</c:v>
                </c:pt>
                <c:pt idx="805">
                  <c:v>100.75</c:v>
                </c:pt>
                <c:pt idx="806">
                  <c:v>100.75</c:v>
                </c:pt>
                <c:pt idx="807">
                  <c:v>101</c:v>
                </c:pt>
                <c:pt idx="808">
                  <c:v>101</c:v>
                </c:pt>
                <c:pt idx="809">
                  <c:v>101.25</c:v>
                </c:pt>
                <c:pt idx="810">
                  <c:v>101.25</c:v>
                </c:pt>
                <c:pt idx="811">
                  <c:v>101.5</c:v>
                </c:pt>
                <c:pt idx="812">
                  <c:v>101.5</c:v>
                </c:pt>
                <c:pt idx="813">
                  <c:v>101.75</c:v>
                </c:pt>
                <c:pt idx="814">
                  <c:v>101.75</c:v>
                </c:pt>
                <c:pt idx="815">
                  <c:v>102</c:v>
                </c:pt>
                <c:pt idx="816">
                  <c:v>102</c:v>
                </c:pt>
                <c:pt idx="817">
                  <c:v>102.25</c:v>
                </c:pt>
                <c:pt idx="818">
                  <c:v>102.25</c:v>
                </c:pt>
                <c:pt idx="819">
                  <c:v>102.5</c:v>
                </c:pt>
                <c:pt idx="820">
                  <c:v>102.5</c:v>
                </c:pt>
                <c:pt idx="821">
                  <c:v>102.75</c:v>
                </c:pt>
                <c:pt idx="822">
                  <c:v>102.75</c:v>
                </c:pt>
                <c:pt idx="823">
                  <c:v>103</c:v>
                </c:pt>
                <c:pt idx="824">
                  <c:v>103</c:v>
                </c:pt>
                <c:pt idx="825">
                  <c:v>103.25</c:v>
                </c:pt>
                <c:pt idx="826">
                  <c:v>103.25</c:v>
                </c:pt>
                <c:pt idx="827">
                  <c:v>103.5</c:v>
                </c:pt>
                <c:pt idx="828">
                  <c:v>103.5</c:v>
                </c:pt>
                <c:pt idx="829">
                  <c:v>103.75</c:v>
                </c:pt>
                <c:pt idx="830">
                  <c:v>103.75</c:v>
                </c:pt>
                <c:pt idx="831">
                  <c:v>104</c:v>
                </c:pt>
                <c:pt idx="832">
                  <c:v>104</c:v>
                </c:pt>
                <c:pt idx="833">
                  <c:v>104.25</c:v>
                </c:pt>
                <c:pt idx="834">
                  <c:v>104.25</c:v>
                </c:pt>
                <c:pt idx="835">
                  <c:v>104.5</c:v>
                </c:pt>
                <c:pt idx="836">
                  <c:v>104.5</c:v>
                </c:pt>
                <c:pt idx="837">
                  <c:v>104.75</c:v>
                </c:pt>
                <c:pt idx="838">
                  <c:v>104.75</c:v>
                </c:pt>
                <c:pt idx="839">
                  <c:v>105</c:v>
                </c:pt>
                <c:pt idx="840">
                  <c:v>105</c:v>
                </c:pt>
                <c:pt idx="841">
                  <c:v>105.25</c:v>
                </c:pt>
                <c:pt idx="842">
                  <c:v>105.25</c:v>
                </c:pt>
                <c:pt idx="843">
                  <c:v>105.5</c:v>
                </c:pt>
                <c:pt idx="844">
                  <c:v>105.5</c:v>
                </c:pt>
                <c:pt idx="845">
                  <c:v>105.75</c:v>
                </c:pt>
                <c:pt idx="846">
                  <c:v>105.75</c:v>
                </c:pt>
                <c:pt idx="847">
                  <c:v>106</c:v>
                </c:pt>
                <c:pt idx="848">
                  <c:v>106</c:v>
                </c:pt>
                <c:pt idx="849">
                  <c:v>106.25</c:v>
                </c:pt>
                <c:pt idx="850">
                  <c:v>106.25</c:v>
                </c:pt>
                <c:pt idx="851">
                  <c:v>106.5</c:v>
                </c:pt>
                <c:pt idx="852">
                  <c:v>106.5</c:v>
                </c:pt>
                <c:pt idx="853">
                  <c:v>106.75</c:v>
                </c:pt>
                <c:pt idx="854">
                  <c:v>106.75</c:v>
                </c:pt>
                <c:pt idx="855">
                  <c:v>107</c:v>
                </c:pt>
                <c:pt idx="856">
                  <c:v>107</c:v>
                </c:pt>
                <c:pt idx="857">
                  <c:v>107.25</c:v>
                </c:pt>
                <c:pt idx="858">
                  <c:v>107.25</c:v>
                </c:pt>
                <c:pt idx="859">
                  <c:v>107.5</c:v>
                </c:pt>
                <c:pt idx="860">
                  <c:v>107.5</c:v>
                </c:pt>
                <c:pt idx="861">
                  <c:v>107.75</c:v>
                </c:pt>
                <c:pt idx="862">
                  <c:v>107.75</c:v>
                </c:pt>
                <c:pt idx="863">
                  <c:v>108</c:v>
                </c:pt>
                <c:pt idx="864">
                  <c:v>108</c:v>
                </c:pt>
                <c:pt idx="865">
                  <c:v>108.25</c:v>
                </c:pt>
                <c:pt idx="866">
                  <c:v>108.25</c:v>
                </c:pt>
                <c:pt idx="867">
                  <c:v>108.5</c:v>
                </c:pt>
                <c:pt idx="868">
                  <c:v>108.5</c:v>
                </c:pt>
                <c:pt idx="869">
                  <c:v>108.75</c:v>
                </c:pt>
                <c:pt idx="870">
                  <c:v>108.75</c:v>
                </c:pt>
                <c:pt idx="871">
                  <c:v>109</c:v>
                </c:pt>
                <c:pt idx="872">
                  <c:v>109</c:v>
                </c:pt>
                <c:pt idx="873">
                  <c:v>109.25</c:v>
                </c:pt>
                <c:pt idx="874">
                  <c:v>109.25</c:v>
                </c:pt>
                <c:pt idx="875">
                  <c:v>109.5</c:v>
                </c:pt>
                <c:pt idx="876">
                  <c:v>109.5</c:v>
                </c:pt>
                <c:pt idx="877">
                  <c:v>109.75</c:v>
                </c:pt>
                <c:pt idx="878">
                  <c:v>109.75</c:v>
                </c:pt>
                <c:pt idx="879">
                  <c:v>110</c:v>
                </c:pt>
                <c:pt idx="880">
                  <c:v>110</c:v>
                </c:pt>
                <c:pt idx="881">
                  <c:v>110.25</c:v>
                </c:pt>
                <c:pt idx="882">
                  <c:v>110.25</c:v>
                </c:pt>
                <c:pt idx="883">
                  <c:v>110.5</c:v>
                </c:pt>
                <c:pt idx="884">
                  <c:v>110.5</c:v>
                </c:pt>
                <c:pt idx="885">
                  <c:v>110.75</c:v>
                </c:pt>
                <c:pt idx="886">
                  <c:v>110.75</c:v>
                </c:pt>
                <c:pt idx="887">
                  <c:v>111</c:v>
                </c:pt>
                <c:pt idx="888">
                  <c:v>111</c:v>
                </c:pt>
                <c:pt idx="889">
                  <c:v>111.25</c:v>
                </c:pt>
                <c:pt idx="890">
                  <c:v>111.25</c:v>
                </c:pt>
                <c:pt idx="891">
                  <c:v>111.5</c:v>
                </c:pt>
                <c:pt idx="892">
                  <c:v>111.5</c:v>
                </c:pt>
                <c:pt idx="893">
                  <c:v>111.75</c:v>
                </c:pt>
                <c:pt idx="894">
                  <c:v>111.75</c:v>
                </c:pt>
                <c:pt idx="895">
                  <c:v>112</c:v>
                </c:pt>
                <c:pt idx="896">
                  <c:v>112</c:v>
                </c:pt>
                <c:pt idx="897">
                  <c:v>112.25</c:v>
                </c:pt>
                <c:pt idx="898">
                  <c:v>112.25</c:v>
                </c:pt>
                <c:pt idx="899">
                  <c:v>112.5</c:v>
                </c:pt>
                <c:pt idx="900">
                  <c:v>112.5</c:v>
                </c:pt>
                <c:pt idx="901">
                  <c:v>112.75</c:v>
                </c:pt>
                <c:pt idx="902">
                  <c:v>112.75</c:v>
                </c:pt>
                <c:pt idx="903">
                  <c:v>113</c:v>
                </c:pt>
                <c:pt idx="904">
                  <c:v>113</c:v>
                </c:pt>
                <c:pt idx="905">
                  <c:v>113.25</c:v>
                </c:pt>
                <c:pt idx="906">
                  <c:v>113.25</c:v>
                </c:pt>
                <c:pt idx="907">
                  <c:v>113.5</c:v>
                </c:pt>
                <c:pt idx="908">
                  <c:v>113.5</c:v>
                </c:pt>
                <c:pt idx="909">
                  <c:v>113.75</c:v>
                </c:pt>
                <c:pt idx="910">
                  <c:v>113.75</c:v>
                </c:pt>
                <c:pt idx="911">
                  <c:v>114</c:v>
                </c:pt>
                <c:pt idx="912">
                  <c:v>114</c:v>
                </c:pt>
                <c:pt idx="913">
                  <c:v>114.25</c:v>
                </c:pt>
                <c:pt idx="914">
                  <c:v>114.25</c:v>
                </c:pt>
                <c:pt idx="915">
                  <c:v>114.5</c:v>
                </c:pt>
                <c:pt idx="916">
                  <c:v>114.5</c:v>
                </c:pt>
                <c:pt idx="917">
                  <c:v>114.75</c:v>
                </c:pt>
                <c:pt idx="918">
                  <c:v>114.75</c:v>
                </c:pt>
                <c:pt idx="919">
                  <c:v>115</c:v>
                </c:pt>
                <c:pt idx="920">
                  <c:v>115</c:v>
                </c:pt>
                <c:pt idx="921">
                  <c:v>115.25</c:v>
                </c:pt>
                <c:pt idx="922">
                  <c:v>115.25</c:v>
                </c:pt>
                <c:pt idx="923">
                  <c:v>115.5</c:v>
                </c:pt>
                <c:pt idx="924">
                  <c:v>115.5</c:v>
                </c:pt>
                <c:pt idx="925">
                  <c:v>115.75</c:v>
                </c:pt>
                <c:pt idx="926">
                  <c:v>115.75</c:v>
                </c:pt>
                <c:pt idx="927">
                  <c:v>116</c:v>
                </c:pt>
                <c:pt idx="928">
                  <c:v>116</c:v>
                </c:pt>
                <c:pt idx="929">
                  <c:v>116.25</c:v>
                </c:pt>
                <c:pt idx="930">
                  <c:v>116.25</c:v>
                </c:pt>
                <c:pt idx="931">
                  <c:v>116.5</c:v>
                </c:pt>
                <c:pt idx="932">
                  <c:v>116.5</c:v>
                </c:pt>
                <c:pt idx="933">
                  <c:v>116.75</c:v>
                </c:pt>
                <c:pt idx="934">
                  <c:v>116.75</c:v>
                </c:pt>
                <c:pt idx="935">
                  <c:v>117</c:v>
                </c:pt>
                <c:pt idx="936">
                  <c:v>117</c:v>
                </c:pt>
                <c:pt idx="937">
                  <c:v>117.25</c:v>
                </c:pt>
                <c:pt idx="938">
                  <c:v>117.25</c:v>
                </c:pt>
                <c:pt idx="939">
                  <c:v>117.5</c:v>
                </c:pt>
                <c:pt idx="940">
                  <c:v>117.5</c:v>
                </c:pt>
                <c:pt idx="941">
                  <c:v>117.75</c:v>
                </c:pt>
                <c:pt idx="942">
                  <c:v>117.75</c:v>
                </c:pt>
                <c:pt idx="943">
                  <c:v>118</c:v>
                </c:pt>
                <c:pt idx="944">
                  <c:v>118</c:v>
                </c:pt>
                <c:pt idx="945">
                  <c:v>118.25</c:v>
                </c:pt>
                <c:pt idx="946">
                  <c:v>118.25</c:v>
                </c:pt>
                <c:pt idx="947">
                  <c:v>118.5</c:v>
                </c:pt>
                <c:pt idx="948">
                  <c:v>118.5</c:v>
                </c:pt>
                <c:pt idx="949">
                  <c:v>118.75</c:v>
                </c:pt>
                <c:pt idx="950">
                  <c:v>118.75</c:v>
                </c:pt>
                <c:pt idx="951">
                  <c:v>119</c:v>
                </c:pt>
                <c:pt idx="952">
                  <c:v>119</c:v>
                </c:pt>
                <c:pt idx="953">
                  <c:v>119.25</c:v>
                </c:pt>
                <c:pt idx="954">
                  <c:v>119.25</c:v>
                </c:pt>
                <c:pt idx="955">
                  <c:v>119.5</c:v>
                </c:pt>
                <c:pt idx="956">
                  <c:v>119.5</c:v>
                </c:pt>
                <c:pt idx="957">
                  <c:v>119.75</c:v>
                </c:pt>
                <c:pt idx="958">
                  <c:v>119.75</c:v>
                </c:pt>
                <c:pt idx="959">
                  <c:v>120</c:v>
                </c:pt>
                <c:pt idx="960">
                  <c:v>120</c:v>
                </c:pt>
                <c:pt idx="961">
                  <c:v>120.25</c:v>
                </c:pt>
                <c:pt idx="962">
                  <c:v>120.25</c:v>
                </c:pt>
                <c:pt idx="963">
                  <c:v>120.5</c:v>
                </c:pt>
                <c:pt idx="964">
                  <c:v>120.5</c:v>
                </c:pt>
                <c:pt idx="965">
                  <c:v>120.75</c:v>
                </c:pt>
                <c:pt idx="966">
                  <c:v>120.75</c:v>
                </c:pt>
                <c:pt idx="967">
                  <c:v>121</c:v>
                </c:pt>
                <c:pt idx="968">
                  <c:v>121</c:v>
                </c:pt>
                <c:pt idx="969">
                  <c:v>121.25</c:v>
                </c:pt>
                <c:pt idx="970">
                  <c:v>121.25</c:v>
                </c:pt>
                <c:pt idx="971">
                  <c:v>121.5</c:v>
                </c:pt>
                <c:pt idx="972">
                  <c:v>121.5</c:v>
                </c:pt>
                <c:pt idx="973">
                  <c:v>121.75</c:v>
                </c:pt>
                <c:pt idx="974">
                  <c:v>121.75</c:v>
                </c:pt>
                <c:pt idx="975">
                  <c:v>122</c:v>
                </c:pt>
                <c:pt idx="976">
                  <c:v>122</c:v>
                </c:pt>
                <c:pt idx="977">
                  <c:v>122.25</c:v>
                </c:pt>
                <c:pt idx="978">
                  <c:v>122.25</c:v>
                </c:pt>
                <c:pt idx="979">
                  <c:v>122.5</c:v>
                </c:pt>
                <c:pt idx="980">
                  <c:v>122.5</c:v>
                </c:pt>
                <c:pt idx="981">
                  <c:v>122.75</c:v>
                </c:pt>
                <c:pt idx="982">
                  <c:v>122.75</c:v>
                </c:pt>
                <c:pt idx="983">
                  <c:v>123</c:v>
                </c:pt>
                <c:pt idx="984">
                  <c:v>123</c:v>
                </c:pt>
                <c:pt idx="985">
                  <c:v>123.25</c:v>
                </c:pt>
                <c:pt idx="986">
                  <c:v>123.25</c:v>
                </c:pt>
                <c:pt idx="987">
                  <c:v>123.5</c:v>
                </c:pt>
                <c:pt idx="988">
                  <c:v>123.5</c:v>
                </c:pt>
                <c:pt idx="989">
                  <c:v>123.75</c:v>
                </c:pt>
                <c:pt idx="990">
                  <c:v>123.75</c:v>
                </c:pt>
                <c:pt idx="991">
                  <c:v>124</c:v>
                </c:pt>
                <c:pt idx="992">
                  <c:v>124</c:v>
                </c:pt>
                <c:pt idx="993">
                  <c:v>124.25</c:v>
                </c:pt>
                <c:pt idx="994">
                  <c:v>124.25</c:v>
                </c:pt>
                <c:pt idx="995">
                  <c:v>124.5</c:v>
                </c:pt>
                <c:pt idx="996">
                  <c:v>124.5</c:v>
                </c:pt>
                <c:pt idx="997">
                  <c:v>124.75</c:v>
                </c:pt>
                <c:pt idx="998">
                  <c:v>124.75</c:v>
                </c:pt>
                <c:pt idx="999">
                  <c:v>125</c:v>
                </c:pt>
                <c:pt idx="1000">
                  <c:v>125</c:v>
                </c:pt>
                <c:pt idx="1001">
                  <c:v>125.25</c:v>
                </c:pt>
                <c:pt idx="1002">
                  <c:v>125.25</c:v>
                </c:pt>
                <c:pt idx="1003">
                  <c:v>125.5</c:v>
                </c:pt>
                <c:pt idx="1004">
                  <c:v>125.5</c:v>
                </c:pt>
                <c:pt idx="1005">
                  <c:v>125.75</c:v>
                </c:pt>
                <c:pt idx="1006">
                  <c:v>125.75</c:v>
                </c:pt>
                <c:pt idx="1007">
                  <c:v>126</c:v>
                </c:pt>
                <c:pt idx="1008">
                  <c:v>126</c:v>
                </c:pt>
                <c:pt idx="1009">
                  <c:v>126.25</c:v>
                </c:pt>
                <c:pt idx="1010">
                  <c:v>126.25</c:v>
                </c:pt>
                <c:pt idx="1011">
                  <c:v>126.5</c:v>
                </c:pt>
                <c:pt idx="1012">
                  <c:v>126.5</c:v>
                </c:pt>
                <c:pt idx="1013">
                  <c:v>126.75</c:v>
                </c:pt>
                <c:pt idx="1014">
                  <c:v>126.75</c:v>
                </c:pt>
                <c:pt idx="1015">
                  <c:v>127</c:v>
                </c:pt>
                <c:pt idx="1016">
                  <c:v>127</c:v>
                </c:pt>
                <c:pt idx="1017">
                  <c:v>127.25</c:v>
                </c:pt>
                <c:pt idx="1018">
                  <c:v>127.25</c:v>
                </c:pt>
                <c:pt idx="1019">
                  <c:v>127.5</c:v>
                </c:pt>
                <c:pt idx="1020">
                  <c:v>127.5</c:v>
                </c:pt>
                <c:pt idx="1021">
                  <c:v>127.75</c:v>
                </c:pt>
                <c:pt idx="1022">
                  <c:v>127.75</c:v>
                </c:pt>
                <c:pt idx="1023">
                  <c:v>128</c:v>
                </c:pt>
                <c:pt idx="1024">
                  <c:v>128</c:v>
                </c:pt>
                <c:pt idx="1025">
                  <c:v>128.25</c:v>
                </c:pt>
                <c:pt idx="1026">
                  <c:v>128.25</c:v>
                </c:pt>
                <c:pt idx="1027">
                  <c:v>128.5</c:v>
                </c:pt>
                <c:pt idx="1028">
                  <c:v>128.5</c:v>
                </c:pt>
                <c:pt idx="1029">
                  <c:v>128.75</c:v>
                </c:pt>
                <c:pt idx="1030">
                  <c:v>128.75</c:v>
                </c:pt>
                <c:pt idx="1031">
                  <c:v>129</c:v>
                </c:pt>
                <c:pt idx="1032">
                  <c:v>129</c:v>
                </c:pt>
                <c:pt idx="1033">
                  <c:v>129.25</c:v>
                </c:pt>
                <c:pt idx="1034">
                  <c:v>129.25</c:v>
                </c:pt>
                <c:pt idx="1035">
                  <c:v>129.5</c:v>
                </c:pt>
                <c:pt idx="1036">
                  <c:v>129.5</c:v>
                </c:pt>
                <c:pt idx="1037">
                  <c:v>129.75</c:v>
                </c:pt>
                <c:pt idx="1038">
                  <c:v>129.75</c:v>
                </c:pt>
                <c:pt idx="1039">
                  <c:v>130</c:v>
                </c:pt>
                <c:pt idx="1040">
                  <c:v>130</c:v>
                </c:pt>
                <c:pt idx="1041">
                  <c:v>130.25</c:v>
                </c:pt>
                <c:pt idx="1042">
                  <c:v>130.25</c:v>
                </c:pt>
                <c:pt idx="1043">
                  <c:v>130.5</c:v>
                </c:pt>
                <c:pt idx="1044">
                  <c:v>130.5</c:v>
                </c:pt>
                <c:pt idx="1045">
                  <c:v>130.75</c:v>
                </c:pt>
                <c:pt idx="1046">
                  <c:v>130.75</c:v>
                </c:pt>
                <c:pt idx="1047">
                  <c:v>131</c:v>
                </c:pt>
                <c:pt idx="1048">
                  <c:v>131</c:v>
                </c:pt>
                <c:pt idx="1049">
                  <c:v>131.25</c:v>
                </c:pt>
                <c:pt idx="1050">
                  <c:v>131.25</c:v>
                </c:pt>
                <c:pt idx="1051">
                  <c:v>131.5</c:v>
                </c:pt>
                <c:pt idx="1052">
                  <c:v>131.5</c:v>
                </c:pt>
                <c:pt idx="1053">
                  <c:v>131.75</c:v>
                </c:pt>
                <c:pt idx="1054">
                  <c:v>131.75</c:v>
                </c:pt>
                <c:pt idx="1055">
                  <c:v>132</c:v>
                </c:pt>
                <c:pt idx="1056">
                  <c:v>132</c:v>
                </c:pt>
                <c:pt idx="1057">
                  <c:v>132.25</c:v>
                </c:pt>
                <c:pt idx="1058">
                  <c:v>132.25</c:v>
                </c:pt>
                <c:pt idx="1059">
                  <c:v>132.5</c:v>
                </c:pt>
                <c:pt idx="1060">
                  <c:v>132.5</c:v>
                </c:pt>
                <c:pt idx="1061">
                  <c:v>132.75</c:v>
                </c:pt>
                <c:pt idx="1062">
                  <c:v>132.75</c:v>
                </c:pt>
                <c:pt idx="1063">
                  <c:v>133</c:v>
                </c:pt>
                <c:pt idx="1064">
                  <c:v>133</c:v>
                </c:pt>
                <c:pt idx="1065">
                  <c:v>133.25</c:v>
                </c:pt>
                <c:pt idx="1066">
                  <c:v>133.25</c:v>
                </c:pt>
                <c:pt idx="1067">
                  <c:v>133.5</c:v>
                </c:pt>
                <c:pt idx="1068">
                  <c:v>133.5</c:v>
                </c:pt>
                <c:pt idx="1069">
                  <c:v>133.75</c:v>
                </c:pt>
                <c:pt idx="1070">
                  <c:v>133.75</c:v>
                </c:pt>
                <c:pt idx="1071">
                  <c:v>134</c:v>
                </c:pt>
                <c:pt idx="1072">
                  <c:v>134</c:v>
                </c:pt>
                <c:pt idx="1073">
                  <c:v>134.25</c:v>
                </c:pt>
                <c:pt idx="1074">
                  <c:v>134.25</c:v>
                </c:pt>
                <c:pt idx="1075">
                  <c:v>134.5</c:v>
                </c:pt>
                <c:pt idx="1076">
                  <c:v>134.5</c:v>
                </c:pt>
                <c:pt idx="1077">
                  <c:v>134.75</c:v>
                </c:pt>
                <c:pt idx="1078">
                  <c:v>134.75</c:v>
                </c:pt>
                <c:pt idx="1079">
                  <c:v>135</c:v>
                </c:pt>
                <c:pt idx="1080">
                  <c:v>135</c:v>
                </c:pt>
                <c:pt idx="1081">
                  <c:v>135.25</c:v>
                </c:pt>
                <c:pt idx="1082">
                  <c:v>135.25</c:v>
                </c:pt>
                <c:pt idx="1083">
                  <c:v>135.5</c:v>
                </c:pt>
                <c:pt idx="1084">
                  <c:v>135.5</c:v>
                </c:pt>
                <c:pt idx="1085">
                  <c:v>135.75</c:v>
                </c:pt>
                <c:pt idx="1086">
                  <c:v>135.75</c:v>
                </c:pt>
                <c:pt idx="1087">
                  <c:v>136</c:v>
                </c:pt>
                <c:pt idx="1088">
                  <c:v>136</c:v>
                </c:pt>
                <c:pt idx="1089">
                  <c:v>136.25</c:v>
                </c:pt>
                <c:pt idx="1090">
                  <c:v>136.25</c:v>
                </c:pt>
                <c:pt idx="1091">
                  <c:v>136.5</c:v>
                </c:pt>
                <c:pt idx="1092">
                  <c:v>136.5</c:v>
                </c:pt>
                <c:pt idx="1093">
                  <c:v>136.75</c:v>
                </c:pt>
                <c:pt idx="1094">
                  <c:v>136.75</c:v>
                </c:pt>
                <c:pt idx="1095">
                  <c:v>137</c:v>
                </c:pt>
                <c:pt idx="1096">
                  <c:v>137</c:v>
                </c:pt>
                <c:pt idx="1097">
                  <c:v>137.25</c:v>
                </c:pt>
                <c:pt idx="1098">
                  <c:v>137.25</c:v>
                </c:pt>
                <c:pt idx="1099">
                  <c:v>137.5</c:v>
                </c:pt>
                <c:pt idx="1100">
                  <c:v>137.5</c:v>
                </c:pt>
                <c:pt idx="1101">
                  <c:v>137.75</c:v>
                </c:pt>
                <c:pt idx="1102">
                  <c:v>137.75</c:v>
                </c:pt>
                <c:pt idx="1103">
                  <c:v>138</c:v>
                </c:pt>
                <c:pt idx="1104">
                  <c:v>138</c:v>
                </c:pt>
                <c:pt idx="1105">
                  <c:v>138.25</c:v>
                </c:pt>
                <c:pt idx="1106">
                  <c:v>138.25</c:v>
                </c:pt>
                <c:pt idx="1107">
                  <c:v>138.5</c:v>
                </c:pt>
                <c:pt idx="1108">
                  <c:v>138.5</c:v>
                </c:pt>
                <c:pt idx="1109">
                  <c:v>138.75</c:v>
                </c:pt>
                <c:pt idx="1110">
                  <c:v>138.75</c:v>
                </c:pt>
                <c:pt idx="1111">
                  <c:v>139</c:v>
                </c:pt>
                <c:pt idx="1112">
                  <c:v>139</c:v>
                </c:pt>
                <c:pt idx="1113">
                  <c:v>139.25</c:v>
                </c:pt>
                <c:pt idx="1114">
                  <c:v>139.25</c:v>
                </c:pt>
                <c:pt idx="1115">
                  <c:v>139.5</c:v>
                </c:pt>
                <c:pt idx="1116">
                  <c:v>139.5</c:v>
                </c:pt>
                <c:pt idx="1117">
                  <c:v>139.75</c:v>
                </c:pt>
                <c:pt idx="1118">
                  <c:v>139.75</c:v>
                </c:pt>
                <c:pt idx="1119">
                  <c:v>140</c:v>
                </c:pt>
                <c:pt idx="1120">
                  <c:v>140</c:v>
                </c:pt>
                <c:pt idx="1121">
                  <c:v>140.25</c:v>
                </c:pt>
                <c:pt idx="1122">
                  <c:v>140.25</c:v>
                </c:pt>
                <c:pt idx="1123">
                  <c:v>140.5</c:v>
                </c:pt>
                <c:pt idx="1124">
                  <c:v>140.5</c:v>
                </c:pt>
                <c:pt idx="1125">
                  <c:v>140.75</c:v>
                </c:pt>
                <c:pt idx="1126">
                  <c:v>140.75</c:v>
                </c:pt>
                <c:pt idx="1127">
                  <c:v>141</c:v>
                </c:pt>
                <c:pt idx="1128">
                  <c:v>141</c:v>
                </c:pt>
                <c:pt idx="1129">
                  <c:v>141.25</c:v>
                </c:pt>
                <c:pt idx="1130">
                  <c:v>141.25</c:v>
                </c:pt>
                <c:pt idx="1131">
                  <c:v>141.5</c:v>
                </c:pt>
                <c:pt idx="1132">
                  <c:v>141.5</c:v>
                </c:pt>
                <c:pt idx="1133">
                  <c:v>141.75</c:v>
                </c:pt>
                <c:pt idx="1134">
                  <c:v>141.75</c:v>
                </c:pt>
                <c:pt idx="1135">
                  <c:v>142</c:v>
                </c:pt>
                <c:pt idx="1136">
                  <c:v>142</c:v>
                </c:pt>
                <c:pt idx="1137">
                  <c:v>142.25</c:v>
                </c:pt>
                <c:pt idx="1138">
                  <c:v>142.25</c:v>
                </c:pt>
                <c:pt idx="1139">
                  <c:v>142.5</c:v>
                </c:pt>
                <c:pt idx="1140">
                  <c:v>142.5</c:v>
                </c:pt>
                <c:pt idx="1141">
                  <c:v>142.75</c:v>
                </c:pt>
                <c:pt idx="1142">
                  <c:v>142.75</c:v>
                </c:pt>
                <c:pt idx="1143">
                  <c:v>143</c:v>
                </c:pt>
                <c:pt idx="1144">
                  <c:v>143</c:v>
                </c:pt>
                <c:pt idx="1145">
                  <c:v>143.25</c:v>
                </c:pt>
                <c:pt idx="1146">
                  <c:v>143.25</c:v>
                </c:pt>
                <c:pt idx="1147">
                  <c:v>143.5</c:v>
                </c:pt>
                <c:pt idx="1148">
                  <c:v>143.5</c:v>
                </c:pt>
                <c:pt idx="1149">
                  <c:v>143.75</c:v>
                </c:pt>
                <c:pt idx="1150">
                  <c:v>143.75</c:v>
                </c:pt>
                <c:pt idx="1151">
                  <c:v>144</c:v>
                </c:pt>
                <c:pt idx="1152">
                  <c:v>144</c:v>
                </c:pt>
                <c:pt idx="1153">
                  <c:v>144.25</c:v>
                </c:pt>
                <c:pt idx="1154">
                  <c:v>144.25</c:v>
                </c:pt>
                <c:pt idx="1155">
                  <c:v>144.5</c:v>
                </c:pt>
                <c:pt idx="1156">
                  <c:v>144.5</c:v>
                </c:pt>
                <c:pt idx="1157">
                  <c:v>144.75</c:v>
                </c:pt>
                <c:pt idx="1158">
                  <c:v>144.75</c:v>
                </c:pt>
                <c:pt idx="1159">
                  <c:v>145</c:v>
                </c:pt>
                <c:pt idx="1160">
                  <c:v>145</c:v>
                </c:pt>
                <c:pt idx="1161">
                  <c:v>145.25</c:v>
                </c:pt>
                <c:pt idx="1162">
                  <c:v>145.25</c:v>
                </c:pt>
                <c:pt idx="1163">
                  <c:v>145.5</c:v>
                </c:pt>
                <c:pt idx="1164">
                  <c:v>145.5</c:v>
                </c:pt>
                <c:pt idx="1165">
                  <c:v>145.75</c:v>
                </c:pt>
                <c:pt idx="1166">
                  <c:v>145.75</c:v>
                </c:pt>
                <c:pt idx="1167">
                  <c:v>146</c:v>
                </c:pt>
                <c:pt idx="1168">
                  <c:v>146</c:v>
                </c:pt>
                <c:pt idx="1169">
                  <c:v>146.25</c:v>
                </c:pt>
                <c:pt idx="1170">
                  <c:v>146.25</c:v>
                </c:pt>
                <c:pt idx="1171">
                  <c:v>146.5</c:v>
                </c:pt>
                <c:pt idx="1172">
                  <c:v>146.5</c:v>
                </c:pt>
                <c:pt idx="1173">
                  <c:v>146.75</c:v>
                </c:pt>
                <c:pt idx="1174">
                  <c:v>146.75</c:v>
                </c:pt>
                <c:pt idx="1175">
                  <c:v>147</c:v>
                </c:pt>
                <c:pt idx="1176">
                  <c:v>147</c:v>
                </c:pt>
                <c:pt idx="1177">
                  <c:v>147.25</c:v>
                </c:pt>
                <c:pt idx="1178">
                  <c:v>147.25</c:v>
                </c:pt>
                <c:pt idx="1179">
                  <c:v>147.5</c:v>
                </c:pt>
                <c:pt idx="1180">
                  <c:v>147.5</c:v>
                </c:pt>
                <c:pt idx="1181">
                  <c:v>147.75</c:v>
                </c:pt>
                <c:pt idx="1182">
                  <c:v>147.75</c:v>
                </c:pt>
                <c:pt idx="1183">
                  <c:v>148</c:v>
                </c:pt>
                <c:pt idx="1184">
                  <c:v>148</c:v>
                </c:pt>
                <c:pt idx="1185">
                  <c:v>148.25</c:v>
                </c:pt>
                <c:pt idx="1186">
                  <c:v>148.25</c:v>
                </c:pt>
                <c:pt idx="1187">
                  <c:v>148.5</c:v>
                </c:pt>
                <c:pt idx="1188">
                  <c:v>148.5</c:v>
                </c:pt>
                <c:pt idx="1189">
                  <c:v>148.75</c:v>
                </c:pt>
                <c:pt idx="1190">
                  <c:v>148.75</c:v>
                </c:pt>
                <c:pt idx="1191">
                  <c:v>149</c:v>
                </c:pt>
                <c:pt idx="1192">
                  <c:v>149</c:v>
                </c:pt>
                <c:pt idx="1193">
                  <c:v>149.25</c:v>
                </c:pt>
                <c:pt idx="1194">
                  <c:v>149.25</c:v>
                </c:pt>
                <c:pt idx="1195">
                  <c:v>149.5</c:v>
                </c:pt>
                <c:pt idx="1196">
                  <c:v>149.5</c:v>
                </c:pt>
                <c:pt idx="1197">
                  <c:v>149.75</c:v>
                </c:pt>
                <c:pt idx="1198">
                  <c:v>149.75</c:v>
                </c:pt>
                <c:pt idx="1199">
                  <c:v>150</c:v>
                </c:pt>
                <c:pt idx="1200">
                  <c:v>150</c:v>
                </c:pt>
                <c:pt idx="1201">
                  <c:v>150.25</c:v>
                </c:pt>
                <c:pt idx="1202">
                  <c:v>150.25</c:v>
                </c:pt>
                <c:pt idx="1203">
                  <c:v>150.5</c:v>
                </c:pt>
                <c:pt idx="1204">
                  <c:v>150.5</c:v>
                </c:pt>
                <c:pt idx="1205">
                  <c:v>150.75</c:v>
                </c:pt>
                <c:pt idx="1206">
                  <c:v>150.75</c:v>
                </c:pt>
                <c:pt idx="1207">
                  <c:v>151</c:v>
                </c:pt>
                <c:pt idx="1208">
                  <c:v>151</c:v>
                </c:pt>
                <c:pt idx="1209">
                  <c:v>151.25</c:v>
                </c:pt>
                <c:pt idx="1210">
                  <c:v>151.25</c:v>
                </c:pt>
                <c:pt idx="1211">
                  <c:v>151.5</c:v>
                </c:pt>
                <c:pt idx="1212">
                  <c:v>151.5</c:v>
                </c:pt>
                <c:pt idx="1213">
                  <c:v>151.75</c:v>
                </c:pt>
                <c:pt idx="1214">
                  <c:v>151.75</c:v>
                </c:pt>
                <c:pt idx="1215">
                  <c:v>152</c:v>
                </c:pt>
                <c:pt idx="1216">
                  <c:v>152</c:v>
                </c:pt>
                <c:pt idx="1217">
                  <c:v>152.25</c:v>
                </c:pt>
                <c:pt idx="1218">
                  <c:v>152.25</c:v>
                </c:pt>
                <c:pt idx="1219">
                  <c:v>152.5</c:v>
                </c:pt>
                <c:pt idx="1220">
                  <c:v>152.5</c:v>
                </c:pt>
                <c:pt idx="1221">
                  <c:v>152.75</c:v>
                </c:pt>
                <c:pt idx="1222">
                  <c:v>152.75</c:v>
                </c:pt>
                <c:pt idx="1223">
                  <c:v>153</c:v>
                </c:pt>
                <c:pt idx="1224">
                  <c:v>153</c:v>
                </c:pt>
                <c:pt idx="1225">
                  <c:v>153.25</c:v>
                </c:pt>
                <c:pt idx="1226">
                  <c:v>153.25</c:v>
                </c:pt>
                <c:pt idx="1227">
                  <c:v>153.5</c:v>
                </c:pt>
                <c:pt idx="1228">
                  <c:v>153.5</c:v>
                </c:pt>
                <c:pt idx="1229">
                  <c:v>153.75</c:v>
                </c:pt>
                <c:pt idx="1230">
                  <c:v>153.75</c:v>
                </c:pt>
                <c:pt idx="1231">
                  <c:v>154</c:v>
                </c:pt>
                <c:pt idx="1232">
                  <c:v>154</c:v>
                </c:pt>
                <c:pt idx="1233">
                  <c:v>154.25</c:v>
                </c:pt>
                <c:pt idx="1234">
                  <c:v>154.25</c:v>
                </c:pt>
                <c:pt idx="1235">
                  <c:v>154.5</c:v>
                </c:pt>
                <c:pt idx="1236">
                  <c:v>154.5</c:v>
                </c:pt>
                <c:pt idx="1237">
                  <c:v>154.75</c:v>
                </c:pt>
                <c:pt idx="1238">
                  <c:v>154.75</c:v>
                </c:pt>
                <c:pt idx="1239">
                  <c:v>155</c:v>
                </c:pt>
                <c:pt idx="1240">
                  <c:v>155</c:v>
                </c:pt>
                <c:pt idx="1241">
                  <c:v>155.25</c:v>
                </c:pt>
                <c:pt idx="1242">
                  <c:v>155.25</c:v>
                </c:pt>
                <c:pt idx="1243">
                  <c:v>155.5</c:v>
                </c:pt>
                <c:pt idx="1244">
                  <c:v>155.5</c:v>
                </c:pt>
                <c:pt idx="1245">
                  <c:v>155.75</c:v>
                </c:pt>
                <c:pt idx="1246">
                  <c:v>155.75</c:v>
                </c:pt>
                <c:pt idx="1247">
                  <c:v>156</c:v>
                </c:pt>
                <c:pt idx="1248">
                  <c:v>156</c:v>
                </c:pt>
                <c:pt idx="1249">
                  <c:v>156.25</c:v>
                </c:pt>
                <c:pt idx="1250">
                  <c:v>156.25</c:v>
                </c:pt>
                <c:pt idx="1251">
                  <c:v>156.5</c:v>
                </c:pt>
                <c:pt idx="1252">
                  <c:v>156.5</c:v>
                </c:pt>
                <c:pt idx="1253">
                  <c:v>156.75</c:v>
                </c:pt>
                <c:pt idx="1254">
                  <c:v>156.75</c:v>
                </c:pt>
                <c:pt idx="1255">
                  <c:v>157</c:v>
                </c:pt>
                <c:pt idx="1256">
                  <c:v>157</c:v>
                </c:pt>
                <c:pt idx="1257">
                  <c:v>157.25</c:v>
                </c:pt>
                <c:pt idx="1258">
                  <c:v>157.25</c:v>
                </c:pt>
                <c:pt idx="1259">
                  <c:v>157.5</c:v>
                </c:pt>
                <c:pt idx="1260">
                  <c:v>157.5</c:v>
                </c:pt>
                <c:pt idx="1261">
                  <c:v>157.75</c:v>
                </c:pt>
                <c:pt idx="1262">
                  <c:v>157.75</c:v>
                </c:pt>
                <c:pt idx="1263">
                  <c:v>158</c:v>
                </c:pt>
                <c:pt idx="1264">
                  <c:v>158</c:v>
                </c:pt>
                <c:pt idx="1265">
                  <c:v>158.25</c:v>
                </c:pt>
                <c:pt idx="1266">
                  <c:v>158.25</c:v>
                </c:pt>
                <c:pt idx="1267">
                  <c:v>158.5</c:v>
                </c:pt>
                <c:pt idx="1268">
                  <c:v>158.5</c:v>
                </c:pt>
                <c:pt idx="1269">
                  <c:v>158.75</c:v>
                </c:pt>
                <c:pt idx="1270">
                  <c:v>158.75</c:v>
                </c:pt>
                <c:pt idx="1271">
                  <c:v>159</c:v>
                </c:pt>
                <c:pt idx="1272">
                  <c:v>159</c:v>
                </c:pt>
                <c:pt idx="1273">
                  <c:v>159.25</c:v>
                </c:pt>
                <c:pt idx="1274">
                  <c:v>159.25</c:v>
                </c:pt>
                <c:pt idx="1275">
                  <c:v>159.5</c:v>
                </c:pt>
                <c:pt idx="1276">
                  <c:v>159.5</c:v>
                </c:pt>
                <c:pt idx="1277">
                  <c:v>159.75</c:v>
                </c:pt>
                <c:pt idx="1278">
                  <c:v>159.75</c:v>
                </c:pt>
                <c:pt idx="1279">
                  <c:v>160</c:v>
                </c:pt>
                <c:pt idx="1280">
                  <c:v>160</c:v>
                </c:pt>
                <c:pt idx="1281">
                  <c:v>160.25</c:v>
                </c:pt>
                <c:pt idx="1282">
                  <c:v>160.25</c:v>
                </c:pt>
                <c:pt idx="1283">
                  <c:v>160.5</c:v>
                </c:pt>
                <c:pt idx="1284">
                  <c:v>160.5</c:v>
                </c:pt>
                <c:pt idx="1285">
                  <c:v>160.75</c:v>
                </c:pt>
                <c:pt idx="1286">
                  <c:v>160.75</c:v>
                </c:pt>
                <c:pt idx="1287">
                  <c:v>161</c:v>
                </c:pt>
                <c:pt idx="1288">
                  <c:v>161</c:v>
                </c:pt>
                <c:pt idx="1289">
                  <c:v>161.25</c:v>
                </c:pt>
                <c:pt idx="1290">
                  <c:v>161.25</c:v>
                </c:pt>
                <c:pt idx="1291">
                  <c:v>161.5</c:v>
                </c:pt>
                <c:pt idx="1292">
                  <c:v>161.5</c:v>
                </c:pt>
                <c:pt idx="1293">
                  <c:v>161.75</c:v>
                </c:pt>
                <c:pt idx="1294">
                  <c:v>161.75</c:v>
                </c:pt>
                <c:pt idx="1295">
                  <c:v>162</c:v>
                </c:pt>
                <c:pt idx="1296">
                  <c:v>162</c:v>
                </c:pt>
                <c:pt idx="1297">
                  <c:v>162.25</c:v>
                </c:pt>
                <c:pt idx="1298">
                  <c:v>162.25</c:v>
                </c:pt>
                <c:pt idx="1299">
                  <c:v>162.5</c:v>
                </c:pt>
                <c:pt idx="1300">
                  <c:v>162.5</c:v>
                </c:pt>
                <c:pt idx="1301">
                  <c:v>162.75</c:v>
                </c:pt>
                <c:pt idx="1302">
                  <c:v>162.75</c:v>
                </c:pt>
                <c:pt idx="1303">
                  <c:v>163</c:v>
                </c:pt>
                <c:pt idx="1304">
                  <c:v>163</c:v>
                </c:pt>
                <c:pt idx="1305">
                  <c:v>163.25</c:v>
                </c:pt>
                <c:pt idx="1306">
                  <c:v>163.25</c:v>
                </c:pt>
                <c:pt idx="1307">
                  <c:v>163.5</c:v>
                </c:pt>
                <c:pt idx="1308">
                  <c:v>163.5</c:v>
                </c:pt>
                <c:pt idx="1309">
                  <c:v>163.75</c:v>
                </c:pt>
                <c:pt idx="1310">
                  <c:v>163.75</c:v>
                </c:pt>
                <c:pt idx="1311">
                  <c:v>164</c:v>
                </c:pt>
                <c:pt idx="1312">
                  <c:v>164</c:v>
                </c:pt>
                <c:pt idx="1313">
                  <c:v>164.25</c:v>
                </c:pt>
                <c:pt idx="1314">
                  <c:v>164.25</c:v>
                </c:pt>
                <c:pt idx="1315">
                  <c:v>164.5</c:v>
                </c:pt>
                <c:pt idx="1316">
                  <c:v>164.5</c:v>
                </c:pt>
                <c:pt idx="1317">
                  <c:v>164.75</c:v>
                </c:pt>
                <c:pt idx="1318">
                  <c:v>164.75</c:v>
                </c:pt>
                <c:pt idx="1319">
                  <c:v>165</c:v>
                </c:pt>
                <c:pt idx="1320">
                  <c:v>165</c:v>
                </c:pt>
                <c:pt idx="1321">
                  <c:v>165.25</c:v>
                </c:pt>
                <c:pt idx="1322">
                  <c:v>165.25</c:v>
                </c:pt>
                <c:pt idx="1323">
                  <c:v>165.5</c:v>
                </c:pt>
                <c:pt idx="1324">
                  <c:v>165.5</c:v>
                </c:pt>
                <c:pt idx="1325">
                  <c:v>165.75</c:v>
                </c:pt>
                <c:pt idx="1326">
                  <c:v>165.75</c:v>
                </c:pt>
                <c:pt idx="1327">
                  <c:v>166</c:v>
                </c:pt>
                <c:pt idx="1328">
                  <c:v>166</c:v>
                </c:pt>
                <c:pt idx="1329">
                  <c:v>166.25</c:v>
                </c:pt>
                <c:pt idx="1330">
                  <c:v>166.25</c:v>
                </c:pt>
                <c:pt idx="1331">
                  <c:v>166.5</c:v>
                </c:pt>
                <c:pt idx="1332">
                  <c:v>166.5</c:v>
                </c:pt>
                <c:pt idx="1333">
                  <c:v>166.75</c:v>
                </c:pt>
                <c:pt idx="1334">
                  <c:v>166.75</c:v>
                </c:pt>
                <c:pt idx="1335">
                  <c:v>167</c:v>
                </c:pt>
                <c:pt idx="1336">
                  <c:v>167</c:v>
                </c:pt>
                <c:pt idx="1337">
                  <c:v>167.25</c:v>
                </c:pt>
                <c:pt idx="1338">
                  <c:v>167.25</c:v>
                </c:pt>
                <c:pt idx="1339">
                  <c:v>167.5</c:v>
                </c:pt>
                <c:pt idx="1340">
                  <c:v>167.5</c:v>
                </c:pt>
                <c:pt idx="1341">
                  <c:v>167.75</c:v>
                </c:pt>
                <c:pt idx="1342">
                  <c:v>167.75</c:v>
                </c:pt>
                <c:pt idx="1343">
                  <c:v>168</c:v>
                </c:pt>
              </c:numCache>
            </c:numRef>
          </c:xVal>
          <c:yVal>
            <c:numRef>
              <c:f>'Chart Data'!$B$2:$B$1345</c:f>
              <c:numCache>
                <c:formatCode>0</c:formatCode>
                <c:ptCount val="1344"/>
                <c:pt idx="0">
                  <c:v>0</c:v>
                </c:pt>
                <c:pt idx="1">
                  <c:v>0</c:v>
                </c:pt>
                <c:pt idx="2">
                  <c:v>0</c:v>
                </c:pt>
                <c:pt idx="3">
                  <c:v>0</c:v>
                </c:pt>
                <c:pt idx="4">
                  <c:v>0</c:v>
                </c:pt>
                <c:pt idx="5">
                  <c:v>0</c:v>
                </c:pt>
                <c:pt idx="6">
                  <c:v>0</c:v>
                </c:pt>
                <c:pt idx="7">
                  <c:v>0</c:v>
                </c:pt>
                <c:pt idx="8">
                  <c:v>522.565877</c:v>
                </c:pt>
                <c:pt idx="9">
                  <c:v>522.565877</c:v>
                </c:pt>
                <c:pt idx="10">
                  <c:v>849.4416</c:v>
                </c:pt>
                <c:pt idx="11">
                  <c:v>849.4416</c:v>
                </c:pt>
                <c:pt idx="12">
                  <c:v>780.630367</c:v>
                </c:pt>
                <c:pt idx="13">
                  <c:v>780.630367</c:v>
                </c:pt>
                <c:pt idx="14">
                  <c:v>806.470888</c:v>
                </c:pt>
                <c:pt idx="15">
                  <c:v>806.470888</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15.45</c:v>
                </c:pt>
                <c:pt idx="53">
                  <c:v>15.45</c:v>
                </c:pt>
                <c:pt idx="54">
                  <c:v>35.615</c:v>
                </c:pt>
                <c:pt idx="55">
                  <c:v>35.615</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19.2189</c:v>
                </c:pt>
                <c:pt idx="123">
                  <c:v>19.2189</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60</c:v>
                </c:pt>
                <c:pt idx="175">
                  <c:v>60</c:v>
                </c:pt>
                <c:pt idx="176">
                  <c:v>52.005868</c:v>
                </c:pt>
                <c:pt idx="177">
                  <c:v>52.005868</c:v>
                </c:pt>
                <c:pt idx="178">
                  <c:v>90.0001</c:v>
                </c:pt>
                <c:pt idx="179">
                  <c:v>90.0001</c:v>
                </c:pt>
                <c:pt idx="180">
                  <c:v>120.0003</c:v>
                </c:pt>
                <c:pt idx="181">
                  <c:v>120.0003</c:v>
                </c:pt>
                <c:pt idx="182">
                  <c:v>194.869308</c:v>
                </c:pt>
                <c:pt idx="183">
                  <c:v>194.869308</c:v>
                </c:pt>
                <c:pt idx="184">
                  <c:v>60</c:v>
                </c:pt>
                <c:pt idx="185">
                  <c:v>60</c:v>
                </c:pt>
                <c:pt idx="186">
                  <c:v>150</c:v>
                </c:pt>
                <c:pt idx="187">
                  <c:v>150</c:v>
                </c:pt>
                <c:pt idx="188">
                  <c:v>60</c:v>
                </c:pt>
                <c:pt idx="189">
                  <c:v>60</c:v>
                </c:pt>
                <c:pt idx="190">
                  <c:v>0.0001</c:v>
                </c:pt>
                <c:pt idx="191">
                  <c:v>0.0001</c:v>
                </c:pt>
                <c:pt idx="192">
                  <c:v>120</c:v>
                </c:pt>
                <c:pt idx="193">
                  <c:v>120</c:v>
                </c:pt>
                <c:pt idx="194">
                  <c:v>90</c:v>
                </c:pt>
                <c:pt idx="195">
                  <c:v>90</c:v>
                </c:pt>
                <c:pt idx="196">
                  <c:v>90</c:v>
                </c:pt>
                <c:pt idx="197">
                  <c:v>90</c:v>
                </c:pt>
                <c:pt idx="198">
                  <c:v>0.0001</c:v>
                </c:pt>
                <c:pt idx="199">
                  <c:v>0.0001</c:v>
                </c:pt>
                <c:pt idx="200">
                  <c:v>200</c:v>
                </c:pt>
                <c:pt idx="201">
                  <c:v>200</c:v>
                </c:pt>
                <c:pt idx="202">
                  <c:v>200</c:v>
                </c:pt>
                <c:pt idx="203">
                  <c:v>200</c:v>
                </c:pt>
                <c:pt idx="204">
                  <c:v>200</c:v>
                </c:pt>
                <c:pt idx="205">
                  <c:v>200</c:v>
                </c:pt>
                <c:pt idx="206">
                  <c:v>200</c:v>
                </c:pt>
                <c:pt idx="207">
                  <c:v>200</c:v>
                </c:pt>
                <c:pt idx="208">
                  <c:v>200</c:v>
                </c:pt>
                <c:pt idx="209">
                  <c:v>200</c:v>
                </c:pt>
                <c:pt idx="210">
                  <c:v>0</c:v>
                </c:pt>
                <c:pt idx="211">
                  <c:v>0</c:v>
                </c:pt>
                <c:pt idx="212">
                  <c:v>0</c:v>
                </c:pt>
                <c:pt idx="213">
                  <c:v>0</c:v>
                </c:pt>
                <c:pt idx="214">
                  <c:v>0</c:v>
                </c:pt>
                <c:pt idx="215">
                  <c:v>0</c:v>
                </c:pt>
                <c:pt idx="216">
                  <c:v>133.262637</c:v>
                </c:pt>
                <c:pt idx="217">
                  <c:v>133.262637</c:v>
                </c:pt>
                <c:pt idx="218">
                  <c:v>200</c:v>
                </c:pt>
                <c:pt idx="219">
                  <c:v>200</c:v>
                </c:pt>
                <c:pt idx="220">
                  <c:v>200</c:v>
                </c:pt>
                <c:pt idx="221">
                  <c:v>200</c:v>
                </c:pt>
                <c:pt idx="222">
                  <c:v>200</c:v>
                </c:pt>
                <c:pt idx="223">
                  <c:v>200</c:v>
                </c:pt>
                <c:pt idx="224">
                  <c:v>200</c:v>
                </c:pt>
                <c:pt idx="225">
                  <c:v>200</c:v>
                </c:pt>
                <c:pt idx="226">
                  <c:v>0</c:v>
                </c:pt>
                <c:pt idx="227">
                  <c:v>0</c:v>
                </c:pt>
                <c:pt idx="228">
                  <c:v>200</c:v>
                </c:pt>
                <c:pt idx="229">
                  <c:v>200</c:v>
                </c:pt>
                <c:pt idx="230">
                  <c:v>200</c:v>
                </c:pt>
                <c:pt idx="231">
                  <c:v>200</c:v>
                </c:pt>
                <c:pt idx="232">
                  <c:v>60</c:v>
                </c:pt>
                <c:pt idx="233">
                  <c:v>60</c:v>
                </c:pt>
                <c:pt idx="234">
                  <c:v>0</c:v>
                </c:pt>
                <c:pt idx="235">
                  <c:v>0</c:v>
                </c:pt>
                <c:pt idx="236">
                  <c:v>16.737263</c:v>
                </c:pt>
                <c:pt idx="237">
                  <c:v>16.737263</c:v>
                </c:pt>
                <c:pt idx="238">
                  <c:v>60</c:v>
                </c:pt>
                <c:pt idx="239">
                  <c:v>60</c:v>
                </c:pt>
                <c:pt idx="240">
                  <c:v>0</c:v>
                </c:pt>
                <c:pt idx="241">
                  <c:v>0</c:v>
                </c:pt>
                <c:pt idx="242">
                  <c:v>199.78</c:v>
                </c:pt>
                <c:pt idx="243">
                  <c:v>199.78</c:v>
                </c:pt>
                <c:pt idx="244">
                  <c:v>37.05</c:v>
                </c:pt>
                <c:pt idx="245">
                  <c:v>37.05</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60</c:v>
                </c:pt>
                <c:pt idx="349">
                  <c:v>60</c:v>
                </c:pt>
                <c:pt idx="350">
                  <c:v>90</c:v>
                </c:pt>
                <c:pt idx="351">
                  <c:v>90</c:v>
                </c:pt>
                <c:pt idx="352">
                  <c:v>90</c:v>
                </c:pt>
                <c:pt idx="353">
                  <c:v>90</c:v>
                </c:pt>
                <c:pt idx="354">
                  <c:v>90</c:v>
                </c:pt>
                <c:pt idx="355">
                  <c:v>90</c:v>
                </c:pt>
                <c:pt idx="356">
                  <c:v>90</c:v>
                </c:pt>
                <c:pt idx="357">
                  <c:v>90</c:v>
                </c:pt>
                <c:pt idx="358">
                  <c:v>150</c:v>
                </c:pt>
                <c:pt idx="359">
                  <c:v>150</c:v>
                </c:pt>
                <c:pt idx="360">
                  <c:v>90.0001</c:v>
                </c:pt>
                <c:pt idx="361">
                  <c:v>90.0001</c:v>
                </c:pt>
                <c:pt idx="362">
                  <c:v>90.0001</c:v>
                </c:pt>
                <c:pt idx="363">
                  <c:v>90.0001</c:v>
                </c:pt>
                <c:pt idx="364">
                  <c:v>109.00291</c:v>
                </c:pt>
                <c:pt idx="365">
                  <c:v>109.00291</c:v>
                </c:pt>
                <c:pt idx="366">
                  <c:v>180</c:v>
                </c:pt>
                <c:pt idx="367">
                  <c:v>180</c:v>
                </c:pt>
                <c:pt idx="368">
                  <c:v>180</c:v>
                </c:pt>
                <c:pt idx="369">
                  <c:v>180</c:v>
                </c:pt>
                <c:pt idx="370">
                  <c:v>200</c:v>
                </c:pt>
                <c:pt idx="371">
                  <c:v>200</c:v>
                </c:pt>
                <c:pt idx="372">
                  <c:v>180.0001</c:v>
                </c:pt>
                <c:pt idx="373">
                  <c:v>180.0001</c:v>
                </c:pt>
                <c:pt idx="374">
                  <c:v>200</c:v>
                </c:pt>
                <c:pt idx="375">
                  <c:v>200</c:v>
                </c:pt>
                <c:pt idx="376">
                  <c:v>200</c:v>
                </c:pt>
                <c:pt idx="377">
                  <c:v>200</c:v>
                </c:pt>
                <c:pt idx="378">
                  <c:v>150</c:v>
                </c:pt>
                <c:pt idx="379">
                  <c:v>150</c:v>
                </c:pt>
                <c:pt idx="380">
                  <c:v>39.9996</c:v>
                </c:pt>
                <c:pt idx="381">
                  <c:v>39.9996</c:v>
                </c:pt>
                <c:pt idx="382">
                  <c:v>60.0001</c:v>
                </c:pt>
                <c:pt idx="383">
                  <c:v>60.0001</c:v>
                </c:pt>
                <c:pt idx="384">
                  <c:v>200</c:v>
                </c:pt>
                <c:pt idx="385">
                  <c:v>200</c:v>
                </c:pt>
                <c:pt idx="386">
                  <c:v>200</c:v>
                </c:pt>
                <c:pt idx="387">
                  <c:v>200</c:v>
                </c:pt>
                <c:pt idx="388">
                  <c:v>186.609316</c:v>
                </c:pt>
                <c:pt idx="389">
                  <c:v>186.609316</c:v>
                </c:pt>
                <c:pt idx="390">
                  <c:v>120.0001</c:v>
                </c:pt>
                <c:pt idx="391">
                  <c:v>120.0001</c:v>
                </c:pt>
                <c:pt idx="392">
                  <c:v>36.959679</c:v>
                </c:pt>
                <c:pt idx="393">
                  <c:v>36.959679</c:v>
                </c:pt>
                <c:pt idx="394">
                  <c:v>200</c:v>
                </c:pt>
                <c:pt idx="395">
                  <c:v>200</c:v>
                </c:pt>
                <c:pt idx="396">
                  <c:v>190.241918</c:v>
                </c:pt>
                <c:pt idx="397">
                  <c:v>190.241918</c:v>
                </c:pt>
                <c:pt idx="398">
                  <c:v>120.0001</c:v>
                </c:pt>
                <c:pt idx="399">
                  <c:v>120.0001</c:v>
                </c:pt>
                <c:pt idx="400">
                  <c:v>200</c:v>
                </c:pt>
                <c:pt idx="401">
                  <c:v>200</c:v>
                </c:pt>
                <c:pt idx="402">
                  <c:v>60.0003</c:v>
                </c:pt>
                <c:pt idx="403">
                  <c:v>60.0003</c:v>
                </c:pt>
                <c:pt idx="404">
                  <c:v>131.973386</c:v>
                </c:pt>
                <c:pt idx="405">
                  <c:v>131.973386</c:v>
                </c:pt>
                <c:pt idx="406">
                  <c:v>200</c:v>
                </c:pt>
                <c:pt idx="407">
                  <c:v>200</c:v>
                </c:pt>
                <c:pt idx="408">
                  <c:v>200</c:v>
                </c:pt>
                <c:pt idx="409">
                  <c:v>200</c:v>
                </c:pt>
                <c:pt idx="410">
                  <c:v>200</c:v>
                </c:pt>
                <c:pt idx="411">
                  <c:v>200</c:v>
                </c:pt>
                <c:pt idx="412">
                  <c:v>200</c:v>
                </c:pt>
                <c:pt idx="413">
                  <c:v>200</c:v>
                </c:pt>
                <c:pt idx="414">
                  <c:v>200</c:v>
                </c:pt>
                <c:pt idx="415">
                  <c:v>200</c:v>
                </c:pt>
                <c:pt idx="416">
                  <c:v>200</c:v>
                </c:pt>
                <c:pt idx="417">
                  <c:v>200</c:v>
                </c:pt>
                <c:pt idx="418">
                  <c:v>200</c:v>
                </c:pt>
                <c:pt idx="419">
                  <c:v>200</c:v>
                </c:pt>
                <c:pt idx="420">
                  <c:v>200</c:v>
                </c:pt>
                <c:pt idx="421">
                  <c:v>200</c:v>
                </c:pt>
                <c:pt idx="422">
                  <c:v>200</c:v>
                </c:pt>
                <c:pt idx="423">
                  <c:v>200</c:v>
                </c:pt>
                <c:pt idx="424">
                  <c:v>72.844164</c:v>
                </c:pt>
                <c:pt idx="425">
                  <c:v>72.844164</c:v>
                </c:pt>
                <c:pt idx="426">
                  <c:v>0</c:v>
                </c:pt>
                <c:pt idx="427">
                  <c:v>0</c:v>
                </c:pt>
                <c:pt idx="428">
                  <c:v>200</c:v>
                </c:pt>
                <c:pt idx="429">
                  <c:v>200</c:v>
                </c:pt>
                <c:pt idx="430">
                  <c:v>200</c:v>
                </c:pt>
                <c:pt idx="431">
                  <c:v>200</c:v>
                </c:pt>
                <c:pt idx="432">
                  <c:v>47.148642</c:v>
                </c:pt>
                <c:pt idx="433">
                  <c:v>47.148642</c:v>
                </c:pt>
                <c:pt idx="434">
                  <c:v>178.3</c:v>
                </c:pt>
                <c:pt idx="435">
                  <c:v>178.3</c:v>
                </c:pt>
                <c:pt idx="436">
                  <c:v>31.418842</c:v>
                </c:pt>
                <c:pt idx="437">
                  <c:v>31.418842</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14.35</c:v>
                </c:pt>
                <c:pt idx="511">
                  <c:v>14.35</c:v>
                </c:pt>
                <c:pt idx="512">
                  <c:v>27.95</c:v>
                </c:pt>
                <c:pt idx="513">
                  <c:v>27.95</c:v>
                </c:pt>
                <c:pt idx="514">
                  <c:v>44.1</c:v>
                </c:pt>
                <c:pt idx="515">
                  <c:v>44.1</c:v>
                </c:pt>
                <c:pt idx="516">
                  <c:v>43.557</c:v>
                </c:pt>
                <c:pt idx="517">
                  <c:v>43.557</c:v>
                </c:pt>
                <c:pt idx="518">
                  <c:v>5.983837</c:v>
                </c:pt>
                <c:pt idx="519">
                  <c:v>5.983837</c:v>
                </c:pt>
                <c:pt idx="520">
                  <c:v>0</c:v>
                </c:pt>
                <c:pt idx="521">
                  <c:v>0</c:v>
                </c:pt>
                <c:pt idx="522">
                  <c:v>0</c:v>
                </c:pt>
                <c:pt idx="523">
                  <c:v>0</c:v>
                </c:pt>
                <c:pt idx="524">
                  <c:v>0</c:v>
                </c:pt>
                <c:pt idx="525">
                  <c:v>0</c:v>
                </c:pt>
                <c:pt idx="526">
                  <c:v>0</c:v>
                </c:pt>
                <c:pt idx="527">
                  <c:v>0</c:v>
                </c:pt>
                <c:pt idx="528">
                  <c:v>0.0001</c:v>
                </c:pt>
                <c:pt idx="529">
                  <c:v>0.0001</c:v>
                </c:pt>
                <c:pt idx="530">
                  <c:v>0.0001</c:v>
                </c:pt>
                <c:pt idx="531">
                  <c:v>0.0001</c:v>
                </c:pt>
                <c:pt idx="532">
                  <c:v>0.0001</c:v>
                </c:pt>
                <c:pt idx="533">
                  <c:v>0.0001</c:v>
                </c:pt>
                <c:pt idx="534">
                  <c:v>0.0001</c:v>
                </c:pt>
                <c:pt idx="535">
                  <c:v>0.0001</c:v>
                </c:pt>
                <c:pt idx="536">
                  <c:v>0.0001</c:v>
                </c:pt>
                <c:pt idx="537">
                  <c:v>0.0001</c:v>
                </c:pt>
                <c:pt idx="538">
                  <c:v>0.0001</c:v>
                </c:pt>
                <c:pt idx="539">
                  <c:v>0.0001</c:v>
                </c:pt>
                <c:pt idx="540">
                  <c:v>0.0001</c:v>
                </c:pt>
                <c:pt idx="541">
                  <c:v>0.0001</c:v>
                </c:pt>
                <c:pt idx="542">
                  <c:v>0.0001</c:v>
                </c:pt>
                <c:pt idx="543">
                  <c:v>0.0001</c:v>
                </c:pt>
                <c:pt idx="544">
                  <c:v>90</c:v>
                </c:pt>
                <c:pt idx="545">
                  <c:v>90</c:v>
                </c:pt>
                <c:pt idx="546">
                  <c:v>0.0001</c:v>
                </c:pt>
                <c:pt idx="547">
                  <c:v>0.0001</c:v>
                </c:pt>
                <c:pt idx="548">
                  <c:v>0.0001</c:v>
                </c:pt>
                <c:pt idx="549">
                  <c:v>0.0001</c:v>
                </c:pt>
                <c:pt idx="550">
                  <c:v>46.076092</c:v>
                </c:pt>
                <c:pt idx="551">
                  <c:v>46.076092</c:v>
                </c:pt>
                <c:pt idx="552">
                  <c:v>60</c:v>
                </c:pt>
                <c:pt idx="553">
                  <c:v>60</c:v>
                </c:pt>
                <c:pt idx="554">
                  <c:v>90.0001</c:v>
                </c:pt>
                <c:pt idx="555">
                  <c:v>90.0001</c:v>
                </c:pt>
                <c:pt idx="556">
                  <c:v>90.0001</c:v>
                </c:pt>
                <c:pt idx="557">
                  <c:v>90.0001</c:v>
                </c:pt>
                <c:pt idx="558">
                  <c:v>150.0001</c:v>
                </c:pt>
                <c:pt idx="559">
                  <c:v>150.0001</c:v>
                </c:pt>
                <c:pt idx="560">
                  <c:v>180</c:v>
                </c:pt>
                <c:pt idx="561">
                  <c:v>180</c:v>
                </c:pt>
                <c:pt idx="562">
                  <c:v>200</c:v>
                </c:pt>
                <c:pt idx="563">
                  <c:v>200</c:v>
                </c:pt>
                <c:pt idx="564">
                  <c:v>200</c:v>
                </c:pt>
                <c:pt idx="565">
                  <c:v>200</c:v>
                </c:pt>
                <c:pt idx="566">
                  <c:v>200</c:v>
                </c:pt>
                <c:pt idx="567">
                  <c:v>200</c:v>
                </c:pt>
                <c:pt idx="568">
                  <c:v>200</c:v>
                </c:pt>
                <c:pt idx="569">
                  <c:v>200</c:v>
                </c:pt>
                <c:pt idx="570">
                  <c:v>200</c:v>
                </c:pt>
                <c:pt idx="571">
                  <c:v>200</c:v>
                </c:pt>
                <c:pt idx="572">
                  <c:v>153.286723</c:v>
                </c:pt>
                <c:pt idx="573">
                  <c:v>153.286723</c:v>
                </c:pt>
                <c:pt idx="574">
                  <c:v>200</c:v>
                </c:pt>
                <c:pt idx="575">
                  <c:v>200</c:v>
                </c:pt>
                <c:pt idx="576">
                  <c:v>194.930302</c:v>
                </c:pt>
                <c:pt idx="577">
                  <c:v>194.930302</c:v>
                </c:pt>
                <c:pt idx="578">
                  <c:v>90.0001</c:v>
                </c:pt>
                <c:pt idx="579">
                  <c:v>90.0001</c:v>
                </c:pt>
                <c:pt idx="580">
                  <c:v>180.0001</c:v>
                </c:pt>
                <c:pt idx="581">
                  <c:v>180.0001</c:v>
                </c:pt>
                <c:pt idx="582">
                  <c:v>180.0001</c:v>
                </c:pt>
                <c:pt idx="583">
                  <c:v>180.0001</c:v>
                </c:pt>
                <c:pt idx="584">
                  <c:v>200</c:v>
                </c:pt>
                <c:pt idx="585">
                  <c:v>200</c:v>
                </c:pt>
                <c:pt idx="586">
                  <c:v>200</c:v>
                </c:pt>
                <c:pt idx="587">
                  <c:v>200</c:v>
                </c:pt>
                <c:pt idx="588">
                  <c:v>200</c:v>
                </c:pt>
                <c:pt idx="589">
                  <c:v>200</c:v>
                </c:pt>
                <c:pt idx="590">
                  <c:v>200</c:v>
                </c:pt>
                <c:pt idx="591">
                  <c:v>200</c:v>
                </c:pt>
                <c:pt idx="592">
                  <c:v>199.651719</c:v>
                </c:pt>
                <c:pt idx="593">
                  <c:v>199.651719</c:v>
                </c:pt>
                <c:pt idx="594">
                  <c:v>192.75019</c:v>
                </c:pt>
                <c:pt idx="595">
                  <c:v>192.75019</c:v>
                </c:pt>
                <c:pt idx="596">
                  <c:v>200</c:v>
                </c:pt>
                <c:pt idx="597">
                  <c:v>200</c:v>
                </c:pt>
                <c:pt idx="598">
                  <c:v>200</c:v>
                </c:pt>
                <c:pt idx="599">
                  <c:v>200</c:v>
                </c:pt>
                <c:pt idx="600">
                  <c:v>200</c:v>
                </c:pt>
                <c:pt idx="601">
                  <c:v>200</c:v>
                </c:pt>
                <c:pt idx="602">
                  <c:v>200</c:v>
                </c:pt>
                <c:pt idx="603">
                  <c:v>200</c:v>
                </c:pt>
                <c:pt idx="604">
                  <c:v>200</c:v>
                </c:pt>
                <c:pt idx="605">
                  <c:v>200</c:v>
                </c:pt>
                <c:pt idx="606">
                  <c:v>200</c:v>
                </c:pt>
                <c:pt idx="607">
                  <c:v>200</c:v>
                </c:pt>
                <c:pt idx="608">
                  <c:v>200</c:v>
                </c:pt>
                <c:pt idx="609">
                  <c:v>200</c:v>
                </c:pt>
                <c:pt idx="610">
                  <c:v>200</c:v>
                </c:pt>
                <c:pt idx="611">
                  <c:v>200</c:v>
                </c:pt>
                <c:pt idx="612">
                  <c:v>200</c:v>
                </c:pt>
                <c:pt idx="613">
                  <c:v>200</c:v>
                </c:pt>
                <c:pt idx="614">
                  <c:v>200</c:v>
                </c:pt>
                <c:pt idx="615">
                  <c:v>200</c:v>
                </c:pt>
                <c:pt idx="616">
                  <c:v>200</c:v>
                </c:pt>
                <c:pt idx="617">
                  <c:v>200</c:v>
                </c:pt>
                <c:pt idx="618">
                  <c:v>0</c:v>
                </c:pt>
                <c:pt idx="619">
                  <c:v>0</c:v>
                </c:pt>
                <c:pt idx="620">
                  <c:v>200</c:v>
                </c:pt>
                <c:pt idx="621">
                  <c:v>200</c:v>
                </c:pt>
                <c:pt idx="622">
                  <c:v>200</c:v>
                </c:pt>
                <c:pt idx="623">
                  <c:v>200</c:v>
                </c:pt>
                <c:pt idx="624">
                  <c:v>157.39529</c:v>
                </c:pt>
                <c:pt idx="625">
                  <c:v>157.39529</c:v>
                </c:pt>
                <c:pt idx="626">
                  <c:v>202.945</c:v>
                </c:pt>
                <c:pt idx="627">
                  <c:v>202.945</c:v>
                </c:pt>
                <c:pt idx="628">
                  <c:v>41.002547</c:v>
                </c:pt>
                <c:pt idx="629">
                  <c:v>41.002547</c:v>
                </c:pt>
                <c:pt idx="630">
                  <c:v>32.171</c:v>
                </c:pt>
                <c:pt idx="631">
                  <c:v>32.171</c:v>
                </c:pt>
                <c:pt idx="632">
                  <c:v>0</c:v>
                </c:pt>
                <c:pt idx="633">
                  <c:v>0</c:v>
                </c:pt>
                <c:pt idx="634">
                  <c:v>0</c:v>
                </c:pt>
                <c:pt idx="635">
                  <c:v>0</c:v>
                </c:pt>
                <c:pt idx="636">
                  <c:v>0</c:v>
                </c:pt>
                <c:pt idx="637">
                  <c:v>0</c:v>
                </c:pt>
                <c:pt idx="638">
                  <c:v>0</c:v>
                </c:pt>
                <c:pt idx="639">
                  <c:v>0</c:v>
                </c:pt>
                <c:pt idx="640">
                  <c:v>0</c:v>
                </c:pt>
                <c:pt idx="641">
                  <c:v>0</c:v>
                </c:pt>
                <c:pt idx="642">
                  <c:v>0</c:v>
                </c:pt>
                <c:pt idx="643">
                  <c:v>0</c:v>
                </c:pt>
                <c:pt idx="644">
                  <c:v>0</c:v>
                </c:pt>
                <c:pt idx="645">
                  <c:v>0</c:v>
                </c:pt>
                <c:pt idx="646">
                  <c:v>0</c:v>
                </c:pt>
                <c:pt idx="647">
                  <c:v>0</c:v>
                </c:pt>
                <c:pt idx="648">
                  <c:v>0</c:v>
                </c:pt>
                <c:pt idx="649">
                  <c:v>0</c:v>
                </c:pt>
                <c:pt idx="650">
                  <c:v>0</c:v>
                </c:pt>
                <c:pt idx="651">
                  <c:v>0</c:v>
                </c:pt>
                <c:pt idx="652">
                  <c:v>0</c:v>
                </c:pt>
                <c:pt idx="653">
                  <c:v>0</c:v>
                </c:pt>
                <c:pt idx="654">
                  <c:v>0</c:v>
                </c:pt>
                <c:pt idx="655">
                  <c:v>0</c:v>
                </c:pt>
                <c:pt idx="656">
                  <c:v>0</c:v>
                </c:pt>
                <c:pt idx="657">
                  <c:v>0</c:v>
                </c:pt>
                <c:pt idx="658">
                  <c:v>0</c:v>
                </c:pt>
                <c:pt idx="659">
                  <c:v>0</c:v>
                </c:pt>
                <c:pt idx="660">
                  <c:v>0</c:v>
                </c:pt>
                <c:pt idx="661">
                  <c:v>0</c:v>
                </c:pt>
                <c:pt idx="662">
                  <c:v>0</c:v>
                </c:pt>
                <c:pt idx="663">
                  <c:v>0</c:v>
                </c:pt>
                <c:pt idx="664">
                  <c:v>0</c:v>
                </c:pt>
                <c:pt idx="665">
                  <c:v>0</c:v>
                </c:pt>
                <c:pt idx="666">
                  <c:v>0</c:v>
                </c:pt>
                <c:pt idx="667">
                  <c:v>0</c:v>
                </c:pt>
                <c:pt idx="668">
                  <c:v>0</c:v>
                </c:pt>
                <c:pt idx="669">
                  <c:v>0</c:v>
                </c:pt>
                <c:pt idx="670">
                  <c:v>0</c:v>
                </c:pt>
                <c:pt idx="671">
                  <c:v>0</c:v>
                </c:pt>
                <c:pt idx="672">
                  <c:v>0</c:v>
                </c:pt>
                <c:pt idx="673">
                  <c:v>0</c:v>
                </c:pt>
                <c:pt idx="674">
                  <c:v>0</c:v>
                </c:pt>
                <c:pt idx="675">
                  <c:v>0</c:v>
                </c:pt>
                <c:pt idx="676">
                  <c:v>0</c:v>
                </c:pt>
                <c:pt idx="677">
                  <c:v>0</c:v>
                </c:pt>
                <c:pt idx="678">
                  <c:v>0</c:v>
                </c:pt>
                <c:pt idx="679">
                  <c:v>0</c:v>
                </c:pt>
                <c:pt idx="680">
                  <c:v>0</c:v>
                </c:pt>
                <c:pt idx="681">
                  <c:v>0</c:v>
                </c:pt>
                <c:pt idx="682">
                  <c:v>0</c:v>
                </c:pt>
                <c:pt idx="683">
                  <c:v>0</c:v>
                </c:pt>
                <c:pt idx="684">
                  <c:v>0</c:v>
                </c:pt>
                <c:pt idx="685">
                  <c:v>0</c:v>
                </c:pt>
                <c:pt idx="686">
                  <c:v>0</c:v>
                </c:pt>
                <c:pt idx="687">
                  <c:v>0</c:v>
                </c:pt>
                <c:pt idx="688">
                  <c:v>0</c:v>
                </c:pt>
                <c:pt idx="689">
                  <c:v>0</c:v>
                </c:pt>
                <c:pt idx="690">
                  <c:v>0</c:v>
                </c:pt>
                <c:pt idx="691">
                  <c:v>0</c:v>
                </c:pt>
                <c:pt idx="692">
                  <c:v>0</c:v>
                </c:pt>
                <c:pt idx="693">
                  <c:v>0</c:v>
                </c:pt>
                <c:pt idx="694">
                  <c:v>0</c:v>
                </c:pt>
                <c:pt idx="695">
                  <c:v>0</c:v>
                </c:pt>
                <c:pt idx="696">
                  <c:v>0</c:v>
                </c:pt>
                <c:pt idx="697">
                  <c:v>0</c:v>
                </c:pt>
                <c:pt idx="698">
                  <c:v>0</c:v>
                </c:pt>
                <c:pt idx="699">
                  <c:v>0</c:v>
                </c:pt>
                <c:pt idx="700">
                  <c:v>1.6</c:v>
                </c:pt>
                <c:pt idx="701">
                  <c:v>1.6</c:v>
                </c:pt>
                <c:pt idx="702">
                  <c:v>22.85</c:v>
                </c:pt>
                <c:pt idx="703">
                  <c:v>22.85</c:v>
                </c:pt>
                <c:pt idx="704">
                  <c:v>35.394</c:v>
                </c:pt>
                <c:pt idx="705">
                  <c:v>35.394</c:v>
                </c:pt>
                <c:pt idx="706">
                  <c:v>51.75</c:v>
                </c:pt>
                <c:pt idx="707">
                  <c:v>51.75</c:v>
                </c:pt>
                <c:pt idx="708">
                  <c:v>54.516</c:v>
                </c:pt>
                <c:pt idx="709">
                  <c:v>54.516</c:v>
                </c:pt>
                <c:pt idx="710">
                  <c:v>40.222</c:v>
                </c:pt>
                <c:pt idx="711">
                  <c:v>40.222</c:v>
                </c:pt>
                <c:pt idx="712">
                  <c:v>14.782</c:v>
                </c:pt>
                <c:pt idx="713">
                  <c:v>14.782</c:v>
                </c:pt>
                <c:pt idx="714">
                  <c:v>4.456</c:v>
                </c:pt>
                <c:pt idx="715">
                  <c:v>4.456</c:v>
                </c:pt>
                <c:pt idx="716">
                  <c:v>0</c:v>
                </c:pt>
                <c:pt idx="717">
                  <c:v>0</c:v>
                </c:pt>
                <c:pt idx="718">
                  <c:v>0</c:v>
                </c:pt>
                <c:pt idx="719">
                  <c:v>0</c:v>
                </c:pt>
                <c:pt idx="720">
                  <c:v>0</c:v>
                </c:pt>
                <c:pt idx="721">
                  <c:v>0</c:v>
                </c:pt>
                <c:pt idx="722">
                  <c:v>0</c:v>
                </c:pt>
                <c:pt idx="723">
                  <c:v>0</c:v>
                </c:pt>
                <c:pt idx="724">
                  <c:v>0</c:v>
                </c:pt>
                <c:pt idx="725">
                  <c:v>0</c:v>
                </c:pt>
                <c:pt idx="726">
                  <c:v>0</c:v>
                </c:pt>
                <c:pt idx="727">
                  <c:v>0</c:v>
                </c:pt>
                <c:pt idx="728">
                  <c:v>0</c:v>
                </c:pt>
                <c:pt idx="729">
                  <c:v>0</c:v>
                </c:pt>
                <c:pt idx="730">
                  <c:v>0</c:v>
                </c:pt>
                <c:pt idx="731">
                  <c:v>0</c:v>
                </c:pt>
                <c:pt idx="732">
                  <c:v>0</c:v>
                </c:pt>
                <c:pt idx="733">
                  <c:v>0</c:v>
                </c:pt>
                <c:pt idx="734">
                  <c:v>0</c:v>
                </c:pt>
                <c:pt idx="735">
                  <c:v>0</c:v>
                </c:pt>
                <c:pt idx="736">
                  <c:v>0</c:v>
                </c:pt>
                <c:pt idx="737">
                  <c:v>0</c:v>
                </c:pt>
                <c:pt idx="738">
                  <c:v>0</c:v>
                </c:pt>
                <c:pt idx="739">
                  <c:v>0</c:v>
                </c:pt>
                <c:pt idx="740">
                  <c:v>0</c:v>
                </c:pt>
                <c:pt idx="741">
                  <c:v>0</c:v>
                </c:pt>
                <c:pt idx="742">
                  <c:v>0</c:v>
                </c:pt>
                <c:pt idx="743">
                  <c:v>0</c:v>
                </c:pt>
                <c:pt idx="744">
                  <c:v>60</c:v>
                </c:pt>
                <c:pt idx="745">
                  <c:v>60</c:v>
                </c:pt>
                <c:pt idx="746">
                  <c:v>60</c:v>
                </c:pt>
                <c:pt idx="747">
                  <c:v>60</c:v>
                </c:pt>
                <c:pt idx="748">
                  <c:v>0</c:v>
                </c:pt>
                <c:pt idx="749">
                  <c:v>0</c:v>
                </c:pt>
                <c:pt idx="750">
                  <c:v>60</c:v>
                </c:pt>
                <c:pt idx="751">
                  <c:v>60</c:v>
                </c:pt>
                <c:pt idx="752">
                  <c:v>150</c:v>
                </c:pt>
                <c:pt idx="753">
                  <c:v>150</c:v>
                </c:pt>
                <c:pt idx="754">
                  <c:v>150</c:v>
                </c:pt>
                <c:pt idx="755">
                  <c:v>150</c:v>
                </c:pt>
                <c:pt idx="756">
                  <c:v>90</c:v>
                </c:pt>
                <c:pt idx="757">
                  <c:v>90</c:v>
                </c:pt>
                <c:pt idx="758">
                  <c:v>200</c:v>
                </c:pt>
                <c:pt idx="759">
                  <c:v>200</c:v>
                </c:pt>
                <c:pt idx="760">
                  <c:v>200</c:v>
                </c:pt>
                <c:pt idx="761">
                  <c:v>200</c:v>
                </c:pt>
                <c:pt idx="762">
                  <c:v>200</c:v>
                </c:pt>
                <c:pt idx="763">
                  <c:v>200</c:v>
                </c:pt>
                <c:pt idx="764">
                  <c:v>200</c:v>
                </c:pt>
                <c:pt idx="765">
                  <c:v>200</c:v>
                </c:pt>
                <c:pt idx="766">
                  <c:v>200</c:v>
                </c:pt>
                <c:pt idx="767">
                  <c:v>200</c:v>
                </c:pt>
                <c:pt idx="768">
                  <c:v>150</c:v>
                </c:pt>
                <c:pt idx="769">
                  <c:v>150</c:v>
                </c:pt>
                <c:pt idx="770">
                  <c:v>111.508581</c:v>
                </c:pt>
                <c:pt idx="771">
                  <c:v>111.508581</c:v>
                </c:pt>
                <c:pt idx="772">
                  <c:v>180.0001</c:v>
                </c:pt>
                <c:pt idx="773">
                  <c:v>180.0001</c:v>
                </c:pt>
                <c:pt idx="774">
                  <c:v>200</c:v>
                </c:pt>
                <c:pt idx="775">
                  <c:v>200</c:v>
                </c:pt>
                <c:pt idx="776">
                  <c:v>200</c:v>
                </c:pt>
                <c:pt idx="777">
                  <c:v>200</c:v>
                </c:pt>
                <c:pt idx="778">
                  <c:v>200</c:v>
                </c:pt>
                <c:pt idx="779">
                  <c:v>200</c:v>
                </c:pt>
                <c:pt idx="780">
                  <c:v>200</c:v>
                </c:pt>
                <c:pt idx="781">
                  <c:v>200</c:v>
                </c:pt>
                <c:pt idx="782">
                  <c:v>200</c:v>
                </c:pt>
                <c:pt idx="783">
                  <c:v>200</c:v>
                </c:pt>
                <c:pt idx="784">
                  <c:v>200</c:v>
                </c:pt>
                <c:pt idx="785">
                  <c:v>200</c:v>
                </c:pt>
                <c:pt idx="786">
                  <c:v>168.570718</c:v>
                </c:pt>
                <c:pt idx="787">
                  <c:v>168.570718</c:v>
                </c:pt>
                <c:pt idx="788">
                  <c:v>180.0001</c:v>
                </c:pt>
                <c:pt idx="789">
                  <c:v>180.0001</c:v>
                </c:pt>
                <c:pt idx="790">
                  <c:v>180.0001</c:v>
                </c:pt>
                <c:pt idx="791">
                  <c:v>180.0001</c:v>
                </c:pt>
                <c:pt idx="792">
                  <c:v>200</c:v>
                </c:pt>
                <c:pt idx="793">
                  <c:v>200</c:v>
                </c:pt>
                <c:pt idx="794">
                  <c:v>200</c:v>
                </c:pt>
                <c:pt idx="795">
                  <c:v>200</c:v>
                </c:pt>
                <c:pt idx="796">
                  <c:v>168.697305</c:v>
                </c:pt>
                <c:pt idx="797">
                  <c:v>168.697305</c:v>
                </c:pt>
                <c:pt idx="798">
                  <c:v>134.513072</c:v>
                </c:pt>
                <c:pt idx="799">
                  <c:v>134.513072</c:v>
                </c:pt>
                <c:pt idx="800">
                  <c:v>200</c:v>
                </c:pt>
                <c:pt idx="801">
                  <c:v>200</c:v>
                </c:pt>
                <c:pt idx="802">
                  <c:v>0</c:v>
                </c:pt>
                <c:pt idx="803">
                  <c:v>0</c:v>
                </c:pt>
                <c:pt idx="804">
                  <c:v>200</c:v>
                </c:pt>
                <c:pt idx="805">
                  <c:v>200</c:v>
                </c:pt>
                <c:pt idx="806">
                  <c:v>200</c:v>
                </c:pt>
                <c:pt idx="807">
                  <c:v>200</c:v>
                </c:pt>
                <c:pt idx="808">
                  <c:v>84.644332</c:v>
                </c:pt>
                <c:pt idx="809">
                  <c:v>84.644332</c:v>
                </c:pt>
                <c:pt idx="810">
                  <c:v>200</c:v>
                </c:pt>
                <c:pt idx="811">
                  <c:v>200</c:v>
                </c:pt>
                <c:pt idx="812">
                  <c:v>200</c:v>
                </c:pt>
                <c:pt idx="813">
                  <c:v>200</c:v>
                </c:pt>
                <c:pt idx="814">
                  <c:v>200</c:v>
                </c:pt>
                <c:pt idx="815">
                  <c:v>200</c:v>
                </c:pt>
                <c:pt idx="816">
                  <c:v>200</c:v>
                </c:pt>
                <c:pt idx="817">
                  <c:v>200</c:v>
                </c:pt>
                <c:pt idx="818">
                  <c:v>193.275</c:v>
                </c:pt>
                <c:pt idx="819">
                  <c:v>193.275</c:v>
                </c:pt>
                <c:pt idx="820">
                  <c:v>0</c:v>
                </c:pt>
                <c:pt idx="821">
                  <c:v>0</c:v>
                </c:pt>
                <c:pt idx="822">
                  <c:v>0</c:v>
                </c:pt>
                <c:pt idx="823">
                  <c:v>0</c:v>
                </c:pt>
                <c:pt idx="824">
                  <c:v>0</c:v>
                </c:pt>
                <c:pt idx="825">
                  <c:v>0</c:v>
                </c:pt>
                <c:pt idx="826">
                  <c:v>0</c:v>
                </c:pt>
                <c:pt idx="827">
                  <c:v>0</c:v>
                </c:pt>
                <c:pt idx="828">
                  <c:v>0</c:v>
                </c:pt>
                <c:pt idx="829">
                  <c:v>0</c:v>
                </c:pt>
                <c:pt idx="830">
                  <c:v>0</c:v>
                </c:pt>
                <c:pt idx="831">
                  <c:v>0</c:v>
                </c:pt>
                <c:pt idx="832">
                  <c:v>0</c:v>
                </c:pt>
                <c:pt idx="833">
                  <c:v>0</c:v>
                </c:pt>
                <c:pt idx="834">
                  <c:v>0</c:v>
                </c:pt>
                <c:pt idx="835">
                  <c:v>0</c:v>
                </c:pt>
                <c:pt idx="836">
                  <c:v>0</c:v>
                </c:pt>
                <c:pt idx="837">
                  <c:v>0</c:v>
                </c:pt>
                <c:pt idx="838">
                  <c:v>0</c:v>
                </c:pt>
                <c:pt idx="839">
                  <c:v>0</c:v>
                </c:pt>
                <c:pt idx="840">
                  <c:v>0</c:v>
                </c:pt>
                <c:pt idx="841">
                  <c:v>0</c:v>
                </c:pt>
                <c:pt idx="842">
                  <c:v>0</c:v>
                </c:pt>
                <c:pt idx="843">
                  <c:v>0</c:v>
                </c:pt>
                <c:pt idx="844">
                  <c:v>0</c:v>
                </c:pt>
                <c:pt idx="845">
                  <c:v>0</c:v>
                </c:pt>
                <c:pt idx="846">
                  <c:v>0</c:v>
                </c:pt>
                <c:pt idx="847">
                  <c:v>0</c:v>
                </c:pt>
                <c:pt idx="848">
                  <c:v>0</c:v>
                </c:pt>
                <c:pt idx="849">
                  <c:v>0</c:v>
                </c:pt>
                <c:pt idx="850">
                  <c:v>0</c:v>
                </c:pt>
                <c:pt idx="851">
                  <c:v>0</c:v>
                </c:pt>
                <c:pt idx="852">
                  <c:v>0</c:v>
                </c:pt>
                <c:pt idx="853">
                  <c:v>0</c:v>
                </c:pt>
                <c:pt idx="854">
                  <c:v>0</c:v>
                </c:pt>
                <c:pt idx="855">
                  <c:v>0</c:v>
                </c:pt>
                <c:pt idx="856">
                  <c:v>0</c:v>
                </c:pt>
                <c:pt idx="857">
                  <c:v>0</c:v>
                </c:pt>
                <c:pt idx="858">
                  <c:v>0</c:v>
                </c:pt>
                <c:pt idx="859">
                  <c:v>0</c:v>
                </c:pt>
                <c:pt idx="860">
                  <c:v>0</c:v>
                </c:pt>
                <c:pt idx="861">
                  <c:v>0</c:v>
                </c:pt>
                <c:pt idx="862">
                  <c:v>0</c:v>
                </c:pt>
                <c:pt idx="863">
                  <c:v>0</c:v>
                </c:pt>
                <c:pt idx="864">
                  <c:v>0</c:v>
                </c:pt>
                <c:pt idx="865">
                  <c:v>0</c:v>
                </c:pt>
                <c:pt idx="866">
                  <c:v>0</c:v>
                </c:pt>
                <c:pt idx="867">
                  <c:v>0</c:v>
                </c:pt>
                <c:pt idx="868">
                  <c:v>0</c:v>
                </c:pt>
                <c:pt idx="869">
                  <c:v>0</c:v>
                </c:pt>
                <c:pt idx="870">
                  <c:v>0</c:v>
                </c:pt>
                <c:pt idx="871">
                  <c:v>0</c:v>
                </c:pt>
                <c:pt idx="872">
                  <c:v>0</c:v>
                </c:pt>
                <c:pt idx="873">
                  <c:v>0</c:v>
                </c:pt>
                <c:pt idx="874">
                  <c:v>0</c:v>
                </c:pt>
                <c:pt idx="875">
                  <c:v>0</c:v>
                </c:pt>
                <c:pt idx="876">
                  <c:v>0</c:v>
                </c:pt>
                <c:pt idx="877">
                  <c:v>0</c:v>
                </c:pt>
                <c:pt idx="878">
                  <c:v>0</c:v>
                </c:pt>
                <c:pt idx="879">
                  <c:v>0</c:v>
                </c:pt>
                <c:pt idx="880">
                  <c:v>0</c:v>
                </c:pt>
                <c:pt idx="881">
                  <c:v>0</c:v>
                </c:pt>
                <c:pt idx="882">
                  <c:v>0</c:v>
                </c:pt>
                <c:pt idx="883">
                  <c:v>0</c:v>
                </c:pt>
                <c:pt idx="884">
                  <c:v>0</c:v>
                </c:pt>
                <c:pt idx="885">
                  <c:v>0</c:v>
                </c:pt>
                <c:pt idx="886">
                  <c:v>0</c:v>
                </c:pt>
                <c:pt idx="887">
                  <c:v>0</c:v>
                </c:pt>
                <c:pt idx="888">
                  <c:v>0</c:v>
                </c:pt>
                <c:pt idx="889">
                  <c:v>0</c:v>
                </c:pt>
                <c:pt idx="890">
                  <c:v>0</c:v>
                </c:pt>
                <c:pt idx="891">
                  <c:v>0</c:v>
                </c:pt>
                <c:pt idx="892">
                  <c:v>0</c:v>
                </c:pt>
                <c:pt idx="893">
                  <c:v>0</c:v>
                </c:pt>
                <c:pt idx="894">
                  <c:v>0</c:v>
                </c:pt>
                <c:pt idx="895">
                  <c:v>0</c:v>
                </c:pt>
                <c:pt idx="896">
                  <c:v>0</c:v>
                </c:pt>
                <c:pt idx="897">
                  <c:v>0</c:v>
                </c:pt>
                <c:pt idx="898">
                  <c:v>0</c:v>
                </c:pt>
                <c:pt idx="899">
                  <c:v>0</c:v>
                </c:pt>
                <c:pt idx="900">
                  <c:v>0</c:v>
                </c:pt>
                <c:pt idx="901">
                  <c:v>0</c:v>
                </c:pt>
                <c:pt idx="902">
                  <c:v>0</c:v>
                </c:pt>
                <c:pt idx="903">
                  <c:v>0</c:v>
                </c:pt>
                <c:pt idx="904">
                  <c:v>0</c:v>
                </c:pt>
                <c:pt idx="905">
                  <c:v>0</c:v>
                </c:pt>
                <c:pt idx="906">
                  <c:v>0</c:v>
                </c:pt>
                <c:pt idx="907">
                  <c:v>0</c:v>
                </c:pt>
                <c:pt idx="908">
                  <c:v>0</c:v>
                </c:pt>
                <c:pt idx="909">
                  <c:v>0</c:v>
                </c:pt>
                <c:pt idx="910">
                  <c:v>0</c:v>
                </c:pt>
                <c:pt idx="911">
                  <c:v>0</c:v>
                </c:pt>
                <c:pt idx="912">
                  <c:v>0</c:v>
                </c:pt>
                <c:pt idx="913">
                  <c:v>0</c:v>
                </c:pt>
                <c:pt idx="914">
                  <c:v>0</c:v>
                </c:pt>
                <c:pt idx="915">
                  <c:v>0</c:v>
                </c:pt>
                <c:pt idx="916">
                  <c:v>0</c:v>
                </c:pt>
                <c:pt idx="917">
                  <c:v>0</c:v>
                </c:pt>
                <c:pt idx="918">
                  <c:v>0</c:v>
                </c:pt>
                <c:pt idx="919">
                  <c:v>0</c:v>
                </c:pt>
                <c:pt idx="920">
                  <c:v>0</c:v>
                </c:pt>
                <c:pt idx="921">
                  <c:v>0</c:v>
                </c:pt>
                <c:pt idx="922">
                  <c:v>0</c:v>
                </c:pt>
                <c:pt idx="923">
                  <c:v>0</c:v>
                </c:pt>
                <c:pt idx="924">
                  <c:v>0</c:v>
                </c:pt>
                <c:pt idx="925">
                  <c:v>0</c:v>
                </c:pt>
                <c:pt idx="926">
                  <c:v>0</c:v>
                </c:pt>
                <c:pt idx="927">
                  <c:v>0</c:v>
                </c:pt>
                <c:pt idx="928">
                  <c:v>0</c:v>
                </c:pt>
                <c:pt idx="929">
                  <c:v>0</c:v>
                </c:pt>
                <c:pt idx="930">
                  <c:v>0</c:v>
                </c:pt>
                <c:pt idx="931">
                  <c:v>0</c:v>
                </c:pt>
                <c:pt idx="932">
                  <c:v>0</c:v>
                </c:pt>
                <c:pt idx="933">
                  <c:v>0</c:v>
                </c:pt>
                <c:pt idx="934">
                  <c:v>0</c:v>
                </c:pt>
                <c:pt idx="935">
                  <c:v>0</c:v>
                </c:pt>
                <c:pt idx="936">
                  <c:v>0</c:v>
                </c:pt>
                <c:pt idx="937">
                  <c:v>0</c:v>
                </c:pt>
                <c:pt idx="938">
                  <c:v>0</c:v>
                </c:pt>
                <c:pt idx="939">
                  <c:v>0</c:v>
                </c:pt>
                <c:pt idx="940">
                  <c:v>0</c:v>
                </c:pt>
                <c:pt idx="941">
                  <c:v>0</c:v>
                </c:pt>
                <c:pt idx="942">
                  <c:v>0</c:v>
                </c:pt>
                <c:pt idx="943">
                  <c:v>0</c:v>
                </c:pt>
                <c:pt idx="944">
                  <c:v>0</c:v>
                </c:pt>
                <c:pt idx="945">
                  <c:v>0</c:v>
                </c:pt>
                <c:pt idx="946">
                  <c:v>0</c:v>
                </c:pt>
                <c:pt idx="947">
                  <c:v>0</c:v>
                </c:pt>
                <c:pt idx="948">
                  <c:v>0</c:v>
                </c:pt>
                <c:pt idx="949">
                  <c:v>0</c:v>
                </c:pt>
                <c:pt idx="950">
                  <c:v>0</c:v>
                </c:pt>
                <c:pt idx="951">
                  <c:v>0</c:v>
                </c:pt>
                <c:pt idx="952">
                  <c:v>0</c:v>
                </c:pt>
                <c:pt idx="953">
                  <c:v>0</c:v>
                </c:pt>
                <c:pt idx="954">
                  <c:v>0</c:v>
                </c:pt>
                <c:pt idx="955">
                  <c:v>0</c:v>
                </c:pt>
                <c:pt idx="956">
                  <c:v>0</c:v>
                </c:pt>
                <c:pt idx="957">
                  <c:v>0</c:v>
                </c:pt>
                <c:pt idx="958">
                  <c:v>0</c:v>
                </c:pt>
                <c:pt idx="959">
                  <c:v>0</c:v>
                </c:pt>
                <c:pt idx="960">
                  <c:v>0</c:v>
                </c:pt>
                <c:pt idx="961">
                  <c:v>0</c:v>
                </c:pt>
                <c:pt idx="962">
                  <c:v>0</c:v>
                </c:pt>
                <c:pt idx="963">
                  <c:v>0</c:v>
                </c:pt>
                <c:pt idx="964">
                  <c:v>0</c:v>
                </c:pt>
                <c:pt idx="965">
                  <c:v>0</c:v>
                </c:pt>
                <c:pt idx="966">
                  <c:v>0</c:v>
                </c:pt>
                <c:pt idx="967">
                  <c:v>0</c:v>
                </c:pt>
                <c:pt idx="968">
                  <c:v>0</c:v>
                </c:pt>
                <c:pt idx="969">
                  <c:v>0</c:v>
                </c:pt>
                <c:pt idx="970">
                  <c:v>0</c:v>
                </c:pt>
                <c:pt idx="971">
                  <c:v>0</c:v>
                </c:pt>
                <c:pt idx="972">
                  <c:v>0</c:v>
                </c:pt>
                <c:pt idx="973">
                  <c:v>0</c:v>
                </c:pt>
                <c:pt idx="974">
                  <c:v>0</c:v>
                </c:pt>
                <c:pt idx="975">
                  <c:v>0</c:v>
                </c:pt>
                <c:pt idx="976">
                  <c:v>0</c:v>
                </c:pt>
                <c:pt idx="977">
                  <c:v>0</c:v>
                </c:pt>
                <c:pt idx="978">
                  <c:v>0</c:v>
                </c:pt>
                <c:pt idx="979">
                  <c:v>0</c:v>
                </c:pt>
                <c:pt idx="980">
                  <c:v>0</c:v>
                </c:pt>
                <c:pt idx="981">
                  <c:v>0</c:v>
                </c:pt>
                <c:pt idx="982">
                  <c:v>0</c:v>
                </c:pt>
                <c:pt idx="983">
                  <c:v>0</c:v>
                </c:pt>
                <c:pt idx="984">
                  <c:v>0</c:v>
                </c:pt>
                <c:pt idx="985">
                  <c:v>0</c:v>
                </c:pt>
                <c:pt idx="986">
                  <c:v>0</c:v>
                </c:pt>
                <c:pt idx="987">
                  <c:v>0</c:v>
                </c:pt>
                <c:pt idx="988">
                  <c:v>0</c:v>
                </c:pt>
                <c:pt idx="989">
                  <c:v>0</c:v>
                </c:pt>
                <c:pt idx="990">
                  <c:v>0</c:v>
                </c:pt>
                <c:pt idx="991">
                  <c:v>0</c:v>
                </c:pt>
                <c:pt idx="992">
                  <c:v>0</c:v>
                </c:pt>
                <c:pt idx="993">
                  <c:v>0</c:v>
                </c:pt>
                <c:pt idx="994">
                  <c:v>0</c:v>
                </c:pt>
                <c:pt idx="995">
                  <c:v>0</c:v>
                </c:pt>
                <c:pt idx="996">
                  <c:v>0</c:v>
                </c:pt>
                <c:pt idx="997">
                  <c:v>0</c:v>
                </c:pt>
                <c:pt idx="998">
                  <c:v>0</c:v>
                </c:pt>
                <c:pt idx="999">
                  <c:v>0</c:v>
                </c:pt>
                <c:pt idx="1000">
                  <c:v>0</c:v>
                </c:pt>
                <c:pt idx="1001">
                  <c:v>0</c:v>
                </c:pt>
                <c:pt idx="1002">
                  <c:v>0</c:v>
                </c:pt>
                <c:pt idx="1003">
                  <c:v>0</c:v>
                </c:pt>
                <c:pt idx="1004">
                  <c:v>0</c:v>
                </c:pt>
                <c:pt idx="1005">
                  <c:v>0</c:v>
                </c:pt>
                <c:pt idx="1006">
                  <c:v>0</c:v>
                </c:pt>
                <c:pt idx="1007">
                  <c:v>0</c:v>
                </c:pt>
                <c:pt idx="1008">
                  <c:v>0</c:v>
                </c:pt>
                <c:pt idx="1009">
                  <c:v>0</c:v>
                </c:pt>
                <c:pt idx="1010">
                  <c:v>0</c:v>
                </c:pt>
                <c:pt idx="1011">
                  <c:v>0</c:v>
                </c:pt>
                <c:pt idx="1012">
                  <c:v>13.828</c:v>
                </c:pt>
                <c:pt idx="1013">
                  <c:v>13.828</c:v>
                </c:pt>
                <c:pt idx="1014">
                  <c:v>38.512</c:v>
                </c:pt>
                <c:pt idx="1015">
                  <c:v>38.512</c:v>
                </c:pt>
                <c:pt idx="1016">
                  <c:v>26</c:v>
                </c:pt>
                <c:pt idx="1017">
                  <c:v>26</c:v>
                </c:pt>
                <c:pt idx="1018">
                  <c:v>48.013158</c:v>
                </c:pt>
                <c:pt idx="1019">
                  <c:v>48.013158</c:v>
                </c:pt>
                <c:pt idx="1020">
                  <c:v>16.9</c:v>
                </c:pt>
                <c:pt idx="1021">
                  <c:v>16.9</c:v>
                </c:pt>
                <c:pt idx="1022">
                  <c:v>0</c:v>
                </c:pt>
                <c:pt idx="1023">
                  <c:v>0</c:v>
                </c:pt>
                <c:pt idx="1024">
                  <c:v>0</c:v>
                </c:pt>
                <c:pt idx="1025">
                  <c:v>0</c:v>
                </c:pt>
                <c:pt idx="1026">
                  <c:v>37.2</c:v>
                </c:pt>
                <c:pt idx="1027">
                  <c:v>37.2</c:v>
                </c:pt>
                <c:pt idx="1028">
                  <c:v>23.6</c:v>
                </c:pt>
                <c:pt idx="1029">
                  <c:v>23.6</c:v>
                </c:pt>
                <c:pt idx="1030">
                  <c:v>0</c:v>
                </c:pt>
                <c:pt idx="1031">
                  <c:v>0</c:v>
                </c:pt>
                <c:pt idx="1032">
                  <c:v>0</c:v>
                </c:pt>
                <c:pt idx="1033">
                  <c:v>0</c:v>
                </c:pt>
                <c:pt idx="1034">
                  <c:v>0</c:v>
                </c:pt>
                <c:pt idx="1035">
                  <c:v>0</c:v>
                </c:pt>
                <c:pt idx="1036">
                  <c:v>0</c:v>
                </c:pt>
                <c:pt idx="1037">
                  <c:v>0</c:v>
                </c:pt>
                <c:pt idx="1038">
                  <c:v>0</c:v>
                </c:pt>
                <c:pt idx="1039">
                  <c:v>0</c:v>
                </c:pt>
                <c:pt idx="1040">
                  <c:v>0</c:v>
                </c:pt>
                <c:pt idx="1041">
                  <c:v>0</c:v>
                </c:pt>
                <c:pt idx="1042">
                  <c:v>0</c:v>
                </c:pt>
                <c:pt idx="1043">
                  <c:v>0</c:v>
                </c:pt>
                <c:pt idx="1044">
                  <c:v>0</c:v>
                </c:pt>
                <c:pt idx="1045">
                  <c:v>0</c:v>
                </c:pt>
                <c:pt idx="1046">
                  <c:v>0</c:v>
                </c:pt>
                <c:pt idx="1047">
                  <c:v>0</c:v>
                </c:pt>
                <c:pt idx="1048">
                  <c:v>0</c:v>
                </c:pt>
                <c:pt idx="1049">
                  <c:v>0</c:v>
                </c:pt>
                <c:pt idx="1050">
                  <c:v>0</c:v>
                </c:pt>
                <c:pt idx="1051">
                  <c:v>0</c:v>
                </c:pt>
                <c:pt idx="1052">
                  <c:v>0</c:v>
                </c:pt>
                <c:pt idx="1053">
                  <c:v>0</c:v>
                </c:pt>
                <c:pt idx="1054">
                  <c:v>0</c:v>
                </c:pt>
                <c:pt idx="1055">
                  <c:v>0</c:v>
                </c:pt>
                <c:pt idx="1056">
                  <c:v>0</c:v>
                </c:pt>
                <c:pt idx="1057">
                  <c:v>0</c:v>
                </c:pt>
                <c:pt idx="1058">
                  <c:v>0</c:v>
                </c:pt>
                <c:pt idx="1059">
                  <c:v>0</c:v>
                </c:pt>
                <c:pt idx="1060">
                  <c:v>0</c:v>
                </c:pt>
                <c:pt idx="1061">
                  <c:v>0</c:v>
                </c:pt>
                <c:pt idx="1062">
                  <c:v>0</c:v>
                </c:pt>
                <c:pt idx="1063">
                  <c:v>0</c:v>
                </c:pt>
                <c:pt idx="1064">
                  <c:v>0</c:v>
                </c:pt>
                <c:pt idx="1065">
                  <c:v>0</c:v>
                </c:pt>
                <c:pt idx="1066">
                  <c:v>0</c:v>
                </c:pt>
                <c:pt idx="1067">
                  <c:v>0</c:v>
                </c:pt>
                <c:pt idx="1068">
                  <c:v>0</c:v>
                </c:pt>
                <c:pt idx="1069">
                  <c:v>0</c:v>
                </c:pt>
                <c:pt idx="1070">
                  <c:v>0</c:v>
                </c:pt>
                <c:pt idx="1071">
                  <c:v>0</c:v>
                </c:pt>
                <c:pt idx="1072">
                  <c:v>0</c:v>
                </c:pt>
                <c:pt idx="1073">
                  <c:v>0</c:v>
                </c:pt>
                <c:pt idx="1074">
                  <c:v>0</c:v>
                </c:pt>
                <c:pt idx="1075">
                  <c:v>0</c:v>
                </c:pt>
                <c:pt idx="1076">
                  <c:v>0</c:v>
                </c:pt>
                <c:pt idx="1077">
                  <c:v>0</c:v>
                </c:pt>
                <c:pt idx="1078">
                  <c:v>0</c:v>
                </c:pt>
                <c:pt idx="1079">
                  <c:v>0</c:v>
                </c:pt>
                <c:pt idx="1080">
                  <c:v>0</c:v>
                </c:pt>
                <c:pt idx="1081">
                  <c:v>0</c:v>
                </c:pt>
                <c:pt idx="1082">
                  <c:v>0</c:v>
                </c:pt>
                <c:pt idx="1083">
                  <c:v>0</c:v>
                </c:pt>
                <c:pt idx="1084">
                  <c:v>0</c:v>
                </c:pt>
                <c:pt idx="1085">
                  <c:v>0</c:v>
                </c:pt>
                <c:pt idx="1086">
                  <c:v>0</c:v>
                </c:pt>
                <c:pt idx="1087">
                  <c:v>0</c:v>
                </c:pt>
                <c:pt idx="1088">
                  <c:v>0</c:v>
                </c:pt>
                <c:pt idx="1089">
                  <c:v>0</c:v>
                </c:pt>
                <c:pt idx="1090">
                  <c:v>0</c:v>
                </c:pt>
                <c:pt idx="1091">
                  <c:v>0</c:v>
                </c:pt>
                <c:pt idx="1092">
                  <c:v>0</c:v>
                </c:pt>
                <c:pt idx="1093">
                  <c:v>0</c:v>
                </c:pt>
                <c:pt idx="1094">
                  <c:v>0</c:v>
                </c:pt>
                <c:pt idx="1095">
                  <c:v>0</c:v>
                </c:pt>
                <c:pt idx="1096">
                  <c:v>0</c:v>
                </c:pt>
                <c:pt idx="1097">
                  <c:v>0</c:v>
                </c:pt>
                <c:pt idx="1098">
                  <c:v>0</c:v>
                </c:pt>
                <c:pt idx="1099">
                  <c:v>0</c:v>
                </c:pt>
                <c:pt idx="1100">
                  <c:v>0</c:v>
                </c:pt>
                <c:pt idx="1101">
                  <c:v>0</c:v>
                </c:pt>
                <c:pt idx="1102">
                  <c:v>0</c:v>
                </c:pt>
                <c:pt idx="1103">
                  <c:v>0</c:v>
                </c:pt>
                <c:pt idx="1104">
                  <c:v>0</c:v>
                </c:pt>
                <c:pt idx="1105">
                  <c:v>0</c:v>
                </c:pt>
                <c:pt idx="1106">
                  <c:v>0</c:v>
                </c:pt>
                <c:pt idx="1107">
                  <c:v>0</c:v>
                </c:pt>
                <c:pt idx="1108">
                  <c:v>0</c:v>
                </c:pt>
                <c:pt idx="1109">
                  <c:v>0</c:v>
                </c:pt>
                <c:pt idx="1110">
                  <c:v>0</c:v>
                </c:pt>
                <c:pt idx="1111">
                  <c:v>0</c:v>
                </c:pt>
                <c:pt idx="1112">
                  <c:v>0</c:v>
                </c:pt>
                <c:pt idx="1113">
                  <c:v>0</c:v>
                </c:pt>
                <c:pt idx="1114">
                  <c:v>0</c:v>
                </c:pt>
                <c:pt idx="1115">
                  <c:v>0</c:v>
                </c:pt>
                <c:pt idx="1116">
                  <c:v>0</c:v>
                </c:pt>
                <c:pt idx="1117">
                  <c:v>0</c:v>
                </c:pt>
                <c:pt idx="1118">
                  <c:v>0</c:v>
                </c:pt>
                <c:pt idx="1119">
                  <c:v>0</c:v>
                </c:pt>
                <c:pt idx="1120">
                  <c:v>0</c:v>
                </c:pt>
                <c:pt idx="1121">
                  <c:v>0</c:v>
                </c:pt>
                <c:pt idx="1122">
                  <c:v>0</c:v>
                </c:pt>
                <c:pt idx="1123">
                  <c:v>0</c:v>
                </c:pt>
                <c:pt idx="1124">
                  <c:v>0</c:v>
                </c:pt>
                <c:pt idx="1125">
                  <c:v>0</c:v>
                </c:pt>
                <c:pt idx="1126">
                  <c:v>0</c:v>
                </c:pt>
                <c:pt idx="1127">
                  <c:v>0</c:v>
                </c:pt>
                <c:pt idx="1128">
                  <c:v>60</c:v>
                </c:pt>
                <c:pt idx="1129">
                  <c:v>60</c:v>
                </c:pt>
                <c:pt idx="1130">
                  <c:v>90</c:v>
                </c:pt>
                <c:pt idx="1131">
                  <c:v>90</c:v>
                </c:pt>
                <c:pt idx="1132">
                  <c:v>59.340622</c:v>
                </c:pt>
                <c:pt idx="1133">
                  <c:v>59.340622</c:v>
                </c:pt>
                <c:pt idx="1134">
                  <c:v>0</c:v>
                </c:pt>
                <c:pt idx="1135">
                  <c:v>0</c:v>
                </c:pt>
                <c:pt idx="1136">
                  <c:v>0</c:v>
                </c:pt>
                <c:pt idx="1137">
                  <c:v>0</c:v>
                </c:pt>
                <c:pt idx="1138">
                  <c:v>0</c:v>
                </c:pt>
                <c:pt idx="1139">
                  <c:v>0</c:v>
                </c:pt>
                <c:pt idx="1140">
                  <c:v>0</c:v>
                </c:pt>
                <c:pt idx="1141">
                  <c:v>0</c:v>
                </c:pt>
                <c:pt idx="1142">
                  <c:v>0</c:v>
                </c:pt>
                <c:pt idx="1143">
                  <c:v>0</c:v>
                </c:pt>
                <c:pt idx="1144">
                  <c:v>0</c:v>
                </c:pt>
                <c:pt idx="1145">
                  <c:v>0</c:v>
                </c:pt>
                <c:pt idx="1146">
                  <c:v>0</c:v>
                </c:pt>
                <c:pt idx="1147">
                  <c:v>0</c:v>
                </c:pt>
                <c:pt idx="1148">
                  <c:v>0</c:v>
                </c:pt>
                <c:pt idx="1149">
                  <c:v>0</c:v>
                </c:pt>
                <c:pt idx="1150">
                  <c:v>0</c:v>
                </c:pt>
                <c:pt idx="1151">
                  <c:v>0</c:v>
                </c:pt>
                <c:pt idx="1152">
                  <c:v>60.0003</c:v>
                </c:pt>
                <c:pt idx="1153">
                  <c:v>60.0003</c:v>
                </c:pt>
                <c:pt idx="1154">
                  <c:v>180.0002</c:v>
                </c:pt>
                <c:pt idx="1155">
                  <c:v>180.0002</c:v>
                </c:pt>
                <c:pt idx="1156">
                  <c:v>200</c:v>
                </c:pt>
                <c:pt idx="1157">
                  <c:v>200</c:v>
                </c:pt>
                <c:pt idx="1158">
                  <c:v>0.0003</c:v>
                </c:pt>
                <c:pt idx="1159">
                  <c:v>0.0003</c:v>
                </c:pt>
                <c:pt idx="1160">
                  <c:v>90.0002</c:v>
                </c:pt>
                <c:pt idx="1161">
                  <c:v>90.0002</c:v>
                </c:pt>
                <c:pt idx="1162">
                  <c:v>200</c:v>
                </c:pt>
                <c:pt idx="1163">
                  <c:v>200</c:v>
                </c:pt>
                <c:pt idx="1164">
                  <c:v>0.0001</c:v>
                </c:pt>
                <c:pt idx="1165">
                  <c:v>0.0001</c:v>
                </c:pt>
                <c:pt idx="1166">
                  <c:v>128.9216</c:v>
                </c:pt>
                <c:pt idx="1167">
                  <c:v>128.9216</c:v>
                </c:pt>
                <c:pt idx="1168">
                  <c:v>90</c:v>
                </c:pt>
                <c:pt idx="1169">
                  <c:v>90</c:v>
                </c:pt>
                <c:pt idx="1170">
                  <c:v>180.0002</c:v>
                </c:pt>
                <c:pt idx="1171">
                  <c:v>180.0002</c:v>
                </c:pt>
                <c:pt idx="1172">
                  <c:v>150.0002</c:v>
                </c:pt>
                <c:pt idx="1173">
                  <c:v>150.0002</c:v>
                </c:pt>
                <c:pt idx="1174">
                  <c:v>200</c:v>
                </c:pt>
                <c:pt idx="1175">
                  <c:v>200</c:v>
                </c:pt>
                <c:pt idx="1176">
                  <c:v>200</c:v>
                </c:pt>
                <c:pt idx="1177">
                  <c:v>200</c:v>
                </c:pt>
                <c:pt idx="1178">
                  <c:v>200</c:v>
                </c:pt>
                <c:pt idx="1179">
                  <c:v>200</c:v>
                </c:pt>
                <c:pt idx="1180">
                  <c:v>200</c:v>
                </c:pt>
                <c:pt idx="1181">
                  <c:v>200</c:v>
                </c:pt>
                <c:pt idx="1182">
                  <c:v>0</c:v>
                </c:pt>
                <c:pt idx="1183">
                  <c:v>0</c:v>
                </c:pt>
                <c:pt idx="1184">
                  <c:v>200</c:v>
                </c:pt>
                <c:pt idx="1185">
                  <c:v>200</c:v>
                </c:pt>
                <c:pt idx="1186">
                  <c:v>60</c:v>
                </c:pt>
                <c:pt idx="1187">
                  <c:v>60</c:v>
                </c:pt>
                <c:pt idx="1188">
                  <c:v>0</c:v>
                </c:pt>
                <c:pt idx="1189">
                  <c:v>0</c:v>
                </c:pt>
                <c:pt idx="1190">
                  <c:v>200</c:v>
                </c:pt>
                <c:pt idx="1191">
                  <c:v>200</c:v>
                </c:pt>
                <c:pt idx="1192">
                  <c:v>200</c:v>
                </c:pt>
                <c:pt idx="1193">
                  <c:v>200</c:v>
                </c:pt>
                <c:pt idx="1194">
                  <c:v>200</c:v>
                </c:pt>
                <c:pt idx="1195">
                  <c:v>200</c:v>
                </c:pt>
                <c:pt idx="1196">
                  <c:v>200</c:v>
                </c:pt>
                <c:pt idx="1197">
                  <c:v>200</c:v>
                </c:pt>
                <c:pt idx="1198">
                  <c:v>200</c:v>
                </c:pt>
                <c:pt idx="1199">
                  <c:v>200</c:v>
                </c:pt>
                <c:pt idx="1200">
                  <c:v>0</c:v>
                </c:pt>
                <c:pt idx="1201">
                  <c:v>0</c:v>
                </c:pt>
                <c:pt idx="1202">
                  <c:v>197.237</c:v>
                </c:pt>
                <c:pt idx="1203">
                  <c:v>197.237</c:v>
                </c:pt>
                <c:pt idx="1204">
                  <c:v>197.308</c:v>
                </c:pt>
                <c:pt idx="1205">
                  <c:v>197.308</c:v>
                </c:pt>
                <c:pt idx="1206">
                  <c:v>57.728734</c:v>
                </c:pt>
                <c:pt idx="1207">
                  <c:v>57.728734</c:v>
                </c:pt>
                <c:pt idx="1208">
                  <c:v>3.117</c:v>
                </c:pt>
                <c:pt idx="1209">
                  <c:v>3.117</c:v>
                </c:pt>
                <c:pt idx="1210">
                  <c:v>0</c:v>
                </c:pt>
                <c:pt idx="1211">
                  <c:v>0</c:v>
                </c:pt>
                <c:pt idx="1212">
                  <c:v>0</c:v>
                </c:pt>
                <c:pt idx="1213">
                  <c:v>0</c:v>
                </c:pt>
                <c:pt idx="1214">
                  <c:v>0</c:v>
                </c:pt>
                <c:pt idx="1215">
                  <c:v>0</c:v>
                </c:pt>
                <c:pt idx="1216">
                  <c:v>0</c:v>
                </c:pt>
                <c:pt idx="1217">
                  <c:v>0</c:v>
                </c:pt>
                <c:pt idx="1218">
                  <c:v>0</c:v>
                </c:pt>
                <c:pt idx="1219">
                  <c:v>0</c:v>
                </c:pt>
                <c:pt idx="1220">
                  <c:v>0</c:v>
                </c:pt>
                <c:pt idx="1221">
                  <c:v>0</c:v>
                </c:pt>
                <c:pt idx="1222">
                  <c:v>0</c:v>
                </c:pt>
                <c:pt idx="1223">
                  <c:v>0</c:v>
                </c:pt>
                <c:pt idx="1224">
                  <c:v>0</c:v>
                </c:pt>
                <c:pt idx="1225">
                  <c:v>0</c:v>
                </c:pt>
                <c:pt idx="1226">
                  <c:v>0</c:v>
                </c:pt>
                <c:pt idx="1227">
                  <c:v>0</c:v>
                </c:pt>
                <c:pt idx="1228">
                  <c:v>0</c:v>
                </c:pt>
                <c:pt idx="1229">
                  <c:v>0</c:v>
                </c:pt>
                <c:pt idx="1230">
                  <c:v>0</c:v>
                </c:pt>
                <c:pt idx="1231">
                  <c:v>0</c:v>
                </c:pt>
                <c:pt idx="1232">
                  <c:v>0</c:v>
                </c:pt>
                <c:pt idx="1233">
                  <c:v>0</c:v>
                </c:pt>
                <c:pt idx="1234">
                  <c:v>0</c:v>
                </c:pt>
                <c:pt idx="1235">
                  <c:v>0</c:v>
                </c:pt>
                <c:pt idx="1236">
                  <c:v>0</c:v>
                </c:pt>
                <c:pt idx="1237">
                  <c:v>0</c:v>
                </c:pt>
                <c:pt idx="1238">
                  <c:v>0</c:v>
                </c:pt>
                <c:pt idx="1239">
                  <c:v>0</c:v>
                </c:pt>
                <c:pt idx="1240">
                  <c:v>0</c:v>
                </c:pt>
                <c:pt idx="1241">
                  <c:v>0</c:v>
                </c:pt>
                <c:pt idx="1242">
                  <c:v>0</c:v>
                </c:pt>
                <c:pt idx="1243">
                  <c:v>0</c:v>
                </c:pt>
                <c:pt idx="1244">
                  <c:v>0</c:v>
                </c:pt>
                <c:pt idx="1245">
                  <c:v>0</c:v>
                </c:pt>
                <c:pt idx="1246">
                  <c:v>0</c:v>
                </c:pt>
                <c:pt idx="1247">
                  <c:v>0</c:v>
                </c:pt>
                <c:pt idx="1248">
                  <c:v>0</c:v>
                </c:pt>
                <c:pt idx="1249">
                  <c:v>0</c:v>
                </c:pt>
                <c:pt idx="1250">
                  <c:v>0</c:v>
                </c:pt>
                <c:pt idx="1251">
                  <c:v>0</c:v>
                </c:pt>
                <c:pt idx="1252">
                  <c:v>0</c:v>
                </c:pt>
                <c:pt idx="1253">
                  <c:v>0</c:v>
                </c:pt>
                <c:pt idx="1254">
                  <c:v>0</c:v>
                </c:pt>
                <c:pt idx="1255">
                  <c:v>0</c:v>
                </c:pt>
                <c:pt idx="1256">
                  <c:v>0</c:v>
                </c:pt>
                <c:pt idx="1257">
                  <c:v>0</c:v>
                </c:pt>
                <c:pt idx="1258">
                  <c:v>0</c:v>
                </c:pt>
                <c:pt idx="1259">
                  <c:v>0</c:v>
                </c:pt>
                <c:pt idx="1260">
                  <c:v>0</c:v>
                </c:pt>
                <c:pt idx="1261">
                  <c:v>0</c:v>
                </c:pt>
                <c:pt idx="1262">
                  <c:v>0</c:v>
                </c:pt>
                <c:pt idx="1263">
                  <c:v>0</c:v>
                </c:pt>
                <c:pt idx="1264">
                  <c:v>0</c:v>
                </c:pt>
                <c:pt idx="1265">
                  <c:v>0</c:v>
                </c:pt>
                <c:pt idx="1266">
                  <c:v>0</c:v>
                </c:pt>
                <c:pt idx="1267">
                  <c:v>0</c:v>
                </c:pt>
                <c:pt idx="1268">
                  <c:v>0</c:v>
                </c:pt>
                <c:pt idx="1269">
                  <c:v>0</c:v>
                </c:pt>
                <c:pt idx="1270">
                  <c:v>0</c:v>
                </c:pt>
                <c:pt idx="1271">
                  <c:v>0</c:v>
                </c:pt>
                <c:pt idx="1272">
                  <c:v>0</c:v>
                </c:pt>
                <c:pt idx="1273">
                  <c:v>0</c:v>
                </c:pt>
                <c:pt idx="1274">
                  <c:v>0</c:v>
                </c:pt>
                <c:pt idx="1275">
                  <c:v>0</c:v>
                </c:pt>
                <c:pt idx="1276">
                  <c:v>0</c:v>
                </c:pt>
                <c:pt idx="1277">
                  <c:v>0</c:v>
                </c:pt>
                <c:pt idx="1278">
                  <c:v>0</c:v>
                </c:pt>
                <c:pt idx="1279">
                  <c:v>0</c:v>
                </c:pt>
                <c:pt idx="1280">
                  <c:v>0</c:v>
                </c:pt>
                <c:pt idx="1281">
                  <c:v>0</c:v>
                </c:pt>
                <c:pt idx="1282">
                  <c:v>0</c:v>
                </c:pt>
                <c:pt idx="1283">
                  <c:v>0</c:v>
                </c:pt>
                <c:pt idx="1284">
                  <c:v>0</c:v>
                </c:pt>
                <c:pt idx="1285">
                  <c:v>0</c:v>
                </c:pt>
                <c:pt idx="1286">
                  <c:v>0</c:v>
                </c:pt>
                <c:pt idx="1287">
                  <c:v>0</c:v>
                </c:pt>
                <c:pt idx="1288">
                  <c:v>0</c:v>
                </c:pt>
                <c:pt idx="1289">
                  <c:v>0</c:v>
                </c:pt>
                <c:pt idx="1290">
                  <c:v>0</c:v>
                </c:pt>
                <c:pt idx="1291">
                  <c:v>0</c:v>
                </c:pt>
                <c:pt idx="1292">
                  <c:v>0</c:v>
                </c:pt>
                <c:pt idx="1293">
                  <c:v>0</c:v>
                </c:pt>
                <c:pt idx="1294">
                  <c:v>0</c:v>
                </c:pt>
                <c:pt idx="1295">
                  <c:v>0</c:v>
                </c:pt>
                <c:pt idx="1296">
                  <c:v>0</c:v>
                </c:pt>
                <c:pt idx="1297">
                  <c:v>0</c:v>
                </c:pt>
                <c:pt idx="1298">
                  <c:v>0</c:v>
                </c:pt>
                <c:pt idx="1299">
                  <c:v>0</c:v>
                </c:pt>
                <c:pt idx="1300">
                  <c:v>0</c:v>
                </c:pt>
                <c:pt idx="1301">
                  <c:v>0</c:v>
                </c:pt>
                <c:pt idx="1302">
                  <c:v>0</c:v>
                </c:pt>
                <c:pt idx="1303">
                  <c:v>0</c:v>
                </c:pt>
                <c:pt idx="1304">
                  <c:v>0</c:v>
                </c:pt>
                <c:pt idx="1305">
                  <c:v>0</c:v>
                </c:pt>
                <c:pt idx="1306">
                  <c:v>0</c:v>
                </c:pt>
                <c:pt idx="1307">
                  <c:v>0</c:v>
                </c:pt>
                <c:pt idx="1308">
                  <c:v>101.415296</c:v>
                </c:pt>
                <c:pt idx="1309">
                  <c:v>101.415296</c:v>
                </c:pt>
                <c:pt idx="1310">
                  <c:v>0</c:v>
                </c:pt>
                <c:pt idx="1311">
                  <c:v>0</c:v>
                </c:pt>
                <c:pt idx="1312">
                  <c:v>0.0001</c:v>
                </c:pt>
                <c:pt idx="1313">
                  <c:v>0.0001</c:v>
                </c:pt>
                <c:pt idx="1314">
                  <c:v>48.418466</c:v>
                </c:pt>
                <c:pt idx="1315">
                  <c:v>48.418466</c:v>
                </c:pt>
                <c:pt idx="1316">
                  <c:v>98.156084</c:v>
                </c:pt>
                <c:pt idx="1317">
                  <c:v>98.156084</c:v>
                </c:pt>
                <c:pt idx="1318">
                  <c:v>60.0001</c:v>
                </c:pt>
                <c:pt idx="1319">
                  <c:v>60.0001</c:v>
                </c:pt>
                <c:pt idx="1320">
                  <c:v>0</c:v>
                </c:pt>
                <c:pt idx="1321">
                  <c:v>0</c:v>
                </c:pt>
                <c:pt idx="1322">
                  <c:v>0</c:v>
                </c:pt>
                <c:pt idx="1323">
                  <c:v>0</c:v>
                </c:pt>
                <c:pt idx="1324">
                  <c:v>0</c:v>
                </c:pt>
                <c:pt idx="1325">
                  <c:v>0</c:v>
                </c:pt>
                <c:pt idx="1326">
                  <c:v>0</c:v>
                </c:pt>
                <c:pt idx="1327">
                  <c:v>0</c:v>
                </c:pt>
                <c:pt idx="1328">
                  <c:v>0</c:v>
                </c:pt>
                <c:pt idx="1329">
                  <c:v>0</c:v>
                </c:pt>
                <c:pt idx="1330">
                  <c:v>0</c:v>
                </c:pt>
                <c:pt idx="1331">
                  <c:v>0</c:v>
                </c:pt>
                <c:pt idx="1332">
                  <c:v>0</c:v>
                </c:pt>
                <c:pt idx="1333">
                  <c:v>0</c:v>
                </c:pt>
                <c:pt idx="1334">
                  <c:v>0</c:v>
                </c:pt>
                <c:pt idx="1335">
                  <c:v>0</c:v>
                </c:pt>
                <c:pt idx="1336">
                  <c:v>0</c:v>
                </c:pt>
                <c:pt idx="1337">
                  <c:v>0</c:v>
                </c:pt>
                <c:pt idx="1338">
                  <c:v>0</c:v>
                </c:pt>
                <c:pt idx="1339">
                  <c:v>0</c:v>
                </c:pt>
                <c:pt idx="1340">
                  <c:v>0</c:v>
                </c:pt>
                <c:pt idx="1341">
                  <c:v>0</c:v>
                </c:pt>
                <c:pt idx="1342">
                  <c:v>0</c:v>
                </c:pt>
                <c:pt idx="1343">
                  <c:v>0</c:v>
                </c:pt>
              </c:numCache>
            </c:numRef>
          </c:yVal>
          <c:smooth val="0"/>
        </c:ser>
        <c:ser>
          <c:idx val="1"/>
          <c:order val="1"/>
          <c:tx>
            <c:v>11月</c:v>
          </c:tx>
          <c:spPr>
            <a:ln xmlns:a="http://schemas.openxmlformats.org/drawingml/2006/main" w="19050">
              <a:solidFill>
                <a:srgbClr val="159A8C"/>
              </a:solidFill>
            </a:ln>
          </c:spPr>
          <c:marker>
            <c:symbol val="none"/>
          </c:marker>
          <c:xVal>
            <c:numRef>
              <c:f>'Chart Data'!$C$2:$C$1345</c:f>
              <c:numCache>
                <c:formatCode>General</c:formatCode>
                <c:ptCount val="1344"/>
                <c:pt idx="0">
                  <c:v>0</c:v>
                </c:pt>
                <c:pt idx="1">
                  <c:v>0.25</c:v>
                </c:pt>
                <c:pt idx="2">
                  <c:v>0.25</c:v>
                </c:pt>
                <c:pt idx="3">
                  <c:v>0.5</c:v>
                </c:pt>
                <c:pt idx="4">
                  <c:v>0.5</c:v>
                </c:pt>
                <c:pt idx="5">
                  <c:v>0.75</c:v>
                </c:pt>
                <c:pt idx="6">
                  <c:v>0.75</c:v>
                </c:pt>
                <c:pt idx="7">
                  <c:v>1</c:v>
                </c:pt>
                <c:pt idx="8">
                  <c:v>1</c:v>
                </c:pt>
                <c:pt idx="9">
                  <c:v>1.25</c:v>
                </c:pt>
                <c:pt idx="10">
                  <c:v>1.25</c:v>
                </c:pt>
                <c:pt idx="11">
                  <c:v>1.5</c:v>
                </c:pt>
                <c:pt idx="12">
                  <c:v>1.5</c:v>
                </c:pt>
                <c:pt idx="13">
                  <c:v>1.75</c:v>
                </c:pt>
                <c:pt idx="14">
                  <c:v>1.75</c:v>
                </c:pt>
                <c:pt idx="15">
                  <c:v>2</c:v>
                </c:pt>
                <c:pt idx="16">
                  <c:v>2</c:v>
                </c:pt>
                <c:pt idx="17">
                  <c:v>2.25</c:v>
                </c:pt>
                <c:pt idx="18">
                  <c:v>2.25</c:v>
                </c:pt>
                <c:pt idx="19">
                  <c:v>2.5</c:v>
                </c:pt>
                <c:pt idx="20">
                  <c:v>2.5</c:v>
                </c:pt>
                <c:pt idx="21">
                  <c:v>2.75</c:v>
                </c:pt>
                <c:pt idx="22">
                  <c:v>2.75</c:v>
                </c:pt>
                <c:pt idx="23">
                  <c:v>3</c:v>
                </c:pt>
                <c:pt idx="24">
                  <c:v>3</c:v>
                </c:pt>
                <c:pt idx="25">
                  <c:v>3.25</c:v>
                </c:pt>
                <c:pt idx="26">
                  <c:v>3.25</c:v>
                </c:pt>
                <c:pt idx="27">
                  <c:v>3.5</c:v>
                </c:pt>
                <c:pt idx="28">
                  <c:v>3.5</c:v>
                </c:pt>
                <c:pt idx="29">
                  <c:v>3.75</c:v>
                </c:pt>
                <c:pt idx="30">
                  <c:v>3.75</c:v>
                </c:pt>
                <c:pt idx="31">
                  <c:v>4</c:v>
                </c:pt>
                <c:pt idx="32">
                  <c:v>4</c:v>
                </c:pt>
                <c:pt idx="33">
                  <c:v>4.25</c:v>
                </c:pt>
                <c:pt idx="34">
                  <c:v>4.25</c:v>
                </c:pt>
                <c:pt idx="35">
                  <c:v>4.5</c:v>
                </c:pt>
                <c:pt idx="36">
                  <c:v>4.5</c:v>
                </c:pt>
                <c:pt idx="37">
                  <c:v>4.75</c:v>
                </c:pt>
                <c:pt idx="38">
                  <c:v>4.75</c:v>
                </c:pt>
                <c:pt idx="39">
                  <c:v>5</c:v>
                </c:pt>
                <c:pt idx="40">
                  <c:v>5</c:v>
                </c:pt>
                <c:pt idx="41">
                  <c:v>5.25</c:v>
                </c:pt>
                <c:pt idx="42">
                  <c:v>5.25</c:v>
                </c:pt>
                <c:pt idx="43">
                  <c:v>5.5</c:v>
                </c:pt>
                <c:pt idx="44">
                  <c:v>5.5</c:v>
                </c:pt>
                <c:pt idx="45">
                  <c:v>5.75</c:v>
                </c:pt>
                <c:pt idx="46">
                  <c:v>5.75</c:v>
                </c:pt>
                <c:pt idx="47">
                  <c:v>6</c:v>
                </c:pt>
                <c:pt idx="48">
                  <c:v>6</c:v>
                </c:pt>
                <c:pt idx="49">
                  <c:v>6.25</c:v>
                </c:pt>
                <c:pt idx="50">
                  <c:v>6.25</c:v>
                </c:pt>
                <c:pt idx="51">
                  <c:v>6.5</c:v>
                </c:pt>
                <c:pt idx="52">
                  <c:v>6.5</c:v>
                </c:pt>
                <c:pt idx="53">
                  <c:v>6.75</c:v>
                </c:pt>
                <c:pt idx="54">
                  <c:v>6.75</c:v>
                </c:pt>
                <c:pt idx="55">
                  <c:v>7</c:v>
                </c:pt>
                <c:pt idx="56">
                  <c:v>7</c:v>
                </c:pt>
                <c:pt idx="57">
                  <c:v>7.25</c:v>
                </c:pt>
                <c:pt idx="58">
                  <c:v>7.25</c:v>
                </c:pt>
                <c:pt idx="59">
                  <c:v>7.5</c:v>
                </c:pt>
                <c:pt idx="60">
                  <c:v>7.5</c:v>
                </c:pt>
                <c:pt idx="61">
                  <c:v>7.75</c:v>
                </c:pt>
                <c:pt idx="62">
                  <c:v>7.75</c:v>
                </c:pt>
                <c:pt idx="63">
                  <c:v>8</c:v>
                </c:pt>
                <c:pt idx="64">
                  <c:v>8</c:v>
                </c:pt>
                <c:pt idx="65">
                  <c:v>8.25</c:v>
                </c:pt>
                <c:pt idx="66">
                  <c:v>8.25</c:v>
                </c:pt>
                <c:pt idx="67">
                  <c:v>8.5</c:v>
                </c:pt>
                <c:pt idx="68">
                  <c:v>8.5</c:v>
                </c:pt>
                <c:pt idx="69">
                  <c:v>8.75</c:v>
                </c:pt>
                <c:pt idx="70">
                  <c:v>8.75</c:v>
                </c:pt>
                <c:pt idx="71">
                  <c:v>9</c:v>
                </c:pt>
                <c:pt idx="72">
                  <c:v>9</c:v>
                </c:pt>
                <c:pt idx="73">
                  <c:v>9.25</c:v>
                </c:pt>
                <c:pt idx="74">
                  <c:v>9.25</c:v>
                </c:pt>
                <c:pt idx="75">
                  <c:v>9.5</c:v>
                </c:pt>
                <c:pt idx="76">
                  <c:v>9.5</c:v>
                </c:pt>
                <c:pt idx="77">
                  <c:v>9.75</c:v>
                </c:pt>
                <c:pt idx="78">
                  <c:v>9.75</c:v>
                </c:pt>
                <c:pt idx="79">
                  <c:v>10</c:v>
                </c:pt>
                <c:pt idx="80">
                  <c:v>10</c:v>
                </c:pt>
                <c:pt idx="81">
                  <c:v>10.25</c:v>
                </c:pt>
                <c:pt idx="82">
                  <c:v>10.25</c:v>
                </c:pt>
                <c:pt idx="83">
                  <c:v>10.5</c:v>
                </c:pt>
                <c:pt idx="84">
                  <c:v>10.5</c:v>
                </c:pt>
                <c:pt idx="85">
                  <c:v>10.75</c:v>
                </c:pt>
                <c:pt idx="86">
                  <c:v>10.75</c:v>
                </c:pt>
                <c:pt idx="87">
                  <c:v>11</c:v>
                </c:pt>
                <c:pt idx="88">
                  <c:v>11</c:v>
                </c:pt>
                <c:pt idx="89">
                  <c:v>11.25</c:v>
                </c:pt>
                <c:pt idx="90">
                  <c:v>11.25</c:v>
                </c:pt>
                <c:pt idx="91">
                  <c:v>11.5</c:v>
                </c:pt>
                <c:pt idx="92">
                  <c:v>11.5</c:v>
                </c:pt>
                <c:pt idx="93">
                  <c:v>11.75</c:v>
                </c:pt>
                <c:pt idx="94">
                  <c:v>11.75</c:v>
                </c:pt>
                <c:pt idx="95">
                  <c:v>12</c:v>
                </c:pt>
                <c:pt idx="96">
                  <c:v>12</c:v>
                </c:pt>
                <c:pt idx="97">
                  <c:v>12.25</c:v>
                </c:pt>
                <c:pt idx="98">
                  <c:v>12.25</c:v>
                </c:pt>
                <c:pt idx="99">
                  <c:v>12.5</c:v>
                </c:pt>
                <c:pt idx="100">
                  <c:v>12.5</c:v>
                </c:pt>
                <c:pt idx="101">
                  <c:v>12.75</c:v>
                </c:pt>
                <c:pt idx="102">
                  <c:v>12.75</c:v>
                </c:pt>
                <c:pt idx="103">
                  <c:v>13</c:v>
                </c:pt>
                <c:pt idx="104">
                  <c:v>13</c:v>
                </c:pt>
                <c:pt idx="105">
                  <c:v>13.25</c:v>
                </c:pt>
                <c:pt idx="106">
                  <c:v>13.25</c:v>
                </c:pt>
                <c:pt idx="107">
                  <c:v>13.5</c:v>
                </c:pt>
                <c:pt idx="108">
                  <c:v>13.5</c:v>
                </c:pt>
                <c:pt idx="109">
                  <c:v>13.75</c:v>
                </c:pt>
                <c:pt idx="110">
                  <c:v>13.75</c:v>
                </c:pt>
                <c:pt idx="111">
                  <c:v>14</c:v>
                </c:pt>
                <c:pt idx="112">
                  <c:v>14</c:v>
                </c:pt>
                <c:pt idx="113">
                  <c:v>14.25</c:v>
                </c:pt>
                <c:pt idx="114">
                  <c:v>14.25</c:v>
                </c:pt>
                <c:pt idx="115">
                  <c:v>14.5</c:v>
                </c:pt>
                <c:pt idx="116">
                  <c:v>14.5</c:v>
                </c:pt>
                <c:pt idx="117">
                  <c:v>14.75</c:v>
                </c:pt>
                <c:pt idx="118">
                  <c:v>14.75</c:v>
                </c:pt>
                <c:pt idx="119">
                  <c:v>15</c:v>
                </c:pt>
                <c:pt idx="120">
                  <c:v>15</c:v>
                </c:pt>
                <c:pt idx="121">
                  <c:v>15.25</c:v>
                </c:pt>
                <c:pt idx="122">
                  <c:v>15.25</c:v>
                </c:pt>
                <c:pt idx="123">
                  <c:v>15.5</c:v>
                </c:pt>
                <c:pt idx="124">
                  <c:v>15.5</c:v>
                </c:pt>
                <c:pt idx="125">
                  <c:v>15.75</c:v>
                </c:pt>
                <c:pt idx="126">
                  <c:v>15.75</c:v>
                </c:pt>
                <c:pt idx="127">
                  <c:v>16</c:v>
                </c:pt>
                <c:pt idx="128">
                  <c:v>16</c:v>
                </c:pt>
                <c:pt idx="129">
                  <c:v>16.25</c:v>
                </c:pt>
                <c:pt idx="130">
                  <c:v>16.25</c:v>
                </c:pt>
                <c:pt idx="131">
                  <c:v>16.5</c:v>
                </c:pt>
                <c:pt idx="132">
                  <c:v>16.5</c:v>
                </c:pt>
                <c:pt idx="133">
                  <c:v>16.75</c:v>
                </c:pt>
                <c:pt idx="134">
                  <c:v>16.75</c:v>
                </c:pt>
                <c:pt idx="135">
                  <c:v>17</c:v>
                </c:pt>
                <c:pt idx="136">
                  <c:v>17</c:v>
                </c:pt>
                <c:pt idx="137">
                  <c:v>17.25</c:v>
                </c:pt>
                <c:pt idx="138">
                  <c:v>17.25</c:v>
                </c:pt>
                <c:pt idx="139">
                  <c:v>17.5</c:v>
                </c:pt>
                <c:pt idx="140">
                  <c:v>17.5</c:v>
                </c:pt>
                <c:pt idx="141">
                  <c:v>17.75</c:v>
                </c:pt>
                <c:pt idx="142">
                  <c:v>17.75</c:v>
                </c:pt>
                <c:pt idx="143">
                  <c:v>18</c:v>
                </c:pt>
                <c:pt idx="144">
                  <c:v>18</c:v>
                </c:pt>
                <c:pt idx="145">
                  <c:v>18.25</c:v>
                </c:pt>
                <c:pt idx="146">
                  <c:v>18.25</c:v>
                </c:pt>
                <c:pt idx="147">
                  <c:v>18.5</c:v>
                </c:pt>
                <c:pt idx="148">
                  <c:v>18.5</c:v>
                </c:pt>
                <c:pt idx="149">
                  <c:v>18.75</c:v>
                </c:pt>
                <c:pt idx="150">
                  <c:v>18.75</c:v>
                </c:pt>
                <c:pt idx="151">
                  <c:v>19</c:v>
                </c:pt>
                <c:pt idx="152">
                  <c:v>19</c:v>
                </c:pt>
                <c:pt idx="153">
                  <c:v>19.25</c:v>
                </c:pt>
                <c:pt idx="154">
                  <c:v>19.25</c:v>
                </c:pt>
                <c:pt idx="155">
                  <c:v>19.5</c:v>
                </c:pt>
                <c:pt idx="156">
                  <c:v>19.5</c:v>
                </c:pt>
                <c:pt idx="157">
                  <c:v>19.75</c:v>
                </c:pt>
                <c:pt idx="158">
                  <c:v>19.75</c:v>
                </c:pt>
                <c:pt idx="159">
                  <c:v>20</c:v>
                </c:pt>
                <c:pt idx="160">
                  <c:v>20</c:v>
                </c:pt>
                <c:pt idx="161">
                  <c:v>20.25</c:v>
                </c:pt>
                <c:pt idx="162">
                  <c:v>20.25</c:v>
                </c:pt>
                <c:pt idx="163">
                  <c:v>20.5</c:v>
                </c:pt>
                <c:pt idx="164">
                  <c:v>20.5</c:v>
                </c:pt>
                <c:pt idx="165">
                  <c:v>20.75</c:v>
                </c:pt>
                <c:pt idx="166">
                  <c:v>20.75</c:v>
                </c:pt>
                <c:pt idx="167">
                  <c:v>21</c:v>
                </c:pt>
                <c:pt idx="168">
                  <c:v>21</c:v>
                </c:pt>
                <c:pt idx="169">
                  <c:v>21.25</c:v>
                </c:pt>
                <c:pt idx="170">
                  <c:v>21.25</c:v>
                </c:pt>
                <c:pt idx="171">
                  <c:v>21.5</c:v>
                </c:pt>
                <c:pt idx="172">
                  <c:v>21.5</c:v>
                </c:pt>
                <c:pt idx="173">
                  <c:v>21.75</c:v>
                </c:pt>
                <c:pt idx="174">
                  <c:v>21.75</c:v>
                </c:pt>
                <c:pt idx="175">
                  <c:v>22</c:v>
                </c:pt>
                <c:pt idx="176">
                  <c:v>22</c:v>
                </c:pt>
                <c:pt idx="177">
                  <c:v>22.25</c:v>
                </c:pt>
                <c:pt idx="178">
                  <c:v>22.25</c:v>
                </c:pt>
                <c:pt idx="179">
                  <c:v>22.5</c:v>
                </c:pt>
                <c:pt idx="180">
                  <c:v>22.5</c:v>
                </c:pt>
                <c:pt idx="181">
                  <c:v>22.75</c:v>
                </c:pt>
                <c:pt idx="182">
                  <c:v>22.75</c:v>
                </c:pt>
                <c:pt idx="183">
                  <c:v>23</c:v>
                </c:pt>
                <c:pt idx="184">
                  <c:v>23</c:v>
                </c:pt>
                <c:pt idx="185">
                  <c:v>23.25</c:v>
                </c:pt>
                <c:pt idx="186">
                  <c:v>23.25</c:v>
                </c:pt>
                <c:pt idx="187">
                  <c:v>23.5</c:v>
                </c:pt>
                <c:pt idx="188">
                  <c:v>23.5</c:v>
                </c:pt>
                <c:pt idx="189">
                  <c:v>23.75</c:v>
                </c:pt>
                <c:pt idx="190">
                  <c:v>23.75</c:v>
                </c:pt>
                <c:pt idx="191">
                  <c:v>24</c:v>
                </c:pt>
                <c:pt idx="192">
                  <c:v>24</c:v>
                </c:pt>
                <c:pt idx="193">
                  <c:v>24.25</c:v>
                </c:pt>
                <c:pt idx="194">
                  <c:v>24.25</c:v>
                </c:pt>
                <c:pt idx="195">
                  <c:v>24.5</c:v>
                </c:pt>
                <c:pt idx="196">
                  <c:v>24.5</c:v>
                </c:pt>
                <c:pt idx="197">
                  <c:v>24.75</c:v>
                </c:pt>
                <c:pt idx="198">
                  <c:v>24.75</c:v>
                </c:pt>
                <c:pt idx="199">
                  <c:v>25</c:v>
                </c:pt>
                <c:pt idx="200">
                  <c:v>25</c:v>
                </c:pt>
                <c:pt idx="201">
                  <c:v>25.25</c:v>
                </c:pt>
                <c:pt idx="202">
                  <c:v>25.25</c:v>
                </c:pt>
                <c:pt idx="203">
                  <c:v>25.5</c:v>
                </c:pt>
                <c:pt idx="204">
                  <c:v>25.5</c:v>
                </c:pt>
                <c:pt idx="205">
                  <c:v>25.75</c:v>
                </c:pt>
                <c:pt idx="206">
                  <c:v>25.75</c:v>
                </c:pt>
                <c:pt idx="207">
                  <c:v>26</c:v>
                </c:pt>
                <c:pt idx="208">
                  <c:v>26</c:v>
                </c:pt>
                <c:pt idx="209">
                  <c:v>26.25</c:v>
                </c:pt>
                <c:pt idx="210">
                  <c:v>26.25</c:v>
                </c:pt>
                <c:pt idx="211">
                  <c:v>26.5</c:v>
                </c:pt>
                <c:pt idx="212">
                  <c:v>26.5</c:v>
                </c:pt>
                <c:pt idx="213">
                  <c:v>26.75</c:v>
                </c:pt>
                <c:pt idx="214">
                  <c:v>26.75</c:v>
                </c:pt>
                <c:pt idx="215">
                  <c:v>27</c:v>
                </c:pt>
                <c:pt idx="216">
                  <c:v>27</c:v>
                </c:pt>
                <c:pt idx="217">
                  <c:v>27.25</c:v>
                </c:pt>
                <c:pt idx="218">
                  <c:v>27.25</c:v>
                </c:pt>
                <c:pt idx="219">
                  <c:v>27.5</c:v>
                </c:pt>
                <c:pt idx="220">
                  <c:v>27.5</c:v>
                </c:pt>
                <c:pt idx="221">
                  <c:v>27.75</c:v>
                </c:pt>
                <c:pt idx="222">
                  <c:v>27.75</c:v>
                </c:pt>
                <c:pt idx="223">
                  <c:v>28</c:v>
                </c:pt>
                <c:pt idx="224">
                  <c:v>28</c:v>
                </c:pt>
                <c:pt idx="225">
                  <c:v>28.25</c:v>
                </c:pt>
                <c:pt idx="226">
                  <c:v>28.25</c:v>
                </c:pt>
                <c:pt idx="227">
                  <c:v>28.5</c:v>
                </c:pt>
                <c:pt idx="228">
                  <c:v>28.5</c:v>
                </c:pt>
                <c:pt idx="229">
                  <c:v>28.75</c:v>
                </c:pt>
                <c:pt idx="230">
                  <c:v>28.75</c:v>
                </c:pt>
                <c:pt idx="231">
                  <c:v>29</c:v>
                </c:pt>
                <c:pt idx="232">
                  <c:v>29</c:v>
                </c:pt>
                <c:pt idx="233">
                  <c:v>29.25</c:v>
                </c:pt>
                <c:pt idx="234">
                  <c:v>29.25</c:v>
                </c:pt>
                <c:pt idx="235">
                  <c:v>29.5</c:v>
                </c:pt>
                <c:pt idx="236">
                  <c:v>29.5</c:v>
                </c:pt>
                <c:pt idx="237">
                  <c:v>29.75</c:v>
                </c:pt>
                <c:pt idx="238">
                  <c:v>29.75</c:v>
                </c:pt>
                <c:pt idx="239">
                  <c:v>30</c:v>
                </c:pt>
                <c:pt idx="240">
                  <c:v>30</c:v>
                </c:pt>
                <c:pt idx="241">
                  <c:v>30.25</c:v>
                </c:pt>
                <c:pt idx="242">
                  <c:v>30.25</c:v>
                </c:pt>
                <c:pt idx="243">
                  <c:v>30.5</c:v>
                </c:pt>
                <c:pt idx="244">
                  <c:v>30.5</c:v>
                </c:pt>
                <c:pt idx="245">
                  <c:v>30.75</c:v>
                </c:pt>
                <c:pt idx="246">
                  <c:v>30.75</c:v>
                </c:pt>
                <c:pt idx="247">
                  <c:v>31</c:v>
                </c:pt>
                <c:pt idx="248">
                  <c:v>31</c:v>
                </c:pt>
                <c:pt idx="249">
                  <c:v>31.25</c:v>
                </c:pt>
                <c:pt idx="250">
                  <c:v>31.25</c:v>
                </c:pt>
                <c:pt idx="251">
                  <c:v>31.5</c:v>
                </c:pt>
                <c:pt idx="252">
                  <c:v>31.5</c:v>
                </c:pt>
                <c:pt idx="253">
                  <c:v>31.75</c:v>
                </c:pt>
                <c:pt idx="254">
                  <c:v>31.75</c:v>
                </c:pt>
                <c:pt idx="255">
                  <c:v>32</c:v>
                </c:pt>
                <c:pt idx="256">
                  <c:v>32</c:v>
                </c:pt>
                <c:pt idx="257">
                  <c:v>32.25</c:v>
                </c:pt>
                <c:pt idx="258">
                  <c:v>32.25</c:v>
                </c:pt>
                <c:pt idx="259">
                  <c:v>32.5</c:v>
                </c:pt>
                <c:pt idx="260">
                  <c:v>32.5</c:v>
                </c:pt>
                <c:pt idx="261">
                  <c:v>32.75</c:v>
                </c:pt>
                <c:pt idx="262">
                  <c:v>32.75</c:v>
                </c:pt>
                <c:pt idx="263">
                  <c:v>33</c:v>
                </c:pt>
                <c:pt idx="264">
                  <c:v>33</c:v>
                </c:pt>
                <c:pt idx="265">
                  <c:v>33.25</c:v>
                </c:pt>
                <c:pt idx="266">
                  <c:v>33.25</c:v>
                </c:pt>
                <c:pt idx="267">
                  <c:v>33.5</c:v>
                </c:pt>
                <c:pt idx="268">
                  <c:v>33.5</c:v>
                </c:pt>
                <c:pt idx="269">
                  <c:v>33.75</c:v>
                </c:pt>
                <c:pt idx="270">
                  <c:v>33.75</c:v>
                </c:pt>
                <c:pt idx="271">
                  <c:v>34</c:v>
                </c:pt>
                <c:pt idx="272">
                  <c:v>34</c:v>
                </c:pt>
                <c:pt idx="273">
                  <c:v>34.25</c:v>
                </c:pt>
                <c:pt idx="274">
                  <c:v>34.25</c:v>
                </c:pt>
                <c:pt idx="275">
                  <c:v>34.5</c:v>
                </c:pt>
                <c:pt idx="276">
                  <c:v>34.5</c:v>
                </c:pt>
                <c:pt idx="277">
                  <c:v>34.75</c:v>
                </c:pt>
                <c:pt idx="278">
                  <c:v>34.75</c:v>
                </c:pt>
                <c:pt idx="279">
                  <c:v>35</c:v>
                </c:pt>
                <c:pt idx="280">
                  <c:v>35</c:v>
                </c:pt>
                <c:pt idx="281">
                  <c:v>35.25</c:v>
                </c:pt>
                <c:pt idx="282">
                  <c:v>35.25</c:v>
                </c:pt>
                <c:pt idx="283">
                  <c:v>35.5</c:v>
                </c:pt>
                <c:pt idx="284">
                  <c:v>35.5</c:v>
                </c:pt>
                <c:pt idx="285">
                  <c:v>35.75</c:v>
                </c:pt>
                <c:pt idx="286">
                  <c:v>35.75</c:v>
                </c:pt>
                <c:pt idx="287">
                  <c:v>36</c:v>
                </c:pt>
                <c:pt idx="288">
                  <c:v>36</c:v>
                </c:pt>
                <c:pt idx="289">
                  <c:v>36.25</c:v>
                </c:pt>
                <c:pt idx="290">
                  <c:v>36.25</c:v>
                </c:pt>
                <c:pt idx="291">
                  <c:v>36.5</c:v>
                </c:pt>
                <c:pt idx="292">
                  <c:v>36.5</c:v>
                </c:pt>
                <c:pt idx="293">
                  <c:v>36.75</c:v>
                </c:pt>
                <c:pt idx="294">
                  <c:v>36.75</c:v>
                </c:pt>
                <c:pt idx="295">
                  <c:v>37</c:v>
                </c:pt>
                <c:pt idx="296">
                  <c:v>37</c:v>
                </c:pt>
                <c:pt idx="297">
                  <c:v>37.25</c:v>
                </c:pt>
                <c:pt idx="298">
                  <c:v>37.25</c:v>
                </c:pt>
                <c:pt idx="299">
                  <c:v>37.5</c:v>
                </c:pt>
                <c:pt idx="300">
                  <c:v>37.5</c:v>
                </c:pt>
                <c:pt idx="301">
                  <c:v>37.75</c:v>
                </c:pt>
                <c:pt idx="302">
                  <c:v>37.75</c:v>
                </c:pt>
                <c:pt idx="303">
                  <c:v>38</c:v>
                </c:pt>
                <c:pt idx="304">
                  <c:v>38</c:v>
                </c:pt>
                <c:pt idx="305">
                  <c:v>38.25</c:v>
                </c:pt>
                <c:pt idx="306">
                  <c:v>38.25</c:v>
                </c:pt>
                <c:pt idx="307">
                  <c:v>38.5</c:v>
                </c:pt>
                <c:pt idx="308">
                  <c:v>38.5</c:v>
                </c:pt>
                <c:pt idx="309">
                  <c:v>38.75</c:v>
                </c:pt>
                <c:pt idx="310">
                  <c:v>38.75</c:v>
                </c:pt>
                <c:pt idx="311">
                  <c:v>39</c:v>
                </c:pt>
                <c:pt idx="312">
                  <c:v>39</c:v>
                </c:pt>
                <c:pt idx="313">
                  <c:v>39.25</c:v>
                </c:pt>
                <c:pt idx="314">
                  <c:v>39.25</c:v>
                </c:pt>
                <c:pt idx="315">
                  <c:v>39.5</c:v>
                </c:pt>
                <c:pt idx="316">
                  <c:v>39.5</c:v>
                </c:pt>
                <c:pt idx="317">
                  <c:v>39.75</c:v>
                </c:pt>
                <c:pt idx="318">
                  <c:v>39.75</c:v>
                </c:pt>
                <c:pt idx="319">
                  <c:v>40</c:v>
                </c:pt>
                <c:pt idx="320">
                  <c:v>40</c:v>
                </c:pt>
                <c:pt idx="321">
                  <c:v>40.25</c:v>
                </c:pt>
                <c:pt idx="322">
                  <c:v>40.25</c:v>
                </c:pt>
                <c:pt idx="323">
                  <c:v>40.5</c:v>
                </c:pt>
                <c:pt idx="324">
                  <c:v>40.5</c:v>
                </c:pt>
                <c:pt idx="325">
                  <c:v>40.75</c:v>
                </c:pt>
                <c:pt idx="326">
                  <c:v>40.75</c:v>
                </c:pt>
                <c:pt idx="327">
                  <c:v>41</c:v>
                </c:pt>
                <c:pt idx="328">
                  <c:v>41</c:v>
                </c:pt>
                <c:pt idx="329">
                  <c:v>41.25</c:v>
                </c:pt>
                <c:pt idx="330">
                  <c:v>41.25</c:v>
                </c:pt>
                <c:pt idx="331">
                  <c:v>41.5</c:v>
                </c:pt>
                <c:pt idx="332">
                  <c:v>41.5</c:v>
                </c:pt>
                <c:pt idx="333">
                  <c:v>41.75</c:v>
                </c:pt>
                <c:pt idx="334">
                  <c:v>41.75</c:v>
                </c:pt>
                <c:pt idx="335">
                  <c:v>42</c:v>
                </c:pt>
                <c:pt idx="336">
                  <c:v>42</c:v>
                </c:pt>
                <c:pt idx="337">
                  <c:v>42.25</c:v>
                </c:pt>
                <c:pt idx="338">
                  <c:v>42.25</c:v>
                </c:pt>
                <c:pt idx="339">
                  <c:v>42.5</c:v>
                </c:pt>
                <c:pt idx="340">
                  <c:v>42.5</c:v>
                </c:pt>
                <c:pt idx="341">
                  <c:v>42.75</c:v>
                </c:pt>
                <c:pt idx="342">
                  <c:v>42.75</c:v>
                </c:pt>
                <c:pt idx="343">
                  <c:v>43</c:v>
                </c:pt>
                <c:pt idx="344">
                  <c:v>43</c:v>
                </c:pt>
                <c:pt idx="345">
                  <c:v>43.25</c:v>
                </c:pt>
                <c:pt idx="346">
                  <c:v>43.25</c:v>
                </c:pt>
                <c:pt idx="347">
                  <c:v>43.5</c:v>
                </c:pt>
                <c:pt idx="348">
                  <c:v>43.5</c:v>
                </c:pt>
                <c:pt idx="349">
                  <c:v>43.75</c:v>
                </c:pt>
                <c:pt idx="350">
                  <c:v>43.75</c:v>
                </c:pt>
                <c:pt idx="351">
                  <c:v>44</c:v>
                </c:pt>
                <c:pt idx="352">
                  <c:v>44</c:v>
                </c:pt>
                <c:pt idx="353">
                  <c:v>44.25</c:v>
                </c:pt>
                <c:pt idx="354">
                  <c:v>44.25</c:v>
                </c:pt>
                <c:pt idx="355">
                  <c:v>44.5</c:v>
                </c:pt>
                <c:pt idx="356">
                  <c:v>44.5</c:v>
                </c:pt>
                <c:pt idx="357">
                  <c:v>44.75</c:v>
                </c:pt>
                <c:pt idx="358">
                  <c:v>44.75</c:v>
                </c:pt>
                <c:pt idx="359">
                  <c:v>45</c:v>
                </c:pt>
                <c:pt idx="360">
                  <c:v>45</c:v>
                </c:pt>
                <c:pt idx="361">
                  <c:v>45.25</c:v>
                </c:pt>
                <c:pt idx="362">
                  <c:v>45.25</c:v>
                </c:pt>
                <c:pt idx="363">
                  <c:v>45.5</c:v>
                </c:pt>
                <c:pt idx="364">
                  <c:v>45.5</c:v>
                </c:pt>
                <c:pt idx="365">
                  <c:v>45.75</c:v>
                </c:pt>
                <c:pt idx="366">
                  <c:v>45.75</c:v>
                </c:pt>
                <c:pt idx="367">
                  <c:v>46</c:v>
                </c:pt>
                <c:pt idx="368">
                  <c:v>46</c:v>
                </c:pt>
                <c:pt idx="369">
                  <c:v>46.25</c:v>
                </c:pt>
                <c:pt idx="370">
                  <c:v>46.25</c:v>
                </c:pt>
                <c:pt idx="371">
                  <c:v>46.5</c:v>
                </c:pt>
                <c:pt idx="372">
                  <c:v>46.5</c:v>
                </c:pt>
                <c:pt idx="373">
                  <c:v>46.75</c:v>
                </c:pt>
                <c:pt idx="374">
                  <c:v>46.75</c:v>
                </c:pt>
                <c:pt idx="375">
                  <c:v>47</c:v>
                </c:pt>
                <c:pt idx="376">
                  <c:v>47</c:v>
                </c:pt>
                <c:pt idx="377">
                  <c:v>47.25</c:v>
                </c:pt>
                <c:pt idx="378">
                  <c:v>47.25</c:v>
                </c:pt>
                <c:pt idx="379">
                  <c:v>47.5</c:v>
                </c:pt>
                <c:pt idx="380">
                  <c:v>47.5</c:v>
                </c:pt>
                <c:pt idx="381">
                  <c:v>47.75</c:v>
                </c:pt>
                <c:pt idx="382">
                  <c:v>47.75</c:v>
                </c:pt>
                <c:pt idx="383">
                  <c:v>48</c:v>
                </c:pt>
                <c:pt idx="384">
                  <c:v>48</c:v>
                </c:pt>
                <c:pt idx="385">
                  <c:v>48.25</c:v>
                </c:pt>
                <c:pt idx="386">
                  <c:v>48.25</c:v>
                </c:pt>
                <c:pt idx="387">
                  <c:v>48.5</c:v>
                </c:pt>
                <c:pt idx="388">
                  <c:v>48.5</c:v>
                </c:pt>
                <c:pt idx="389">
                  <c:v>48.75</c:v>
                </c:pt>
                <c:pt idx="390">
                  <c:v>48.75</c:v>
                </c:pt>
                <c:pt idx="391">
                  <c:v>49</c:v>
                </c:pt>
                <c:pt idx="392">
                  <c:v>49</c:v>
                </c:pt>
                <c:pt idx="393">
                  <c:v>49.25</c:v>
                </c:pt>
                <c:pt idx="394">
                  <c:v>49.25</c:v>
                </c:pt>
                <c:pt idx="395">
                  <c:v>49.5</c:v>
                </c:pt>
                <c:pt idx="396">
                  <c:v>49.5</c:v>
                </c:pt>
                <c:pt idx="397">
                  <c:v>49.75</c:v>
                </c:pt>
                <c:pt idx="398">
                  <c:v>49.75</c:v>
                </c:pt>
                <c:pt idx="399">
                  <c:v>50</c:v>
                </c:pt>
                <c:pt idx="400">
                  <c:v>50</c:v>
                </c:pt>
                <c:pt idx="401">
                  <c:v>50.25</c:v>
                </c:pt>
                <c:pt idx="402">
                  <c:v>50.25</c:v>
                </c:pt>
                <c:pt idx="403">
                  <c:v>50.5</c:v>
                </c:pt>
                <c:pt idx="404">
                  <c:v>50.5</c:v>
                </c:pt>
                <c:pt idx="405">
                  <c:v>50.75</c:v>
                </c:pt>
                <c:pt idx="406">
                  <c:v>50.75</c:v>
                </c:pt>
                <c:pt idx="407">
                  <c:v>51</c:v>
                </c:pt>
                <c:pt idx="408">
                  <c:v>51</c:v>
                </c:pt>
                <c:pt idx="409">
                  <c:v>51.25</c:v>
                </c:pt>
                <c:pt idx="410">
                  <c:v>51.25</c:v>
                </c:pt>
                <c:pt idx="411">
                  <c:v>51.5</c:v>
                </c:pt>
                <c:pt idx="412">
                  <c:v>51.5</c:v>
                </c:pt>
                <c:pt idx="413">
                  <c:v>51.75</c:v>
                </c:pt>
                <c:pt idx="414">
                  <c:v>51.75</c:v>
                </c:pt>
                <c:pt idx="415">
                  <c:v>52</c:v>
                </c:pt>
                <c:pt idx="416">
                  <c:v>52</c:v>
                </c:pt>
                <c:pt idx="417">
                  <c:v>52.25</c:v>
                </c:pt>
                <c:pt idx="418">
                  <c:v>52.25</c:v>
                </c:pt>
                <c:pt idx="419">
                  <c:v>52.5</c:v>
                </c:pt>
                <c:pt idx="420">
                  <c:v>52.5</c:v>
                </c:pt>
                <c:pt idx="421">
                  <c:v>52.75</c:v>
                </c:pt>
                <c:pt idx="422">
                  <c:v>52.75</c:v>
                </c:pt>
                <c:pt idx="423">
                  <c:v>53</c:v>
                </c:pt>
                <c:pt idx="424">
                  <c:v>53</c:v>
                </c:pt>
                <c:pt idx="425">
                  <c:v>53.25</c:v>
                </c:pt>
                <c:pt idx="426">
                  <c:v>53.25</c:v>
                </c:pt>
                <c:pt idx="427">
                  <c:v>53.5</c:v>
                </c:pt>
                <c:pt idx="428">
                  <c:v>53.5</c:v>
                </c:pt>
                <c:pt idx="429">
                  <c:v>53.75</c:v>
                </c:pt>
                <c:pt idx="430">
                  <c:v>53.75</c:v>
                </c:pt>
                <c:pt idx="431">
                  <c:v>54</c:v>
                </c:pt>
                <c:pt idx="432">
                  <c:v>54</c:v>
                </c:pt>
                <c:pt idx="433">
                  <c:v>54.25</c:v>
                </c:pt>
                <c:pt idx="434">
                  <c:v>54.25</c:v>
                </c:pt>
                <c:pt idx="435">
                  <c:v>54.5</c:v>
                </c:pt>
                <c:pt idx="436">
                  <c:v>54.5</c:v>
                </c:pt>
                <c:pt idx="437">
                  <c:v>54.75</c:v>
                </c:pt>
                <c:pt idx="438">
                  <c:v>54.75</c:v>
                </c:pt>
                <c:pt idx="439">
                  <c:v>55</c:v>
                </c:pt>
                <c:pt idx="440">
                  <c:v>55</c:v>
                </c:pt>
                <c:pt idx="441">
                  <c:v>55.25</c:v>
                </c:pt>
                <c:pt idx="442">
                  <c:v>55.25</c:v>
                </c:pt>
                <c:pt idx="443">
                  <c:v>55.5</c:v>
                </c:pt>
                <c:pt idx="444">
                  <c:v>55.5</c:v>
                </c:pt>
                <c:pt idx="445">
                  <c:v>55.75</c:v>
                </c:pt>
                <c:pt idx="446">
                  <c:v>55.75</c:v>
                </c:pt>
                <c:pt idx="447">
                  <c:v>56</c:v>
                </c:pt>
                <c:pt idx="448">
                  <c:v>56</c:v>
                </c:pt>
                <c:pt idx="449">
                  <c:v>56.25</c:v>
                </c:pt>
                <c:pt idx="450">
                  <c:v>56.25</c:v>
                </c:pt>
                <c:pt idx="451">
                  <c:v>56.5</c:v>
                </c:pt>
                <c:pt idx="452">
                  <c:v>56.5</c:v>
                </c:pt>
                <c:pt idx="453">
                  <c:v>56.75</c:v>
                </c:pt>
                <c:pt idx="454">
                  <c:v>56.75</c:v>
                </c:pt>
                <c:pt idx="455">
                  <c:v>57</c:v>
                </c:pt>
                <c:pt idx="456">
                  <c:v>57</c:v>
                </c:pt>
                <c:pt idx="457">
                  <c:v>57.25</c:v>
                </c:pt>
                <c:pt idx="458">
                  <c:v>57.25</c:v>
                </c:pt>
                <c:pt idx="459">
                  <c:v>57.5</c:v>
                </c:pt>
                <c:pt idx="460">
                  <c:v>57.5</c:v>
                </c:pt>
                <c:pt idx="461">
                  <c:v>57.75</c:v>
                </c:pt>
                <c:pt idx="462">
                  <c:v>57.75</c:v>
                </c:pt>
                <c:pt idx="463">
                  <c:v>58</c:v>
                </c:pt>
                <c:pt idx="464">
                  <c:v>58</c:v>
                </c:pt>
                <c:pt idx="465">
                  <c:v>58.25</c:v>
                </c:pt>
                <c:pt idx="466">
                  <c:v>58.25</c:v>
                </c:pt>
                <c:pt idx="467">
                  <c:v>58.5</c:v>
                </c:pt>
                <c:pt idx="468">
                  <c:v>58.5</c:v>
                </c:pt>
                <c:pt idx="469">
                  <c:v>58.75</c:v>
                </c:pt>
                <c:pt idx="470">
                  <c:v>58.75</c:v>
                </c:pt>
                <c:pt idx="471">
                  <c:v>59</c:v>
                </c:pt>
                <c:pt idx="472">
                  <c:v>59</c:v>
                </c:pt>
                <c:pt idx="473">
                  <c:v>59.25</c:v>
                </c:pt>
                <c:pt idx="474">
                  <c:v>59.25</c:v>
                </c:pt>
                <c:pt idx="475">
                  <c:v>59.5</c:v>
                </c:pt>
                <c:pt idx="476">
                  <c:v>59.5</c:v>
                </c:pt>
                <c:pt idx="477">
                  <c:v>59.75</c:v>
                </c:pt>
                <c:pt idx="478">
                  <c:v>59.75</c:v>
                </c:pt>
                <c:pt idx="479">
                  <c:v>60</c:v>
                </c:pt>
                <c:pt idx="480">
                  <c:v>60</c:v>
                </c:pt>
                <c:pt idx="481">
                  <c:v>60.25</c:v>
                </c:pt>
                <c:pt idx="482">
                  <c:v>60.25</c:v>
                </c:pt>
                <c:pt idx="483">
                  <c:v>60.5</c:v>
                </c:pt>
                <c:pt idx="484">
                  <c:v>60.5</c:v>
                </c:pt>
                <c:pt idx="485">
                  <c:v>60.75</c:v>
                </c:pt>
                <c:pt idx="486">
                  <c:v>60.75</c:v>
                </c:pt>
                <c:pt idx="487">
                  <c:v>61</c:v>
                </c:pt>
                <c:pt idx="488">
                  <c:v>61</c:v>
                </c:pt>
                <c:pt idx="489">
                  <c:v>61.25</c:v>
                </c:pt>
                <c:pt idx="490">
                  <c:v>61.25</c:v>
                </c:pt>
                <c:pt idx="491">
                  <c:v>61.5</c:v>
                </c:pt>
                <c:pt idx="492">
                  <c:v>61.5</c:v>
                </c:pt>
                <c:pt idx="493">
                  <c:v>61.75</c:v>
                </c:pt>
                <c:pt idx="494">
                  <c:v>61.75</c:v>
                </c:pt>
                <c:pt idx="495">
                  <c:v>62</c:v>
                </c:pt>
                <c:pt idx="496">
                  <c:v>62</c:v>
                </c:pt>
                <c:pt idx="497">
                  <c:v>62.25</c:v>
                </c:pt>
                <c:pt idx="498">
                  <c:v>62.25</c:v>
                </c:pt>
                <c:pt idx="499">
                  <c:v>62.5</c:v>
                </c:pt>
                <c:pt idx="500">
                  <c:v>62.5</c:v>
                </c:pt>
                <c:pt idx="501">
                  <c:v>62.75</c:v>
                </c:pt>
                <c:pt idx="502">
                  <c:v>62.75</c:v>
                </c:pt>
                <c:pt idx="503">
                  <c:v>63</c:v>
                </c:pt>
                <c:pt idx="504">
                  <c:v>63</c:v>
                </c:pt>
                <c:pt idx="505">
                  <c:v>63.25</c:v>
                </c:pt>
                <c:pt idx="506">
                  <c:v>63.25</c:v>
                </c:pt>
                <c:pt idx="507">
                  <c:v>63.5</c:v>
                </c:pt>
                <c:pt idx="508">
                  <c:v>63.5</c:v>
                </c:pt>
                <c:pt idx="509">
                  <c:v>63.75</c:v>
                </c:pt>
                <c:pt idx="510">
                  <c:v>63.75</c:v>
                </c:pt>
                <c:pt idx="511">
                  <c:v>64</c:v>
                </c:pt>
                <c:pt idx="512">
                  <c:v>64</c:v>
                </c:pt>
                <c:pt idx="513">
                  <c:v>64.25</c:v>
                </c:pt>
                <c:pt idx="514">
                  <c:v>64.25</c:v>
                </c:pt>
                <c:pt idx="515">
                  <c:v>64.5</c:v>
                </c:pt>
                <c:pt idx="516">
                  <c:v>64.5</c:v>
                </c:pt>
                <c:pt idx="517">
                  <c:v>64.75</c:v>
                </c:pt>
                <c:pt idx="518">
                  <c:v>64.75</c:v>
                </c:pt>
                <c:pt idx="519">
                  <c:v>65</c:v>
                </c:pt>
                <c:pt idx="520">
                  <c:v>65</c:v>
                </c:pt>
                <c:pt idx="521">
                  <c:v>65.25</c:v>
                </c:pt>
                <c:pt idx="522">
                  <c:v>65.25</c:v>
                </c:pt>
                <c:pt idx="523">
                  <c:v>65.5</c:v>
                </c:pt>
                <c:pt idx="524">
                  <c:v>65.5</c:v>
                </c:pt>
                <c:pt idx="525">
                  <c:v>65.75</c:v>
                </c:pt>
                <c:pt idx="526">
                  <c:v>65.75</c:v>
                </c:pt>
                <c:pt idx="527">
                  <c:v>66</c:v>
                </c:pt>
                <c:pt idx="528">
                  <c:v>66</c:v>
                </c:pt>
                <c:pt idx="529">
                  <c:v>66.25</c:v>
                </c:pt>
                <c:pt idx="530">
                  <c:v>66.25</c:v>
                </c:pt>
                <c:pt idx="531">
                  <c:v>66.5</c:v>
                </c:pt>
                <c:pt idx="532">
                  <c:v>66.5</c:v>
                </c:pt>
                <c:pt idx="533">
                  <c:v>66.75</c:v>
                </c:pt>
                <c:pt idx="534">
                  <c:v>66.75</c:v>
                </c:pt>
                <c:pt idx="535">
                  <c:v>67</c:v>
                </c:pt>
                <c:pt idx="536">
                  <c:v>67</c:v>
                </c:pt>
                <c:pt idx="537">
                  <c:v>67.25</c:v>
                </c:pt>
                <c:pt idx="538">
                  <c:v>67.25</c:v>
                </c:pt>
                <c:pt idx="539">
                  <c:v>67.5</c:v>
                </c:pt>
                <c:pt idx="540">
                  <c:v>67.5</c:v>
                </c:pt>
                <c:pt idx="541">
                  <c:v>67.75</c:v>
                </c:pt>
                <c:pt idx="542">
                  <c:v>67.75</c:v>
                </c:pt>
                <c:pt idx="543">
                  <c:v>68</c:v>
                </c:pt>
                <c:pt idx="544">
                  <c:v>68</c:v>
                </c:pt>
                <c:pt idx="545">
                  <c:v>68.25</c:v>
                </c:pt>
                <c:pt idx="546">
                  <c:v>68.25</c:v>
                </c:pt>
                <c:pt idx="547">
                  <c:v>68.5</c:v>
                </c:pt>
                <c:pt idx="548">
                  <c:v>68.5</c:v>
                </c:pt>
                <c:pt idx="549">
                  <c:v>68.75</c:v>
                </c:pt>
                <c:pt idx="550">
                  <c:v>68.75</c:v>
                </c:pt>
                <c:pt idx="551">
                  <c:v>69</c:v>
                </c:pt>
                <c:pt idx="552">
                  <c:v>69</c:v>
                </c:pt>
                <c:pt idx="553">
                  <c:v>69.25</c:v>
                </c:pt>
                <c:pt idx="554">
                  <c:v>69.25</c:v>
                </c:pt>
                <c:pt idx="555">
                  <c:v>69.5</c:v>
                </c:pt>
                <c:pt idx="556">
                  <c:v>69.5</c:v>
                </c:pt>
                <c:pt idx="557">
                  <c:v>69.75</c:v>
                </c:pt>
                <c:pt idx="558">
                  <c:v>69.75</c:v>
                </c:pt>
                <c:pt idx="559">
                  <c:v>70</c:v>
                </c:pt>
                <c:pt idx="560">
                  <c:v>70</c:v>
                </c:pt>
                <c:pt idx="561">
                  <c:v>70.25</c:v>
                </c:pt>
                <c:pt idx="562">
                  <c:v>70.25</c:v>
                </c:pt>
                <c:pt idx="563">
                  <c:v>70.5</c:v>
                </c:pt>
                <c:pt idx="564">
                  <c:v>70.5</c:v>
                </c:pt>
                <c:pt idx="565">
                  <c:v>70.75</c:v>
                </c:pt>
                <c:pt idx="566">
                  <c:v>70.75</c:v>
                </c:pt>
                <c:pt idx="567">
                  <c:v>71</c:v>
                </c:pt>
                <c:pt idx="568">
                  <c:v>71</c:v>
                </c:pt>
                <c:pt idx="569">
                  <c:v>71.25</c:v>
                </c:pt>
                <c:pt idx="570">
                  <c:v>71.25</c:v>
                </c:pt>
                <c:pt idx="571">
                  <c:v>71.5</c:v>
                </c:pt>
                <c:pt idx="572">
                  <c:v>71.5</c:v>
                </c:pt>
                <c:pt idx="573">
                  <c:v>71.75</c:v>
                </c:pt>
                <c:pt idx="574">
                  <c:v>71.75</c:v>
                </c:pt>
                <c:pt idx="575">
                  <c:v>72</c:v>
                </c:pt>
                <c:pt idx="576">
                  <c:v>72</c:v>
                </c:pt>
                <c:pt idx="577">
                  <c:v>72.25</c:v>
                </c:pt>
                <c:pt idx="578">
                  <c:v>72.25</c:v>
                </c:pt>
                <c:pt idx="579">
                  <c:v>72.5</c:v>
                </c:pt>
                <c:pt idx="580">
                  <c:v>72.5</c:v>
                </c:pt>
                <c:pt idx="581">
                  <c:v>72.75</c:v>
                </c:pt>
                <c:pt idx="582">
                  <c:v>72.75</c:v>
                </c:pt>
                <c:pt idx="583">
                  <c:v>73</c:v>
                </c:pt>
                <c:pt idx="584">
                  <c:v>73</c:v>
                </c:pt>
                <c:pt idx="585">
                  <c:v>73.25</c:v>
                </c:pt>
                <c:pt idx="586">
                  <c:v>73.25</c:v>
                </c:pt>
                <c:pt idx="587">
                  <c:v>73.5</c:v>
                </c:pt>
                <c:pt idx="588">
                  <c:v>73.5</c:v>
                </c:pt>
                <c:pt idx="589">
                  <c:v>73.75</c:v>
                </c:pt>
                <c:pt idx="590">
                  <c:v>73.75</c:v>
                </c:pt>
                <c:pt idx="591">
                  <c:v>74</c:v>
                </c:pt>
                <c:pt idx="592">
                  <c:v>74</c:v>
                </c:pt>
                <c:pt idx="593">
                  <c:v>74.25</c:v>
                </c:pt>
                <c:pt idx="594">
                  <c:v>74.25</c:v>
                </c:pt>
                <c:pt idx="595">
                  <c:v>74.5</c:v>
                </c:pt>
                <c:pt idx="596">
                  <c:v>74.5</c:v>
                </c:pt>
                <c:pt idx="597">
                  <c:v>74.75</c:v>
                </c:pt>
                <c:pt idx="598">
                  <c:v>74.75</c:v>
                </c:pt>
                <c:pt idx="599">
                  <c:v>75</c:v>
                </c:pt>
                <c:pt idx="600">
                  <c:v>75</c:v>
                </c:pt>
                <c:pt idx="601">
                  <c:v>75.25</c:v>
                </c:pt>
                <c:pt idx="602">
                  <c:v>75.25</c:v>
                </c:pt>
                <c:pt idx="603">
                  <c:v>75.5</c:v>
                </c:pt>
                <c:pt idx="604">
                  <c:v>75.5</c:v>
                </c:pt>
                <c:pt idx="605">
                  <c:v>75.75</c:v>
                </c:pt>
                <c:pt idx="606">
                  <c:v>75.75</c:v>
                </c:pt>
                <c:pt idx="607">
                  <c:v>76</c:v>
                </c:pt>
                <c:pt idx="608">
                  <c:v>76</c:v>
                </c:pt>
                <c:pt idx="609">
                  <c:v>76.25</c:v>
                </c:pt>
                <c:pt idx="610">
                  <c:v>76.25</c:v>
                </c:pt>
                <c:pt idx="611">
                  <c:v>76.5</c:v>
                </c:pt>
                <c:pt idx="612">
                  <c:v>76.5</c:v>
                </c:pt>
                <c:pt idx="613">
                  <c:v>76.75</c:v>
                </c:pt>
                <c:pt idx="614">
                  <c:v>76.75</c:v>
                </c:pt>
                <c:pt idx="615">
                  <c:v>77</c:v>
                </c:pt>
                <c:pt idx="616">
                  <c:v>77</c:v>
                </c:pt>
                <c:pt idx="617">
                  <c:v>77.25</c:v>
                </c:pt>
                <c:pt idx="618">
                  <c:v>77.25</c:v>
                </c:pt>
                <c:pt idx="619">
                  <c:v>77.5</c:v>
                </c:pt>
                <c:pt idx="620">
                  <c:v>77.5</c:v>
                </c:pt>
                <c:pt idx="621">
                  <c:v>77.75</c:v>
                </c:pt>
                <c:pt idx="622">
                  <c:v>77.75</c:v>
                </c:pt>
                <c:pt idx="623">
                  <c:v>78</c:v>
                </c:pt>
                <c:pt idx="624">
                  <c:v>78</c:v>
                </c:pt>
                <c:pt idx="625">
                  <c:v>78.25</c:v>
                </c:pt>
                <c:pt idx="626">
                  <c:v>78.25</c:v>
                </c:pt>
                <c:pt idx="627">
                  <c:v>78.5</c:v>
                </c:pt>
                <c:pt idx="628">
                  <c:v>78.5</c:v>
                </c:pt>
                <c:pt idx="629">
                  <c:v>78.75</c:v>
                </c:pt>
                <c:pt idx="630">
                  <c:v>78.75</c:v>
                </c:pt>
                <c:pt idx="631">
                  <c:v>79</c:v>
                </c:pt>
                <c:pt idx="632">
                  <c:v>79</c:v>
                </c:pt>
                <c:pt idx="633">
                  <c:v>79.25</c:v>
                </c:pt>
                <c:pt idx="634">
                  <c:v>79.25</c:v>
                </c:pt>
                <c:pt idx="635">
                  <c:v>79.5</c:v>
                </c:pt>
                <c:pt idx="636">
                  <c:v>79.5</c:v>
                </c:pt>
                <c:pt idx="637">
                  <c:v>79.75</c:v>
                </c:pt>
                <c:pt idx="638">
                  <c:v>79.75</c:v>
                </c:pt>
                <c:pt idx="639">
                  <c:v>80</c:v>
                </c:pt>
                <c:pt idx="640">
                  <c:v>80</c:v>
                </c:pt>
                <c:pt idx="641">
                  <c:v>80.25</c:v>
                </c:pt>
                <c:pt idx="642">
                  <c:v>80.25</c:v>
                </c:pt>
                <c:pt idx="643">
                  <c:v>80.5</c:v>
                </c:pt>
                <c:pt idx="644">
                  <c:v>80.5</c:v>
                </c:pt>
                <c:pt idx="645">
                  <c:v>80.75</c:v>
                </c:pt>
                <c:pt idx="646">
                  <c:v>80.75</c:v>
                </c:pt>
                <c:pt idx="647">
                  <c:v>81</c:v>
                </c:pt>
                <c:pt idx="648">
                  <c:v>81</c:v>
                </c:pt>
                <c:pt idx="649">
                  <c:v>81.25</c:v>
                </c:pt>
                <c:pt idx="650">
                  <c:v>81.25</c:v>
                </c:pt>
                <c:pt idx="651">
                  <c:v>81.5</c:v>
                </c:pt>
                <c:pt idx="652">
                  <c:v>81.5</c:v>
                </c:pt>
                <c:pt idx="653">
                  <c:v>81.75</c:v>
                </c:pt>
                <c:pt idx="654">
                  <c:v>81.75</c:v>
                </c:pt>
                <c:pt idx="655">
                  <c:v>82</c:v>
                </c:pt>
                <c:pt idx="656">
                  <c:v>82</c:v>
                </c:pt>
                <c:pt idx="657">
                  <c:v>82.25</c:v>
                </c:pt>
                <c:pt idx="658">
                  <c:v>82.25</c:v>
                </c:pt>
                <c:pt idx="659">
                  <c:v>82.5</c:v>
                </c:pt>
                <c:pt idx="660">
                  <c:v>82.5</c:v>
                </c:pt>
                <c:pt idx="661">
                  <c:v>82.75</c:v>
                </c:pt>
                <c:pt idx="662">
                  <c:v>82.75</c:v>
                </c:pt>
                <c:pt idx="663">
                  <c:v>83</c:v>
                </c:pt>
                <c:pt idx="664">
                  <c:v>83</c:v>
                </c:pt>
                <c:pt idx="665">
                  <c:v>83.25</c:v>
                </c:pt>
                <c:pt idx="666">
                  <c:v>83.25</c:v>
                </c:pt>
                <c:pt idx="667">
                  <c:v>83.5</c:v>
                </c:pt>
                <c:pt idx="668">
                  <c:v>83.5</c:v>
                </c:pt>
                <c:pt idx="669">
                  <c:v>83.75</c:v>
                </c:pt>
                <c:pt idx="670">
                  <c:v>83.75</c:v>
                </c:pt>
                <c:pt idx="671">
                  <c:v>84</c:v>
                </c:pt>
                <c:pt idx="672">
                  <c:v>84</c:v>
                </c:pt>
                <c:pt idx="673">
                  <c:v>84.25</c:v>
                </c:pt>
                <c:pt idx="674">
                  <c:v>84.25</c:v>
                </c:pt>
                <c:pt idx="675">
                  <c:v>84.5</c:v>
                </c:pt>
                <c:pt idx="676">
                  <c:v>84.5</c:v>
                </c:pt>
                <c:pt idx="677">
                  <c:v>84.75</c:v>
                </c:pt>
                <c:pt idx="678">
                  <c:v>84.75</c:v>
                </c:pt>
                <c:pt idx="679">
                  <c:v>85</c:v>
                </c:pt>
                <c:pt idx="680">
                  <c:v>85</c:v>
                </c:pt>
                <c:pt idx="681">
                  <c:v>85.25</c:v>
                </c:pt>
                <c:pt idx="682">
                  <c:v>85.25</c:v>
                </c:pt>
                <c:pt idx="683">
                  <c:v>85.5</c:v>
                </c:pt>
                <c:pt idx="684">
                  <c:v>85.5</c:v>
                </c:pt>
                <c:pt idx="685">
                  <c:v>85.75</c:v>
                </c:pt>
                <c:pt idx="686">
                  <c:v>85.75</c:v>
                </c:pt>
                <c:pt idx="687">
                  <c:v>86</c:v>
                </c:pt>
                <c:pt idx="688">
                  <c:v>86</c:v>
                </c:pt>
                <c:pt idx="689">
                  <c:v>86.25</c:v>
                </c:pt>
                <c:pt idx="690">
                  <c:v>86.25</c:v>
                </c:pt>
                <c:pt idx="691">
                  <c:v>86.5</c:v>
                </c:pt>
                <c:pt idx="692">
                  <c:v>86.5</c:v>
                </c:pt>
                <c:pt idx="693">
                  <c:v>86.75</c:v>
                </c:pt>
                <c:pt idx="694">
                  <c:v>86.75</c:v>
                </c:pt>
                <c:pt idx="695">
                  <c:v>87</c:v>
                </c:pt>
                <c:pt idx="696">
                  <c:v>87</c:v>
                </c:pt>
                <c:pt idx="697">
                  <c:v>87.25</c:v>
                </c:pt>
                <c:pt idx="698">
                  <c:v>87.25</c:v>
                </c:pt>
                <c:pt idx="699">
                  <c:v>87.5</c:v>
                </c:pt>
                <c:pt idx="700">
                  <c:v>87.5</c:v>
                </c:pt>
                <c:pt idx="701">
                  <c:v>87.75</c:v>
                </c:pt>
                <c:pt idx="702">
                  <c:v>87.75</c:v>
                </c:pt>
                <c:pt idx="703">
                  <c:v>88</c:v>
                </c:pt>
                <c:pt idx="704">
                  <c:v>88</c:v>
                </c:pt>
                <c:pt idx="705">
                  <c:v>88.25</c:v>
                </c:pt>
                <c:pt idx="706">
                  <c:v>88.25</c:v>
                </c:pt>
                <c:pt idx="707">
                  <c:v>88.5</c:v>
                </c:pt>
                <c:pt idx="708">
                  <c:v>88.5</c:v>
                </c:pt>
                <c:pt idx="709">
                  <c:v>88.75</c:v>
                </c:pt>
                <c:pt idx="710">
                  <c:v>88.75</c:v>
                </c:pt>
                <c:pt idx="711">
                  <c:v>89</c:v>
                </c:pt>
                <c:pt idx="712">
                  <c:v>89</c:v>
                </c:pt>
                <c:pt idx="713">
                  <c:v>89.25</c:v>
                </c:pt>
                <c:pt idx="714">
                  <c:v>89.25</c:v>
                </c:pt>
                <c:pt idx="715">
                  <c:v>89.5</c:v>
                </c:pt>
                <c:pt idx="716">
                  <c:v>89.5</c:v>
                </c:pt>
                <c:pt idx="717">
                  <c:v>89.75</c:v>
                </c:pt>
                <c:pt idx="718">
                  <c:v>89.75</c:v>
                </c:pt>
                <c:pt idx="719">
                  <c:v>90</c:v>
                </c:pt>
                <c:pt idx="720">
                  <c:v>90</c:v>
                </c:pt>
                <c:pt idx="721">
                  <c:v>90.25</c:v>
                </c:pt>
                <c:pt idx="722">
                  <c:v>90.25</c:v>
                </c:pt>
                <c:pt idx="723">
                  <c:v>90.5</c:v>
                </c:pt>
                <c:pt idx="724">
                  <c:v>90.5</c:v>
                </c:pt>
                <c:pt idx="725">
                  <c:v>90.75</c:v>
                </c:pt>
                <c:pt idx="726">
                  <c:v>90.75</c:v>
                </c:pt>
                <c:pt idx="727">
                  <c:v>91</c:v>
                </c:pt>
                <c:pt idx="728">
                  <c:v>91</c:v>
                </c:pt>
                <c:pt idx="729">
                  <c:v>91.25</c:v>
                </c:pt>
                <c:pt idx="730">
                  <c:v>91.25</c:v>
                </c:pt>
                <c:pt idx="731">
                  <c:v>91.5</c:v>
                </c:pt>
                <c:pt idx="732">
                  <c:v>91.5</c:v>
                </c:pt>
                <c:pt idx="733">
                  <c:v>91.75</c:v>
                </c:pt>
                <c:pt idx="734">
                  <c:v>91.75</c:v>
                </c:pt>
                <c:pt idx="735">
                  <c:v>92</c:v>
                </c:pt>
                <c:pt idx="736">
                  <c:v>92</c:v>
                </c:pt>
                <c:pt idx="737">
                  <c:v>92.25</c:v>
                </c:pt>
                <c:pt idx="738">
                  <c:v>92.25</c:v>
                </c:pt>
                <c:pt idx="739">
                  <c:v>92.5</c:v>
                </c:pt>
                <c:pt idx="740">
                  <c:v>92.5</c:v>
                </c:pt>
                <c:pt idx="741">
                  <c:v>92.75</c:v>
                </c:pt>
                <c:pt idx="742">
                  <c:v>92.75</c:v>
                </c:pt>
                <c:pt idx="743">
                  <c:v>93</c:v>
                </c:pt>
                <c:pt idx="744">
                  <c:v>93</c:v>
                </c:pt>
                <c:pt idx="745">
                  <c:v>93.25</c:v>
                </c:pt>
                <c:pt idx="746">
                  <c:v>93.25</c:v>
                </c:pt>
                <c:pt idx="747">
                  <c:v>93.5</c:v>
                </c:pt>
                <c:pt idx="748">
                  <c:v>93.5</c:v>
                </c:pt>
                <c:pt idx="749">
                  <c:v>93.75</c:v>
                </c:pt>
                <c:pt idx="750">
                  <c:v>93.75</c:v>
                </c:pt>
                <c:pt idx="751">
                  <c:v>94</c:v>
                </c:pt>
                <c:pt idx="752">
                  <c:v>94</c:v>
                </c:pt>
                <c:pt idx="753">
                  <c:v>94.25</c:v>
                </c:pt>
                <c:pt idx="754">
                  <c:v>94.25</c:v>
                </c:pt>
                <c:pt idx="755">
                  <c:v>94.5</c:v>
                </c:pt>
                <c:pt idx="756">
                  <c:v>94.5</c:v>
                </c:pt>
                <c:pt idx="757">
                  <c:v>94.75</c:v>
                </c:pt>
                <c:pt idx="758">
                  <c:v>94.75</c:v>
                </c:pt>
                <c:pt idx="759">
                  <c:v>95</c:v>
                </c:pt>
                <c:pt idx="760">
                  <c:v>95</c:v>
                </c:pt>
                <c:pt idx="761">
                  <c:v>95.25</c:v>
                </c:pt>
                <c:pt idx="762">
                  <c:v>95.25</c:v>
                </c:pt>
                <c:pt idx="763">
                  <c:v>95.5</c:v>
                </c:pt>
                <c:pt idx="764">
                  <c:v>95.5</c:v>
                </c:pt>
                <c:pt idx="765">
                  <c:v>95.75</c:v>
                </c:pt>
                <c:pt idx="766">
                  <c:v>95.75</c:v>
                </c:pt>
                <c:pt idx="767">
                  <c:v>96</c:v>
                </c:pt>
                <c:pt idx="768">
                  <c:v>96</c:v>
                </c:pt>
                <c:pt idx="769">
                  <c:v>96.25</c:v>
                </c:pt>
                <c:pt idx="770">
                  <c:v>96.25</c:v>
                </c:pt>
                <c:pt idx="771">
                  <c:v>96.5</c:v>
                </c:pt>
                <c:pt idx="772">
                  <c:v>96.5</c:v>
                </c:pt>
                <c:pt idx="773">
                  <c:v>96.75</c:v>
                </c:pt>
                <c:pt idx="774">
                  <c:v>96.75</c:v>
                </c:pt>
                <c:pt idx="775">
                  <c:v>97</c:v>
                </c:pt>
                <c:pt idx="776">
                  <c:v>97</c:v>
                </c:pt>
                <c:pt idx="777">
                  <c:v>97.25</c:v>
                </c:pt>
                <c:pt idx="778">
                  <c:v>97.25</c:v>
                </c:pt>
                <c:pt idx="779">
                  <c:v>97.5</c:v>
                </c:pt>
                <c:pt idx="780">
                  <c:v>97.5</c:v>
                </c:pt>
                <c:pt idx="781">
                  <c:v>97.75</c:v>
                </c:pt>
                <c:pt idx="782">
                  <c:v>97.75</c:v>
                </c:pt>
                <c:pt idx="783">
                  <c:v>98</c:v>
                </c:pt>
                <c:pt idx="784">
                  <c:v>98</c:v>
                </c:pt>
                <c:pt idx="785">
                  <c:v>98.25</c:v>
                </c:pt>
                <c:pt idx="786">
                  <c:v>98.25</c:v>
                </c:pt>
                <c:pt idx="787">
                  <c:v>98.5</c:v>
                </c:pt>
                <c:pt idx="788">
                  <c:v>98.5</c:v>
                </c:pt>
                <c:pt idx="789">
                  <c:v>98.75</c:v>
                </c:pt>
                <c:pt idx="790">
                  <c:v>98.75</c:v>
                </c:pt>
                <c:pt idx="791">
                  <c:v>99</c:v>
                </c:pt>
                <c:pt idx="792">
                  <c:v>99</c:v>
                </c:pt>
                <c:pt idx="793">
                  <c:v>99.25</c:v>
                </c:pt>
                <c:pt idx="794">
                  <c:v>99.25</c:v>
                </c:pt>
                <c:pt idx="795">
                  <c:v>99.5</c:v>
                </c:pt>
                <c:pt idx="796">
                  <c:v>99.5</c:v>
                </c:pt>
                <c:pt idx="797">
                  <c:v>99.75</c:v>
                </c:pt>
                <c:pt idx="798">
                  <c:v>99.75</c:v>
                </c:pt>
                <c:pt idx="799">
                  <c:v>100</c:v>
                </c:pt>
                <c:pt idx="800">
                  <c:v>100</c:v>
                </c:pt>
                <c:pt idx="801">
                  <c:v>100.25</c:v>
                </c:pt>
                <c:pt idx="802">
                  <c:v>100.25</c:v>
                </c:pt>
                <c:pt idx="803">
                  <c:v>100.5</c:v>
                </c:pt>
                <c:pt idx="804">
                  <c:v>100.5</c:v>
                </c:pt>
                <c:pt idx="805">
                  <c:v>100.75</c:v>
                </c:pt>
                <c:pt idx="806">
                  <c:v>100.75</c:v>
                </c:pt>
                <c:pt idx="807">
                  <c:v>101</c:v>
                </c:pt>
                <c:pt idx="808">
                  <c:v>101</c:v>
                </c:pt>
                <c:pt idx="809">
                  <c:v>101.25</c:v>
                </c:pt>
                <c:pt idx="810">
                  <c:v>101.25</c:v>
                </c:pt>
                <c:pt idx="811">
                  <c:v>101.5</c:v>
                </c:pt>
                <c:pt idx="812">
                  <c:v>101.5</c:v>
                </c:pt>
                <c:pt idx="813">
                  <c:v>101.75</c:v>
                </c:pt>
                <c:pt idx="814">
                  <c:v>101.75</c:v>
                </c:pt>
                <c:pt idx="815">
                  <c:v>102</c:v>
                </c:pt>
                <c:pt idx="816">
                  <c:v>102</c:v>
                </c:pt>
                <c:pt idx="817">
                  <c:v>102.25</c:v>
                </c:pt>
                <c:pt idx="818">
                  <c:v>102.25</c:v>
                </c:pt>
                <c:pt idx="819">
                  <c:v>102.5</c:v>
                </c:pt>
                <c:pt idx="820">
                  <c:v>102.5</c:v>
                </c:pt>
                <c:pt idx="821">
                  <c:v>102.75</c:v>
                </c:pt>
                <c:pt idx="822">
                  <c:v>102.75</c:v>
                </c:pt>
                <c:pt idx="823">
                  <c:v>103</c:v>
                </c:pt>
                <c:pt idx="824">
                  <c:v>103</c:v>
                </c:pt>
                <c:pt idx="825">
                  <c:v>103.25</c:v>
                </c:pt>
                <c:pt idx="826">
                  <c:v>103.25</c:v>
                </c:pt>
                <c:pt idx="827">
                  <c:v>103.5</c:v>
                </c:pt>
                <c:pt idx="828">
                  <c:v>103.5</c:v>
                </c:pt>
                <c:pt idx="829">
                  <c:v>103.75</c:v>
                </c:pt>
                <c:pt idx="830">
                  <c:v>103.75</c:v>
                </c:pt>
                <c:pt idx="831">
                  <c:v>104</c:v>
                </c:pt>
                <c:pt idx="832">
                  <c:v>104</c:v>
                </c:pt>
                <c:pt idx="833">
                  <c:v>104.25</c:v>
                </c:pt>
                <c:pt idx="834">
                  <c:v>104.25</c:v>
                </c:pt>
                <c:pt idx="835">
                  <c:v>104.5</c:v>
                </c:pt>
                <c:pt idx="836">
                  <c:v>104.5</c:v>
                </c:pt>
                <c:pt idx="837">
                  <c:v>104.75</c:v>
                </c:pt>
                <c:pt idx="838">
                  <c:v>104.75</c:v>
                </c:pt>
                <c:pt idx="839">
                  <c:v>105</c:v>
                </c:pt>
                <c:pt idx="840">
                  <c:v>105</c:v>
                </c:pt>
                <c:pt idx="841">
                  <c:v>105.25</c:v>
                </c:pt>
                <c:pt idx="842">
                  <c:v>105.25</c:v>
                </c:pt>
                <c:pt idx="843">
                  <c:v>105.5</c:v>
                </c:pt>
                <c:pt idx="844">
                  <c:v>105.5</c:v>
                </c:pt>
                <c:pt idx="845">
                  <c:v>105.75</c:v>
                </c:pt>
                <c:pt idx="846">
                  <c:v>105.75</c:v>
                </c:pt>
                <c:pt idx="847">
                  <c:v>106</c:v>
                </c:pt>
                <c:pt idx="848">
                  <c:v>106</c:v>
                </c:pt>
                <c:pt idx="849">
                  <c:v>106.25</c:v>
                </c:pt>
                <c:pt idx="850">
                  <c:v>106.25</c:v>
                </c:pt>
                <c:pt idx="851">
                  <c:v>106.5</c:v>
                </c:pt>
                <c:pt idx="852">
                  <c:v>106.5</c:v>
                </c:pt>
                <c:pt idx="853">
                  <c:v>106.75</c:v>
                </c:pt>
                <c:pt idx="854">
                  <c:v>106.75</c:v>
                </c:pt>
                <c:pt idx="855">
                  <c:v>107</c:v>
                </c:pt>
                <c:pt idx="856">
                  <c:v>107</c:v>
                </c:pt>
                <c:pt idx="857">
                  <c:v>107.25</c:v>
                </c:pt>
                <c:pt idx="858">
                  <c:v>107.25</c:v>
                </c:pt>
                <c:pt idx="859">
                  <c:v>107.5</c:v>
                </c:pt>
                <c:pt idx="860">
                  <c:v>107.5</c:v>
                </c:pt>
                <c:pt idx="861">
                  <c:v>107.75</c:v>
                </c:pt>
                <c:pt idx="862">
                  <c:v>107.75</c:v>
                </c:pt>
                <c:pt idx="863">
                  <c:v>108</c:v>
                </c:pt>
                <c:pt idx="864">
                  <c:v>108</c:v>
                </c:pt>
                <c:pt idx="865">
                  <c:v>108.25</c:v>
                </c:pt>
                <c:pt idx="866">
                  <c:v>108.25</c:v>
                </c:pt>
                <c:pt idx="867">
                  <c:v>108.5</c:v>
                </c:pt>
                <c:pt idx="868">
                  <c:v>108.5</c:v>
                </c:pt>
                <c:pt idx="869">
                  <c:v>108.75</c:v>
                </c:pt>
                <c:pt idx="870">
                  <c:v>108.75</c:v>
                </c:pt>
                <c:pt idx="871">
                  <c:v>109</c:v>
                </c:pt>
                <c:pt idx="872">
                  <c:v>109</c:v>
                </c:pt>
                <c:pt idx="873">
                  <c:v>109.25</c:v>
                </c:pt>
                <c:pt idx="874">
                  <c:v>109.25</c:v>
                </c:pt>
                <c:pt idx="875">
                  <c:v>109.5</c:v>
                </c:pt>
                <c:pt idx="876">
                  <c:v>109.5</c:v>
                </c:pt>
                <c:pt idx="877">
                  <c:v>109.75</c:v>
                </c:pt>
                <c:pt idx="878">
                  <c:v>109.75</c:v>
                </c:pt>
                <c:pt idx="879">
                  <c:v>110</c:v>
                </c:pt>
                <c:pt idx="880">
                  <c:v>110</c:v>
                </c:pt>
                <c:pt idx="881">
                  <c:v>110.25</c:v>
                </c:pt>
                <c:pt idx="882">
                  <c:v>110.25</c:v>
                </c:pt>
                <c:pt idx="883">
                  <c:v>110.5</c:v>
                </c:pt>
                <c:pt idx="884">
                  <c:v>110.5</c:v>
                </c:pt>
                <c:pt idx="885">
                  <c:v>110.75</c:v>
                </c:pt>
                <c:pt idx="886">
                  <c:v>110.75</c:v>
                </c:pt>
                <c:pt idx="887">
                  <c:v>111</c:v>
                </c:pt>
                <c:pt idx="888">
                  <c:v>111</c:v>
                </c:pt>
                <c:pt idx="889">
                  <c:v>111.25</c:v>
                </c:pt>
                <c:pt idx="890">
                  <c:v>111.25</c:v>
                </c:pt>
                <c:pt idx="891">
                  <c:v>111.5</c:v>
                </c:pt>
                <c:pt idx="892">
                  <c:v>111.5</c:v>
                </c:pt>
                <c:pt idx="893">
                  <c:v>111.75</c:v>
                </c:pt>
                <c:pt idx="894">
                  <c:v>111.75</c:v>
                </c:pt>
                <c:pt idx="895">
                  <c:v>112</c:v>
                </c:pt>
                <c:pt idx="896">
                  <c:v>112</c:v>
                </c:pt>
                <c:pt idx="897">
                  <c:v>112.25</c:v>
                </c:pt>
                <c:pt idx="898">
                  <c:v>112.25</c:v>
                </c:pt>
                <c:pt idx="899">
                  <c:v>112.5</c:v>
                </c:pt>
                <c:pt idx="900">
                  <c:v>112.5</c:v>
                </c:pt>
                <c:pt idx="901">
                  <c:v>112.75</c:v>
                </c:pt>
                <c:pt idx="902">
                  <c:v>112.75</c:v>
                </c:pt>
                <c:pt idx="903">
                  <c:v>113</c:v>
                </c:pt>
                <c:pt idx="904">
                  <c:v>113</c:v>
                </c:pt>
                <c:pt idx="905">
                  <c:v>113.25</c:v>
                </c:pt>
                <c:pt idx="906">
                  <c:v>113.25</c:v>
                </c:pt>
                <c:pt idx="907">
                  <c:v>113.5</c:v>
                </c:pt>
                <c:pt idx="908">
                  <c:v>113.5</c:v>
                </c:pt>
                <c:pt idx="909">
                  <c:v>113.75</c:v>
                </c:pt>
                <c:pt idx="910">
                  <c:v>113.75</c:v>
                </c:pt>
                <c:pt idx="911">
                  <c:v>114</c:v>
                </c:pt>
                <c:pt idx="912">
                  <c:v>114</c:v>
                </c:pt>
                <c:pt idx="913">
                  <c:v>114.25</c:v>
                </c:pt>
                <c:pt idx="914">
                  <c:v>114.25</c:v>
                </c:pt>
                <c:pt idx="915">
                  <c:v>114.5</c:v>
                </c:pt>
                <c:pt idx="916">
                  <c:v>114.5</c:v>
                </c:pt>
                <c:pt idx="917">
                  <c:v>114.75</c:v>
                </c:pt>
                <c:pt idx="918">
                  <c:v>114.75</c:v>
                </c:pt>
                <c:pt idx="919">
                  <c:v>115</c:v>
                </c:pt>
                <c:pt idx="920">
                  <c:v>115</c:v>
                </c:pt>
                <c:pt idx="921">
                  <c:v>115.25</c:v>
                </c:pt>
                <c:pt idx="922">
                  <c:v>115.25</c:v>
                </c:pt>
                <c:pt idx="923">
                  <c:v>115.5</c:v>
                </c:pt>
                <c:pt idx="924">
                  <c:v>115.5</c:v>
                </c:pt>
                <c:pt idx="925">
                  <c:v>115.75</c:v>
                </c:pt>
                <c:pt idx="926">
                  <c:v>115.75</c:v>
                </c:pt>
                <c:pt idx="927">
                  <c:v>116</c:v>
                </c:pt>
                <c:pt idx="928">
                  <c:v>116</c:v>
                </c:pt>
                <c:pt idx="929">
                  <c:v>116.25</c:v>
                </c:pt>
                <c:pt idx="930">
                  <c:v>116.25</c:v>
                </c:pt>
                <c:pt idx="931">
                  <c:v>116.5</c:v>
                </c:pt>
                <c:pt idx="932">
                  <c:v>116.5</c:v>
                </c:pt>
                <c:pt idx="933">
                  <c:v>116.75</c:v>
                </c:pt>
                <c:pt idx="934">
                  <c:v>116.75</c:v>
                </c:pt>
                <c:pt idx="935">
                  <c:v>117</c:v>
                </c:pt>
                <c:pt idx="936">
                  <c:v>117</c:v>
                </c:pt>
                <c:pt idx="937">
                  <c:v>117.25</c:v>
                </c:pt>
                <c:pt idx="938">
                  <c:v>117.25</c:v>
                </c:pt>
                <c:pt idx="939">
                  <c:v>117.5</c:v>
                </c:pt>
                <c:pt idx="940">
                  <c:v>117.5</c:v>
                </c:pt>
                <c:pt idx="941">
                  <c:v>117.75</c:v>
                </c:pt>
                <c:pt idx="942">
                  <c:v>117.75</c:v>
                </c:pt>
                <c:pt idx="943">
                  <c:v>118</c:v>
                </c:pt>
                <c:pt idx="944">
                  <c:v>118</c:v>
                </c:pt>
                <c:pt idx="945">
                  <c:v>118.25</c:v>
                </c:pt>
                <c:pt idx="946">
                  <c:v>118.25</c:v>
                </c:pt>
                <c:pt idx="947">
                  <c:v>118.5</c:v>
                </c:pt>
                <c:pt idx="948">
                  <c:v>118.5</c:v>
                </c:pt>
                <c:pt idx="949">
                  <c:v>118.75</c:v>
                </c:pt>
                <c:pt idx="950">
                  <c:v>118.75</c:v>
                </c:pt>
                <c:pt idx="951">
                  <c:v>119</c:v>
                </c:pt>
                <c:pt idx="952">
                  <c:v>119</c:v>
                </c:pt>
                <c:pt idx="953">
                  <c:v>119.25</c:v>
                </c:pt>
                <c:pt idx="954">
                  <c:v>119.25</c:v>
                </c:pt>
                <c:pt idx="955">
                  <c:v>119.5</c:v>
                </c:pt>
                <c:pt idx="956">
                  <c:v>119.5</c:v>
                </c:pt>
                <c:pt idx="957">
                  <c:v>119.75</c:v>
                </c:pt>
                <c:pt idx="958">
                  <c:v>119.75</c:v>
                </c:pt>
                <c:pt idx="959">
                  <c:v>120</c:v>
                </c:pt>
                <c:pt idx="960">
                  <c:v>120</c:v>
                </c:pt>
                <c:pt idx="961">
                  <c:v>120.25</c:v>
                </c:pt>
                <c:pt idx="962">
                  <c:v>120.25</c:v>
                </c:pt>
                <c:pt idx="963">
                  <c:v>120.5</c:v>
                </c:pt>
                <c:pt idx="964">
                  <c:v>120.5</c:v>
                </c:pt>
                <c:pt idx="965">
                  <c:v>120.75</c:v>
                </c:pt>
                <c:pt idx="966">
                  <c:v>120.75</c:v>
                </c:pt>
                <c:pt idx="967">
                  <c:v>121</c:v>
                </c:pt>
                <c:pt idx="968">
                  <c:v>121</c:v>
                </c:pt>
                <c:pt idx="969">
                  <c:v>121.25</c:v>
                </c:pt>
                <c:pt idx="970">
                  <c:v>121.25</c:v>
                </c:pt>
                <c:pt idx="971">
                  <c:v>121.5</c:v>
                </c:pt>
                <c:pt idx="972">
                  <c:v>121.5</c:v>
                </c:pt>
                <c:pt idx="973">
                  <c:v>121.75</c:v>
                </c:pt>
                <c:pt idx="974">
                  <c:v>121.75</c:v>
                </c:pt>
                <c:pt idx="975">
                  <c:v>122</c:v>
                </c:pt>
                <c:pt idx="976">
                  <c:v>122</c:v>
                </c:pt>
                <c:pt idx="977">
                  <c:v>122.25</c:v>
                </c:pt>
                <c:pt idx="978">
                  <c:v>122.25</c:v>
                </c:pt>
                <c:pt idx="979">
                  <c:v>122.5</c:v>
                </c:pt>
                <c:pt idx="980">
                  <c:v>122.5</c:v>
                </c:pt>
                <c:pt idx="981">
                  <c:v>122.75</c:v>
                </c:pt>
                <c:pt idx="982">
                  <c:v>122.75</c:v>
                </c:pt>
                <c:pt idx="983">
                  <c:v>123</c:v>
                </c:pt>
                <c:pt idx="984">
                  <c:v>123</c:v>
                </c:pt>
                <c:pt idx="985">
                  <c:v>123.25</c:v>
                </c:pt>
                <c:pt idx="986">
                  <c:v>123.25</c:v>
                </c:pt>
                <c:pt idx="987">
                  <c:v>123.5</c:v>
                </c:pt>
                <c:pt idx="988">
                  <c:v>123.5</c:v>
                </c:pt>
                <c:pt idx="989">
                  <c:v>123.75</c:v>
                </c:pt>
                <c:pt idx="990">
                  <c:v>123.75</c:v>
                </c:pt>
                <c:pt idx="991">
                  <c:v>124</c:v>
                </c:pt>
                <c:pt idx="992">
                  <c:v>124</c:v>
                </c:pt>
                <c:pt idx="993">
                  <c:v>124.25</c:v>
                </c:pt>
                <c:pt idx="994">
                  <c:v>124.25</c:v>
                </c:pt>
                <c:pt idx="995">
                  <c:v>124.5</c:v>
                </c:pt>
                <c:pt idx="996">
                  <c:v>124.5</c:v>
                </c:pt>
                <c:pt idx="997">
                  <c:v>124.75</c:v>
                </c:pt>
                <c:pt idx="998">
                  <c:v>124.75</c:v>
                </c:pt>
                <c:pt idx="999">
                  <c:v>125</c:v>
                </c:pt>
                <c:pt idx="1000">
                  <c:v>125</c:v>
                </c:pt>
                <c:pt idx="1001">
                  <c:v>125.25</c:v>
                </c:pt>
                <c:pt idx="1002">
                  <c:v>125.25</c:v>
                </c:pt>
                <c:pt idx="1003">
                  <c:v>125.5</c:v>
                </c:pt>
                <c:pt idx="1004">
                  <c:v>125.5</c:v>
                </c:pt>
                <c:pt idx="1005">
                  <c:v>125.75</c:v>
                </c:pt>
                <c:pt idx="1006">
                  <c:v>125.75</c:v>
                </c:pt>
                <c:pt idx="1007">
                  <c:v>126</c:v>
                </c:pt>
                <c:pt idx="1008">
                  <c:v>126</c:v>
                </c:pt>
                <c:pt idx="1009">
                  <c:v>126.25</c:v>
                </c:pt>
                <c:pt idx="1010">
                  <c:v>126.25</c:v>
                </c:pt>
                <c:pt idx="1011">
                  <c:v>126.5</c:v>
                </c:pt>
                <c:pt idx="1012">
                  <c:v>126.5</c:v>
                </c:pt>
                <c:pt idx="1013">
                  <c:v>126.75</c:v>
                </c:pt>
                <c:pt idx="1014">
                  <c:v>126.75</c:v>
                </c:pt>
                <c:pt idx="1015">
                  <c:v>127</c:v>
                </c:pt>
                <c:pt idx="1016">
                  <c:v>127</c:v>
                </c:pt>
                <c:pt idx="1017">
                  <c:v>127.25</c:v>
                </c:pt>
                <c:pt idx="1018">
                  <c:v>127.25</c:v>
                </c:pt>
                <c:pt idx="1019">
                  <c:v>127.5</c:v>
                </c:pt>
                <c:pt idx="1020">
                  <c:v>127.5</c:v>
                </c:pt>
                <c:pt idx="1021">
                  <c:v>127.75</c:v>
                </c:pt>
                <c:pt idx="1022">
                  <c:v>127.75</c:v>
                </c:pt>
                <c:pt idx="1023">
                  <c:v>128</c:v>
                </c:pt>
                <c:pt idx="1024">
                  <c:v>128</c:v>
                </c:pt>
                <c:pt idx="1025">
                  <c:v>128.25</c:v>
                </c:pt>
                <c:pt idx="1026">
                  <c:v>128.25</c:v>
                </c:pt>
                <c:pt idx="1027">
                  <c:v>128.5</c:v>
                </c:pt>
                <c:pt idx="1028">
                  <c:v>128.5</c:v>
                </c:pt>
                <c:pt idx="1029">
                  <c:v>128.75</c:v>
                </c:pt>
                <c:pt idx="1030">
                  <c:v>128.75</c:v>
                </c:pt>
                <c:pt idx="1031">
                  <c:v>129</c:v>
                </c:pt>
                <c:pt idx="1032">
                  <c:v>129</c:v>
                </c:pt>
                <c:pt idx="1033">
                  <c:v>129.25</c:v>
                </c:pt>
                <c:pt idx="1034">
                  <c:v>129.25</c:v>
                </c:pt>
                <c:pt idx="1035">
                  <c:v>129.5</c:v>
                </c:pt>
                <c:pt idx="1036">
                  <c:v>129.5</c:v>
                </c:pt>
                <c:pt idx="1037">
                  <c:v>129.75</c:v>
                </c:pt>
                <c:pt idx="1038">
                  <c:v>129.75</c:v>
                </c:pt>
                <c:pt idx="1039">
                  <c:v>130</c:v>
                </c:pt>
                <c:pt idx="1040">
                  <c:v>130</c:v>
                </c:pt>
                <c:pt idx="1041">
                  <c:v>130.25</c:v>
                </c:pt>
                <c:pt idx="1042">
                  <c:v>130.25</c:v>
                </c:pt>
                <c:pt idx="1043">
                  <c:v>130.5</c:v>
                </c:pt>
                <c:pt idx="1044">
                  <c:v>130.5</c:v>
                </c:pt>
                <c:pt idx="1045">
                  <c:v>130.75</c:v>
                </c:pt>
                <c:pt idx="1046">
                  <c:v>130.75</c:v>
                </c:pt>
                <c:pt idx="1047">
                  <c:v>131</c:v>
                </c:pt>
                <c:pt idx="1048">
                  <c:v>131</c:v>
                </c:pt>
                <c:pt idx="1049">
                  <c:v>131.25</c:v>
                </c:pt>
                <c:pt idx="1050">
                  <c:v>131.25</c:v>
                </c:pt>
                <c:pt idx="1051">
                  <c:v>131.5</c:v>
                </c:pt>
                <c:pt idx="1052">
                  <c:v>131.5</c:v>
                </c:pt>
                <c:pt idx="1053">
                  <c:v>131.75</c:v>
                </c:pt>
                <c:pt idx="1054">
                  <c:v>131.75</c:v>
                </c:pt>
                <c:pt idx="1055">
                  <c:v>132</c:v>
                </c:pt>
                <c:pt idx="1056">
                  <c:v>132</c:v>
                </c:pt>
                <c:pt idx="1057">
                  <c:v>132.25</c:v>
                </c:pt>
                <c:pt idx="1058">
                  <c:v>132.25</c:v>
                </c:pt>
                <c:pt idx="1059">
                  <c:v>132.5</c:v>
                </c:pt>
                <c:pt idx="1060">
                  <c:v>132.5</c:v>
                </c:pt>
                <c:pt idx="1061">
                  <c:v>132.75</c:v>
                </c:pt>
                <c:pt idx="1062">
                  <c:v>132.75</c:v>
                </c:pt>
                <c:pt idx="1063">
                  <c:v>133</c:v>
                </c:pt>
                <c:pt idx="1064">
                  <c:v>133</c:v>
                </c:pt>
                <c:pt idx="1065">
                  <c:v>133.25</c:v>
                </c:pt>
                <c:pt idx="1066">
                  <c:v>133.25</c:v>
                </c:pt>
                <c:pt idx="1067">
                  <c:v>133.5</c:v>
                </c:pt>
                <c:pt idx="1068">
                  <c:v>133.5</c:v>
                </c:pt>
                <c:pt idx="1069">
                  <c:v>133.75</c:v>
                </c:pt>
                <c:pt idx="1070">
                  <c:v>133.75</c:v>
                </c:pt>
                <c:pt idx="1071">
                  <c:v>134</c:v>
                </c:pt>
                <c:pt idx="1072">
                  <c:v>134</c:v>
                </c:pt>
                <c:pt idx="1073">
                  <c:v>134.25</c:v>
                </c:pt>
                <c:pt idx="1074">
                  <c:v>134.25</c:v>
                </c:pt>
                <c:pt idx="1075">
                  <c:v>134.5</c:v>
                </c:pt>
                <c:pt idx="1076">
                  <c:v>134.5</c:v>
                </c:pt>
                <c:pt idx="1077">
                  <c:v>134.75</c:v>
                </c:pt>
                <c:pt idx="1078">
                  <c:v>134.75</c:v>
                </c:pt>
                <c:pt idx="1079">
                  <c:v>135</c:v>
                </c:pt>
                <c:pt idx="1080">
                  <c:v>135</c:v>
                </c:pt>
                <c:pt idx="1081">
                  <c:v>135.25</c:v>
                </c:pt>
                <c:pt idx="1082">
                  <c:v>135.25</c:v>
                </c:pt>
                <c:pt idx="1083">
                  <c:v>135.5</c:v>
                </c:pt>
                <c:pt idx="1084">
                  <c:v>135.5</c:v>
                </c:pt>
                <c:pt idx="1085">
                  <c:v>135.75</c:v>
                </c:pt>
                <c:pt idx="1086">
                  <c:v>135.75</c:v>
                </c:pt>
                <c:pt idx="1087">
                  <c:v>136</c:v>
                </c:pt>
                <c:pt idx="1088">
                  <c:v>136</c:v>
                </c:pt>
                <c:pt idx="1089">
                  <c:v>136.25</c:v>
                </c:pt>
                <c:pt idx="1090">
                  <c:v>136.25</c:v>
                </c:pt>
                <c:pt idx="1091">
                  <c:v>136.5</c:v>
                </c:pt>
                <c:pt idx="1092">
                  <c:v>136.5</c:v>
                </c:pt>
                <c:pt idx="1093">
                  <c:v>136.75</c:v>
                </c:pt>
                <c:pt idx="1094">
                  <c:v>136.75</c:v>
                </c:pt>
                <c:pt idx="1095">
                  <c:v>137</c:v>
                </c:pt>
                <c:pt idx="1096">
                  <c:v>137</c:v>
                </c:pt>
                <c:pt idx="1097">
                  <c:v>137.25</c:v>
                </c:pt>
                <c:pt idx="1098">
                  <c:v>137.25</c:v>
                </c:pt>
                <c:pt idx="1099">
                  <c:v>137.5</c:v>
                </c:pt>
                <c:pt idx="1100">
                  <c:v>137.5</c:v>
                </c:pt>
                <c:pt idx="1101">
                  <c:v>137.75</c:v>
                </c:pt>
                <c:pt idx="1102">
                  <c:v>137.75</c:v>
                </c:pt>
                <c:pt idx="1103">
                  <c:v>138</c:v>
                </c:pt>
                <c:pt idx="1104">
                  <c:v>138</c:v>
                </c:pt>
                <c:pt idx="1105">
                  <c:v>138.25</c:v>
                </c:pt>
                <c:pt idx="1106">
                  <c:v>138.25</c:v>
                </c:pt>
                <c:pt idx="1107">
                  <c:v>138.5</c:v>
                </c:pt>
                <c:pt idx="1108">
                  <c:v>138.5</c:v>
                </c:pt>
                <c:pt idx="1109">
                  <c:v>138.75</c:v>
                </c:pt>
                <c:pt idx="1110">
                  <c:v>138.75</c:v>
                </c:pt>
                <c:pt idx="1111">
                  <c:v>139</c:v>
                </c:pt>
                <c:pt idx="1112">
                  <c:v>139</c:v>
                </c:pt>
                <c:pt idx="1113">
                  <c:v>139.25</c:v>
                </c:pt>
                <c:pt idx="1114">
                  <c:v>139.25</c:v>
                </c:pt>
                <c:pt idx="1115">
                  <c:v>139.5</c:v>
                </c:pt>
                <c:pt idx="1116">
                  <c:v>139.5</c:v>
                </c:pt>
                <c:pt idx="1117">
                  <c:v>139.75</c:v>
                </c:pt>
                <c:pt idx="1118">
                  <c:v>139.75</c:v>
                </c:pt>
                <c:pt idx="1119">
                  <c:v>140</c:v>
                </c:pt>
                <c:pt idx="1120">
                  <c:v>140</c:v>
                </c:pt>
                <c:pt idx="1121">
                  <c:v>140.25</c:v>
                </c:pt>
                <c:pt idx="1122">
                  <c:v>140.25</c:v>
                </c:pt>
                <c:pt idx="1123">
                  <c:v>140.5</c:v>
                </c:pt>
                <c:pt idx="1124">
                  <c:v>140.5</c:v>
                </c:pt>
                <c:pt idx="1125">
                  <c:v>140.75</c:v>
                </c:pt>
                <c:pt idx="1126">
                  <c:v>140.75</c:v>
                </c:pt>
                <c:pt idx="1127">
                  <c:v>141</c:v>
                </c:pt>
                <c:pt idx="1128">
                  <c:v>141</c:v>
                </c:pt>
                <c:pt idx="1129">
                  <c:v>141.25</c:v>
                </c:pt>
                <c:pt idx="1130">
                  <c:v>141.25</c:v>
                </c:pt>
                <c:pt idx="1131">
                  <c:v>141.5</c:v>
                </c:pt>
                <c:pt idx="1132">
                  <c:v>141.5</c:v>
                </c:pt>
                <c:pt idx="1133">
                  <c:v>141.75</c:v>
                </c:pt>
                <c:pt idx="1134">
                  <c:v>141.75</c:v>
                </c:pt>
                <c:pt idx="1135">
                  <c:v>142</c:v>
                </c:pt>
                <c:pt idx="1136">
                  <c:v>142</c:v>
                </c:pt>
                <c:pt idx="1137">
                  <c:v>142.25</c:v>
                </c:pt>
                <c:pt idx="1138">
                  <c:v>142.25</c:v>
                </c:pt>
                <c:pt idx="1139">
                  <c:v>142.5</c:v>
                </c:pt>
                <c:pt idx="1140">
                  <c:v>142.5</c:v>
                </c:pt>
                <c:pt idx="1141">
                  <c:v>142.75</c:v>
                </c:pt>
                <c:pt idx="1142">
                  <c:v>142.75</c:v>
                </c:pt>
                <c:pt idx="1143">
                  <c:v>143</c:v>
                </c:pt>
                <c:pt idx="1144">
                  <c:v>143</c:v>
                </c:pt>
                <c:pt idx="1145">
                  <c:v>143.25</c:v>
                </c:pt>
                <c:pt idx="1146">
                  <c:v>143.25</c:v>
                </c:pt>
                <c:pt idx="1147">
                  <c:v>143.5</c:v>
                </c:pt>
                <c:pt idx="1148">
                  <c:v>143.5</c:v>
                </c:pt>
                <c:pt idx="1149">
                  <c:v>143.75</c:v>
                </c:pt>
                <c:pt idx="1150">
                  <c:v>143.75</c:v>
                </c:pt>
                <c:pt idx="1151">
                  <c:v>144</c:v>
                </c:pt>
                <c:pt idx="1152">
                  <c:v>144</c:v>
                </c:pt>
                <c:pt idx="1153">
                  <c:v>144.25</c:v>
                </c:pt>
                <c:pt idx="1154">
                  <c:v>144.25</c:v>
                </c:pt>
                <c:pt idx="1155">
                  <c:v>144.5</c:v>
                </c:pt>
                <c:pt idx="1156">
                  <c:v>144.5</c:v>
                </c:pt>
                <c:pt idx="1157">
                  <c:v>144.75</c:v>
                </c:pt>
                <c:pt idx="1158">
                  <c:v>144.75</c:v>
                </c:pt>
                <c:pt idx="1159">
                  <c:v>145</c:v>
                </c:pt>
                <c:pt idx="1160">
                  <c:v>145</c:v>
                </c:pt>
                <c:pt idx="1161">
                  <c:v>145.25</c:v>
                </c:pt>
                <c:pt idx="1162">
                  <c:v>145.25</c:v>
                </c:pt>
                <c:pt idx="1163">
                  <c:v>145.5</c:v>
                </c:pt>
                <c:pt idx="1164">
                  <c:v>145.5</c:v>
                </c:pt>
                <c:pt idx="1165">
                  <c:v>145.75</c:v>
                </c:pt>
                <c:pt idx="1166">
                  <c:v>145.75</c:v>
                </c:pt>
                <c:pt idx="1167">
                  <c:v>146</c:v>
                </c:pt>
                <c:pt idx="1168">
                  <c:v>146</c:v>
                </c:pt>
                <c:pt idx="1169">
                  <c:v>146.25</c:v>
                </c:pt>
                <c:pt idx="1170">
                  <c:v>146.25</c:v>
                </c:pt>
                <c:pt idx="1171">
                  <c:v>146.5</c:v>
                </c:pt>
                <c:pt idx="1172">
                  <c:v>146.5</c:v>
                </c:pt>
                <c:pt idx="1173">
                  <c:v>146.75</c:v>
                </c:pt>
                <c:pt idx="1174">
                  <c:v>146.75</c:v>
                </c:pt>
                <c:pt idx="1175">
                  <c:v>147</c:v>
                </c:pt>
                <c:pt idx="1176">
                  <c:v>147</c:v>
                </c:pt>
                <c:pt idx="1177">
                  <c:v>147.25</c:v>
                </c:pt>
                <c:pt idx="1178">
                  <c:v>147.25</c:v>
                </c:pt>
                <c:pt idx="1179">
                  <c:v>147.5</c:v>
                </c:pt>
                <c:pt idx="1180">
                  <c:v>147.5</c:v>
                </c:pt>
                <c:pt idx="1181">
                  <c:v>147.75</c:v>
                </c:pt>
                <c:pt idx="1182">
                  <c:v>147.75</c:v>
                </c:pt>
                <c:pt idx="1183">
                  <c:v>148</c:v>
                </c:pt>
                <c:pt idx="1184">
                  <c:v>148</c:v>
                </c:pt>
                <c:pt idx="1185">
                  <c:v>148.25</c:v>
                </c:pt>
                <c:pt idx="1186">
                  <c:v>148.25</c:v>
                </c:pt>
                <c:pt idx="1187">
                  <c:v>148.5</c:v>
                </c:pt>
                <c:pt idx="1188">
                  <c:v>148.5</c:v>
                </c:pt>
                <c:pt idx="1189">
                  <c:v>148.75</c:v>
                </c:pt>
                <c:pt idx="1190">
                  <c:v>148.75</c:v>
                </c:pt>
                <c:pt idx="1191">
                  <c:v>149</c:v>
                </c:pt>
                <c:pt idx="1192">
                  <c:v>149</c:v>
                </c:pt>
                <c:pt idx="1193">
                  <c:v>149.25</c:v>
                </c:pt>
                <c:pt idx="1194">
                  <c:v>149.25</c:v>
                </c:pt>
                <c:pt idx="1195">
                  <c:v>149.5</c:v>
                </c:pt>
                <c:pt idx="1196">
                  <c:v>149.5</c:v>
                </c:pt>
                <c:pt idx="1197">
                  <c:v>149.75</c:v>
                </c:pt>
                <c:pt idx="1198">
                  <c:v>149.75</c:v>
                </c:pt>
                <c:pt idx="1199">
                  <c:v>150</c:v>
                </c:pt>
                <c:pt idx="1200">
                  <c:v>150</c:v>
                </c:pt>
                <c:pt idx="1201">
                  <c:v>150.25</c:v>
                </c:pt>
                <c:pt idx="1202">
                  <c:v>150.25</c:v>
                </c:pt>
                <c:pt idx="1203">
                  <c:v>150.5</c:v>
                </c:pt>
                <c:pt idx="1204">
                  <c:v>150.5</c:v>
                </c:pt>
                <c:pt idx="1205">
                  <c:v>150.75</c:v>
                </c:pt>
                <c:pt idx="1206">
                  <c:v>150.75</c:v>
                </c:pt>
                <c:pt idx="1207">
                  <c:v>151</c:v>
                </c:pt>
                <c:pt idx="1208">
                  <c:v>151</c:v>
                </c:pt>
                <c:pt idx="1209">
                  <c:v>151.25</c:v>
                </c:pt>
                <c:pt idx="1210">
                  <c:v>151.25</c:v>
                </c:pt>
                <c:pt idx="1211">
                  <c:v>151.5</c:v>
                </c:pt>
                <c:pt idx="1212">
                  <c:v>151.5</c:v>
                </c:pt>
                <c:pt idx="1213">
                  <c:v>151.75</c:v>
                </c:pt>
                <c:pt idx="1214">
                  <c:v>151.75</c:v>
                </c:pt>
                <c:pt idx="1215">
                  <c:v>152</c:v>
                </c:pt>
                <c:pt idx="1216">
                  <c:v>152</c:v>
                </c:pt>
                <c:pt idx="1217">
                  <c:v>152.25</c:v>
                </c:pt>
                <c:pt idx="1218">
                  <c:v>152.25</c:v>
                </c:pt>
                <c:pt idx="1219">
                  <c:v>152.5</c:v>
                </c:pt>
                <c:pt idx="1220">
                  <c:v>152.5</c:v>
                </c:pt>
                <c:pt idx="1221">
                  <c:v>152.75</c:v>
                </c:pt>
                <c:pt idx="1222">
                  <c:v>152.75</c:v>
                </c:pt>
                <c:pt idx="1223">
                  <c:v>153</c:v>
                </c:pt>
                <c:pt idx="1224">
                  <c:v>153</c:v>
                </c:pt>
                <c:pt idx="1225">
                  <c:v>153.25</c:v>
                </c:pt>
                <c:pt idx="1226">
                  <c:v>153.25</c:v>
                </c:pt>
                <c:pt idx="1227">
                  <c:v>153.5</c:v>
                </c:pt>
                <c:pt idx="1228">
                  <c:v>153.5</c:v>
                </c:pt>
                <c:pt idx="1229">
                  <c:v>153.75</c:v>
                </c:pt>
                <c:pt idx="1230">
                  <c:v>153.75</c:v>
                </c:pt>
                <c:pt idx="1231">
                  <c:v>154</c:v>
                </c:pt>
                <c:pt idx="1232">
                  <c:v>154</c:v>
                </c:pt>
                <c:pt idx="1233">
                  <c:v>154.25</c:v>
                </c:pt>
                <c:pt idx="1234">
                  <c:v>154.25</c:v>
                </c:pt>
                <c:pt idx="1235">
                  <c:v>154.5</c:v>
                </c:pt>
                <c:pt idx="1236">
                  <c:v>154.5</c:v>
                </c:pt>
                <c:pt idx="1237">
                  <c:v>154.75</c:v>
                </c:pt>
                <c:pt idx="1238">
                  <c:v>154.75</c:v>
                </c:pt>
                <c:pt idx="1239">
                  <c:v>155</c:v>
                </c:pt>
                <c:pt idx="1240">
                  <c:v>155</c:v>
                </c:pt>
                <c:pt idx="1241">
                  <c:v>155.25</c:v>
                </c:pt>
                <c:pt idx="1242">
                  <c:v>155.25</c:v>
                </c:pt>
                <c:pt idx="1243">
                  <c:v>155.5</c:v>
                </c:pt>
                <c:pt idx="1244">
                  <c:v>155.5</c:v>
                </c:pt>
                <c:pt idx="1245">
                  <c:v>155.75</c:v>
                </c:pt>
                <c:pt idx="1246">
                  <c:v>155.75</c:v>
                </c:pt>
                <c:pt idx="1247">
                  <c:v>156</c:v>
                </c:pt>
                <c:pt idx="1248">
                  <c:v>156</c:v>
                </c:pt>
                <c:pt idx="1249">
                  <c:v>156.25</c:v>
                </c:pt>
                <c:pt idx="1250">
                  <c:v>156.25</c:v>
                </c:pt>
                <c:pt idx="1251">
                  <c:v>156.5</c:v>
                </c:pt>
                <c:pt idx="1252">
                  <c:v>156.5</c:v>
                </c:pt>
                <c:pt idx="1253">
                  <c:v>156.75</c:v>
                </c:pt>
                <c:pt idx="1254">
                  <c:v>156.75</c:v>
                </c:pt>
                <c:pt idx="1255">
                  <c:v>157</c:v>
                </c:pt>
                <c:pt idx="1256">
                  <c:v>157</c:v>
                </c:pt>
                <c:pt idx="1257">
                  <c:v>157.25</c:v>
                </c:pt>
                <c:pt idx="1258">
                  <c:v>157.25</c:v>
                </c:pt>
                <c:pt idx="1259">
                  <c:v>157.5</c:v>
                </c:pt>
                <c:pt idx="1260">
                  <c:v>157.5</c:v>
                </c:pt>
                <c:pt idx="1261">
                  <c:v>157.75</c:v>
                </c:pt>
                <c:pt idx="1262">
                  <c:v>157.75</c:v>
                </c:pt>
                <c:pt idx="1263">
                  <c:v>158</c:v>
                </c:pt>
                <c:pt idx="1264">
                  <c:v>158</c:v>
                </c:pt>
                <c:pt idx="1265">
                  <c:v>158.25</c:v>
                </c:pt>
                <c:pt idx="1266">
                  <c:v>158.25</c:v>
                </c:pt>
                <c:pt idx="1267">
                  <c:v>158.5</c:v>
                </c:pt>
                <c:pt idx="1268">
                  <c:v>158.5</c:v>
                </c:pt>
                <c:pt idx="1269">
                  <c:v>158.75</c:v>
                </c:pt>
                <c:pt idx="1270">
                  <c:v>158.75</c:v>
                </c:pt>
                <c:pt idx="1271">
                  <c:v>159</c:v>
                </c:pt>
                <c:pt idx="1272">
                  <c:v>159</c:v>
                </c:pt>
                <c:pt idx="1273">
                  <c:v>159.25</c:v>
                </c:pt>
                <c:pt idx="1274">
                  <c:v>159.25</c:v>
                </c:pt>
                <c:pt idx="1275">
                  <c:v>159.5</c:v>
                </c:pt>
                <c:pt idx="1276">
                  <c:v>159.5</c:v>
                </c:pt>
                <c:pt idx="1277">
                  <c:v>159.75</c:v>
                </c:pt>
                <c:pt idx="1278">
                  <c:v>159.75</c:v>
                </c:pt>
                <c:pt idx="1279">
                  <c:v>160</c:v>
                </c:pt>
                <c:pt idx="1280">
                  <c:v>160</c:v>
                </c:pt>
                <c:pt idx="1281">
                  <c:v>160.25</c:v>
                </c:pt>
                <c:pt idx="1282">
                  <c:v>160.25</c:v>
                </c:pt>
                <c:pt idx="1283">
                  <c:v>160.5</c:v>
                </c:pt>
                <c:pt idx="1284">
                  <c:v>160.5</c:v>
                </c:pt>
                <c:pt idx="1285">
                  <c:v>160.75</c:v>
                </c:pt>
                <c:pt idx="1286">
                  <c:v>160.75</c:v>
                </c:pt>
                <c:pt idx="1287">
                  <c:v>161</c:v>
                </c:pt>
                <c:pt idx="1288">
                  <c:v>161</c:v>
                </c:pt>
                <c:pt idx="1289">
                  <c:v>161.25</c:v>
                </c:pt>
                <c:pt idx="1290">
                  <c:v>161.25</c:v>
                </c:pt>
                <c:pt idx="1291">
                  <c:v>161.5</c:v>
                </c:pt>
                <c:pt idx="1292">
                  <c:v>161.5</c:v>
                </c:pt>
                <c:pt idx="1293">
                  <c:v>161.75</c:v>
                </c:pt>
                <c:pt idx="1294">
                  <c:v>161.75</c:v>
                </c:pt>
                <c:pt idx="1295">
                  <c:v>162</c:v>
                </c:pt>
                <c:pt idx="1296">
                  <c:v>162</c:v>
                </c:pt>
                <c:pt idx="1297">
                  <c:v>162.25</c:v>
                </c:pt>
                <c:pt idx="1298">
                  <c:v>162.25</c:v>
                </c:pt>
                <c:pt idx="1299">
                  <c:v>162.5</c:v>
                </c:pt>
                <c:pt idx="1300">
                  <c:v>162.5</c:v>
                </c:pt>
                <c:pt idx="1301">
                  <c:v>162.75</c:v>
                </c:pt>
                <c:pt idx="1302">
                  <c:v>162.75</c:v>
                </c:pt>
                <c:pt idx="1303">
                  <c:v>163</c:v>
                </c:pt>
                <c:pt idx="1304">
                  <c:v>163</c:v>
                </c:pt>
                <c:pt idx="1305">
                  <c:v>163.25</c:v>
                </c:pt>
                <c:pt idx="1306">
                  <c:v>163.25</c:v>
                </c:pt>
                <c:pt idx="1307">
                  <c:v>163.5</c:v>
                </c:pt>
                <c:pt idx="1308">
                  <c:v>163.5</c:v>
                </c:pt>
                <c:pt idx="1309">
                  <c:v>163.75</c:v>
                </c:pt>
                <c:pt idx="1310">
                  <c:v>163.75</c:v>
                </c:pt>
                <c:pt idx="1311">
                  <c:v>164</c:v>
                </c:pt>
                <c:pt idx="1312">
                  <c:v>164</c:v>
                </c:pt>
                <c:pt idx="1313">
                  <c:v>164.25</c:v>
                </c:pt>
                <c:pt idx="1314">
                  <c:v>164.25</c:v>
                </c:pt>
                <c:pt idx="1315">
                  <c:v>164.5</c:v>
                </c:pt>
                <c:pt idx="1316">
                  <c:v>164.5</c:v>
                </c:pt>
                <c:pt idx="1317">
                  <c:v>164.75</c:v>
                </c:pt>
                <c:pt idx="1318">
                  <c:v>164.75</c:v>
                </c:pt>
                <c:pt idx="1319">
                  <c:v>165</c:v>
                </c:pt>
                <c:pt idx="1320">
                  <c:v>165</c:v>
                </c:pt>
                <c:pt idx="1321">
                  <c:v>165.25</c:v>
                </c:pt>
                <c:pt idx="1322">
                  <c:v>165.25</c:v>
                </c:pt>
                <c:pt idx="1323">
                  <c:v>165.5</c:v>
                </c:pt>
                <c:pt idx="1324">
                  <c:v>165.5</c:v>
                </c:pt>
                <c:pt idx="1325">
                  <c:v>165.75</c:v>
                </c:pt>
                <c:pt idx="1326">
                  <c:v>165.75</c:v>
                </c:pt>
                <c:pt idx="1327">
                  <c:v>166</c:v>
                </c:pt>
                <c:pt idx="1328">
                  <c:v>166</c:v>
                </c:pt>
                <c:pt idx="1329">
                  <c:v>166.25</c:v>
                </c:pt>
                <c:pt idx="1330">
                  <c:v>166.25</c:v>
                </c:pt>
                <c:pt idx="1331">
                  <c:v>166.5</c:v>
                </c:pt>
                <c:pt idx="1332">
                  <c:v>166.5</c:v>
                </c:pt>
                <c:pt idx="1333">
                  <c:v>166.75</c:v>
                </c:pt>
                <c:pt idx="1334">
                  <c:v>166.75</c:v>
                </c:pt>
                <c:pt idx="1335">
                  <c:v>167</c:v>
                </c:pt>
                <c:pt idx="1336">
                  <c:v>167</c:v>
                </c:pt>
                <c:pt idx="1337">
                  <c:v>167.25</c:v>
                </c:pt>
                <c:pt idx="1338">
                  <c:v>167.25</c:v>
                </c:pt>
                <c:pt idx="1339">
                  <c:v>167.5</c:v>
                </c:pt>
                <c:pt idx="1340">
                  <c:v>167.5</c:v>
                </c:pt>
                <c:pt idx="1341">
                  <c:v>167.75</c:v>
                </c:pt>
                <c:pt idx="1342">
                  <c:v>167.75</c:v>
                </c:pt>
                <c:pt idx="1343">
                  <c:v>168</c:v>
                </c:pt>
              </c:numCache>
            </c:numRef>
          </c:xVal>
          <c:yVal>
            <c:numRef>
              <c:f>'Chart Data'!$D$2:$D$1345</c:f>
              <c:numCache>
                <c:formatCode>0</c:formatCode>
                <c:ptCount val="134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98.178885</c:v>
                </c:pt>
                <c:pt idx="33">
                  <c:v>98.178885</c:v>
                </c:pt>
                <c:pt idx="34">
                  <c:v>0</c:v>
                </c:pt>
                <c:pt idx="35">
                  <c:v>0</c:v>
                </c:pt>
                <c:pt idx="36">
                  <c:v>0</c:v>
                </c:pt>
                <c:pt idx="37">
                  <c:v>0</c:v>
                </c:pt>
                <c:pt idx="38">
                  <c:v>0</c:v>
                </c:pt>
                <c:pt idx="39">
                  <c:v>0</c:v>
                </c:pt>
                <c:pt idx="40">
                  <c:v>0</c:v>
                </c:pt>
                <c:pt idx="41">
                  <c:v>0</c:v>
                </c:pt>
                <c:pt idx="42">
                  <c:v>0</c:v>
                </c:pt>
                <c:pt idx="43">
                  <c:v>0</c:v>
                </c:pt>
                <c:pt idx="44">
                  <c:v>98.178885</c:v>
                </c:pt>
                <c:pt idx="45">
                  <c:v>98.178885</c:v>
                </c:pt>
                <c:pt idx="46">
                  <c:v>98.178885</c:v>
                </c:pt>
                <c:pt idx="47">
                  <c:v>98.178885</c:v>
                </c:pt>
                <c:pt idx="48">
                  <c:v>0</c:v>
                </c:pt>
                <c:pt idx="49">
                  <c:v>0</c:v>
                </c:pt>
                <c:pt idx="50">
                  <c:v>0</c:v>
                </c:pt>
                <c:pt idx="51">
                  <c:v>0</c:v>
                </c:pt>
                <c:pt idx="52">
                  <c:v>7.885</c:v>
                </c:pt>
                <c:pt idx="53">
                  <c:v>7.885</c:v>
                </c:pt>
                <c:pt idx="54">
                  <c:v>13.91</c:v>
                </c:pt>
                <c:pt idx="55">
                  <c:v>13.91</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60</c:v>
                </c:pt>
                <c:pt idx="175">
                  <c:v>60</c:v>
                </c:pt>
                <c:pt idx="176">
                  <c:v>0</c:v>
                </c:pt>
                <c:pt idx="177">
                  <c:v>0</c:v>
                </c:pt>
                <c:pt idx="178">
                  <c:v>82.608421</c:v>
                </c:pt>
                <c:pt idx="179">
                  <c:v>82.608421</c:v>
                </c:pt>
                <c:pt idx="180">
                  <c:v>98.178885</c:v>
                </c:pt>
                <c:pt idx="181">
                  <c:v>98.178885</c:v>
                </c:pt>
                <c:pt idx="182">
                  <c:v>98.178885</c:v>
                </c:pt>
                <c:pt idx="183">
                  <c:v>98.178885</c:v>
                </c:pt>
                <c:pt idx="184">
                  <c:v>90.0001</c:v>
                </c:pt>
                <c:pt idx="185">
                  <c:v>90.0001</c:v>
                </c:pt>
                <c:pt idx="186">
                  <c:v>98.178885</c:v>
                </c:pt>
                <c:pt idx="187">
                  <c:v>98.178885</c:v>
                </c:pt>
                <c:pt idx="188">
                  <c:v>98.178885</c:v>
                </c:pt>
                <c:pt idx="189">
                  <c:v>98.178885</c:v>
                </c:pt>
                <c:pt idx="190">
                  <c:v>98.178885</c:v>
                </c:pt>
                <c:pt idx="191">
                  <c:v>98.178885</c:v>
                </c:pt>
                <c:pt idx="192">
                  <c:v>98.178885</c:v>
                </c:pt>
                <c:pt idx="193">
                  <c:v>98.178885</c:v>
                </c:pt>
                <c:pt idx="194">
                  <c:v>98.178885</c:v>
                </c:pt>
                <c:pt idx="195">
                  <c:v>98.178885</c:v>
                </c:pt>
                <c:pt idx="196">
                  <c:v>98.178885</c:v>
                </c:pt>
                <c:pt idx="197">
                  <c:v>98.178885</c:v>
                </c:pt>
                <c:pt idx="198">
                  <c:v>0</c:v>
                </c:pt>
                <c:pt idx="199">
                  <c:v>0</c:v>
                </c:pt>
                <c:pt idx="200">
                  <c:v>0</c:v>
                </c:pt>
                <c:pt idx="201">
                  <c:v>0</c:v>
                </c:pt>
                <c:pt idx="202">
                  <c:v>0</c:v>
                </c:pt>
                <c:pt idx="203">
                  <c:v>0</c:v>
                </c:pt>
                <c:pt idx="204">
                  <c:v>119.9999</c:v>
                </c:pt>
                <c:pt idx="205">
                  <c:v>119.9999</c:v>
                </c:pt>
                <c:pt idx="206">
                  <c:v>0</c:v>
                </c:pt>
                <c:pt idx="207">
                  <c:v>0</c:v>
                </c:pt>
                <c:pt idx="208">
                  <c:v>180.0001</c:v>
                </c:pt>
                <c:pt idx="209">
                  <c:v>180.0001</c:v>
                </c:pt>
                <c:pt idx="210">
                  <c:v>150</c:v>
                </c:pt>
                <c:pt idx="211">
                  <c:v>150</c:v>
                </c:pt>
                <c:pt idx="212">
                  <c:v>90</c:v>
                </c:pt>
                <c:pt idx="213">
                  <c:v>90</c:v>
                </c:pt>
                <c:pt idx="214">
                  <c:v>0</c:v>
                </c:pt>
                <c:pt idx="215">
                  <c:v>0</c:v>
                </c:pt>
                <c:pt idx="216">
                  <c:v>183.913549</c:v>
                </c:pt>
                <c:pt idx="217">
                  <c:v>183.913549</c:v>
                </c:pt>
                <c:pt idx="218">
                  <c:v>183.913549</c:v>
                </c:pt>
                <c:pt idx="219">
                  <c:v>183.913549</c:v>
                </c:pt>
                <c:pt idx="220">
                  <c:v>0</c:v>
                </c:pt>
                <c:pt idx="221">
                  <c:v>0</c:v>
                </c:pt>
                <c:pt idx="222">
                  <c:v>183.913549</c:v>
                </c:pt>
                <c:pt idx="223">
                  <c:v>183.913549</c:v>
                </c:pt>
                <c:pt idx="224">
                  <c:v>183.913549</c:v>
                </c:pt>
                <c:pt idx="225">
                  <c:v>183.913549</c:v>
                </c:pt>
                <c:pt idx="226">
                  <c:v>0</c:v>
                </c:pt>
                <c:pt idx="227">
                  <c:v>0</c:v>
                </c:pt>
                <c:pt idx="228">
                  <c:v>0</c:v>
                </c:pt>
                <c:pt idx="229">
                  <c:v>0</c:v>
                </c:pt>
                <c:pt idx="230">
                  <c:v>183.913549</c:v>
                </c:pt>
                <c:pt idx="231">
                  <c:v>183.913549</c:v>
                </c:pt>
                <c:pt idx="232">
                  <c:v>187.127705</c:v>
                </c:pt>
                <c:pt idx="233">
                  <c:v>187.127705</c:v>
                </c:pt>
                <c:pt idx="234">
                  <c:v>0</c:v>
                </c:pt>
                <c:pt idx="235">
                  <c:v>0</c:v>
                </c:pt>
                <c:pt idx="236">
                  <c:v>187.127705</c:v>
                </c:pt>
                <c:pt idx="237">
                  <c:v>187.127705</c:v>
                </c:pt>
                <c:pt idx="238">
                  <c:v>187.127705</c:v>
                </c:pt>
                <c:pt idx="239">
                  <c:v>187.127705</c:v>
                </c:pt>
                <c:pt idx="240">
                  <c:v>200</c:v>
                </c:pt>
                <c:pt idx="241">
                  <c:v>200</c:v>
                </c:pt>
                <c:pt idx="242">
                  <c:v>197.029</c:v>
                </c:pt>
                <c:pt idx="243">
                  <c:v>197.029</c:v>
                </c:pt>
                <c:pt idx="244">
                  <c:v>47.25</c:v>
                </c:pt>
                <c:pt idx="245">
                  <c:v>47.25</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60</c:v>
                </c:pt>
                <c:pt idx="347">
                  <c:v>60</c:v>
                </c:pt>
                <c:pt idx="348">
                  <c:v>60</c:v>
                </c:pt>
                <c:pt idx="349">
                  <c:v>60</c:v>
                </c:pt>
                <c:pt idx="350">
                  <c:v>0</c:v>
                </c:pt>
                <c:pt idx="351">
                  <c:v>0</c:v>
                </c:pt>
                <c:pt idx="352">
                  <c:v>60</c:v>
                </c:pt>
                <c:pt idx="353">
                  <c:v>60</c:v>
                </c:pt>
                <c:pt idx="354">
                  <c:v>60</c:v>
                </c:pt>
                <c:pt idx="355">
                  <c:v>60</c:v>
                </c:pt>
                <c:pt idx="356">
                  <c:v>0</c:v>
                </c:pt>
                <c:pt idx="357">
                  <c:v>0</c:v>
                </c:pt>
                <c:pt idx="358">
                  <c:v>0</c:v>
                </c:pt>
                <c:pt idx="359">
                  <c:v>0</c:v>
                </c:pt>
                <c:pt idx="360">
                  <c:v>0.0001</c:v>
                </c:pt>
                <c:pt idx="361">
                  <c:v>0.0001</c:v>
                </c:pt>
                <c:pt idx="362">
                  <c:v>0.0001</c:v>
                </c:pt>
                <c:pt idx="363">
                  <c:v>0.0001</c:v>
                </c:pt>
                <c:pt idx="364">
                  <c:v>0.0001</c:v>
                </c:pt>
                <c:pt idx="365">
                  <c:v>0.0001</c:v>
                </c:pt>
                <c:pt idx="366">
                  <c:v>31.61242</c:v>
                </c:pt>
                <c:pt idx="367">
                  <c:v>31.61242</c:v>
                </c:pt>
                <c:pt idx="368">
                  <c:v>200</c:v>
                </c:pt>
                <c:pt idx="369">
                  <c:v>200</c:v>
                </c:pt>
                <c:pt idx="370">
                  <c:v>200</c:v>
                </c:pt>
                <c:pt idx="371">
                  <c:v>200</c:v>
                </c:pt>
                <c:pt idx="372">
                  <c:v>180</c:v>
                </c:pt>
                <c:pt idx="373">
                  <c:v>180</c:v>
                </c:pt>
                <c:pt idx="374">
                  <c:v>0</c:v>
                </c:pt>
                <c:pt idx="375">
                  <c:v>0</c:v>
                </c:pt>
                <c:pt idx="376">
                  <c:v>150</c:v>
                </c:pt>
                <c:pt idx="377">
                  <c:v>150</c:v>
                </c:pt>
                <c:pt idx="378">
                  <c:v>0</c:v>
                </c:pt>
                <c:pt idx="379">
                  <c:v>0</c:v>
                </c:pt>
                <c:pt idx="380">
                  <c:v>120.0001</c:v>
                </c:pt>
                <c:pt idx="381">
                  <c:v>120.0001</c:v>
                </c:pt>
                <c:pt idx="382">
                  <c:v>150</c:v>
                </c:pt>
                <c:pt idx="383">
                  <c:v>150</c:v>
                </c:pt>
                <c:pt idx="384">
                  <c:v>0</c:v>
                </c:pt>
                <c:pt idx="385">
                  <c:v>0</c:v>
                </c:pt>
                <c:pt idx="386">
                  <c:v>200</c:v>
                </c:pt>
                <c:pt idx="387">
                  <c:v>200</c:v>
                </c:pt>
                <c:pt idx="388">
                  <c:v>200</c:v>
                </c:pt>
                <c:pt idx="389">
                  <c:v>200</c:v>
                </c:pt>
                <c:pt idx="390">
                  <c:v>200</c:v>
                </c:pt>
                <c:pt idx="391">
                  <c:v>200</c:v>
                </c:pt>
                <c:pt idx="392">
                  <c:v>0</c:v>
                </c:pt>
                <c:pt idx="393">
                  <c:v>0</c:v>
                </c:pt>
                <c:pt idx="394">
                  <c:v>200</c:v>
                </c:pt>
                <c:pt idx="395">
                  <c:v>200</c:v>
                </c:pt>
                <c:pt idx="396">
                  <c:v>0</c:v>
                </c:pt>
                <c:pt idx="397">
                  <c:v>0</c:v>
                </c:pt>
                <c:pt idx="398">
                  <c:v>180</c:v>
                </c:pt>
                <c:pt idx="399">
                  <c:v>180</c:v>
                </c:pt>
                <c:pt idx="400">
                  <c:v>200</c:v>
                </c:pt>
                <c:pt idx="401">
                  <c:v>200</c:v>
                </c:pt>
                <c:pt idx="402">
                  <c:v>200</c:v>
                </c:pt>
                <c:pt idx="403">
                  <c:v>200</c:v>
                </c:pt>
                <c:pt idx="404">
                  <c:v>200</c:v>
                </c:pt>
                <c:pt idx="405">
                  <c:v>200</c:v>
                </c:pt>
                <c:pt idx="406">
                  <c:v>200</c:v>
                </c:pt>
                <c:pt idx="407">
                  <c:v>200</c:v>
                </c:pt>
                <c:pt idx="408">
                  <c:v>120.0001</c:v>
                </c:pt>
                <c:pt idx="409">
                  <c:v>120.0001</c:v>
                </c:pt>
                <c:pt idx="410">
                  <c:v>163.084707</c:v>
                </c:pt>
                <c:pt idx="411">
                  <c:v>163.084707</c:v>
                </c:pt>
                <c:pt idx="412">
                  <c:v>174.155546</c:v>
                </c:pt>
                <c:pt idx="413">
                  <c:v>174.155546</c:v>
                </c:pt>
                <c:pt idx="414">
                  <c:v>200</c:v>
                </c:pt>
                <c:pt idx="415">
                  <c:v>200</c:v>
                </c:pt>
                <c:pt idx="416">
                  <c:v>190.29781</c:v>
                </c:pt>
                <c:pt idx="417">
                  <c:v>190.29781</c:v>
                </c:pt>
                <c:pt idx="418">
                  <c:v>200</c:v>
                </c:pt>
                <c:pt idx="419">
                  <c:v>200</c:v>
                </c:pt>
                <c:pt idx="420">
                  <c:v>180</c:v>
                </c:pt>
                <c:pt idx="421">
                  <c:v>180</c:v>
                </c:pt>
                <c:pt idx="422">
                  <c:v>200</c:v>
                </c:pt>
                <c:pt idx="423">
                  <c:v>200</c:v>
                </c:pt>
                <c:pt idx="424">
                  <c:v>0</c:v>
                </c:pt>
                <c:pt idx="425">
                  <c:v>0</c:v>
                </c:pt>
                <c:pt idx="426">
                  <c:v>200</c:v>
                </c:pt>
                <c:pt idx="427">
                  <c:v>200</c:v>
                </c:pt>
                <c:pt idx="428">
                  <c:v>0</c:v>
                </c:pt>
                <c:pt idx="429">
                  <c:v>0</c:v>
                </c:pt>
                <c:pt idx="430">
                  <c:v>200</c:v>
                </c:pt>
                <c:pt idx="431">
                  <c:v>200</c:v>
                </c:pt>
                <c:pt idx="432">
                  <c:v>200</c:v>
                </c:pt>
                <c:pt idx="433">
                  <c:v>200</c:v>
                </c:pt>
                <c:pt idx="434">
                  <c:v>193.375</c:v>
                </c:pt>
                <c:pt idx="435">
                  <c:v>193.375</c:v>
                </c:pt>
                <c:pt idx="436">
                  <c:v>24.3</c:v>
                </c:pt>
                <c:pt idx="437">
                  <c:v>24.3</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pt idx="512">
                  <c:v>0</c:v>
                </c:pt>
                <c:pt idx="513">
                  <c:v>0</c:v>
                </c:pt>
                <c:pt idx="514">
                  <c:v>0</c:v>
                </c:pt>
                <c:pt idx="515">
                  <c:v>0</c:v>
                </c:pt>
                <c:pt idx="516">
                  <c:v>0</c:v>
                </c:pt>
                <c:pt idx="517">
                  <c:v>0</c:v>
                </c:pt>
                <c:pt idx="518">
                  <c:v>0</c:v>
                </c:pt>
                <c:pt idx="519">
                  <c:v>0</c:v>
                </c:pt>
                <c:pt idx="520">
                  <c:v>53.488737</c:v>
                </c:pt>
                <c:pt idx="521">
                  <c:v>53.488737</c:v>
                </c:pt>
                <c:pt idx="522">
                  <c:v>16.388389</c:v>
                </c:pt>
                <c:pt idx="523">
                  <c:v>16.388389</c:v>
                </c:pt>
                <c:pt idx="524">
                  <c:v>0</c:v>
                </c:pt>
                <c:pt idx="525">
                  <c:v>0</c:v>
                </c:pt>
                <c:pt idx="526">
                  <c:v>0</c:v>
                </c:pt>
                <c:pt idx="527">
                  <c:v>0</c:v>
                </c:pt>
                <c:pt idx="528">
                  <c:v>0</c:v>
                </c:pt>
                <c:pt idx="529">
                  <c:v>0</c:v>
                </c:pt>
                <c:pt idx="530">
                  <c:v>0</c:v>
                </c:pt>
                <c:pt idx="531">
                  <c:v>0</c:v>
                </c:pt>
                <c:pt idx="532">
                  <c:v>0</c:v>
                </c:pt>
                <c:pt idx="533">
                  <c:v>0</c:v>
                </c:pt>
                <c:pt idx="534">
                  <c:v>0</c:v>
                </c:pt>
                <c:pt idx="535">
                  <c:v>0</c:v>
                </c:pt>
                <c:pt idx="536">
                  <c:v>0</c:v>
                </c:pt>
                <c:pt idx="537">
                  <c:v>0</c:v>
                </c:pt>
                <c:pt idx="538">
                  <c:v>0</c:v>
                </c:pt>
                <c:pt idx="539">
                  <c:v>0</c:v>
                </c:pt>
                <c:pt idx="540">
                  <c:v>0</c:v>
                </c:pt>
                <c:pt idx="541">
                  <c:v>0</c:v>
                </c:pt>
                <c:pt idx="542">
                  <c:v>0</c:v>
                </c:pt>
                <c:pt idx="543">
                  <c:v>0</c:v>
                </c:pt>
                <c:pt idx="544">
                  <c:v>0</c:v>
                </c:pt>
                <c:pt idx="545">
                  <c:v>0</c:v>
                </c:pt>
                <c:pt idx="546">
                  <c:v>60</c:v>
                </c:pt>
                <c:pt idx="547">
                  <c:v>60</c:v>
                </c:pt>
                <c:pt idx="548">
                  <c:v>90</c:v>
                </c:pt>
                <c:pt idx="549">
                  <c:v>90</c:v>
                </c:pt>
                <c:pt idx="550">
                  <c:v>73.263358</c:v>
                </c:pt>
                <c:pt idx="551">
                  <c:v>73.263358</c:v>
                </c:pt>
                <c:pt idx="552">
                  <c:v>0</c:v>
                </c:pt>
                <c:pt idx="553">
                  <c:v>0</c:v>
                </c:pt>
                <c:pt idx="554">
                  <c:v>0</c:v>
                </c:pt>
                <c:pt idx="555">
                  <c:v>0</c:v>
                </c:pt>
                <c:pt idx="556">
                  <c:v>0</c:v>
                </c:pt>
                <c:pt idx="557">
                  <c:v>0</c:v>
                </c:pt>
                <c:pt idx="558">
                  <c:v>0</c:v>
                </c:pt>
                <c:pt idx="559">
                  <c:v>0</c:v>
                </c:pt>
                <c:pt idx="560">
                  <c:v>0</c:v>
                </c:pt>
                <c:pt idx="561">
                  <c:v>0</c:v>
                </c:pt>
                <c:pt idx="562">
                  <c:v>0</c:v>
                </c:pt>
                <c:pt idx="563">
                  <c:v>0</c:v>
                </c:pt>
                <c:pt idx="564">
                  <c:v>0</c:v>
                </c:pt>
                <c:pt idx="565">
                  <c:v>0</c:v>
                </c:pt>
                <c:pt idx="566">
                  <c:v>0.0001</c:v>
                </c:pt>
                <c:pt idx="567">
                  <c:v>0.0001</c:v>
                </c:pt>
                <c:pt idx="568">
                  <c:v>200</c:v>
                </c:pt>
                <c:pt idx="569">
                  <c:v>200</c:v>
                </c:pt>
                <c:pt idx="570">
                  <c:v>200</c:v>
                </c:pt>
                <c:pt idx="571">
                  <c:v>200</c:v>
                </c:pt>
                <c:pt idx="572">
                  <c:v>60</c:v>
                </c:pt>
                <c:pt idx="573">
                  <c:v>60</c:v>
                </c:pt>
                <c:pt idx="574">
                  <c:v>120</c:v>
                </c:pt>
                <c:pt idx="575">
                  <c:v>120</c:v>
                </c:pt>
                <c:pt idx="576">
                  <c:v>200</c:v>
                </c:pt>
                <c:pt idx="577">
                  <c:v>200</c:v>
                </c:pt>
                <c:pt idx="578">
                  <c:v>0</c:v>
                </c:pt>
                <c:pt idx="579">
                  <c:v>0</c:v>
                </c:pt>
                <c:pt idx="580">
                  <c:v>0</c:v>
                </c:pt>
                <c:pt idx="581">
                  <c:v>0</c:v>
                </c:pt>
                <c:pt idx="582">
                  <c:v>0</c:v>
                </c:pt>
                <c:pt idx="583">
                  <c:v>0</c:v>
                </c:pt>
                <c:pt idx="584">
                  <c:v>68.491619</c:v>
                </c:pt>
                <c:pt idx="585">
                  <c:v>68.491619</c:v>
                </c:pt>
                <c:pt idx="586">
                  <c:v>0</c:v>
                </c:pt>
                <c:pt idx="587">
                  <c:v>0</c:v>
                </c:pt>
                <c:pt idx="588">
                  <c:v>0.0001</c:v>
                </c:pt>
                <c:pt idx="589">
                  <c:v>0.0001</c:v>
                </c:pt>
                <c:pt idx="590">
                  <c:v>0.0001</c:v>
                </c:pt>
                <c:pt idx="591">
                  <c:v>0.0001</c:v>
                </c:pt>
                <c:pt idx="592">
                  <c:v>0</c:v>
                </c:pt>
                <c:pt idx="593">
                  <c:v>0</c:v>
                </c:pt>
                <c:pt idx="594">
                  <c:v>200</c:v>
                </c:pt>
                <c:pt idx="595">
                  <c:v>200</c:v>
                </c:pt>
                <c:pt idx="596">
                  <c:v>200</c:v>
                </c:pt>
                <c:pt idx="597">
                  <c:v>200</c:v>
                </c:pt>
                <c:pt idx="598">
                  <c:v>0</c:v>
                </c:pt>
                <c:pt idx="599">
                  <c:v>0</c:v>
                </c:pt>
                <c:pt idx="600">
                  <c:v>200</c:v>
                </c:pt>
                <c:pt idx="601">
                  <c:v>200</c:v>
                </c:pt>
                <c:pt idx="602">
                  <c:v>200</c:v>
                </c:pt>
                <c:pt idx="603">
                  <c:v>200</c:v>
                </c:pt>
                <c:pt idx="604">
                  <c:v>200</c:v>
                </c:pt>
                <c:pt idx="605">
                  <c:v>200</c:v>
                </c:pt>
                <c:pt idx="606">
                  <c:v>8.833707</c:v>
                </c:pt>
                <c:pt idx="607">
                  <c:v>8.833707</c:v>
                </c:pt>
                <c:pt idx="608">
                  <c:v>200</c:v>
                </c:pt>
                <c:pt idx="609">
                  <c:v>200</c:v>
                </c:pt>
                <c:pt idx="610">
                  <c:v>200</c:v>
                </c:pt>
                <c:pt idx="611">
                  <c:v>200</c:v>
                </c:pt>
                <c:pt idx="612">
                  <c:v>200</c:v>
                </c:pt>
                <c:pt idx="613">
                  <c:v>200</c:v>
                </c:pt>
                <c:pt idx="614">
                  <c:v>0</c:v>
                </c:pt>
                <c:pt idx="615">
                  <c:v>0</c:v>
                </c:pt>
                <c:pt idx="616">
                  <c:v>200</c:v>
                </c:pt>
                <c:pt idx="617">
                  <c:v>200</c:v>
                </c:pt>
                <c:pt idx="618">
                  <c:v>112.864861</c:v>
                </c:pt>
                <c:pt idx="619">
                  <c:v>112.864861</c:v>
                </c:pt>
                <c:pt idx="620">
                  <c:v>200</c:v>
                </c:pt>
                <c:pt idx="621">
                  <c:v>200</c:v>
                </c:pt>
                <c:pt idx="622">
                  <c:v>200</c:v>
                </c:pt>
                <c:pt idx="623">
                  <c:v>200</c:v>
                </c:pt>
                <c:pt idx="624">
                  <c:v>200</c:v>
                </c:pt>
                <c:pt idx="625">
                  <c:v>200</c:v>
                </c:pt>
                <c:pt idx="626">
                  <c:v>0.046</c:v>
                </c:pt>
                <c:pt idx="627">
                  <c:v>0.046</c:v>
                </c:pt>
                <c:pt idx="628">
                  <c:v>4.300844</c:v>
                </c:pt>
                <c:pt idx="629">
                  <c:v>4.300844</c:v>
                </c:pt>
                <c:pt idx="630">
                  <c:v>0</c:v>
                </c:pt>
                <c:pt idx="631">
                  <c:v>0</c:v>
                </c:pt>
                <c:pt idx="632">
                  <c:v>0</c:v>
                </c:pt>
                <c:pt idx="633">
                  <c:v>0</c:v>
                </c:pt>
                <c:pt idx="634">
                  <c:v>0</c:v>
                </c:pt>
                <c:pt idx="635">
                  <c:v>0</c:v>
                </c:pt>
                <c:pt idx="636">
                  <c:v>0</c:v>
                </c:pt>
                <c:pt idx="637">
                  <c:v>0</c:v>
                </c:pt>
                <c:pt idx="638">
                  <c:v>0</c:v>
                </c:pt>
                <c:pt idx="639">
                  <c:v>0</c:v>
                </c:pt>
                <c:pt idx="640">
                  <c:v>0</c:v>
                </c:pt>
                <c:pt idx="641">
                  <c:v>0</c:v>
                </c:pt>
                <c:pt idx="642">
                  <c:v>0</c:v>
                </c:pt>
                <c:pt idx="643">
                  <c:v>0</c:v>
                </c:pt>
                <c:pt idx="644">
                  <c:v>0</c:v>
                </c:pt>
                <c:pt idx="645">
                  <c:v>0</c:v>
                </c:pt>
                <c:pt idx="646">
                  <c:v>0</c:v>
                </c:pt>
                <c:pt idx="647">
                  <c:v>0</c:v>
                </c:pt>
                <c:pt idx="648">
                  <c:v>0</c:v>
                </c:pt>
                <c:pt idx="649">
                  <c:v>0</c:v>
                </c:pt>
                <c:pt idx="650">
                  <c:v>0</c:v>
                </c:pt>
                <c:pt idx="651">
                  <c:v>0</c:v>
                </c:pt>
                <c:pt idx="652">
                  <c:v>0</c:v>
                </c:pt>
                <c:pt idx="653">
                  <c:v>0</c:v>
                </c:pt>
                <c:pt idx="654">
                  <c:v>0</c:v>
                </c:pt>
                <c:pt idx="655">
                  <c:v>0</c:v>
                </c:pt>
                <c:pt idx="656">
                  <c:v>0</c:v>
                </c:pt>
                <c:pt idx="657">
                  <c:v>0</c:v>
                </c:pt>
                <c:pt idx="658">
                  <c:v>0</c:v>
                </c:pt>
                <c:pt idx="659">
                  <c:v>0</c:v>
                </c:pt>
                <c:pt idx="660">
                  <c:v>0</c:v>
                </c:pt>
                <c:pt idx="661">
                  <c:v>0</c:v>
                </c:pt>
                <c:pt idx="662">
                  <c:v>0</c:v>
                </c:pt>
                <c:pt idx="663">
                  <c:v>0</c:v>
                </c:pt>
                <c:pt idx="664">
                  <c:v>0</c:v>
                </c:pt>
                <c:pt idx="665">
                  <c:v>0</c:v>
                </c:pt>
                <c:pt idx="666">
                  <c:v>0</c:v>
                </c:pt>
                <c:pt idx="667">
                  <c:v>0</c:v>
                </c:pt>
                <c:pt idx="668">
                  <c:v>0</c:v>
                </c:pt>
                <c:pt idx="669">
                  <c:v>0</c:v>
                </c:pt>
                <c:pt idx="670">
                  <c:v>0</c:v>
                </c:pt>
                <c:pt idx="671">
                  <c:v>0</c:v>
                </c:pt>
                <c:pt idx="672">
                  <c:v>0</c:v>
                </c:pt>
                <c:pt idx="673">
                  <c:v>0</c:v>
                </c:pt>
                <c:pt idx="674">
                  <c:v>0</c:v>
                </c:pt>
                <c:pt idx="675">
                  <c:v>0</c:v>
                </c:pt>
                <c:pt idx="676">
                  <c:v>0</c:v>
                </c:pt>
                <c:pt idx="677">
                  <c:v>0</c:v>
                </c:pt>
                <c:pt idx="678">
                  <c:v>0</c:v>
                </c:pt>
                <c:pt idx="679">
                  <c:v>0</c:v>
                </c:pt>
                <c:pt idx="680">
                  <c:v>0</c:v>
                </c:pt>
                <c:pt idx="681">
                  <c:v>0</c:v>
                </c:pt>
                <c:pt idx="682">
                  <c:v>0</c:v>
                </c:pt>
                <c:pt idx="683">
                  <c:v>0</c:v>
                </c:pt>
                <c:pt idx="684">
                  <c:v>0</c:v>
                </c:pt>
                <c:pt idx="685">
                  <c:v>0</c:v>
                </c:pt>
                <c:pt idx="686">
                  <c:v>0</c:v>
                </c:pt>
                <c:pt idx="687">
                  <c:v>0</c:v>
                </c:pt>
                <c:pt idx="688">
                  <c:v>0</c:v>
                </c:pt>
                <c:pt idx="689">
                  <c:v>0</c:v>
                </c:pt>
                <c:pt idx="690">
                  <c:v>0</c:v>
                </c:pt>
                <c:pt idx="691">
                  <c:v>0</c:v>
                </c:pt>
                <c:pt idx="692">
                  <c:v>0</c:v>
                </c:pt>
                <c:pt idx="693">
                  <c:v>0</c:v>
                </c:pt>
                <c:pt idx="694">
                  <c:v>0</c:v>
                </c:pt>
                <c:pt idx="695">
                  <c:v>0</c:v>
                </c:pt>
                <c:pt idx="696">
                  <c:v>0</c:v>
                </c:pt>
                <c:pt idx="697">
                  <c:v>0</c:v>
                </c:pt>
                <c:pt idx="698">
                  <c:v>0</c:v>
                </c:pt>
                <c:pt idx="699">
                  <c:v>0</c:v>
                </c:pt>
                <c:pt idx="700">
                  <c:v>0</c:v>
                </c:pt>
                <c:pt idx="701">
                  <c:v>0</c:v>
                </c:pt>
                <c:pt idx="702">
                  <c:v>0</c:v>
                </c:pt>
                <c:pt idx="703">
                  <c:v>0</c:v>
                </c:pt>
                <c:pt idx="704">
                  <c:v>0</c:v>
                </c:pt>
                <c:pt idx="705">
                  <c:v>0</c:v>
                </c:pt>
                <c:pt idx="706">
                  <c:v>0</c:v>
                </c:pt>
                <c:pt idx="707">
                  <c:v>0</c:v>
                </c:pt>
                <c:pt idx="708">
                  <c:v>20.5059</c:v>
                </c:pt>
                <c:pt idx="709">
                  <c:v>20.5059</c:v>
                </c:pt>
                <c:pt idx="710">
                  <c:v>0</c:v>
                </c:pt>
                <c:pt idx="711">
                  <c:v>0</c:v>
                </c:pt>
                <c:pt idx="712">
                  <c:v>0</c:v>
                </c:pt>
                <c:pt idx="713">
                  <c:v>0</c:v>
                </c:pt>
                <c:pt idx="714">
                  <c:v>0</c:v>
                </c:pt>
                <c:pt idx="715">
                  <c:v>0</c:v>
                </c:pt>
                <c:pt idx="716">
                  <c:v>0</c:v>
                </c:pt>
                <c:pt idx="717">
                  <c:v>0</c:v>
                </c:pt>
                <c:pt idx="718">
                  <c:v>0</c:v>
                </c:pt>
                <c:pt idx="719">
                  <c:v>0</c:v>
                </c:pt>
                <c:pt idx="720">
                  <c:v>0</c:v>
                </c:pt>
                <c:pt idx="721">
                  <c:v>0</c:v>
                </c:pt>
                <c:pt idx="722">
                  <c:v>0</c:v>
                </c:pt>
                <c:pt idx="723">
                  <c:v>0</c:v>
                </c:pt>
                <c:pt idx="724">
                  <c:v>0</c:v>
                </c:pt>
                <c:pt idx="725">
                  <c:v>0</c:v>
                </c:pt>
                <c:pt idx="726">
                  <c:v>0</c:v>
                </c:pt>
                <c:pt idx="727">
                  <c:v>0</c:v>
                </c:pt>
                <c:pt idx="728">
                  <c:v>0</c:v>
                </c:pt>
                <c:pt idx="729">
                  <c:v>0</c:v>
                </c:pt>
                <c:pt idx="730">
                  <c:v>0</c:v>
                </c:pt>
                <c:pt idx="731">
                  <c:v>0</c:v>
                </c:pt>
                <c:pt idx="732">
                  <c:v>0</c:v>
                </c:pt>
                <c:pt idx="733">
                  <c:v>0</c:v>
                </c:pt>
                <c:pt idx="734">
                  <c:v>0</c:v>
                </c:pt>
                <c:pt idx="735">
                  <c:v>0</c:v>
                </c:pt>
                <c:pt idx="736">
                  <c:v>0</c:v>
                </c:pt>
                <c:pt idx="737">
                  <c:v>0</c:v>
                </c:pt>
                <c:pt idx="738">
                  <c:v>0</c:v>
                </c:pt>
                <c:pt idx="739">
                  <c:v>0</c:v>
                </c:pt>
                <c:pt idx="740">
                  <c:v>0</c:v>
                </c:pt>
                <c:pt idx="741">
                  <c:v>0</c:v>
                </c:pt>
                <c:pt idx="742">
                  <c:v>0</c:v>
                </c:pt>
                <c:pt idx="743">
                  <c:v>0</c:v>
                </c:pt>
                <c:pt idx="744">
                  <c:v>60</c:v>
                </c:pt>
                <c:pt idx="745">
                  <c:v>60</c:v>
                </c:pt>
                <c:pt idx="746">
                  <c:v>90</c:v>
                </c:pt>
                <c:pt idx="747">
                  <c:v>90</c:v>
                </c:pt>
                <c:pt idx="748">
                  <c:v>90</c:v>
                </c:pt>
                <c:pt idx="749">
                  <c:v>90</c:v>
                </c:pt>
                <c:pt idx="750">
                  <c:v>90</c:v>
                </c:pt>
                <c:pt idx="751">
                  <c:v>90</c:v>
                </c:pt>
                <c:pt idx="752">
                  <c:v>90</c:v>
                </c:pt>
                <c:pt idx="753">
                  <c:v>90</c:v>
                </c:pt>
                <c:pt idx="754">
                  <c:v>180</c:v>
                </c:pt>
                <c:pt idx="755">
                  <c:v>180</c:v>
                </c:pt>
                <c:pt idx="756">
                  <c:v>200</c:v>
                </c:pt>
                <c:pt idx="757">
                  <c:v>200</c:v>
                </c:pt>
                <c:pt idx="758">
                  <c:v>210</c:v>
                </c:pt>
                <c:pt idx="759">
                  <c:v>210</c:v>
                </c:pt>
                <c:pt idx="760">
                  <c:v>210.0001</c:v>
                </c:pt>
                <c:pt idx="761">
                  <c:v>210.0001</c:v>
                </c:pt>
                <c:pt idx="762">
                  <c:v>234.781274</c:v>
                </c:pt>
                <c:pt idx="763">
                  <c:v>234.781274</c:v>
                </c:pt>
                <c:pt idx="764">
                  <c:v>222.378236</c:v>
                </c:pt>
                <c:pt idx="765">
                  <c:v>222.378236</c:v>
                </c:pt>
                <c:pt idx="766">
                  <c:v>210</c:v>
                </c:pt>
                <c:pt idx="767">
                  <c:v>210</c:v>
                </c:pt>
                <c:pt idx="768">
                  <c:v>200</c:v>
                </c:pt>
                <c:pt idx="769">
                  <c:v>200</c:v>
                </c:pt>
                <c:pt idx="770">
                  <c:v>200</c:v>
                </c:pt>
                <c:pt idx="771">
                  <c:v>200</c:v>
                </c:pt>
                <c:pt idx="772">
                  <c:v>234.781274</c:v>
                </c:pt>
                <c:pt idx="773">
                  <c:v>234.781274</c:v>
                </c:pt>
                <c:pt idx="774">
                  <c:v>210.0001</c:v>
                </c:pt>
                <c:pt idx="775">
                  <c:v>210.0001</c:v>
                </c:pt>
                <c:pt idx="776">
                  <c:v>200</c:v>
                </c:pt>
                <c:pt idx="777">
                  <c:v>200</c:v>
                </c:pt>
                <c:pt idx="778">
                  <c:v>230.90538</c:v>
                </c:pt>
                <c:pt idx="779">
                  <c:v>230.90538</c:v>
                </c:pt>
                <c:pt idx="780">
                  <c:v>233.857047</c:v>
                </c:pt>
                <c:pt idx="781">
                  <c:v>233.857047</c:v>
                </c:pt>
                <c:pt idx="782">
                  <c:v>200</c:v>
                </c:pt>
                <c:pt idx="783">
                  <c:v>200</c:v>
                </c:pt>
                <c:pt idx="784">
                  <c:v>200</c:v>
                </c:pt>
                <c:pt idx="785">
                  <c:v>200</c:v>
                </c:pt>
                <c:pt idx="786">
                  <c:v>200</c:v>
                </c:pt>
                <c:pt idx="787">
                  <c:v>200</c:v>
                </c:pt>
                <c:pt idx="788">
                  <c:v>234.781274</c:v>
                </c:pt>
                <c:pt idx="789">
                  <c:v>234.781274</c:v>
                </c:pt>
                <c:pt idx="790">
                  <c:v>230.912826</c:v>
                </c:pt>
                <c:pt idx="791">
                  <c:v>230.912826</c:v>
                </c:pt>
                <c:pt idx="792">
                  <c:v>200</c:v>
                </c:pt>
                <c:pt idx="793">
                  <c:v>200</c:v>
                </c:pt>
                <c:pt idx="794">
                  <c:v>234.781274</c:v>
                </c:pt>
                <c:pt idx="795">
                  <c:v>234.781274</c:v>
                </c:pt>
                <c:pt idx="796">
                  <c:v>234.781274</c:v>
                </c:pt>
                <c:pt idx="797">
                  <c:v>234.781274</c:v>
                </c:pt>
                <c:pt idx="798">
                  <c:v>234.781274</c:v>
                </c:pt>
                <c:pt idx="799">
                  <c:v>234.781274</c:v>
                </c:pt>
                <c:pt idx="800">
                  <c:v>200</c:v>
                </c:pt>
                <c:pt idx="801">
                  <c:v>200</c:v>
                </c:pt>
                <c:pt idx="802">
                  <c:v>200</c:v>
                </c:pt>
                <c:pt idx="803">
                  <c:v>200</c:v>
                </c:pt>
                <c:pt idx="804">
                  <c:v>200</c:v>
                </c:pt>
                <c:pt idx="805">
                  <c:v>200</c:v>
                </c:pt>
                <c:pt idx="806">
                  <c:v>200</c:v>
                </c:pt>
                <c:pt idx="807">
                  <c:v>200</c:v>
                </c:pt>
                <c:pt idx="808">
                  <c:v>200</c:v>
                </c:pt>
                <c:pt idx="809">
                  <c:v>200</c:v>
                </c:pt>
                <c:pt idx="810">
                  <c:v>200</c:v>
                </c:pt>
                <c:pt idx="811">
                  <c:v>200</c:v>
                </c:pt>
                <c:pt idx="812">
                  <c:v>200</c:v>
                </c:pt>
                <c:pt idx="813">
                  <c:v>200</c:v>
                </c:pt>
                <c:pt idx="814">
                  <c:v>200</c:v>
                </c:pt>
                <c:pt idx="815">
                  <c:v>200</c:v>
                </c:pt>
                <c:pt idx="816">
                  <c:v>201.416159</c:v>
                </c:pt>
                <c:pt idx="817">
                  <c:v>201.416159</c:v>
                </c:pt>
                <c:pt idx="818">
                  <c:v>197.455</c:v>
                </c:pt>
                <c:pt idx="819">
                  <c:v>197.455</c:v>
                </c:pt>
                <c:pt idx="820">
                  <c:v>37.9</c:v>
                </c:pt>
                <c:pt idx="821">
                  <c:v>37.9</c:v>
                </c:pt>
                <c:pt idx="822">
                  <c:v>0</c:v>
                </c:pt>
                <c:pt idx="823">
                  <c:v>0</c:v>
                </c:pt>
                <c:pt idx="824">
                  <c:v>0</c:v>
                </c:pt>
                <c:pt idx="825">
                  <c:v>0</c:v>
                </c:pt>
                <c:pt idx="826">
                  <c:v>0</c:v>
                </c:pt>
                <c:pt idx="827">
                  <c:v>0</c:v>
                </c:pt>
                <c:pt idx="828">
                  <c:v>0</c:v>
                </c:pt>
                <c:pt idx="829">
                  <c:v>0</c:v>
                </c:pt>
                <c:pt idx="830">
                  <c:v>0</c:v>
                </c:pt>
                <c:pt idx="831">
                  <c:v>0</c:v>
                </c:pt>
                <c:pt idx="832">
                  <c:v>0</c:v>
                </c:pt>
                <c:pt idx="833">
                  <c:v>0</c:v>
                </c:pt>
                <c:pt idx="834">
                  <c:v>0</c:v>
                </c:pt>
                <c:pt idx="835">
                  <c:v>0</c:v>
                </c:pt>
                <c:pt idx="836">
                  <c:v>0</c:v>
                </c:pt>
                <c:pt idx="837">
                  <c:v>0</c:v>
                </c:pt>
                <c:pt idx="838">
                  <c:v>0</c:v>
                </c:pt>
                <c:pt idx="839">
                  <c:v>0</c:v>
                </c:pt>
                <c:pt idx="840">
                  <c:v>0</c:v>
                </c:pt>
                <c:pt idx="841">
                  <c:v>0</c:v>
                </c:pt>
                <c:pt idx="842">
                  <c:v>0</c:v>
                </c:pt>
                <c:pt idx="843">
                  <c:v>0</c:v>
                </c:pt>
                <c:pt idx="844">
                  <c:v>0</c:v>
                </c:pt>
                <c:pt idx="845">
                  <c:v>0</c:v>
                </c:pt>
                <c:pt idx="846">
                  <c:v>0</c:v>
                </c:pt>
                <c:pt idx="847">
                  <c:v>0</c:v>
                </c:pt>
                <c:pt idx="848">
                  <c:v>0</c:v>
                </c:pt>
                <c:pt idx="849">
                  <c:v>0</c:v>
                </c:pt>
                <c:pt idx="850">
                  <c:v>0</c:v>
                </c:pt>
                <c:pt idx="851">
                  <c:v>0</c:v>
                </c:pt>
                <c:pt idx="852">
                  <c:v>0</c:v>
                </c:pt>
                <c:pt idx="853">
                  <c:v>0</c:v>
                </c:pt>
                <c:pt idx="854">
                  <c:v>0</c:v>
                </c:pt>
                <c:pt idx="855">
                  <c:v>0</c:v>
                </c:pt>
                <c:pt idx="856">
                  <c:v>0</c:v>
                </c:pt>
                <c:pt idx="857">
                  <c:v>0</c:v>
                </c:pt>
                <c:pt idx="858">
                  <c:v>0</c:v>
                </c:pt>
                <c:pt idx="859">
                  <c:v>0</c:v>
                </c:pt>
                <c:pt idx="860">
                  <c:v>0</c:v>
                </c:pt>
                <c:pt idx="861">
                  <c:v>0</c:v>
                </c:pt>
                <c:pt idx="862">
                  <c:v>0</c:v>
                </c:pt>
                <c:pt idx="863">
                  <c:v>0</c:v>
                </c:pt>
                <c:pt idx="864">
                  <c:v>0</c:v>
                </c:pt>
                <c:pt idx="865">
                  <c:v>0</c:v>
                </c:pt>
                <c:pt idx="866">
                  <c:v>0</c:v>
                </c:pt>
                <c:pt idx="867">
                  <c:v>0</c:v>
                </c:pt>
                <c:pt idx="868">
                  <c:v>0</c:v>
                </c:pt>
                <c:pt idx="869">
                  <c:v>0</c:v>
                </c:pt>
                <c:pt idx="870">
                  <c:v>0</c:v>
                </c:pt>
                <c:pt idx="871">
                  <c:v>0</c:v>
                </c:pt>
                <c:pt idx="872">
                  <c:v>0</c:v>
                </c:pt>
                <c:pt idx="873">
                  <c:v>0</c:v>
                </c:pt>
                <c:pt idx="874">
                  <c:v>0</c:v>
                </c:pt>
                <c:pt idx="875">
                  <c:v>0</c:v>
                </c:pt>
                <c:pt idx="876">
                  <c:v>0</c:v>
                </c:pt>
                <c:pt idx="877">
                  <c:v>0</c:v>
                </c:pt>
                <c:pt idx="878">
                  <c:v>0</c:v>
                </c:pt>
                <c:pt idx="879">
                  <c:v>0</c:v>
                </c:pt>
                <c:pt idx="880">
                  <c:v>0</c:v>
                </c:pt>
                <c:pt idx="881">
                  <c:v>0</c:v>
                </c:pt>
                <c:pt idx="882">
                  <c:v>0</c:v>
                </c:pt>
                <c:pt idx="883">
                  <c:v>0</c:v>
                </c:pt>
                <c:pt idx="884">
                  <c:v>0</c:v>
                </c:pt>
                <c:pt idx="885">
                  <c:v>0</c:v>
                </c:pt>
                <c:pt idx="886">
                  <c:v>0</c:v>
                </c:pt>
                <c:pt idx="887">
                  <c:v>0</c:v>
                </c:pt>
                <c:pt idx="888">
                  <c:v>0</c:v>
                </c:pt>
                <c:pt idx="889">
                  <c:v>0</c:v>
                </c:pt>
                <c:pt idx="890">
                  <c:v>0</c:v>
                </c:pt>
                <c:pt idx="891">
                  <c:v>0</c:v>
                </c:pt>
                <c:pt idx="892">
                  <c:v>0</c:v>
                </c:pt>
                <c:pt idx="893">
                  <c:v>0</c:v>
                </c:pt>
                <c:pt idx="894">
                  <c:v>0</c:v>
                </c:pt>
                <c:pt idx="895">
                  <c:v>0</c:v>
                </c:pt>
                <c:pt idx="896">
                  <c:v>2.8</c:v>
                </c:pt>
                <c:pt idx="897">
                  <c:v>2.8</c:v>
                </c:pt>
                <c:pt idx="898">
                  <c:v>0</c:v>
                </c:pt>
                <c:pt idx="899">
                  <c:v>0</c:v>
                </c:pt>
                <c:pt idx="900">
                  <c:v>0</c:v>
                </c:pt>
                <c:pt idx="901">
                  <c:v>0</c:v>
                </c:pt>
                <c:pt idx="902">
                  <c:v>0</c:v>
                </c:pt>
                <c:pt idx="903">
                  <c:v>0</c:v>
                </c:pt>
                <c:pt idx="904">
                  <c:v>0</c:v>
                </c:pt>
                <c:pt idx="905">
                  <c:v>0</c:v>
                </c:pt>
                <c:pt idx="906">
                  <c:v>0</c:v>
                </c:pt>
                <c:pt idx="907">
                  <c:v>0</c:v>
                </c:pt>
                <c:pt idx="908">
                  <c:v>0</c:v>
                </c:pt>
                <c:pt idx="909">
                  <c:v>0</c:v>
                </c:pt>
                <c:pt idx="910">
                  <c:v>0</c:v>
                </c:pt>
                <c:pt idx="911">
                  <c:v>0</c:v>
                </c:pt>
                <c:pt idx="912">
                  <c:v>0</c:v>
                </c:pt>
                <c:pt idx="913">
                  <c:v>0</c:v>
                </c:pt>
                <c:pt idx="914">
                  <c:v>0</c:v>
                </c:pt>
                <c:pt idx="915">
                  <c:v>0</c:v>
                </c:pt>
                <c:pt idx="916">
                  <c:v>0</c:v>
                </c:pt>
                <c:pt idx="917">
                  <c:v>0</c:v>
                </c:pt>
                <c:pt idx="918">
                  <c:v>0</c:v>
                </c:pt>
                <c:pt idx="919">
                  <c:v>0</c:v>
                </c:pt>
                <c:pt idx="920">
                  <c:v>0</c:v>
                </c:pt>
                <c:pt idx="921">
                  <c:v>0</c:v>
                </c:pt>
                <c:pt idx="922">
                  <c:v>0</c:v>
                </c:pt>
                <c:pt idx="923">
                  <c:v>0</c:v>
                </c:pt>
                <c:pt idx="924">
                  <c:v>0</c:v>
                </c:pt>
                <c:pt idx="925">
                  <c:v>0</c:v>
                </c:pt>
                <c:pt idx="926">
                  <c:v>0</c:v>
                </c:pt>
                <c:pt idx="927">
                  <c:v>0</c:v>
                </c:pt>
                <c:pt idx="928">
                  <c:v>0</c:v>
                </c:pt>
                <c:pt idx="929">
                  <c:v>0</c:v>
                </c:pt>
                <c:pt idx="930">
                  <c:v>0</c:v>
                </c:pt>
                <c:pt idx="931">
                  <c:v>0</c:v>
                </c:pt>
                <c:pt idx="932">
                  <c:v>0</c:v>
                </c:pt>
                <c:pt idx="933">
                  <c:v>0</c:v>
                </c:pt>
                <c:pt idx="934">
                  <c:v>0</c:v>
                </c:pt>
                <c:pt idx="935">
                  <c:v>0</c:v>
                </c:pt>
                <c:pt idx="936">
                  <c:v>0</c:v>
                </c:pt>
                <c:pt idx="937">
                  <c:v>0</c:v>
                </c:pt>
                <c:pt idx="938">
                  <c:v>0</c:v>
                </c:pt>
                <c:pt idx="939">
                  <c:v>0</c:v>
                </c:pt>
                <c:pt idx="940">
                  <c:v>0</c:v>
                </c:pt>
                <c:pt idx="941">
                  <c:v>0</c:v>
                </c:pt>
                <c:pt idx="942">
                  <c:v>0</c:v>
                </c:pt>
                <c:pt idx="943">
                  <c:v>0</c:v>
                </c:pt>
                <c:pt idx="944">
                  <c:v>0</c:v>
                </c:pt>
                <c:pt idx="945">
                  <c:v>0</c:v>
                </c:pt>
                <c:pt idx="946">
                  <c:v>0</c:v>
                </c:pt>
                <c:pt idx="947">
                  <c:v>0</c:v>
                </c:pt>
                <c:pt idx="948">
                  <c:v>0</c:v>
                </c:pt>
                <c:pt idx="949">
                  <c:v>0</c:v>
                </c:pt>
                <c:pt idx="950">
                  <c:v>0</c:v>
                </c:pt>
                <c:pt idx="951">
                  <c:v>0</c:v>
                </c:pt>
                <c:pt idx="952">
                  <c:v>30.414785</c:v>
                </c:pt>
                <c:pt idx="953">
                  <c:v>30.414785</c:v>
                </c:pt>
                <c:pt idx="954">
                  <c:v>0</c:v>
                </c:pt>
                <c:pt idx="955">
                  <c:v>0</c:v>
                </c:pt>
                <c:pt idx="956">
                  <c:v>0.0001</c:v>
                </c:pt>
                <c:pt idx="957">
                  <c:v>0.0001</c:v>
                </c:pt>
                <c:pt idx="958">
                  <c:v>0.0002</c:v>
                </c:pt>
                <c:pt idx="959">
                  <c:v>0.0002</c:v>
                </c:pt>
                <c:pt idx="960">
                  <c:v>0</c:v>
                </c:pt>
                <c:pt idx="961">
                  <c:v>0</c:v>
                </c:pt>
                <c:pt idx="962">
                  <c:v>0</c:v>
                </c:pt>
                <c:pt idx="963">
                  <c:v>0</c:v>
                </c:pt>
                <c:pt idx="964">
                  <c:v>0</c:v>
                </c:pt>
                <c:pt idx="965">
                  <c:v>0</c:v>
                </c:pt>
                <c:pt idx="966">
                  <c:v>0</c:v>
                </c:pt>
                <c:pt idx="967">
                  <c:v>0</c:v>
                </c:pt>
                <c:pt idx="968">
                  <c:v>200</c:v>
                </c:pt>
                <c:pt idx="969">
                  <c:v>200</c:v>
                </c:pt>
                <c:pt idx="970">
                  <c:v>0</c:v>
                </c:pt>
                <c:pt idx="971">
                  <c:v>0</c:v>
                </c:pt>
                <c:pt idx="972">
                  <c:v>0</c:v>
                </c:pt>
                <c:pt idx="973">
                  <c:v>0</c:v>
                </c:pt>
                <c:pt idx="974">
                  <c:v>0</c:v>
                </c:pt>
                <c:pt idx="975">
                  <c:v>0</c:v>
                </c:pt>
                <c:pt idx="976">
                  <c:v>104.671358</c:v>
                </c:pt>
                <c:pt idx="977">
                  <c:v>104.671358</c:v>
                </c:pt>
                <c:pt idx="978">
                  <c:v>180.0001</c:v>
                </c:pt>
                <c:pt idx="979">
                  <c:v>180.0001</c:v>
                </c:pt>
                <c:pt idx="980">
                  <c:v>0</c:v>
                </c:pt>
                <c:pt idx="981">
                  <c:v>0</c:v>
                </c:pt>
                <c:pt idx="982">
                  <c:v>120.0002</c:v>
                </c:pt>
                <c:pt idx="983">
                  <c:v>120.0002</c:v>
                </c:pt>
                <c:pt idx="984">
                  <c:v>200</c:v>
                </c:pt>
                <c:pt idx="985">
                  <c:v>200</c:v>
                </c:pt>
                <c:pt idx="986">
                  <c:v>150</c:v>
                </c:pt>
                <c:pt idx="987">
                  <c:v>150</c:v>
                </c:pt>
                <c:pt idx="988">
                  <c:v>90</c:v>
                </c:pt>
                <c:pt idx="989">
                  <c:v>90</c:v>
                </c:pt>
                <c:pt idx="990">
                  <c:v>60</c:v>
                </c:pt>
                <c:pt idx="991">
                  <c:v>60</c:v>
                </c:pt>
                <c:pt idx="992">
                  <c:v>120</c:v>
                </c:pt>
                <c:pt idx="993">
                  <c:v>120</c:v>
                </c:pt>
                <c:pt idx="994">
                  <c:v>200</c:v>
                </c:pt>
                <c:pt idx="995">
                  <c:v>200</c:v>
                </c:pt>
                <c:pt idx="996">
                  <c:v>200</c:v>
                </c:pt>
                <c:pt idx="997">
                  <c:v>200</c:v>
                </c:pt>
                <c:pt idx="998">
                  <c:v>200</c:v>
                </c:pt>
                <c:pt idx="999">
                  <c:v>200</c:v>
                </c:pt>
                <c:pt idx="1000">
                  <c:v>200</c:v>
                </c:pt>
                <c:pt idx="1001">
                  <c:v>200</c:v>
                </c:pt>
                <c:pt idx="1002">
                  <c:v>200</c:v>
                </c:pt>
                <c:pt idx="1003">
                  <c:v>200</c:v>
                </c:pt>
                <c:pt idx="1004">
                  <c:v>200</c:v>
                </c:pt>
                <c:pt idx="1005">
                  <c:v>200</c:v>
                </c:pt>
                <c:pt idx="1006">
                  <c:v>200</c:v>
                </c:pt>
                <c:pt idx="1007">
                  <c:v>200</c:v>
                </c:pt>
                <c:pt idx="1008">
                  <c:v>0</c:v>
                </c:pt>
                <c:pt idx="1009">
                  <c:v>0</c:v>
                </c:pt>
                <c:pt idx="1010">
                  <c:v>0</c:v>
                </c:pt>
                <c:pt idx="1011">
                  <c:v>0</c:v>
                </c:pt>
                <c:pt idx="1012">
                  <c:v>0</c:v>
                </c:pt>
                <c:pt idx="1013">
                  <c:v>0</c:v>
                </c:pt>
                <c:pt idx="1014">
                  <c:v>13.939</c:v>
                </c:pt>
                <c:pt idx="1015">
                  <c:v>13.939</c:v>
                </c:pt>
                <c:pt idx="1016">
                  <c:v>167.134425</c:v>
                </c:pt>
                <c:pt idx="1017">
                  <c:v>167.134425</c:v>
                </c:pt>
                <c:pt idx="1018">
                  <c:v>49.233747</c:v>
                </c:pt>
                <c:pt idx="1019">
                  <c:v>49.233747</c:v>
                </c:pt>
                <c:pt idx="1020">
                  <c:v>6.7</c:v>
                </c:pt>
                <c:pt idx="1021">
                  <c:v>6.7</c:v>
                </c:pt>
                <c:pt idx="1022">
                  <c:v>0</c:v>
                </c:pt>
                <c:pt idx="1023">
                  <c:v>0</c:v>
                </c:pt>
                <c:pt idx="1024">
                  <c:v>0</c:v>
                </c:pt>
                <c:pt idx="1025">
                  <c:v>0</c:v>
                </c:pt>
                <c:pt idx="1026">
                  <c:v>0</c:v>
                </c:pt>
                <c:pt idx="1027">
                  <c:v>0</c:v>
                </c:pt>
                <c:pt idx="1028">
                  <c:v>0</c:v>
                </c:pt>
                <c:pt idx="1029">
                  <c:v>0</c:v>
                </c:pt>
                <c:pt idx="1030">
                  <c:v>0</c:v>
                </c:pt>
                <c:pt idx="1031">
                  <c:v>0</c:v>
                </c:pt>
                <c:pt idx="1032">
                  <c:v>0</c:v>
                </c:pt>
                <c:pt idx="1033">
                  <c:v>0</c:v>
                </c:pt>
                <c:pt idx="1034">
                  <c:v>0</c:v>
                </c:pt>
                <c:pt idx="1035">
                  <c:v>0</c:v>
                </c:pt>
                <c:pt idx="1036">
                  <c:v>0</c:v>
                </c:pt>
                <c:pt idx="1037">
                  <c:v>0</c:v>
                </c:pt>
                <c:pt idx="1038">
                  <c:v>0</c:v>
                </c:pt>
                <c:pt idx="1039">
                  <c:v>0</c:v>
                </c:pt>
                <c:pt idx="1040">
                  <c:v>0</c:v>
                </c:pt>
                <c:pt idx="1041">
                  <c:v>0</c:v>
                </c:pt>
                <c:pt idx="1042">
                  <c:v>0</c:v>
                </c:pt>
                <c:pt idx="1043">
                  <c:v>0</c:v>
                </c:pt>
                <c:pt idx="1044">
                  <c:v>0</c:v>
                </c:pt>
                <c:pt idx="1045">
                  <c:v>0</c:v>
                </c:pt>
                <c:pt idx="1046">
                  <c:v>0</c:v>
                </c:pt>
                <c:pt idx="1047">
                  <c:v>0</c:v>
                </c:pt>
                <c:pt idx="1048">
                  <c:v>0</c:v>
                </c:pt>
                <c:pt idx="1049">
                  <c:v>0</c:v>
                </c:pt>
                <c:pt idx="1050">
                  <c:v>0</c:v>
                </c:pt>
                <c:pt idx="1051">
                  <c:v>0</c:v>
                </c:pt>
                <c:pt idx="1052">
                  <c:v>0</c:v>
                </c:pt>
                <c:pt idx="1053">
                  <c:v>0</c:v>
                </c:pt>
                <c:pt idx="1054">
                  <c:v>0</c:v>
                </c:pt>
                <c:pt idx="1055">
                  <c:v>0</c:v>
                </c:pt>
                <c:pt idx="1056">
                  <c:v>0</c:v>
                </c:pt>
                <c:pt idx="1057">
                  <c:v>0</c:v>
                </c:pt>
                <c:pt idx="1058">
                  <c:v>0</c:v>
                </c:pt>
                <c:pt idx="1059">
                  <c:v>0</c:v>
                </c:pt>
                <c:pt idx="1060">
                  <c:v>0</c:v>
                </c:pt>
                <c:pt idx="1061">
                  <c:v>0</c:v>
                </c:pt>
                <c:pt idx="1062">
                  <c:v>0</c:v>
                </c:pt>
                <c:pt idx="1063">
                  <c:v>0</c:v>
                </c:pt>
                <c:pt idx="1064">
                  <c:v>0</c:v>
                </c:pt>
                <c:pt idx="1065">
                  <c:v>0</c:v>
                </c:pt>
                <c:pt idx="1066">
                  <c:v>0</c:v>
                </c:pt>
                <c:pt idx="1067">
                  <c:v>0</c:v>
                </c:pt>
                <c:pt idx="1068">
                  <c:v>0</c:v>
                </c:pt>
                <c:pt idx="1069">
                  <c:v>0</c:v>
                </c:pt>
                <c:pt idx="1070">
                  <c:v>0</c:v>
                </c:pt>
                <c:pt idx="1071">
                  <c:v>0</c:v>
                </c:pt>
                <c:pt idx="1072">
                  <c:v>0</c:v>
                </c:pt>
                <c:pt idx="1073">
                  <c:v>0</c:v>
                </c:pt>
                <c:pt idx="1074">
                  <c:v>0</c:v>
                </c:pt>
                <c:pt idx="1075">
                  <c:v>0</c:v>
                </c:pt>
                <c:pt idx="1076">
                  <c:v>0</c:v>
                </c:pt>
                <c:pt idx="1077">
                  <c:v>0</c:v>
                </c:pt>
                <c:pt idx="1078">
                  <c:v>0</c:v>
                </c:pt>
                <c:pt idx="1079">
                  <c:v>0</c:v>
                </c:pt>
                <c:pt idx="1080">
                  <c:v>0</c:v>
                </c:pt>
                <c:pt idx="1081">
                  <c:v>0</c:v>
                </c:pt>
                <c:pt idx="1082">
                  <c:v>0</c:v>
                </c:pt>
                <c:pt idx="1083">
                  <c:v>0</c:v>
                </c:pt>
                <c:pt idx="1084">
                  <c:v>0</c:v>
                </c:pt>
                <c:pt idx="1085">
                  <c:v>0</c:v>
                </c:pt>
                <c:pt idx="1086">
                  <c:v>0</c:v>
                </c:pt>
                <c:pt idx="1087">
                  <c:v>0</c:v>
                </c:pt>
                <c:pt idx="1088">
                  <c:v>0</c:v>
                </c:pt>
                <c:pt idx="1089">
                  <c:v>0</c:v>
                </c:pt>
                <c:pt idx="1090">
                  <c:v>0</c:v>
                </c:pt>
                <c:pt idx="1091">
                  <c:v>0</c:v>
                </c:pt>
                <c:pt idx="1092">
                  <c:v>0</c:v>
                </c:pt>
                <c:pt idx="1093">
                  <c:v>0</c:v>
                </c:pt>
                <c:pt idx="1094">
                  <c:v>0</c:v>
                </c:pt>
                <c:pt idx="1095">
                  <c:v>0</c:v>
                </c:pt>
                <c:pt idx="1096">
                  <c:v>0</c:v>
                </c:pt>
                <c:pt idx="1097">
                  <c:v>0</c:v>
                </c:pt>
                <c:pt idx="1098">
                  <c:v>0</c:v>
                </c:pt>
                <c:pt idx="1099">
                  <c:v>0</c:v>
                </c:pt>
                <c:pt idx="1100">
                  <c:v>0</c:v>
                </c:pt>
                <c:pt idx="1101">
                  <c:v>0</c:v>
                </c:pt>
                <c:pt idx="1102">
                  <c:v>0</c:v>
                </c:pt>
                <c:pt idx="1103">
                  <c:v>0</c:v>
                </c:pt>
                <c:pt idx="1104">
                  <c:v>0</c:v>
                </c:pt>
                <c:pt idx="1105">
                  <c:v>0</c:v>
                </c:pt>
                <c:pt idx="1106">
                  <c:v>0</c:v>
                </c:pt>
                <c:pt idx="1107">
                  <c:v>0</c:v>
                </c:pt>
                <c:pt idx="1108">
                  <c:v>0</c:v>
                </c:pt>
                <c:pt idx="1109">
                  <c:v>0</c:v>
                </c:pt>
                <c:pt idx="1110">
                  <c:v>0</c:v>
                </c:pt>
                <c:pt idx="1111">
                  <c:v>0</c:v>
                </c:pt>
                <c:pt idx="1112">
                  <c:v>0</c:v>
                </c:pt>
                <c:pt idx="1113">
                  <c:v>0</c:v>
                </c:pt>
                <c:pt idx="1114">
                  <c:v>0</c:v>
                </c:pt>
                <c:pt idx="1115">
                  <c:v>0</c:v>
                </c:pt>
                <c:pt idx="1116">
                  <c:v>0</c:v>
                </c:pt>
                <c:pt idx="1117">
                  <c:v>0</c:v>
                </c:pt>
                <c:pt idx="1118">
                  <c:v>0</c:v>
                </c:pt>
                <c:pt idx="1119">
                  <c:v>0</c:v>
                </c:pt>
                <c:pt idx="1120">
                  <c:v>0</c:v>
                </c:pt>
                <c:pt idx="1121">
                  <c:v>0</c:v>
                </c:pt>
                <c:pt idx="1122">
                  <c:v>0</c:v>
                </c:pt>
                <c:pt idx="1123">
                  <c:v>0</c:v>
                </c:pt>
                <c:pt idx="1124">
                  <c:v>0</c:v>
                </c:pt>
                <c:pt idx="1125">
                  <c:v>0</c:v>
                </c:pt>
                <c:pt idx="1126">
                  <c:v>0</c:v>
                </c:pt>
                <c:pt idx="1127">
                  <c:v>0</c:v>
                </c:pt>
                <c:pt idx="1128">
                  <c:v>3.719675</c:v>
                </c:pt>
                <c:pt idx="1129">
                  <c:v>3.719675</c:v>
                </c:pt>
                <c:pt idx="1130">
                  <c:v>54.379227</c:v>
                </c:pt>
                <c:pt idx="1131">
                  <c:v>54.379227</c:v>
                </c:pt>
                <c:pt idx="1132">
                  <c:v>0</c:v>
                </c:pt>
                <c:pt idx="1133">
                  <c:v>0</c:v>
                </c:pt>
                <c:pt idx="1134">
                  <c:v>0</c:v>
                </c:pt>
                <c:pt idx="1135">
                  <c:v>0</c:v>
                </c:pt>
                <c:pt idx="1136">
                  <c:v>0.0001</c:v>
                </c:pt>
                <c:pt idx="1137">
                  <c:v>0.0001</c:v>
                </c:pt>
                <c:pt idx="1138">
                  <c:v>0.0001</c:v>
                </c:pt>
                <c:pt idx="1139">
                  <c:v>0.0001</c:v>
                </c:pt>
                <c:pt idx="1140">
                  <c:v>0.0001</c:v>
                </c:pt>
                <c:pt idx="1141">
                  <c:v>0.0001</c:v>
                </c:pt>
                <c:pt idx="1142">
                  <c:v>90</c:v>
                </c:pt>
                <c:pt idx="1143">
                  <c:v>90</c:v>
                </c:pt>
                <c:pt idx="1144">
                  <c:v>0</c:v>
                </c:pt>
                <c:pt idx="1145">
                  <c:v>0</c:v>
                </c:pt>
                <c:pt idx="1146">
                  <c:v>0</c:v>
                </c:pt>
                <c:pt idx="1147">
                  <c:v>0</c:v>
                </c:pt>
                <c:pt idx="1148">
                  <c:v>0</c:v>
                </c:pt>
                <c:pt idx="1149">
                  <c:v>0</c:v>
                </c:pt>
                <c:pt idx="1150">
                  <c:v>0</c:v>
                </c:pt>
                <c:pt idx="1151">
                  <c:v>0</c:v>
                </c:pt>
                <c:pt idx="1152">
                  <c:v>150</c:v>
                </c:pt>
                <c:pt idx="1153">
                  <c:v>150</c:v>
                </c:pt>
                <c:pt idx="1154">
                  <c:v>60</c:v>
                </c:pt>
                <c:pt idx="1155">
                  <c:v>60</c:v>
                </c:pt>
                <c:pt idx="1156">
                  <c:v>0</c:v>
                </c:pt>
                <c:pt idx="1157">
                  <c:v>0</c:v>
                </c:pt>
                <c:pt idx="1158">
                  <c:v>0</c:v>
                </c:pt>
                <c:pt idx="1159">
                  <c:v>0</c:v>
                </c:pt>
                <c:pt idx="1160">
                  <c:v>90.0002</c:v>
                </c:pt>
                <c:pt idx="1161">
                  <c:v>90.0002</c:v>
                </c:pt>
                <c:pt idx="1162">
                  <c:v>90.0001</c:v>
                </c:pt>
                <c:pt idx="1163">
                  <c:v>90.0001</c:v>
                </c:pt>
                <c:pt idx="1164">
                  <c:v>75.863548</c:v>
                </c:pt>
                <c:pt idx="1165">
                  <c:v>75.863548</c:v>
                </c:pt>
                <c:pt idx="1166">
                  <c:v>163.262537</c:v>
                </c:pt>
                <c:pt idx="1167">
                  <c:v>163.262537</c:v>
                </c:pt>
                <c:pt idx="1168">
                  <c:v>120</c:v>
                </c:pt>
                <c:pt idx="1169">
                  <c:v>120</c:v>
                </c:pt>
                <c:pt idx="1170">
                  <c:v>150</c:v>
                </c:pt>
                <c:pt idx="1171">
                  <c:v>150</c:v>
                </c:pt>
                <c:pt idx="1172">
                  <c:v>163.262537</c:v>
                </c:pt>
                <c:pt idx="1173">
                  <c:v>163.262537</c:v>
                </c:pt>
                <c:pt idx="1174">
                  <c:v>0</c:v>
                </c:pt>
                <c:pt idx="1175">
                  <c:v>0</c:v>
                </c:pt>
                <c:pt idx="1176">
                  <c:v>0</c:v>
                </c:pt>
                <c:pt idx="1177">
                  <c:v>0</c:v>
                </c:pt>
                <c:pt idx="1178">
                  <c:v>165.393921</c:v>
                </c:pt>
                <c:pt idx="1179">
                  <c:v>165.393921</c:v>
                </c:pt>
                <c:pt idx="1180">
                  <c:v>0</c:v>
                </c:pt>
                <c:pt idx="1181">
                  <c:v>0</c:v>
                </c:pt>
                <c:pt idx="1182">
                  <c:v>200</c:v>
                </c:pt>
                <c:pt idx="1183">
                  <c:v>200</c:v>
                </c:pt>
                <c:pt idx="1184">
                  <c:v>0</c:v>
                </c:pt>
                <c:pt idx="1185">
                  <c:v>0</c:v>
                </c:pt>
                <c:pt idx="1186">
                  <c:v>200</c:v>
                </c:pt>
                <c:pt idx="1187">
                  <c:v>200</c:v>
                </c:pt>
                <c:pt idx="1188">
                  <c:v>0</c:v>
                </c:pt>
                <c:pt idx="1189">
                  <c:v>0</c:v>
                </c:pt>
                <c:pt idx="1190">
                  <c:v>0</c:v>
                </c:pt>
                <c:pt idx="1191">
                  <c:v>0</c:v>
                </c:pt>
                <c:pt idx="1192">
                  <c:v>200</c:v>
                </c:pt>
                <c:pt idx="1193">
                  <c:v>200</c:v>
                </c:pt>
                <c:pt idx="1194">
                  <c:v>200</c:v>
                </c:pt>
                <c:pt idx="1195">
                  <c:v>200</c:v>
                </c:pt>
                <c:pt idx="1196">
                  <c:v>100.784722</c:v>
                </c:pt>
                <c:pt idx="1197">
                  <c:v>100.784722</c:v>
                </c:pt>
                <c:pt idx="1198">
                  <c:v>200</c:v>
                </c:pt>
                <c:pt idx="1199">
                  <c:v>200</c:v>
                </c:pt>
                <c:pt idx="1200">
                  <c:v>182.052799</c:v>
                </c:pt>
                <c:pt idx="1201">
                  <c:v>182.052799</c:v>
                </c:pt>
                <c:pt idx="1202">
                  <c:v>197.45</c:v>
                </c:pt>
                <c:pt idx="1203">
                  <c:v>197.45</c:v>
                </c:pt>
                <c:pt idx="1204">
                  <c:v>188.667</c:v>
                </c:pt>
                <c:pt idx="1205">
                  <c:v>188.667</c:v>
                </c:pt>
                <c:pt idx="1206">
                  <c:v>129.8501</c:v>
                </c:pt>
                <c:pt idx="1207">
                  <c:v>129.8501</c:v>
                </c:pt>
                <c:pt idx="1208">
                  <c:v>96.7001</c:v>
                </c:pt>
                <c:pt idx="1209">
                  <c:v>96.7001</c:v>
                </c:pt>
                <c:pt idx="1210">
                  <c:v>0</c:v>
                </c:pt>
                <c:pt idx="1211">
                  <c:v>0</c:v>
                </c:pt>
                <c:pt idx="1212">
                  <c:v>0</c:v>
                </c:pt>
                <c:pt idx="1213">
                  <c:v>0</c:v>
                </c:pt>
                <c:pt idx="1214">
                  <c:v>0</c:v>
                </c:pt>
                <c:pt idx="1215">
                  <c:v>0</c:v>
                </c:pt>
                <c:pt idx="1216">
                  <c:v>0</c:v>
                </c:pt>
                <c:pt idx="1217">
                  <c:v>0</c:v>
                </c:pt>
                <c:pt idx="1218">
                  <c:v>0</c:v>
                </c:pt>
                <c:pt idx="1219">
                  <c:v>0</c:v>
                </c:pt>
                <c:pt idx="1220">
                  <c:v>0</c:v>
                </c:pt>
                <c:pt idx="1221">
                  <c:v>0</c:v>
                </c:pt>
                <c:pt idx="1222">
                  <c:v>0</c:v>
                </c:pt>
                <c:pt idx="1223">
                  <c:v>0</c:v>
                </c:pt>
                <c:pt idx="1224">
                  <c:v>0</c:v>
                </c:pt>
                <c:pt idx="1225">
                  <c:v>0</c:v>
                </c:pt>
                <c:pt idx="1226">
                  <c:v>0</c:v>
                </c:pt>
                <c:pt idx="1227">
                  <c:v>0</c:v>
                </c:pt>
                <c:pt idx="1228">
                  <c:v>0</c:v>
                </c:pt>
                <c:pt idx="1229">
                  <c:v>0</c:v>
                </c:pt>
                <c:pt idx="1230">
                  <c:v>0</c:v>
                </c:pt>
                <c:pt idx="1231">
                  <c:v>0</c:v>
                </c:pt>
                <c:pt idx="1232">
                  <c:v>0</c:v>
                </c:pt>
                <c:pt idx="1233">
                  <c:v>0</c:v>
                </c:pt>
                <c:pt idx="1234">
                  <c:v>0</c:v>
                </c:pt>
                <c:pt idx="1235">
                  <c:v>0</c:v>
                </c:pt>
                <c:pt idx="1236">
                  <c:v>0</c:v>
                </c:pt>
                <c:pt idx="1237">
                  <c:v>0</c:v>
                </c:pt>
                <c:pt idx="1238">
                  <c:v>0</c:v>
                </c:pt>
                <c:pt idx="1239">
                  <c:v>0</c:v>
                </c:pt>
                <c:pt idx="1240">
                  <c:v>0</c:v>
                </c:pt>
                <c:pt idx="1241">
                  <c:v>0</c:v>
                </c:pt>
                <c:pt idx="1242">
                  <c:v>0</c:v>
                </c:pt>
                <c:pt idx="1243">
                  <c:v>0</c:v>
                </c:pt>
                <c:pt idx="1244">
                  <c:v>35.057</c:v>
                </c:pt>
                <c:pt idx="1245">
                  <c:v>35.057</c:v>
                </c:pt>
                <c:pt idx="1246">
                  <c:v>74.966</c:v>
                </c:pt>
                <c:pt idx="1247">
                  <c:v>74.966</c:v>
                </c:pt>
                <c:pt idx="1248">
                  <c:v>75.588</c:v>
                </c:pt>
                <c:pt idx="1249">
                  <c:v>75.588</c:v>
                </c:pt>
                <c:pt idx="1250">
                  <c:v>0</c:v>
                </c:pt>
                <c:pt idx="1251">
                  <c:v>0</c:v>
                </c:pt>
                <c:pt idx="1252">
                  <c:v>0</c:v>
                </c:pt>
                <c:pt idx="1253">
                  <c:v>0</c:v>
                </c:pt>
                <c:pt idx="1254">
                  <c:v>21.394</c:v>
                </c:pt>
                <c:pt idx="1255">
                  <c:v>21.394</c:v>
                </c:pt>
                <c:pt idx="1256">
                  <c:v>17.842336</c:v>
                </c:pt>
                <c:pt idx="1257">
                  <c:v>17.842336</c:v>
                </c:pt>
                <c:pt idx="1258">
                  <c:v>17.907</c:v>
                </c:pt>
                <c:pt idx="1259">
                  <c:v>17.907</c:v>
                </c:pt>
                <c:pt idx="1260">
                  <c:v>39.531</c:v>
                </c:pt>
                <c:pt idx="1261">
                  <c:v>39.531</c:v>
                </c:pt>
                <c:pt idx="1262">
                  <c:v>41.002762</c:v>
                </c:pt>
                <c:pt idx="1263">
                  <c:v>41.002762</c:v>
                </c:pt>
                <c:pt idx="1264">
                  <c:v>8.363</c:v>
                </c:pt>
                <c:pt idx="1265">
                  <c:v>8.363</c:v>
                </c:pt>
                <c:pt idx="1266">
                  <c:v>0</c:v>
                </c:pt>
                <c:pt idx="1267">
                  <c:v>0</c:v>
                </c:pt>
                <c:pt idx="1268">
                  <c:v>0</c:v>
                </c:pt>
                <c:pt idx="1269">
                  <c:v>0</c:v>
                </c:pt>
                <c:pt idx="1270">
                  <c:v>0</c:v>
                </c:pt>
                <c:pt idx="1271">
                  <c:v>0</c:v>
                </c:pt>
                <c:pt idx="1272">
                  <c:v>0</c:v>
                </c:pt>
                <c:pt idx="1273">
                  <c:v>0</c:v>
                </c:pt>
                <c:pt idx="1274">
                  <c:v>0</c:v>
                </c:pt>
                <c:pt idx="1275">
                  <c:v>0</c:v>
                </c:pt>
                <c:pt idx="1276">
                  <c:v>0</c:v>
                </c:pt>
                <c:pt idx="1277">
                  <c:v>0</c:v>
                </c:pt>
                <c:pt idx="1278">
                  <c:v>6.419217</c:v>
                </c:pt>
                <c:pt idx="1279">
                  <c:v>6.419217</c:v>
                </c:pt>
                <c:pt idx="1280">
                  <c:v>0</c:v>
                </c:pt>
                <c:pt idx="1281">
                  <c:v>0</c:v>
                </c:pt>
                <c:pt idx="1282">
                  <c:v>0</c:v>
                </c:pt>
                <c:pt idx="1283">
                  <c:v>0</c:v>
                </c:pt>
                <c:pt idx="1284">
                  <c:v>0</c:v>
                </c:pt>
                <c:pt idx="1285">
                  <c:v>0</c:v>
                </c:pt>
                <c:pt idx="1286">
                  <c:v>0</c:v>
                </c:pt>
                <c:pt idx="1287">
                  <c:v>0</c:v>
                </c:pt>
                <c:pt idx="1288">
                  <c:v>0</c:v>
                </c:pt>
                <c:pt idx="1289">
                  <c:v>0</c:v>
                </c:pt>
                <c:pt idx="1290">
                  <c:v>0</c:v>
                </c:pt>
                <c:pt idx="1291">
                  <c:v>0</c:v>
                </c:pt>
                <c:pt idx="1292">
                  <c:v>0</c:v>
                </c:pt>
                <c:pt idx="1293">
                  <c:v>0</c:v>
                </c:pt>
                <c:pt idx="1294">
                  <c:v>0</c:v>
                </c:pt>
                <c:pt idx="1295">
                  <c:v>0</c:v>
                </c:pt>
                <c:pt idx="1296">
                  <c:v>0</c:v>
                </c:pt>
                <c:pt idx="1297">
                  <c:v>0</c:v>
                </c:pt>
                <c:pt idx="1298">
                  <c:v>0</c:v>
                </c:pt>
                <c:pt idx="1299">
                  <c:v>0</c:v>
                </c:pt>
                <c:pt idx="1300">
                  <c:v>0</c:v>
                </c:pt>
                <c:pt idx="1301">
                  <c:v>0</c:v>
                </c:pt>
                <c:pt idx="1302">
                  <c:v>0</c:v>
                </c:pt>
                <c:pt idx="1303">
                  <c:v>0</c:v>
                </c:pt>
                <c:pt idx="1304">
                  <c:v>0</c:v>
                </c:pt>
                <c:pt idx="1305">
                  <c:v>0</c:v>
                </c:pt>
                <c:pt idx="1306">
                  <c:v>0</c:v>
                </c:pt>
                <c:pt idx="1307">
                  <c:v>0</c:v>
                </c:pt>
                <c:pt idx="1308">
                  <c:v>0.0001</c:v>
                </c:pt>
                <c:pt idx="1309">
                  <c:v>0.0001</c:v>
                </c:pt>
                <c:pt idx="1310">
                  <c:v>60</c:v>
                </c:pt>
                <c:pt idx="1311">
                  <c:v>60</c:v>
                </c:pt>
                <c:pt idx="1312">
                  <c:v>60</c:v>
                </c:pt>
                <c:pt idx="1313">
                  <c:v>60</c:v>
                </c:pt>
                <c:pt idx="1314">
                  <c:v>47.134037</c:v>
                </c:pt>
                <c:pt idx="1315">
                  <c:v>47.134037</c:v>
                </c:pt>
                <c:pt idx="1316">
                  <c:v>60.0001</c:v>
                </c:pt>
                <c:pt idx="1317">
                  <c:v>60.0001</c:v>
                </c:pt>
                <c:pt idx="1318">
                  <c:v>90</c:v>
                </c:pt>
                <c:pt idx="1319">
                  <c:v>90</c:v>
                </c:pt>
                <c:pt idx="1320">
                  <c:v>90</c:v>
                </c:pt>
                <c:pt idx="1321">
                  <c:v>90</c:v>
                </c:pt>
                <c:pt idx="1322">
                  <c:v>150</c:v>
                </c:pt>
                <c:pt idx="1323">
                  <c:v>150</c:v>
                </c:pt>
                <c:pt idx="1324">
                  <c:v>200</c:v>
                </c:pt>
                <c:pt idx="1325">
                  <c:v>200</c:v>
                </c:pt>
                <c:pt idx="1326">
                  <c:v>200</c:v>
                </c:pt>
                <c:pt idx="1327">
                  <c:v>200</c:v>
                </c:pt>
                <c:pt idx="1328">
                  <c:v>160.0001</c:v>
                </c:pt>
                <c:pt idx="1329">
                  <c:v>160.0001</c:v>
                </c:pt>
                <c:pt idx="1330">
                  <c:v>200</c:v>
                </c:pt>
                <c:pt idx="1331">
                  <c:v>200</c:v>
                </c:pt>
                <c:pt idx="1332">
                  <c:v>200</c:v>
                </c:pt>
                <c:pt idx="1333">
                  <c:v>200</c:v>
                </c:pt>
                <c:pt idx="1334">
                  <c:v>200</c:v>
                </c:pt>
                <c:pt idx="1335">
                  <c:v>200</c:v>
                </c:pt>
                <c:pt idx="1336">
                  <c:v>200</c:v>
                </c:pt>
                <c:pt idx="1337">
                  <c:v>200</c:v>
                </c:pt>
                <c:pt idx="1338">
                  <c:v>200</c:v>
                </c:pt>
                <c:pt idx="1339">
                  <c:v>200</c:v>
                </c:pt>
                <c:pt idx="1340">
                  <c:v>200</c:v>
                </c:pt>
                <c:pt idx="1341">
                  <c:v>200</c:v>
                </c:pt>
                <c:pt idx="1342">
                  <c:v>200</c:v>
                </c:pt>
                <c:pt idx="1343">
                  <c:v>200</c:v>
                </c:pt>
              </c:numCache>
            </c:numRef>
          </c:yVal>
          <c:smooth val="0"/>
        </c:ser>
        <c:ser>
          <c:idx val="2"/>
          <c:order val="2"/>
          <c:tx>
            <c:v>追加費用の基準200 kW</c:v>
          </c:tx>
          <c:spPr>
            <a:ln xmlns:a="http://schemas.openxmlformats.org/drawingml/2006/main" w="9525">
              <a:solidFill>
                <a:srgbClr val="BA4F50"/>
              </a:solidFill>
            </a:ln>
          </c:spPr>
          <c:marker>
            <c:symbol val="none"/>
          </c:marker>
          <c:xVal>
            <c:numRef>
              <c:f>'Chart Data'!$E$2:$E$3</c:f>
              <c:numCache>
                <c:formatCode>General</c:formatCode>
                <c:ptCount val="2"/>
                <c:pt idx="0">
                  <c:v>0</c:v>
                </c:pt>
                <c:pt idx="1">
                  <c:v>168</c:v>
                </c:pt>
              </c:numCache>
            </c:numRef>
          </c:xVal>
          <c:yVal>
            <c:numRef>
              <c:f>'Chart Data'!$F$2:$F$3</c:f>
              <c:numCache>
                <c:formatCode>0</c:formatCode>
                <c:ptCount val="2"/>
                <c:pt idx="0">
                  <c:v>200</c:v>
                </c:pt>
                <c:pt idx="1">
                  <c:v>200</c:v>
                </c:pt>
              </c:numCache>
            </c:numRef>
          </c:yVal>
          <c:smooth val="0"/>
        </c:ser>
        <c:dLbls>
          <c:txPr>
            <a:bodyPr xmlns:a="http://schemas.openxmlformats.org/drawingml/2006/main" anchorCtr="1"/>
            <a:lstStyle xmlns:a="http://schemas.openxmlformats.org/drawingml/2006/main"/>
            <a:p xmlns:a="http://schemas.openxmlformats.org/drawingml/2006/main">
              <a:pPr>
                <a:defRPr>
                  <a:latin typeface="Noto Sans JP"/>
                  <a:ea typeface="Noto Sans JP"/>
                  <a:cs typeface="Noto Sans JP"/>
                </a:defRPr>
              </a:pPr>
            </a:p>
          </c:txPr>
          <c:showLegendKey val="0"/>
          <c:showVal val="0"/>
          <c:showCatName val="0"/>
          <c:showSerName val="0"/>
          <c:showPercent val="0"/>
          <c:showBubbleSize val="0"/>
          <c:showLeaderLines val="0"/>
        </c:dLbls>
        <c:axId val="48650112"/>
        <c:axId val="48672768"/>
      </c:scatterChart>
      <c:valAx>
        <c:axId val="48672768"/>
        <c:scaling>
          <c:orientation val="minMax"/>
          <c:max val="900"/>
          <c:min val="0"/>
        </c:scaling>
        <c:delete val="0"/>
        <c:axPos val="l"/>
        <c:majorGridlines>
          <c:spPr>
            <a:ln xmlns:a="http://schemas.openxmlformats.org/drawingml/2006/main" w="9525">
              <a:solidFill>
                <a:srgbClr val="DFE4EA"/>
              </a:solidFill>
            </a:ln>
          </c:spPr>
        </c:majorGridlines>
        <c:title>
          <c:tx>
            <c:rich>
              <a:bodyPr xmlns:a="http://schemas.openxmlformats.org/drawingml/2006/main"/>
              <a:lstStyle xmlns:a="http://schemas.openxmlformats.org/drawingml/2006/main"/>
              <a:p xmlns:a="http://schemas.openxmlformats.org/drawingml/2006/main">
                <a:r>
                  <a:rPr>
                    <a:latin typeface="Noto Sans JP"/>
                    <a:ea typeface="Noto Sans JP"/>
                    <a:cs typeface="Noto Sans JP"/>
                  </a:rPr>
                  <a:t>kW</a:t>
                </a:r>
              </a:p>
            </c:rich>
          </c:tx>
          <c:overlay val="0"/>
          <c:txPr>
            <a:bodyPr xmlns:a="http://schemas.openxmlformats.org/drawingml/2006/main" anchorCtr="1"/>
            <a:lstStyle xmlns:a="http://schemas.openxmlformats.org/drawingml/2006/main"/>
            <a:p xmlns:a="http://schemas.openxmlformats.org/drawingml/2006/main">
              <a:pPr>
                <a:defRPr>
                  <a:latin typeface="Noto Sans JP"/>
                  <a:ea typeface="Noto Sans JP"/>
                  <a:cs typeface="Noto Sans JP"/>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Noto Sans JP"/>
                <a:ea typeface="Noto Sans JP"/>
                <a:cs typeface="Noto Sans JP"/>
              </a:defRPr>
            </a:pPr>
          </a:p>
        </c:txPr>
        <c:crossAx val="48650112"/>
      </c:valAx>
      <c:valAx>
        <c:axId val="48650112"/>
        <c:scaling>
          <c:orientation val="minMax"/>
          <c:max val="168"/>
          <c:min val="0"/>
        </c:scaling>
        <c:delete val="0"/>
        <c:axPos val="b"/>
        <c:title>
          <c:tx>
            <c:rich>
              <a:bodyPr xmlns:a="http://schemas.openxmlformats.org/drawingml/2006/main"/>
              <a:lstStyle xmlns:a="http://schemas.openxmlformats.org/drawingml/2006/main"/>
              <a:p xmlns:a="http://schemas.openxmlformats.org/drawingml/2006/main">
                <a:r>
                  <a:rPr>
                    <a:latin typeface="Noto Sans JP"/>
                    <a:ea typeface="Noto Sans JP"/>
                    <a:cs typeface="Noto Sans JP"/>
                  </a:rPr>
                  <a:t>週開始からの時間 [h]</a:t>
                </a:r>
              </a:p>
            </c:rich>
          </c:tx>
          <c:overlay val="0"/>
          <c:txPr>
            <a:bodyPr xmlns:a="http://schemas.openxmlformats.org/drawingml/2006/main" anchorCtr="1"/>
            <a:lstStyle xmlns:a="http://schemas.openxmlformats.org/drawingml/2006/main"/>
            <a:p xmlns:a="http://schemas.openxmlformats.org/drawingml/2006/main">
              <a:pPr>
                <a:defRPr>
                  <a:latin typeface="Noto Sans JP"/>
                  <a:ea typeface="Noto Sans JP"/>
                  <a:cs typeface="Noto Sans JP"/>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Noto Sans JP"/>
                <a:ea typeface="Noto Sans JP"/>
                <a:cs typeface="Noto Sans JP"/>
              </a:defRPr>
            </a:pPr>
          </a:p>
        </c:txPr>
        <c:crossAx val="48672768"/>
        <c:majorUnit val="24"/>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latin typeface="Noto Sans JP"/>
              <a:ea typeface="Noto Sans JP"/>
              <a:cs typeface="Noto Sans JP"/>
            </a:defRPr>
          </a:pPr>
        </a:p>
      </c:txPr>
    </c:legend>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202B58"/>
                </a:solidFill>
                <a:latin typeface="Noto Sans JP"/>
                <a:ea typeface="Noto Sans JP"/>
                <a:cs typeface="Noto Sans JP"/>
              </a:rPr>
              <a:t>3/3 00:00から6時間</a:t>
            </a:r>
          </a:p>
        </c:rich>
      </c:tx>
      <c:overlay val="0"/>
      <c:txPr>
        <a:bodyPr xmlns:a="http://schemas.openxmlformats.org/drawingml/2006/main" anchorCtr="1"/>
        <a:lstStyle xmlns:a="http://schemas.openxmlformats.org/drawingml/2006/main"/>
        <a:p xmlns:a="http://schemas.openxmlformats.org/drawingml/2006/main">
          <a:pPr>
            <a:defRPr sz="1650" b="1">
              <a:solidFill>
                <a:srgbClr val="202B58"/>
              </a:solidFill>
              <a:latin typeface="Noto Sans JP"/>
              <a:ea typeface="Noto Sans JP"/>
              <a:cs typeface="Noto Sans JP"/>
            </a:defRPr>
          </a:pPr>
        </a:p>
      </c:txPr>
    </c:title>
    <c:plotArea>
      <c:scatterChart>
        <c:scatterStyle val="line"/>
        <c:ser>
          <c:idx val="0"/>
          <c:order val="0"/>
          <c:tx>
            <c:v>受電</c:v>
          </c:tx>
          <c:spPr>
            <a:ln xmlns:a="http://schemas.openxmlformats.org/drawingml/2006/main" w="19050">
              <a:solidFill>
                <a:srgbClr val="316DB6"/>
              </a:solidFill>
            </a:ln>
          </c:spPr>
          <c:marker>
            <c:symbol val="none"/>
          </c:marker>
          <c:xVal>
            <c:numRef>
              <c:f>'Chart Data'!$A$2:$A$49</c:f>
              <c:numCache>
                <c:formatCode>General</c:formatCode>
                <c:ptCount val="48"/>
                <c:pt idx="0">
                  <c:v>0</c:v>
                </c:pt>
                <c:pt idx="1">
                  <c:v>0.25</c:v>
                </c:pt>
                <c:pt idx="2">
                  <c:v>0.25</c:v>
                </c:pt>
                <c:pt idx="3">
                  <c:v>0.5</c:v>
                </c:pt>
                <c:pt idx="4">
                  <c:v>0.5</c:v>
                </c:pt>
                <c:pt idx="5">
                  <c:v>0.75</c:v>
                </c:pt>
                <c:pt idx="6">
                  <c:v>0.75</c:v>
                </c:pt>
                <c:pt idx="7">
                  <c:v>1</c:v>
                </c:pt>
                <c:pt idx="8">
                  <c:v>1</c:v>
                </c:pt>
                <c:pt idx="9">
                  <c:v>1.25</c:v>
                </c:pt>
                <c:pt idx="10">
                  <c:v>1.25</c:v>
                </c:pt>
                <c:pt idx="11">
                  <c:v>1.5</c:v>
                </c:pt>
                <c:pt idx="12">
                  <c:v>1.5</c:v>
                </c:pt>
                <c:pt idx="13">
                  <c:v>1.75</c:v>
                </c:pt>
                <c:pt idx="14">
                  <c:v>1.75</c:v>
                </c:pt>
                <c:pt idx="15">
                  <c:v>2</c:v>
                </c:pt>
                <c:pt idx="16">
                  <c:v>2</c:v>
                </c:pt>
                <c:pt idx="17">
                  <c:v>2.25</c:v>
                </c:pt>
                <c:pt idx="18">
                  <c:v>2.25</c:v>
                </c:pt>
                <c:pt idx="19">
                  <c:v>2.5</c:v>
                </c:pt>
                <c:pt idx="20">
                  <c:v>2.5</c:v>
                </c:pt>
                <c:pt idx="21">
                  <c:v>2.75</c:v>
                </c:pt>
                <c:pt idx="22">
                  <c:v>2.75</c:v>
                </c:pt>
                <c:pt idx="23">
                  <c:v>3</c:v>
                </c:pt>
                <c:pt idx="24">
                  <c:v>3</c:v>
                </c:pt>
                <c:pt idx="25">
                  <c:v>3.25</c:v>
                </c:pt>
                <c:pt idx="26">
                  <c:v>3.25</c:v>
                </c:pt>
                <c:pt idx="27">
                  <c:v>3.5</c:v>
                </c:pt>
                <c:pt idx="28">
                  <c:v>3.5</c:v>
                </c:pt>
                <c:pt idx="29">
                  <c:v>3.75</c:v>
                </c:pt>
                <c:pt idx="30">
                  <c:v>3.75</c:v>
                </c:pt>
                <c:pt idx="31">
                  <c:v>4</c:v>
                </c:pt>
                <c:pt idx="32">
                  <c:v>4</c:v>
                </c:pt>
                <c:pt idx="33">
                  <c:v>4.25</c:v>
                </c:pt>
                <c:pt idx="34">
                  <c:v>4.25</c:v>
                </c:pt>
                <c:pt idx="35">
                  <c:v>4.5</c:v>
                </c:pt>
                <c:pt idx="36">
                  <c:v>4.5</c:v>
                </c:pt>
                <c:pt idx="37">
                  <c:v>4.75</c:v>
                </c:pt>
                <c:pt idx="38">
                  <c:v>4.75</c:v>
                </c:pt>
                <c:pt idx="39">
                  <c:v>5</c:v>
                </c:pt>
                <c:pt idx="40">
                  <c:v>5</c:v>
                </c:pt>
                <c:pt idx="41">
                  <c:v>5.25</c:v>
                </c:pt>
                <c:pt idx="42">
                  <c:v>5.25</c:v>
                </c:pt>
                <c:pt idx="43">
                  <c:v>5.5</c:v>
                </c:pt>
                <c:pt idx="44">
                  <c:v>5.5</c:v>
                </c:pt>
                <c:pt idx="45">
                  <c:v>5.75</c:v>
                </c:pt>
                <c:pt idx="46">
                  <c:v>5.75</c:v>
                </c:pt>
                <c:pt idx="47">
                  <c:v>6</c:v>
                </c:pt>
              </c:numCache>
            </c:numRef>
          </c:xVal>
          <c:yVal>
            <c:numRef>
              <c:f>'Chart Data'!$B$2:$B$49</c:f>
              <c:numCache>
                <c:formatCode>0</c:formatCode>
                <c:ptCount val="48"/>
                <c:pt idx="0">
                  <c:v>0</c:v>
                </c:pt>
                <c:pt idx="1">
                  <c:v>0</c:v>
                </c:pt>
                <c:pt idx="2">
                  <c:v>0</c:v>
                </c:pt>
                <c:pt idx="3">
                  <c:v>0</c:v>
                </c:pt>
                <c:pt idx="4">
                  <c:v>0</c:v>
                </c:pt>
                <c:pt idx="5">
                  <c:v>0</c:v>
                </c:pt>
                <c:pt idx="6">
                  <c:v>0</c:v>
                </c:pt>
                <c:pt idx="7">
                  <c:v>0</c:v>
                </c:pt>
                <c:pt idx="8">
                  <c:v>522.565877</c:v>
                </c:pt>
                <c:pt idx="9">
                  <c:v>522.565877</c:v>
                </c:pt>
                <c:pt idx="10">
                  <c:v>849.4416</c:v>
                </c:pt>
                <c:pt idx="11">
                  <c:v>849.4416</c:v>
                </c:pt>
                <c:pt idx="12">
                  <c:v>780.630367</c:v>
                </c:pt>
                <c:pt idx="13">
                  <c:v>780.630367</c:v>
                </c:pt>
                <c:pt idx="14">
                  <c:v>806.470888</c:v>
                </c:pt>
                <c:pt idx="15">
                  <c:v>806.470888</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numCache>
            </c:numRef>
          </c:yVal>
          <c:smooth val="0"/>
        </c:ser>
        <c:ser>
          <c:idx val="1"/>
          <c:order val="1"/>
          <c:tx>
            <c:v>200 kW</c:v>
          </c:tx>
          <c:spPr>
            <a:ln xmlns:a="http://schemas.openxmlformats.org/drawingml/2006/main" w="9525">
              <a:solidFill>
                <a:srgbClr val="BA4F50"/>
              </a:solidFill>
            </a:ln>
          </c:spPr>
          <c:marker>
            <c:symbol val="none"/>
          </c:marker>
          <c:xVal>
            <c:numRef>
              <c:f>'Chart Data'!$C$2:$C$3</c:f>
              <c:numCache>
                <c:formatCode>General</c:formatCode>
                <c:ptCount val="2"/>
                <c:pt idx="0">
                  <c:v>0</c:v>
                </c:pt>
                <c:pt idx="1">
                  <c:v>6</c:v>
                </c:pt>
              </c:numCache>
            </c:numRef>
          </c:xVal>
          <c:yVal>
            <c:numRef>
              <c:f>'Chart Data'!$D$2:$D$3</c:f>
              <c:numCache>
                <c:formatCode>0</c:formatCode>
                <c:ptCount val="2"/>
                <c:pt idx="0">
                  <c:v>200</c:v>
                </c:pt>
                <c:pt idx="1">
                  <c:v>200</c:v>
                </c:pt>
              </c:numCache>
            </c:numRef>
          </c:yVal>
          <c:smooth val="0"/>
        </c:ser>
        <c:dLbls>
          <c:txPr>
            <a:bodyPr xmlns:a="http://schemas.openxmlformats.org/drawingml/2006/main" anchorCtr="1"/>
            <a:lstStyle xmlns:a="http://schemas.openxmlformats.org/drawingml/2006/main"/>
            <a:p xmlns:a="http://schemas.openxmlformats.org/drawingml/2006/main">
              <a:pPr>
                <a:defRPr>
                  <a:latin typeface="Noto Sans JP"/>
                  <a:ea typeface="Noto Sans JP"/>
                  <a:cs typeface="Noto Sans JP"/>
                </a:defRPr>
              </a:pPr>
            </a:p>
          </c:txPr>
          <c:showLegendKey val="0"/>
          <c:showVal val="0"/>
          <c:showCatName val="0"/>
          <c:showSerName val="0"/>
          <c:showPercent val="0"/>
          <c:showBubbleSize val="0"/>
          <c:showLeaderLines val="0"/>
        </c:dLbls>
        <c:axId val="48650112"/>
        <c:axId val="48672768"/>
      </c:scatterChart>
      <c:valAx>
        <c:axId val="48672768"/>
        <c:scaling>
          <c:orientation val="minMax"/>
          <c:max val="900"/>
          <c:min val="0"/>
        </c:scaling>
        <c:delete val="0"/>
        <c:axPos val="l"/>
        <c:majorGridlines>
          <c:spPr>
            <a:ln xmlns:a="http://schemas.openxmlformats.org/drawingml/2006/main" w="9525">
              <a:solidFill>
                <a:srgbClr val="DFE4EA"/>
              </a:solidFill>
            </a:ln>
          </c:spPr>
        </c:majorGridlines>
        <c:title>
          <c:tx>
            <c:rich>
              <a:bodyPr xmlns:a="http://schemas.openxmlformats.org/drawingml/2006/main"/>
              <a:lstStyle xmlns:a="http://schemas.openxmlformats.org/drawingml/2006/main"/>
              <a:p xmlns:a="http://schemas.openxmlformats.org/drawingml/2006/main">
                <a:r>
                  <a:rPr>
                    <a:latin typeface="Noto Sans JP"/>
                    <a:ea typeface="Noto Sans JP"/>
                    <a:cs typeface="Noto Sans JP"/>
                  </a:rPr>
                  <a:t>kW</a:t>
                </a:r>
              </a:p>
            </c:rich>
          </c:tx>
          <c:overlay val="0"/>
          <c:txPr>
            <a:bodyPr xmlns:a="http://schemas.openxmlformats.org/drawingml/2006/main" anchorCtr="1"/>
            <a:lstStyle xmlns:a="http://schemas.openxmlformats.org/drawingml/2006/main"/>
            <a:p xmlns:a="http://schemas.openxmlformats.org/drawingml/2006/main">
              <a:pPr>
                <a:defRPr>
                  <a:latin typeface="Noto Sans JP"/>
                  <a:ea typeface="Noto Sans JP"/>
                  <a:cs typeface="Noto Sans JP"/>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Noto Sans JP"/>
                <a:ea typeface="Noto Sans JP"/>
                <a:cs typeface="Noto Sans JP"/>
              </a:defRPr>
            </a:pPr>
          </a:p>
        </c:txPr>
        <c:crossAx val="48650112"/>
      </c:valAx>
      <c:valAx>
        <c:axId val="48650112"/>
        <c:scaling>
          <c:orientation val="minMax"/>
          <c:max val="6"/>
          <c:min val="0"/>
        </c:scaling>
        <c:delete val="0"/>
        <c:axPos val="b"/>
        <c:title>
          <c:tx>
            <c:rich>
              <a:bodyPr xmlns:a="http://schemas.openxmlformats.org/drawingml/2006/main"/>
              <a:lstStyle xmlns:a="http://schemas.openxmlformats.org/drawingml/2006/main"/>
              <a:p xmlns:a="http://schemas.openxmlformats.org/drawingml/2006/main">
                <a:r>
                  <a:rPr>
                    <a:latin typeface="Noto Sans JP"/>
                    <a:ea typeface="Noto Sans JP"/>
                    <a:cs typeface="Noto Sans JP"/>
                  </a:rPr>
                  <a:t>3/3 00:00から [h]</a:t>
                </a:r>
              </a:p>
            </c:rich>
          </c:tx>
          <c:overlay val="0"/>
          <c:txPr>
            <a:bodyPr xmlns:a="http://schemas.openxmlformats.org/drawingml/2006/main" anchorCtr="1"/>
            <a:lstStyle xmlns:a="http://schemas.openxmlformats.org/drawingml/2006/main"/>
            <a:p xmlns:a="http://schemas.openxmlformats.org/drawingml/2006/main">
              <a:pPr>
                <a:defRPr>
                  <a:latin typeface="Noto Sans JP"/>
                  <a:ea typeface="Noto Sans JP"/>
                  <a:cs typeface="Noto Sans JP"/>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Noto Sans JP"/>
                <a:ea typeface="Noto Sans JP"/>
                <a:cs typeface="Noto Sans JP"/>
              </a:defRPr>
            </a:pPr>
          </a:p>
        </c:txPr>
        <c:crossAx val="48672768"/>
        <c:majorUnit val="1"/>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202B58"/>
                </a:solidFill>
                <a:latin typeface="Noto Sans JP"/>
                <a:ea typeface="Noto Sans JP"/>
                <a:cs typeface="Noto Sans JP"/>
              </a:rPr>
              <a:t>11/13 21:00から10時間</a:t>
            </a:r>
          </a:p>
        </c:rich>
      </c:tx>
      <c:overlay val="0"/>
      <c:txPr>
        <a:bodyPr xmlns:a="http://schemas.openxmlformats.org/drawingml/2006/main" anchorCtr="1"/>
        <a:lstStyle xmlns:a="http://schemas.openxmlformats.org/drawingml/2006/main"/>
        <a:p xmlns:a="http://schemas.openxmlformats.org/drawingml/2006/main">
          <a:pPr>
            <a:defRPr sz="1650" b="1">
              <a:solidFill>
                <a:srgbClr val="202B58"/>
              </a:solidFill>
              <a:latin typeface="Noto Sans JP"/>
              <a:ea typeface="Noto Sans JP"/>
              <a:cs typeface="Noto Sans JP"/>
            </a:defRPr>
          </a:pPr>
        </a:p>
      </c:txPr>
    </c:title>
    <c:plotArea>
      <c:scatterChart>
        <c:scatterStyle val="line"/>
        <c:ser>
          <c:idx val="0"/>
          <c:order val="0"/>
          <c:tx>
            <c:v>受電</c:v>
          </c:tx>
          <c:spPr>
            <a:ln xmlns:a="http://schemas.openxmlformats.org/drawingml/2006/main" w="19050">
              <a:solidFill>
                <a:srgbClr val="159A8C"/>
              </a:solidFill>
            </a:ln>
          </c:spPr>
          <c:marker>
            <c:symbol val="none"/>
          </c:marker>
          <c:xVal>
            <c:numRef>
              <c:f>'Chart Data'!$A$2:$A$81</c:f>
              <c:numCache>
                <c:formatCode>General</c:formatCode>
                <c:ptCount val="80"/>
                <c:pt idx="0">
                  <c:v>0</c:v>
                </c:pt>
                <c:pt idx="1">
                  <c:v>0.25</c:v>
                </c:pt>
                <c:pt idx="2">
                  <c:v>0.25</c:v>
                </c:pt>
                <c:pt idx="3">
                  <c:v>0.5</c:v>
                </c:pt>
                <c:pt idx="4">
                  <c:v>0.5</c:v>
                </c:pt>
                <c:pt idx="5">
                  <c:v>0.75</c:v>
                </c:pt>
                <c:pt idx="6">
                  <c:v>0.75</c:v>
                </c:pt>
                <c:pt idx="7">
                  <c:v>1</c:v>
                </c:pt>
                <c:pt idx="8">
                  <c:v>1</c:v>
                </c:pt>
                <c:pt idx="9">
                  <c:v>1.25</c:v>
                </c:pt>
                <c:pt idx="10">
                  <c:v>1.25</c:v>
                </c:pt>
                <c:pt idx="11">
                  <c:v>1.5</c:v>
                </c:pt>
                <c:pt idx="12">
                  <c:v>1.5</c:v>
                </c:pt>
                <c:pt idx="13">
                  <c:v>1.75</c:v>
                </c:pt>
                <c:pt idx="14">
                  <c:v>1.75</c:v>
                </c:pt>
                <c:pt idx="15">
                  <c:v>2</c:v>
                </c:pt>
                <c:pt idx="16">
                  <c:v>2</c:v>
                </c:pt>
                <c:pt idx="17">
                  <c:v>2.25</c:v>
                </c:pt>
                <c:pt idx="18">
                  <c:v>2.25</c:v>
                </c:pt>
                <c:pt idx="19">
                  <c:v>2.5</c:v>
                </c:pt>
                <c:pt idx="20">
                  <c:v>2.5</c:v>
                </c:pt>
                <c:pt idx="21">
                  <c:v>2.75</c:v>
                </c:pt>
                <c:pt idx="22">
                  <c:v>2.75</c:v>
                </c:pt>
                <c:pt idx="23">
                  <c:v>3</c:v>
                </c:pt>
                <c:pt idx="24">
                  <c:v>3</c:v>
                </c:pt>
                <c:pt idx="25">
                  <c:v>3.25</c:v>
                </c:pt>
                <c:pt idx="26">
                  <c:v>3.25</c:v>
                </c:pt>
                <c:pt idx="27">
                  <c:v>3.5</c:v>
                </c:pt>
                <c:pt idx="28">
                  <c:v>3.5</c:v>
                </c:pt>
                <c:pt idx="29">
                  <c:v>3.75</c:v>
                </c:pt>
                <c:pt idx="30">
                  <c:v>3.75</c:v>
                </c:pt>
                <c:pt idx="31">
                  <c:v>4</c:v>
                </c:pt>
                <c:pt idx="32">
                  <c:v>4</c:v>
                </c:pt>
                <c:pt idx="33">
                  <c:v>4.25</c:v>
                </c:pt>
                <c:pt idx="34">
                  <c:v>4.25</c:v>
                </c:pt>
                <c:pt idx="35">
                  <c:v>4.5</c:v>
                </c:pt>
                <c:pt idx="36">
                  <c:v>4.5</c:v>
                </c:pt>
                <c:pt idx="37">
                  <c:v>4.75</c:v>
                </c:pt>
                <c:pt idx="38">
                  <c:v>4.75</c:v>
                </c:pt>
                <c:pt idx="39">
                  <c:v>5</c:v>
                </c:pt>
                <c:pt idx="40">
                  <c:v>5</c:v>
                </c:pt>
                <c:pt idx="41">
                  <c:v>5.25</c:v>
                </c:pt>
                <c:pt idx="42">
                  <c:v>5.25</c:v>
                </c:pt>
                <c:pt idx="43">
                  <c:v>5.5</c:v>
                </c:pt>
                <c:pt idx="44">
                  <c:v>5.5</c:v>
                </c:pt>
                <c:pt idx="45">
                  <c:v>5.75</c:v>
                </c:pt>
                <c:pt idx="46">
                  <c:v>5.75</c:v>
                </c:pt>
                <c:pt idx="47">
                  <c:v>6</c:v>
                </c:pt>
                <c:pt idx="48">
                  <c:v>6</c:v>
                </c:pt>
                <c:pt idx="49">
                  <c:v>6.25</c:v>
                </c:pt>
                <c:pt idx="50">
                  <c:v>6.25</c:v>
                </c:pt>
                <c:pt idx="51">
                  <c:v>6.5</c:v>
                </c:pt>
                <c:pt idx="52">
                  <c:v>6.5</c:v>
                </c:pt>
                <c:pt idx="53">
                  <c:v>6.75</c:v>
                </c:pt>
                <c:pt idx="54">
                  <c:v>6.75</c:v>
                </c:pt>
                <c:pt idx="55">
                  <c:v>7</c:v>
                </c:pt>
                <c:pt idx="56">
                  <c:v>7</c:v>
                </c:pt>
                <c:pt idx="57">
                  <c:v>7.25</c:v>
                </c:pt>
                <c:pt idx="58">
                  <c:v>7.25</c:v>
                </c:pt>
                <c:pt idx="59">
                  <c:v>7.5</c:v>
                </c:pt>
                <c:pt idx="60">
                  <c:v>7.5</c:v>
                </c:pt>
                <c:pt idx="61">
                  <c:v>7.75</c:v>
                </c:pt>
                <c:pt idx="62">
                  <c:v>7.75</c:v>
                </c:pt>
                <c:pt idx="63">
                  <c:v>8</c:v>
                </c:pt>
                <c:pt idx="64">
                  <c:v>8</c:v>
                </c:pt>
                <c:pt idx="65">
                  <c:v>8.25</c:v>
                </c:pt>
                <c:pt idx="66">
                  <c:v>8.25</c:v>
                </c:pt>
                <c:pt idx="67">
                  <c:v>8.5</c:v>
                </c:pt>
                <c:pt idx="68">
                  <c:v>8.5</c:v>
                </c:pt>
                <c:pt idx="69">
                  <c:v>8.75</c:v>
                </c:pt>
                <c:pt idx="70">
                  <c:v>8.75</c:v>
                </c:pt>
                <c:pt idx="71">
                  <c:v>9</c:v>
                </c:pt>
                <c:pt idx="72">
                  <c:v>9</c:v>
                </c:pt>
                <c:pt idx="73">
                  <c:v>9.25</c:v>
                </c:pt>
                <c:pt idx="74">
                  <c:v>9.25</c:v>
                </c:pt>
                <c:pt idx="75">
                  <c:v>9.5</c:v>
                </c:pt>
                <c:pt idx="76">
                  <c:v>9.5</c:v>
                </c:pt>
                <c:pt idx="77">
                  <c:v>9.75</c:v>
                </c:pt>
                <c:pt idx="78">
                  <c:v>9.75</c:v>
                </c:pt>
                <c:pt idx="79">
                  <c:v>10</c:v>
                </c:pt>
              </c:numCache>
            </c:numRef>
          </c:xVal>
          <c:yVal>
            <c:numRef>
              <c:f>'Chart Data'!$B$2:$B$81</c:f>
              <c:numCache>
                <c:formatCode>0</c:formatCode>
                <c:ptCount val="80"/>
                <c:pt idx="0">
                  <c:v>60</c:v>
                </c:pt>
                <c:pt idx="1">
                  <c:v>60</c:v>
                </c:pt>
                <c:pt idx="2">
                  <c:v>90</c:v>
                </c:pt>
                <c:pt idx="3">
                  <c:v>90</c:v>
                </c:pt>
                <c:pt idx="4">
                  <c:v>90</c:v>
                </c:pt>
                <c:pt idx="5">
                  <c:v>90</c:v>
                </c:pt>
                <c:pt idx="6">
                  <c:v>90</c:v>
                </c:pt>
                <c:pt idx="7">
                  <c:v>90</c:v>
                </c:pt>
                <c:pt idx="8">
                  <c:v>90</c:v>
                </c:pt>
                <c:pt idx="9">
                  <c:v>90</c:v>
                </c:pt>
                <c:pt idx="10">
                  <c:v>180</c:v>
                </c:pt>
                <c:pt idx="11">
                  <c:v>180</c:v>
                </c:pt>
                <c:pt idx="12">
                  <c:v>200</c:v>
                </c:pt>
                <c:pt idx="13">
                  <c:v>200</c:v>
                </c:pt>
                <c:pt idx="14">
                  <c:v>210</c:v>
                </c:pt>
                <c:pt idx="15">
                  <c:v>210</c:v>
                </c:pt>
                <c:pt idx="16">
                  <c:v>210.0001</c:v>
                </c:pt>
                <c:pt idx="17">
                  <c:v>210.0001</c:v>
                </c:pt>
                <c:pt idx="18">
                  <c:v>234.781274</c:v>
                </c:pt>
                <c:pt idx="19">
                  <c:v>234.781274</c:v>
                </c:pt>
                <c:pt idx="20">
                  <c:v>222.378236</c:v>
                </c:pt>
                <c:pt idx="21">
                  <c:v>222.378236</c:v>
                </c:pt>
                <c:pt idx="22">
                  <c:v>210</c:v>
                </c:pt>
                <c:pt idx="23">
                  <c:v>210</c:v>
                </c:pt>
                <c:pt idx="24">
                  <c:v>200</c:v>
                </c:pt>
                <c:pt idx="25">
                  <c:v>200</c:v>
                </c:pt>
                <c:pt idx="26">
                  <c:v>200</c:v>
                </c:pt>
                <c:pt idx="27">
                  <c:v>200</c:v>
                </c:pt>
                <c:pt idx="28">
                  <c:v>234.781274</c:v>
                </c:pt>
                <c:pt idx="29">
                  <c:v>234.781274</c:v>
                </c:pt>
                <c:pt idx="30">
                  <c:v>210.0001</c:v>
                </c:pt>
                <c:pt idx="31">
                  <c:v>210.0001</c:v>
                </c:pt>
                <c:pt idx="32">
                  <c:v>200</c:v>
                </c:pt>
                <c:pt idx="33">
                  <c:v>200</c:v>
                </c:pt>
                <c:pt idx="34">
                  <c:v>230.90538</c:v>
                </c:pt>
                <c:pt idx="35">
                  <c:v>230.90538</c:v>
                </c:pt>
                <c:pt idx="36">
                  <c:v>233.857047</c:v>
                </c:pt>
                <c:pt idx="37">
                  <c:v>233.857047</c:v>
                </c:pt>
                <c:pt idx="38">
                  <c:v>200</c:v>
                </c:pt>
                <c:pt idx="39">
                  <c:v>200</c:v>
                </c:pt>
                <c:pt idx="40">
                  <c:v>200</c:v>
                </c:pt>
                <c:pt idx="41">
                  <c:v>200</c:v>
                </c:pt>
                <c:pt idx="42">
                  <c:v>200</c:v>
                </c:pt>
                <c:pt idx="43">
                  <c:v>200</c:v>
                </c:pt>
                <c:pt idx="44">
                  <c:v>234.781274</c:v>
                </c:pt>
                <c:pt idx="45">
                  <c:v>234.781274</c:v>
                </c:pt>
                <c:pt idx="46">
                  <c:v>230.912826</c:v>
                </c:pt>
                <c:pt idx="47">
                  <c:v>230.912826</c:v>
                </c:pt>
                <c:pt idx="48">
                  <c:v>200</c:v>
                </c:pt>
                <c:pt idx="49">
                  <c:v>200</c:v>
                </c:pt>
                <c:pt idx="50">
                  <c:v>234.781274</c:v>
                </c:pt>
                <c:pt idx="51">
                  <c:v>234.781274</c:v>
                </c:pt>
                <c:pt idx="52">
                  <c:v>234.781274</c:v>
                </c:pt>
                <c:pt idx="53">
                  <c:v>234.781274</c:v>
                </c:pt>
                <c:pt idx="54">
                  <c:v>234.781274</c:v>
                </c:pt>
                <c:pt idx="55">
                  <c:v>234.781274</c:v>
                </c:pt>
                <c:pt idx="56">
                  <c:v>200</c:v>
                </c:pt>
                <c:pt idx="57">
                  <c:v>200</c:v>
                </c:pt>
                <c:pt idx="58">
                  <c:v>200</c:v>
                </c:pt>
                <c:pt idx="59">
                  <c:v>200</c:v>
                </c:pt>
                <c:pt idx="60">
                  <c:v>200</c:v>
                </c:pt>
                <c:pt idx="61">
                  <c:v>200</c:v>
                </c:pt>
                <c:pt idx="62">
                  <c:v>200</c:v>
                </c:pt>
                <c:pt idx="63">
                  <c:v>200</c:v>
                </c:pt>
                <c:pt idx="64">
                  <c:v>200</c:v>
                </c:pt>
                <c:pt idx="65">
                  <c:v>200</c:v>
                </c:pt>
                <c:pt idx="66">
                  <c:v>200</c:v>
                </c:pt>
                <c:pt idx="67">
                  <c:v>200</c:v>
                </c:pt>
                <c:pt idx="68">
                  <c:v>200</c:v>
                </c:pt>
                <c:pt idx="69">
                  <c:v>200</c:v>
                </c:pt>
                <c:pt idx="70">
                  <c:v>200</c:v>
                </c:pt>
                <c:pt idx="71">
                  <c:v>200</c:v>
                </c:pt>
                <c:pt idx="72">
                  <c:v>201.416159</c:v>
                </c:pt>
                <c:pt idx="73">
                  <c:v>201.416159</c:v>
                </c:pt>
                <c:pt idx="74">
                  <c:v>197.455</c:v>
                </c:pt>
                <c:pt idx="75">
                  <c:v>197.455</c:v>
                </c:pt>
                <c:pt idx="76">
                  <c:v>37.9</c:v>
                </c:pt>
                <c:pt idx="77">
                  <c:v>37.9</c:v>
                </c:pt>
                <c:pt idx="78">
                  <c:v>0</c:v>
                </c:pt>
                <c:pt idx="79">
                  <c:v>0</c:v>
                </c:pt>
              </c:numCache>
            </c:numRef>
          </c:yVal>
          <c:smooth val="0"/>
        </c:ser>
        <c:ser>
          <c:idx val="1"/>
          <c:order val="1"/>
          <c:tx>
            <c:v>200 kW</c:v>
          </c:tx>
          <c:spPr>
            <a:ln xmlns:a="http://schemas.openxmlformats.org/drawingml/2006/main" w="9525">
              <a:solidFill>
                <a:srgbClr val="BA4F50"/>
              </a:solidFill>
            </a:ln>
          </c:spPr>
          <c:marker>
            <c:symbol val="none"/>
          </c:marker>
          <c:xVal>
            <c:numRef>
              <c:f>'Chart Data'!$C$2:$C$3</c:f>
              <c:numCache>
                <c:formatCode>General</c:formatCode>
                <c:ptCount val="2"/>
                <c:pt idx="0">
                  <c:v>0</c:v>
                </c:pt>
                <c:pt idx="1">
                  <c:v>10</c:v>
                </c:pt>
              </c:numCache>
            </c:numRef>
          </c:xVal>
          <c:yVal>
            <c:numRef>
              <c:f>'Chart Data'!$D$2:$D$3</c:f>
              <c:numCache>
                <c:formatCode>0</c:formatCode>
                <c:ptCount val="2"/>
                <c:pt idx="0">
                  <c:v>200</c:v>
                </c:pt>
                <c:pt idx="1">
                  <c:v>200</c:v>
                </c:pt>
              </c:numCache>
            </c:numRef>
          </c:yVal>
          <c:smooth val="0"/>
        </c:ser>
        <c:dLbls>
          <c:txPr>
            <a:bodyPr xmlns:a="http://schemas.openxmlformats.org/drawingml/2006/main" anchorCtr="1"/>
            <a:lstStyle xmlns:a="http://schemas.openxmlformats.org/drawingml/2006/main"/>
            <a:p xmlns:a="http://schemas.openxmlformats.org/drawingml/2006/main">
              <a:pPr>
                <a:defRPr>
                  <a:latin typeface="Noto Sans JP"/>
                  <a:ea typeface="Noto Sans JP"/>
                  <a:cs typeface="Noto Sans JP"/>
                </a:defRPr>
              </a:pPr>
            </a:p>
          </c:txPr>
          <c:showLegendKey val="0"/>
          <c:showVal val="0"/>
          <c:showCatName val="0"/>
          <c:showSerName val="0"/>
          <c:showPercent val="0"/>
          <c:showBubbleSize val="0"/>
          <c:showLeaderLines val="0"/>
        </c:dLbls>
        <c:axId val="48650112"/>
        <c:axId val="48672768"/>
      </c:scatterChart>
      <c:valAx>
        <c:axId val="48672768"/>
        <c:scaling>
          <c:orientation val="minMax"/>
          <c:max val="900"/>
          <c:min val="0"/>
        </c:scaling>
        <c:delete val="0"/>
        <c:axPos val="l"/>
        <c:majorGridlines>
          <c:spPr>
            <a:ln xmlns:a="http://schemas.openxmlformats.org/drawingml/2006/main" w="9525">
              <a:solidFill>
                <a:srgbClr val="DFE4EA"/>
              </a:solidFill>
            </a:ln>
          </c:spPr>
        </c:majorGridlines>
        <c:title>
          <c:tx>
            <c:rich>
              <a:bodyPr xmlns:a="http://schemas.openxmlformats.org/drawingml/2006/main"/>
              <a:lstStyle xmlns:a="http://schemas.openxmlformats.org/drawingml/2006/main"/>
              <a:p xmlns:a="http://schemas.openxmlformats.org/drawingml/2006/main">
                <a:r>
                  <a:rPr>
                    <a:latin typeface="Noto Sans JP"/>
                    <a:ea typeface="Noto Sans JP"/>
                    <a:cs typeface="Noto Sans JP"/>
                  </a:rPr>
                  <a:t>kW</a:t>
                </a:r>
              </a:p>
            </c:rich>
          </c:tx>
          <c:overlay val="0"/>
          <c:txPr>
            <a:bodyPr xmlns:a="http://schemas.openxmlformats.org/drawingml/2006/main" anchorCtr="1"/>
            <a:lstStyle xmlns:a="http://schemas.openxmlformats.org/drawingml/2006/main"/>
            <a:p xmlns:a="http://schemas.openxmlformats.org/drawingml/2006/main">
              <a:pPr>
                <a:defRPr>
                  <a:latin typeface="Noto Sans JP"/>
                  <a:ea typeface="Noto Sans JP"/>
                  <a:cs typeface="Noto Sans JP"/>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Noto Sans JP"/>
                <a:ea typeface="Noto Sans JP"/>
                <a:cs typeface="Noto Sans JP"/>
              </a:defRPr>
            </a:pPr>
          </a:p>
        </c:txPr>
        <c:crossAx val="48650112"/>
      </c:valAx>
      <c:valAx>
        <c:axId val="48650112"/>
        <c:scaling>
          <c:orientation val="minMax"/>
          <c:max val="10"/>
          <c:min val="0"/>
        </c:scaling>
        <c:delete val="0"/>
        <c:axPos val="b"/>
        <c:title>
          <c:tx>
            <c:rich>
              <a:bodyPr xmlns:a="http://schemas.openxmlformats.org/drawingml/2006/main"/>
              <a:lstStyle xmlns:a="http://schemas.openxmlformats.org/drawingml/2006/main"/>
              <a:p xmlns:a="http://schemas.openxmlformats.org/drawingml/2006/main">
                <a:r>
                  <a:rPr>
                    <a:latin typeface="Noto Sans JP"/>
                    <a:ea typeface="Noto Sans JP"/>
                    <a:cs typeface="Noto Sans JP"/>
                  </a:rPr>
                  <a:t>11/13 21:00から [h]</a:t>
                </a:r>
              </a:p>
            </c:rich>
          </c:tx>
          <c:overlay val="0"/>
          <c:txPr>
            <a:bodyPr xmlns:a="http://schemas.openxmlformats.org/drawingml/2006/main" anchorCtr="1"/>
            <a:lstStyle xmlns:a="http://schemas.openxmlformats.org/drawingml/2006/main"/>
            <a:p xmlns:a="http://schemas.openxmlformats.org/drawingml/2006/main">
              <a:pPr>
                <a:defRPr>
                  <a:latin typeface="Noto Sans JP"/>
                  <a:ea typeface="Noto Sans JP"/>
                  <a:cs typeface="Noto Sans JP"/>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Noto Sans JP"/>
                <a:ea typeface="Noto Sans JP"/>
                <a:cs typeface="Noto Sans JP"/>
              </a:defRPr>
            </a:pPr>
          </a:p>
        </c:txPr>
        <c:crossAx val="48672768"/>
        <c:majorUnit val="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b="1">
                <a:solidFill>
                  <a:srgbClr val="202B58"/>
                </a:solidFill>
                <a:latin typeface="Noto Sans JP"/>
                <a:ea typeface="Noto Sans JP"/>
                <a:cs typeface="Noto Sans JP"/>
              </a:rPr>
              <a:t>費用差（3月−11月）</a:t>
            </a:r>
          </a:p>
        </c:rich>
      </c:tx>
      <c:overlay val="0"/>
      <c:txPr>
        <a:bodyPr xmlns:a="http://schemas.openxmlformats.org/drawingml/2006/main" anchorCtr="1"/>
        <a:lstStyle xmlns:a="http://schemas.openxmlformats.org/drawingml/2006/main"/>
        <a:p xmlns:a="http://schemas.openxmlformats.org/drawingml/2006/main">
          <a:pPr>
            <a:defRPr sz="1725" b="1">
              <a:solidFill>
                <a:srgbClr val="202B58"/>
              </a:solidFill>
              <a:latin typeface="Noto Sans JP"/>
              <a:ea typeface="Noto Sans JP"/>
              <a:cs typeface="Noto Sans JP"/>
            </a:defRPr>
          </a:pPr>
        </a:p>
      </c:txPr>
    </c:title>
    <c:plotArea>
      <c:barChart>
        <c:barDir val="col"/>
        <c:grouping val="clustered"/>
        <c:varyColors val="0"/>
        <c:ser>
          <c:idx val="0"/>
          <c:order val="0"/>
          <c:tx>
            <c:v>差額</c:v>
          </c:tx>
          <c:spPr>
            <a:solidFill xmlns:a="http://schemas.openxmlformats.org/drawingml/2006/main">
              <a:srgbClr val="316DB6"/>
            </a:solidFill>
            <a:ln xmlns:a="http://schemas.openxmlformats.org/drawingml/2006/main" w="0">
              <a:solidFill>
                <a:srgbClr val="316DB6"/>
              </a:solidFill>
            </a:ln>
          </c:spPr>
          <c:cat>
            <c:strRef>
              <c:f>'Chart Data'!$A$2:$A$4</c:f>
              <c:strCache>
                <c:ptCount val="3"/>
                <c:pt idx="0">
                  <c:v>0円/kWh</c:v>
                </c:pt>
                <c:pt idx="1">
                  <c:v>100円/kWh</c:v>
                </c:pt>
                <c:pt idx="2">
                  <c:v>500円/kWh</c:v>
                </c:pt>
              </c:strCache>
            </c:strRef>
          </c:cat>
          <c:val>
            <c:numRef>
              <c:f>'Chart Data'!$B$2:$B$4</c:f>
              <c:numCache>
                <c:formatCode>0</c:formatCode>
                <c:ptCount val="3"/>
                <c:pt idx="0">
                  <c:v>1.56635</c:v>
                </c:pt>
                <c:pt idx="1">
                  <c:v>6.051091</c:v>
                </c:pt>
                <c:pt idx="2">
                  <c:v>23.990053</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200">
                  <a:latin typeface="Noto Sans JP"/>
                  <a:ea typeface="Noto Sans JP"/>
                  <a:cs typeface="Noto Sans JP"/>
                </a:defRPr>
              </a:pPr>
            </a:p>
          </c:txPr>
          <c:dLblPos val="outEnd"/>
          <c:showLegendKey val="0"/>
          <c:showVal val="1"/>
          <c:showCatName val="0"/>
          <c:showSerName val="0"/>
          <c:showPercent val="0"/>
          <c:showBubbleSize val="0"/>
          <c:showLeaderLines val="0"/>
        </c:dLbls>
        <c:gapWidth val="6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Noto Sans JP"/>
                <a:ea typeface="Noto Sans JP"/>
                <a:cs typeface="Noto Sans JP"/>
              </a:defRPr>
            </a:pPr>
          </a:p>
        </c:txPr>
        <c:crossAx val="48672768"/>
      </c:catAx>
      <c:valAx>
        <c:axId val="48672768"/>
        <c:scaling>
          <c:orientation val="minMax"/>
          <c:max val="28"/>
          <c:min val="0"/>
        </c:scaling>
        <c:delete val="0"/>
        <c:axPos val="l"/>
        <c:majorGridlines>
          <c:spPr>
            <a:ln xmlns:a="http://schemas.openxmlformats.org/drawingml/2006/main" w="9525">
              <a:solidFill>
                <a:srgbClr val="DFE4EA"/>
              </a:solidFill>
            </a:ln>
          </c:spPr>
        </c:majorGridlines>
        <c:title>
          <c:tx>
            <c:rich>
              <a:bodyPr xmlns:a="http://schemas.openxmlformats.org/drawingml/2006/main"/>
              <a:lstStyle xmlns:a="http://schemas.openxmlformats.org/drawingml/2006/main"/>
              <a:p xmlns:a="http://schemas.openxmlformats.org/drawingml/2006/main">
                <a:r>
                  <a:rPr>
                    <a:latin typeface="Noto Sans JP"/>
                    <a:ea typeface="Noto Sans JP"/>
                    <a:cs typeface="Noto Sans JP"/>
                  </a:rPr>
                  <a:t>万円／週</a:t>
                </a:r>
              </a:p>
            </c:rich>
          </c:tx>
          <c:overlay val="0"/>
          <c:txPr>
            <a:bodyPr xmlns:a="http://schemas.openxmlformats.org/drawingml/2006/main" anchorCtr="1"/>
            <a:lstStyle xmlns:a="http://schemas.openxmlformats.org/drawingml/2006/main"/>
            <a:p xmlns:a="http://schemas.openxmlformats.org/drawingml/2006/main">
              <a:pPr>
                <a:defRPr>
                  <a:latin typeface="Noto Sans JP"/>
                  <a:ea typeface="Noto Sans JP"/>
                  <a:cs typeface="Noto Sans JP"/>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Noto Sans JP"/>
                <a:ea typeface="Noto Sans JP"/>
                <a:cs typeface="Noto Sans JP"/>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E7F947BF-05E9-4B46-ABAF-397CB3F72438}"/>
              </a:ext>
            </a:extLst>
          </p:cNvPr>
          <p:cNvSpPr>
            <a:spLocks xmlns:a="http://schemas.openxmlformats.org/drawingml/2006/main" noGrp="1"/>
          </p:cNvSpPr>
          <p:nvPr/>
        </p:nvSpPr>
        <p:spPr>
          <a:xfrm xmlns:a="http://schemas.openxmlformats.org/drawingml/2006/main">
            <a:off x="0" y="0"/>
            <a:ext cx="12191695" cy="320040"/>
          </a:xfrm>
          <a:prstGeom xmlns:a="http://schemas.openxmlformats.org/drawingml/2006/main" prst="rect">
            <a:avLst/>
          </a:prstGeom>
          <a:solidFill xmlns:a="http://schemas.openxmlformats.org/drawingml/2006/main">
            <a:srgbClr val="1F2A5A"/>
          </a:solidFill>
          <a:ln xmlns:a="http://schemas.openxmlformats.org/drawingml/2006/main" w="12700">
            <a:solidFill>
              <a:srgbClr val="1F2A5A"/>
            </a:solidFill>
            <a:prstDash val="solid"/>
          </a:ln>
        </p:spPr>
        <p:txBody>
          <a:bodyPr xmlns:a="http://schemas.openxmlformats.org/drawingml/2006/main"/>
          <a:lstStyle xmlns:a="http://schemas.openxmlformats.org/drawingml/2006/main"/>
          <a:p xmlns:a="http://schemas.openxmlformats.org/drawingml/2006/main">
            <a:endParaRPr/>
          </a:p>
        </p:txBody>
      </p:sp>
      <p:sp>
        <p:nvSpPr>
          <p:cNvPr id="3" name="Shape 1">
            <a:extLst xmlns:a="http://schemas.openxmlformats.org/drawingml/2006/main">
              <a:ext uri="{FF2B5EF4-FFF2-40B4-BE49-F238E27FC236}">
                <a16:creationId xmlns:a16="http://schemas.microsoft.com/office/drawing/2014/main" id="{0B185A98-C200-4DE7-B8BD-318DEDF1B845}"/>
              </a:ext>
            </a:extLst>
          </p:cNvPr>
          <p:cNvSpPr>
            <a:spLocks xmlns:a="http://schemas.openxmlformats.org/drawingml/2006/main" noGrp="1"/>
          </p:cNvSpPr>
          <p:nvPr/>
        </p:nvSpPr>
        <p:spPr>
          <a:xfrm xmlns:a="http://schemas.openxmlformats.org/drawingml/2006/main">
            <a:off x="594360" y="1051560"/>
            <a:ext cx="10972800" cy="1298448"/>
          </a:xfrm>
          <a:prstGeom xmlns:a="http://schemas.openxmlformats.org/drawingml/2006/main" prst="roundRect">
            <a:avLst/>
          </a:prstGeom>
          <a:solidFill xmlns:a="http://schemas.openxmlformats.org/drawingml/2006/main">
            <a:srgbClr val="1F2A5A"/>
          </a:solidFill>
          <a:ln xmlns:a="http://schemas.openxmlformats.org/drawingml/2006/main" w="12700">
            <a:solidFill>
              <a:srgbClr val="1F2A5A"/>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Text 2">
            <a:extLst xmlns:a="http://schemas.openxmlformats.org/drawingml/2006/main">
              <a:ext uri="{FF2B5EF4-FFF2-40B4-BE49-F238E27FC236}">
                <a16:creationId xmlns:a16="http://schemas.microsoft.com/office/drawing/2014/main" id="{1B72CB76-D951-46FB-94A0-79DC7EA0FF34}"/>
              </a:ext>
            </a:extLst>
          </p:cNvPr>
          <p:cNvSpPr>
            <a:spLocks xmlns:a="http://schemas.openxmlformats.org/drawingml/2006/main" noGrp="1"/>
          </p:cNvSpPr>
          <p:nvPr/>
        </p:nvSpPr>
        <p:spPr>
          <a:xfrm xmlns:a="http://schemas.openxmlformats.org/drawingml/2006/main">
            <a:off x="960120" y="1344168"/>
            <a:ext cx="102412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defRPr>
                <a:latin typeface="Noto Sans JP"/>
                <a:ea typeface="Noto Sans JP"/>
                <a:cs typeface="Noto Sans JP"/>
              </a:defRPr>
            </a:pPr>
            <a:r>
              <a:rPr sz="3400" b="1">
                <a:solidFill>
                  <a:srgbClr val="FFFFFF"/>
                </a:solidFill>
                <a:latin typeface="Noto Sans JP"/>
                <a:ea typeface="Noto Sans JP"/>
                <a:cs typeface="Noto Sans JP"/>
              </a:rPr>
              <a:t>修士論文研究　9月進捗報告</a:t>
            </a:r>
            <a:endParaRPr sz="3400"/>
          </a:p>
        </p:txBody>
      </p:sp>
      <p:sp>
        <p:nvSpPr>
          <p:cNvPr id="5" name="Text 3">
            <a:extLst xmlns:a="http://schemas.openxmlformats.org/drawingml/2006/main">
              <a:ext uri="{FF2B5EF4-FFF2-40B4-BE49-F238E27FC236}">
                <a16:creationId xmlns:a16="http://schemas.microsoft.com/office/drawing/2014/main" id="{E09DD3D2-2374-4F6A-B395-16FAE8CB90A4}"/>
              </a:ext>
            </a:extLst>
          </p:cNvPr>
          <p:cNvSpPr>
            <a:spLocks xmlns:a="http://schemas.openxmlformats.org/drawingml/2006/main" noGrp="1"/>
          </p:cNvSpPr>
          <p:nvPr/>
        </p:nvSpPr>
        <p:spPr>
          <a:xfrm xmlns:a="http://schemas.openxmlformats.org/drawingml/2006/main">
            <a:off x="1143000" y="2679192"/>
            <a:ext cx="992124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defRPr>
                <a:latin typeface="Noto Sans JP"/>
                <a:ea typeface="Noto Sans JP"/>
                <a:cs typeface="Noto Sans JP"/>
              </a:defRPr>
            </a:pPr>
            <a:r>
              <a:rPr sz="2200" b="1">
                <a:solidFill>
                  <a:srgbClr val="172033"/>
                </a:solidFill>
                <a:latin typeface="Noto Sans JP"/>
                <a:ea typeface="Noto Sans JP"/>
                <a:cs typeface="Noto Sans JP"/>
              </a:rPr>
              <a:t>PV余剰電力を考慮した BEV／エンジンバス混成運用の配車・充電計画</a:t>
            </a:r>
            <a:endParaRPr sz="2200"/>
          </a:p>
        </p:txBody>
      </p:sp>
      <p:sp>
        <p:nvSpPr>
          <p:cNvPr id="6" name="Text 4">
            <a:extLst xmlns:a="http://schemas.openxmlformats.org/drawingml/2006/main">
              <a:ext uri="{FF2B5EF4-FFF2-40B4-BE49-F238E27FC236}">
                <a16:creationId xmlns:a16="http://schemas.microsoft.com/office/drawing/2014/main" id="{2BC3DD9E-8941-4DB2-9F1C-A62DA5014D2C}"/>
              </a:ext>
            </a:extLst>
          </p:cNvPr>
          <p:cNvSpPr>
            <a:spLocks xmlns:a="http://schemas.openxmlformats.org/drawingml/2006/main" noGrp="1"/>
          </p:cNvSpPr>
          <p:nvPr/>
        </p:nvSpPr>
        <p:spPr>
          <a:xfrm xmlns:a="http://schemas.openxmlformats.org/drawingml/2006/main">
            <a:off x="1920240" y="3419856"/>
            <a:ext cx="8366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defRPr>
                <a:latin typeface="Noto Sans JP"/>
                <a:ea typeface="Noto Sans JP"/>
                <a:cs typeface="Noto Sans JP"/>
              </a:defRPr>
            </a:pPr>
            <a:r>
              <a:rPr sz="1600">
                <a:solidFill>
                  <a:srgbClr val="687386"/>
                </a:solidFill>
                <a:latin typeface="Noto Sans JP"/>
                <a:ea typeface="Noto Sans JP"/>
                <a:cs typeface="Noto Sans JP"/>
              </a:rPr>
              <a:t>月別12週のシミュレーションと、購入電力・費用の違い</a:t>
            </a:r>
            <a:endParaRPr sz="1600"/>
          </a:p>
        </p:txBody>
      </p:sp>
      <p:pic>
        <p:nvPicPr>
          <p:cNvPr id="27" name="Image 0"/>
          <p:cNvPicPr>
            <a:picLocks xmlns:a="http://schemas.openxmlformats.org/drawingml/2006/main" noChangeAspect="1"/>
          </p:cNvPicPr>
          <p:nvPr/>
        </p:nvPicPr>
        <p:blipFill>
          <a:blip xmlns:r="http://schemas.openxmlformats.org/officeDocument/2006/relationships" xmlns:a="http://schemas.openxmlformats.org/drawingml/2006/main" r:embed="R335ffb077ba44337"/>
          <a:srcRect xmlns:a="http://schemas.openxmlformats.org/drawingml/2006/main" l="0" t="0" r="0" b="0"/>
          <a:stretch xmlns:a="http://schemas.openxmlformats.org/drawingml/2006/main">
            <a:fillRect l="0" t="0" r="0" b="0"/>
          </a:stretch>
        </p:blipFill>
        <p:spPr>
          <a:xfrm xmlns:a="http://schemas.openxmlformats.org/drawingml/2006/main">
            <a:off x="3154680" y="4187952"/>
            <a:ext cx="658368" cy="658368"/>
          </a:xfrm>
          <a:prstGeom xmlns:a="http://schemas.openxmlformats.org/drawingml/2006/main" prst="rect">
            <a:avLst/>
          </a:prstGeom>
        </p:spPr>
      </p:pic>
      <p:pic>
        <p:nvPicPr>
          <p:cNvPr id="28" name="Image 1"/>
          <p:cNvPicPr>
            <a:picLocks xmlns:a="http://schemas.openxmlformats.org/drawingml/2006/main" noChangeAspect="1"/>
          </p:cNvPicPr>
          <p:nvPr/>
        </p:nvPicPr>
        <p:blipFill>
          <a:blip xmlns:r="http://schemas.openxmlformats.org/officeDocument/2006/relationships" xmlns:a="http://schemas.openxmlformats.org/drawingml/2006/main" r:embed="Rcd6a649c9b4b4c0f"/>
          <a:srcRect xmlns:a="http://schemas.openxmlformats.org/drawingml/2006/main" l="0" t="2314" r="0" b="2314"/>
          <a:stretch xmlns:a="http://schemas.openxmlformats.org/drawingml/2006/main">
            <a:fillRect l="0" t="0" r="0" b="0"/>
          </a:stretch>
        </p:blipFill>
        <p:spPr>
          <a:xfrm xmlns:a="http://schemas.openxmlformats.org/drawingml/2006/main">
            <a:off x="4709160" y="4133088"/>
            <a:ext cx="841248" cy="713232"/>
          </a:xfrm>
          <a:prstGeom xmlns:a="http://schemas.openxmlformats.org/drawingml/2006/main" prst="rect">
            <a:avLst/>
          </a:prstGeom>
        </p:spPr>
      </p:pic>
      <p:pic>
        <p:nvPicPr>
          <p:cNvPr id="29" name="Image 2"/>
          <p:cNvPicPr>
            <a:picLocks xmlns:a="http://schemas.openxmlformats.org/drawingml/2006/main" noChangeAspect="1"/>
          </p:cNvPicPr>
          <p:nvPr/>
        </p:nvPicPr>
        <p:blipFill>
          <a:blip xmlns:r="http://schemas.openxmlformats.org/officeDocument/2006/relationships" xmlns:a="http://schemas.openxmlformats.org/drawingml/2006/main" r:embed="Rac2ead4d4e514162"/>
          <a:srcRect xmlns:a="http://schemas.openxmlformats.org/drawingml/2006/main" l="0" t="3357" r="0" b="3357"/>
          <a:stretch xmlns:a="http://schemas.openxmlformats.org/drawingml/2006/main">
            <a:fillRect l="0" t="0" r="0" b="0"/>
          </a:stretch>
        </p:blipFill>
        <p:spPr>
          <a:xfrm xmlns:a="http://schemas.openxmlformats.org/drawingml/2006/main">
            <a:off x="6473952" y="4206240"/>
            <a:ext cx="749808" cy="621792"/>
          </a:xfrm>
          <a:prstGeom xmlns:a="http://schemas.openxmlformats.org/drawingml/2006/main" prst="rect">
            <a:avLst/>
          </a:prstGeom>
        </p:spPr>
      </p:pic>
      <p:sp>
        <p:nvSpPr>
          <p:cNvPr id="10" name="Shape 5">
            <a:extLst xmlns:a="http://schemas.openxmlformats.org/drawingml/2006/main">
              <a:ext uri="{FF2B5EF4-FFF2-40B4-BE49-F238E27FC236}">
                <a16:creationId xmlns:a16="http://schemas.microsoft.com/office/drawing/2014/main" id="{0C3764EE-FB6A-4592-9518-D2CD62CDB4F1}"/>
              </a:ext>
            </a:extLst>
          </p:cNvPr>
          <p:cNvSpPr>
            <a:spLocks xmlns:a="http://schemas.openxmlformats.org/drawingml/2006/main" noGrp="1"/>
          </p:cNvSpPr>
          <p:nvPr/>
        </p:nvSpPr>
        <p:spPr>
          <a:xfrm xmlns:a="http://schemas.openxmlformats.org/drawingml/2006/main">
            <a:off x="3794760" y="4526280"/>
            <a:ext cx="822960" cy="0"/>
          </a:xfrm>
          <a:prstGeom xmlns:a="http://schemas.openxmlformats.org/drawingml/2006/main" prst="line">
            <a:avLst/>
          </a:prstGeom>
          <a:noFill xmlns:a="http://schemas.openxmlformats.org/drawingml/2006/main"/>
          <a:ln xmlns:a="http://schemas.openxmlformats.org/drawingml/2006/main" w="25400">
            <a:solidFill>
              <a:srgbClr val="A5AFBD"/>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hape 6">
            <a:extLst xmlns:a="http://schemas.openxmlformats.org/drawingml/2006/main">
              <a:ext uri="{FF2B5EF4-FFF2-40B4-BE49-F238E27FC236}">
                <a16:creationId xmlns:a16="http://schemas.microsoft.com/office/drawing/2014/main" id="{3C9284E0-B9C9-4314-9E87-3B035B107DD8}"/>
              </a:ext>
            </a:extLst>
          </p:cNvPr>
          <p:cNvSpPr>
            <a:spLocks xmlns:a="http://schemas.openxmlformats.org/drawingml/2006/main" noGrp="1"/>
          </p:cNvSpPr>
          <p:nvPr/>
        </p:nvSpPr>
        <p:spPr>
          <a:xfrm xmlns:a="http://schemas.openxmlformats.org/drawingml/2006/main">
            <a:off x="5559552" y="4526280"/>
            <a:ext cx="868680" cy="0"/>
          </a:xfrm>
          <a:prstGeom xmlns:a="http://schemas.openxmlformats.org/drawingml/2006/main" prst="line">
            <a:avLst/>
          </a:prstGeom>
          <a:noFill xmlns:a="http://schemas.openxmlformats.org/drawingml/2006/main"/>
          <a:ln xmlns:a="http://schemas.openxmlformats.org/drawingml/2006/main" w="25400">
            <a:solidFill>
              <a:srgbClr val="A5AFBD"/>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Text 7">
            <a:extLst xmlns:a="http://schemas.openxmlformats.org/drawingml/2006/main">
              <a:ext uri="{FF2B5EF4-FFF2-40B4-BE49-F238E27FC236}">
                <a16:creationId xmlns:a16="http://schemas.microsoft.com/office/drawing/2014/main" id="{8AD67280-D8CA-43CB-A947-F2084CC4C3E9}"/>
              </a:ext>
            </a:extLst>
          </p:cNvPr>
          <p:cNvSpPr>
            <a:spLocks xmlns:a="http://schemas.openxmlformats.org/drawingml/2006/main" noGrp="1"/>
          </p:cNvSpPr>
          <p:nvPr/>
        </p:nvSpPr>
        <p:spPr>
          <a:xfrm xmlns:a="http://schemas.openxmlformats.org/drawingml/2006/main">
            <a:off x="1965960" y="5879592"/>
            <a:ext cx="82753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defRPr>
                <a:latin typeface="Noto Sans JP"/>
                <a:ea typeface="Noto Sans JP"/>
                <a:cs typeface="Noto Sans JP"/>
              </a:defRPr>
            </a:pPr>
            <a:r>
              <a:rPr sz="1350">
                <a:solidFill>
                  <a:srgbClr val="687386"/>
                </a:solidFill>
                <a:latin typeface="Noto Sans JP"/>
                <a:ea typeface="Noto Sans JP"/>
                <a:cs typeface="Noto Sans JP"/>
              </a:rPr>
              <a:t>2026年9月18日　電力システム研究室　劉 承洋</a:t>
            </a:r>
            <a:endParaRPr sz="1350"/>
          </a:p>
        </p:txBody>
      </p:sp>
      <p:sp>
        <p:nvSpPr>
          <p:cNvPr id="13" name="Text 8">
            <a:extLst xmlns:a="http://schemas.openxmlformats.org/drawingml/2006/main">
              <a:ext uri="{FF2B5EF4-FFF2-40B4-BE49-F238E27FC236}">
                <a16:creationId xmlns:a16="http://schemas.microsoft.com/office/drawing/2014/main" id="{629D9C1E-A471-4334-8B0B-7A56674E348B}"/>
              </a:ext>
            </a:extLst>
          </p:cNvPr>
          <p:cNvSpPr>
            <a:spLocks xmlns:a="http://schemas.openxmlformats.org/drawingml/2006/main" noGrp="1"/>
          </p:cNvSpPr>
          <p:nvPr/>
        </p:nvSpPr>
        <p:spPr>
          <a:xfrm xmlns:a="http://schemas.openxmlformats.org/drawingml/2006/main">
            <a:off x="11064240" y="6510528"/>
            <a:ext cx="6858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defRPr>
                <a:latin typeface="Noto Sans JP"/>
                <a:ea typeface="Noto Sans JP"/>
                <a:cs typeface="Noto Sans JP"/>
              </a:defRPr>
            </a:pPr>
            <a:r>
              <a:rPr sz="850">
                <a:solidFill>
                  <a:srgbClr val="687386"/>
                </a:solidFill>
                <a:latin typeface="Noto Sans JP"/>
                <a:ea typeface="Noto Sans JP"/>
                <a:cs typeface="Noto Sans JP"/>
              </a:rPr>
              <a:t>1/24</a:t>
            </a:r>
            <a:endParaRPr sz="850"/>
          </a:p>
        </p:txBody>
      </p:sp>
      <p:sp>
        <p:nvSpPr>
          <p:cNvPr id="17" name="正方形/長方形 16">
            <a:extLst xmlns:a="http://schemas.openxmlformats.org/drawingml/2006/main">
              <a:ext uri="{FF2B5EF4-FFF2-40B4-BE49-F238E27FC236}">
                <a16:creationId xmlns:a16="http://schemas.microsoft.com/office/drawing/2014/main" id="{3705F59F-D147-417E-B9A0-7925331D4ABB}"/>
              </a:ext>
            </a:extLst>
          </p:cNvPr>
          <p:cNvSpPr>
            <a:spLocks xmlns:a="http://schemas.openxmlformats.org/drawingml/2006/main" noGrp="1"/>
          </p:cNvSpPr>
          <p:nvPr/>
        </p:nvSpPr>
        <p:spPr>
          <a:xfrm xmlns:a="http://schemas.openxmlformats.org/drawingml/2006/main">
            <a:off x="666750" y="52387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159A8C"/>
                </a:solidFill>
                <a:latin typeface="Noto Sans JP"/>
                <a:ea typeface="Noto Sans JP"/>
                <a:cs typeface="Noto Sans JP"/>
              </a:defRPr>
            </a:pPr>
            <a:r>
              <a:rPr sz="1725" b="1">
                <a:solidFill>
                  <a:srgbClr val="159A8C"/>
                </a:solidFill>
                <a:latin typeface="Noto Sans JP"/>
                <a:ea typeface="Noto Sans JP"/>
                <a:cs typeface="Noto Sans JP"/>
              </a:rPr>
              <a:t>運行条件を揃えた比較から、3月・11月の違いを説明する</a:t>
            </a:r>
          </a:p>
        </p:txBody>
      </p:sp>
      <p:sp>
        <p:nvSpPr>
          <p:cNvPr id="18" name="正方形/長方形 17">
            <a:extLst xmlns:a="http://schemas.openxmlformats.org/drawingml/2006/main">
              <a:ext uri="{FF2B5EF4-FFF2-40B4-BE49-F238E27FC236}">
                <a16:creationId xmlns:a16="http://schemas.microsoft.com/office/drawing/2014/main" id="{A42EBFBC-C08E-4622-A822-5E19D922486D}"/>
              </a:ext>
            </a:extLst>
          </p:cNvPr>
          <p:cNvSpPr>
            <a:spLocks xmlns:a="http://schemas.openxmlformats.org/drawingml/2006/main" noGrp="1"/>
          </p:cNvSpPr>
          <p:nvPr/>
        </p:nvSpPr>
        <p:spPr>
          <a:xfrm xmlns:a="http://schemas.openxmlformats.org/drawingml/2006/main">
            <a:off x="571500" y="6667500"/>
            <a:ext cx="1104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BA4F50"/>
                </a:solidFill>
                <a:latin typeface="Noto Sans JP"/>
                <a:ea typeface="Noto Sans JP"/>
                <a:cs typeface="Noto Sans JP"/>
              </a:defRPr>
            </a:pPr>
            <a:r>
              <a:rPr sz="1050" b="0">
                <a:solidFill>
                  <a:srgbClr val="BA4F50"/>
                </a:solidFill>
                <a:latin typeface="Noto Sans JP"/>
                <a:ea typeface="Noto Sans JP"/>
                <a:cs typeface="Noto Sans JP"/>
              </a:rPr>
              <a:t>診断結果 ／ 計算上の整合を確認。手法の優位性・最適性は追加検証が必要</a:t>
            </a:r>
          </a:p>
        </p:txBody>
      </p:sp>
    </p:spTree>
    <p:extLst>
      <p:ext uri="{BB962C8B-B14F-4D97-AF65-F5344CB8AC3E}">
        <p14:creationId xmlns:p14="http://schemas.microsoft.com/office/powerpoint/2010/main" val="106458906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56176B5-0615-4CFF-AB03-D8FA5F35AA3B}"/>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研究の目的と今回確かめること</a:t>
            </a:r>
          </a:p>
        </p:txBody>
      </p:sp>
      <p:sp>
        <p:nvSpPr>
          <p:cNvPr id="2" name="">
            <a:extLst xmlns:a="http://schemas.openxmlformats.org/drawingml/2006/main">
              <a:ext uri="{FF2B5EF4-FFF2-40B4-BE49-F238E27FC236}">
                <a16:creationId xmlns:a16="http://schemas.microsoft.com/office/drawing/2014/main" id="{ED617C59-C32E-46BA-B93E-87BEB836B28A}"/>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便の運行と、車両・電力の使い方を一緒に考える</a:t>
            </a:r>
          </a:p>
        </p:txBody>
      </p:sp>
      <p:sp>
        <p:nvSpPr>
          <p:cNvPr id="3" name="">
            <a:extLst xmlns:a="http://schemas.openxmlformats.org/drawingml/2006/main">
              <a:ext uri="{FF2B5EF4-FFF2-40B4-BE49-F238E27FC236}">
                <a16:creationId xmlns:a16="http://schemas.microsoft.com/office/drawing/2014/main" id="{6B9CF675-7682-489C-A67E-63312A07605F}"/>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今回の報告では、運行成立と費用差の内訳までを確認する</a:t>
            </a:r>
          </a:p>
        </p:txBody>
      </p:sp>
      <p:sp>
        <p:nvSpPr>
          <p:cNvPr id="4" name="">
            <a:extLst xmlns:a="http://schemas.openxmlformats.org/drawingml/2006/main">
              <a:ext uri="{FF2B5EF4-FFF2-40B4-BE49-F238E27FC236}">
                <a16:creationId xmlns:a16="http://schemas.microsoft.com/office/drawing/2014/main" id="{7662E57D-A2EE-4165-8432-ABE9F82CD06B}"/>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「計算が成立したこと」と「既存の運用より優れていること」は別に評価する。</a:t>
            </a:r>
          </a:p>
        </p:txBody>
      </p:sp>
      <p:sp>
        <p:nvSpPr>
          <p:cNvPr id="5" name="">
            <a:extLst xmlns:a="http://schemas.openxmlformats.org/drawingml/2006/main">
              <a:ext uri="{FF2B5EF4-FFF2-40B4-BE49-F238E27FC236}">
                <a16:creationId xmlns:a16="http://schemas.microsoft.com/office/drawing/2014/main" id="{6DD0CAA7-7015-4A99-8D62-38F6234C1E14}"/>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3919106A-694F-42EC-9428-1FF48DFD9886}"/>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2/24</a:t>
            </a:r>
          </a:p>
        </p:txBody>
      </p:sp>
      <p:sp>
        <p:nvSpPr>
          <p:cNvPr id="7" name="">
            <a:extLst xmlns:a="http://schemas.openxmlformats.org/drawingml/2006/main">
              <a:ext uri="{FF2B5EF4-FFF2-40B4-BE49-F238E27FC236}">
                <a16:creationId xmlns:a16="http://schemas.microsoft.com/office/drawing/2014/main" id="{D842A6E5-48F5-4D51-9A9A-E47BA4DDB650}"/>
              </a:ext>
            </a:extLst>
          </p:cNvPr>
          <p:cNvSpPr>
            <a:spLocks xmlns:a="http://schemas.openxmlformats.org/drawingml/2006/main" noGrp="1"/>
          </p:cNvSpPr>
          <p:nvPr/>
        </p:nvSpPr>
        <p:spPr>
          <a:xfrm xmlns:a="http://schemas.openxmlformats.org/drawingml/2006/main">
            <a:off x="704850" y="178117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202B58"/>
                </a:solidFill>
                <a:latin typeface="Noto Sans JP"/>
                <a:ea typeface="Noto Sans JP"/>
                <a:cs typeface="Noto Sans JP"/>
              </a:defRPr>
            </a:pPr>
            <a:r>
              <a:rPr sz="2100" b="1">
                <a:solidFill>
                  <a:srgbClr val="202B58"/>
                </a:solidFill>
                <a:latin typeface="Noto Sans JP"/>
                <a:ea typeface="Noto Sans JP"/>
                <a:cs typeface="Noto Sans JP"/>
              </a:rPr>
              <a:t>研究の目的</a:t>
            </a:r>
          </a:p>
        </p:txBody>
      </p:sp>
      <p:sp>
        <p:nvSpPr>
          <p:cNvPr id="8" name="">
            <a:extLst xmlns:a="http://schemas.openxmlformats.org/drawingml/2006/main">
              <a:ext uri="{FF2B5EF4-FFF2-40B4-BE49-F238E27FC236}">
                <a16:creationId xmlns:a16="http://schemas.microsoft.com/office/drawing/2014/main" id="{2D58FFCF-EB39-488F-A515-037B0421005F}"/>
              </a:ext>
            </a:extLst>
          </p:cNvPr>
          <p:cNvSpPr>
            <a:spLocks xmlns:a="http://schemas.openxmlformats.org/drawingml/2006/main" noGrp="1"/>
          </p:cNvSpPr>
          <p:nvPr/>
        </p:nvSpPr>
        <p:spPr>
          <a:xfrm xmlns:a="http://schemas.openxmlformats.org/drawingml/2006/main">
            <a:off x="704850" y="23145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02B58"/>
                </a:solidFill>
                <a:latin typeface="Noto Sans JP"/>
                <a:ea typeface="Noto Sans JP"/>
                <a:cs typeface="Noto Sans JP"/>
              </a:defRPr>
            </a:pPr>
            <a:r>
              <a:rPr sz="1950" b="0">
                <a:solidFill>
                  <a:srgbClr val="202B58"/>
                </a:solidFill>
                <a:latin typeface="Noto Sans JP"/>
                <a:ea typeface="Noto Sans JP"/>
                <a:cs typeface="Noto Sans JP"/>
              </a:rPr>
              <a:t>全便運行を守り、配車・充電・電源の使い方から費用を抑える。</a:t>
            </a:r>
          </a:p>
        </p:txBody>
      </p:sp>
      <p:sp>
        <p:nvSpPr>
          <p:cNvPr id="9" name="">
            <a:extLst xmlns:a="http://schemas.openxmlformats.org/drawingml/2006/main">
              <a:ext uri="{FF2B5EF4-FFF2-40B4-BE49-F238E27FC236}">
                <a16:creationId xmlns:a16="http://schemas.microsoft.com/office/drawing/2014/main" id="{0D612D1B-E96C-4974-9CF6-EDBA2DB41EAB}"/>
              </a:ext>
            </a:extLst>
          </p:cNvPr>
          <p:cNvSpPr>
            <a:spLocks xmlns:a="http://schemas.openxmlformats.org/drawingml/2006/main" noGrp="1"/>
          </p:cNvSpPr>
          <p:nvPr/>
        </p:nvSpPr>
        <p:spPr>
          <a:xfrm xmlns:a="http://schemas.openxmlformats.org/drawingml/2006/main">
            <a:off x="704850" y="309562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316DB6"/>
                </a:solidFill>
                <a:latin typeface="Noto Sans JP"/>
                <a:ea typeface="Noto Sans JP"/>
                <a:cs typeface="Noto Sans JP"/>
              </a:defRPr>
            </a:pPr>
            <a:r>
              <a:rPr sz="2100" b="1">
                <a:solidFill>
                  <a:srgbClr val="316DB6"/>
                </a:solidFill>
                <a:latin typeface="Noto Sans JP"/>
                <a:ea typeface="Noto Sans JP"/>
                <a:cs typeface="Noto Sans JP"/>
              </a:rPr>
              <a:t>今回の実験</a:t>
            </a:r>
          </a:p>
        </p:txBody>
      </p:sp>
      <p:sp>
        <p:nvSpPr>
          <p:cNvPr id="10" name="">
            <a:extLst xmlns:a="http://schemas.openxmlformats.org/drawingml/2006/main">
              <a:ext uri="{FF2B5EF4-FFF2-40B4-BE49-F238E27FC236}">
                <a16:creationId xmlns:a16="http://schemas.microsoft.com/office/drawing/2014/main" id="{1B5C278C-E67B-4E73-89FA-B11C0C1D8CE8}"/>
              </a:ext>
            </a:extLst>
          </p:cNvPr>
          <p:cNvSpPr>
            <a:spLocks xmlns:a="http://schemas.openxmlformats.org/drawingml/2006/main" noGrp="1"/>
          </p:cNvSpPr>
          <p:nvPr/>
        </p:nvSpPr>
        <p:spPr>
          <a:xfrm xmlns:a="http://schemas.openxmlformats.org/drawingml/2006/main">
            <a:off x="704850" y="36290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02B58"/>
                </a:solidFill>
                <a:latin typeface="Noto Sans JP"/>
                <a:ea typeface="Noto Sans JP"/>
                <a:cs typeface="Noto Sans JP"/>
              </a:defRPr>
            </a:pPr>
            <a:r>
              <a:rPr sz="1950" b="0">
                <a:solidFill>
                  <a:srgbClr val="202B58"/>
                </a:solidFill>
                <a:latin typeface="Noto Sans JP"/>
                <a:ea typeface="Noto Sans JP"/>
                <a:cs typeface="Noto Sans JP"/>
              </a:rPr>
              <a:t>各月から曜日構成が同じ1週を選び、12週の運用を計算する。</a:t>
            </a:r>
          </a:p>
        </p:txBody>
      </p:sp>
      <p:sp>
        <p:nvSpPr>
          <p:cNvPr id="11" name="">
            <a:extLst xmlns:a="http://schemas.openxmlformats.org/drawingml/2006/main">
              <a:ext uri="{FF2B5EF4-FFF2-40B4-BE49-F238E27FC236}">
                <a16:creationId xmlns:a16="http://schemas.microsoft.com/office/drawing/2014/main" id="{0A749472-573E-4732-BF32-FB68168D3007}"/>
              </a:ext>
            </a:extLst>
          </p:cNvPr>
          <p:cNvSpPr>
            <a:spLocks xmlns:a="http://schemas.openxmlformats.org/drawingml/2006/main" noGrp="1"/>
          </p:cNvSpPr>
          <p:nvPr/>
        </p:nvSpPr>
        <p:spPr>
          <a:xfrm xmlns:a="http://schemas.openxmlformats.org/drawingml/2006/main">
            <a:off x="704850" y="4419600"/>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316DB6"/>
                </a:solidFill>
                <a:latin typeface="Noto Sans JP"/>
                <a:ea typeface="Noto Sans JP"/>
                <a:cs typeface="Noto Sans JP"/>
              </a:defRPr>
            </a:pPr>
            <a:r>
              <a:rPr sz="2100" b="1">
                <a:solidFill>
                  <a:srgbClr val="316DB6"/>
                </a:solidFill>
                <a:latin typeface="Noto Sans JP"/>
                <a:ea typeface="Noto Sans JP"/>
                <a:cs typeface="Noto Sans JP"/>
              </a:rPr>
              <a:t>今回の問い</a:t>
            </a:r>
          </a:p>
        </p:txBody>
      </p:sp>
      <p:sp>
        <p:nvSpPr>
          <p:cNvPr id="12" name="">
            <a:extLst xmlns:a="http://schemas.openxmlformats.org/drawingml/2006/main">
              <a:ext uri="{FF2B5EF4-FFF2-40B4-BE49-F238E27FC236}">
                <a16:creationId xmlns:a16="http://schemas.microsoft.com/office/drawing/2014/main" id="{FF8C8764-52C6-4615-BCB3-C7453EC96A63}"/>
              </a:ext>
            </a:extLst>
          </p:cNvPr>
          <p:cNvSpPr>
            <a:spLocks xmlns:a="http://schemas.openxmlformats.org/drawingml/2006/main" noGrp="1"/>
          </p:cNvSpPr>
          <p:nvPr/>
        </p:nvSpPr>
        <p:spPr>
          <a:xfrm xmlns:a="http://schemas.openxmlformats.org/drawingml/2006/main">
            <a:off x="704850" y="49530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02B58"/>
                </a:solidFill>
                <a:latin typeface="Noto Sans JP"/>
                <a:ea typeface="Noto Sans JP"/>
                <a:cs typeface="Noto Sans JP"/>
              </a:defRPr>
            </a:pPr>
            <a:r>
              <a:rPr sz="1950" b="0">
                <a:solidFill>
                  <a:srgbClr val="202B58"/>
                </a:solidFill>
                <a:latin typeface="Noto Sans JP"/>
                <a:ea typeface="Noto Sans JP"/>
                <a:cs typeface="Noto Sans JP"/>
              </a:rPr>
              <a:t>購入電力の「量」と「集中する時刻」が、費用差とどう関係するか。</a:t>
            </a:r>
          </a:p>
        </p:txBody>
      </p:sp>
    </p:spTree>
    <p:extLst>
      <p:ext uri="{BB962C8B-B14F-4D97-AF65-F5344CB8AC3E}">
        <p14:creationId xmlns:p14="http://schemas.microsoft.com/office/powerpoint/2010/main" val="200678205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DBC1159-FEFF-4F7B-B7A4-A259E17F6BA9}"/>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対象システムと用語</a:t>
            </a:r>
          </a:p>
        </p:txBody>
      </p:sp>
      <p:sp>
        <p:nvSpPr>
          <p:cNvPr id="2" name="">
            <a:extLst xmlns:a="http://schemas.openxmlformats.org/drawingml/2006/main">
              <a:ext uri="{FF2B5EF4-FFF2-40B4-BE49-F238E27FC236}">
                <a16:creationId xmlns:a16="http://schemas.microsoft.com/office/drawing/2014/main" id="{7C90C6E3-9DBA-4987-8344-C045429B138A}"/>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弦巻営業所の渋21・渋22・渋23をまとめたシミュレーション</a:t>
            </a:r>
          </a:p>
        </p:txBody>
      </p:sp>
      <p:sp>
        <p:nvSpPr>
          <p:cNvPr id="3" name="">
            <a:extLst xmlns:a="http://schemas.openxmlformats.org/drawingml/2006/main">
              <a:ext uri="{FF2B5EF4-FFF2-40B4-BE49-F238E27FC236}">
                <a16:creationId xmlns:a16="http://schemas.microsoft.com/office/drawing/2014/main" id="{59386718-0CAE-4CCC-B0DE-7D334E87B942}"/>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電気バスの充電には、太陽光・蓄電池・系統からの電力を使う</a:t>
            </a:r>
          </a:p>
        </p:txBody>
      </p:sp>
      <p:sp>
        <p:nvSpPr>
          <p:cNvPr id="4" name="">
            <a:extLst xmlns:a="http://schemas.openxmlformats.org/drawingml/2006/main">
              <a:ext uri="{FF2B5EF4-FFF2-40B4-BE49-F238E27FC236}">
                <a16:creationId xmlns:a16="http://schemas.microsoft.com/office/drawing/2014/main" id="{A81C856A-C427-499E-9E56-564EE6F0EEAE}"/>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PVは履歴から推定した発電入力。実測のバス運行・発電を再現した実験ではない。</a:t>
            </a:r>
          </a:p>
        </p:txBody>
      </p:sp>
      <p:sp>
        <p:nvSpPr>
          <p:cNvPr id="5" name="">
            <a:extLst xmlns:a="http://schemas.openxmlformats.org/drawingml/2006/main">
              <a:ext uri="{FF2B5EF4-FFF2-40B4-BE49-F238E27FC236}">
                <a16:creationId xmlns:a16="http://schemas.microsoft.com/office/drawing/2014/main" id="{495B7614-5BA8-435B-8F7B-DA8016786CE9}"/>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CBD2CB3A-E745-4047-9E14-26D6D921453C}"/>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3/24</a:t>
            </a:r>
          </a:p>
        </p:txBody>
      </p:sp>
      <p:graphicFrame>
        <p:nvGraphicFramePr>
          <p:cNvPr id="14" name=""/>
          <p:cNvGraphicFramePr/>
          <p:nvPr/>
        </p:nvGraphicFramePr>
        <p:xfrm>
          <a:off xmlns:a="http://schemas.openxmlformats.org/drawingml/2006/main" x="571500" y="1695450"/>
          <a:ext xmlns:a="http://schemas.openxmlformats.org/drawingml/2006/main" cx="11049000" cy="3714750"/>
        </p:xfrm>
        <a:graphic xmlns:a="http://schemas.openxmlformats.org/drawingml/2006/main">
          <a:graphicData uri="http://schemas.openxmlformats.org/drawingml/2006/table">
            <a:tbl>
              <a:tblPr/>
              <a:tblGrid>
                <a:gridCol w="2143125"/>
                <a:gridCol w="4000500"/>
                <a:gridCol w="4905375"/>
              </a:tblGrid>
              <a:tr h="619125">
                <a:tc>
                  <a:txBody>
                    <a:bodyPr/>
                    <a:lstStyle/>
                    <a:p>
                      <a:r>
                        <a:rPr sz="1725" b="1">
                          <a:solidFill>
                            <a:srgbClr val="FFFFFF"/>
                          </a:solidFill>
                          <a:latin typeface="Noto Sans JP"/>
                          <a:ea typeface="Noto Sans JP"/>
                          <a:cs typeface="Noto Sans JP"/>
                        </a:rPr>
                        <a:t>名称</a:t>
                      </a:r>
                    </a:p>
                  </a:txBody>
                  <a:tcPr marL="91440" marR="91440" marT="45720" marB="45720">
                    <a:solidFill>
                      <a:srgbClr val="202B58"/>
                    </a:solidFill>
                  </a:tcPr>
                </a:tc>
                <a:tc>
                  <a:txBody>
                    <a:bodyPr/>
                    <a:lstStyle/>
                    <a:p>
                      <a:r>
                        <a:rPr sz="1725" b="1">
                          <a:solidFill>
                            <a:srgbClr val="FFFFFF"/>
                          </a:solidFill>
                          <a:latin typeface="Noto Sans JP"/>
                          <a:ea typeface="Noto Sans JP"/>
                          <a:cs typeface="Noto Sans JP"/>
                        </a:rPr>
                        <a:t>意味</a:t>
                      </a:r>
                    </a:p>
                  </a:txBody>
                  <a:tcPr marL="91440" marR="91440" marT="45720" marB="45720">
                    <a:solidFill>
                      <a:srgbClr val="202B58"/>
                    </a:solidFill>
                  </a:tcPr>
                </a:tc>
                <a:tc>
                  <a:txBody>
                    <a:bodyPr/>
                    <a:lstStyle/>
                    <a:p>
                      <a:r>
                        <a:rPr sz="1725" b="1">
                          <a:solidFill>
                            <a:srgbClr val="FFFFFF"/>
                          </a:solidFill>
                          <a:latin typeface="Noto Sans JP"/>
                          <a:ea typeface="Noto Sans JP"/>
                          <a:cs typeface="Noto Sans JP"/>
                        </a:rPr>
                        <a:t>今回の役割</a:t>
                      </a:r>
                    </a:p>
                  </a:txBody>
                  <a:tcPr marL="91440" marR="91440" marT="45720" marB="45720">
                    <a:solidFill>
                      <a:srgbClr val="202B58"/>
                    </a:solidFill>
                  </a:tcPr>
                </a:tc>
              </a:tr>
              <a:tr h="619125">
                <a:tc>
                  <a:txBody>
                    <a:bodyPr/>
                    <a:lstStyle/>
                    <a:p>
                      <a:r>
                        <a:rPr sz="1725" b="0">
                          <a:solidFill>
                            <a:srgbClr val="202B58"/>
                          </a:solidFill>
                          <a:latin typeface="Noto Sans JP"/>
                          <a:ea typeface="Noto Sans JP"/>
                          <a:cs typeface="Noto Sans JP"/>
                        </a:rPr>
                        <a:t>BEV／ICE</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電気バス／エンジンバス</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各便を担当する車両</a:t>
                      </a:r>
                    </a:p>
                  </a:txBody>
                  <a:tcPr marL="91440" marR="91440" marT="45720" marB="45720">
                    <a:solidFill>
                      <a:srgbClr val="F1F5F8"/>
                    </a:solidFill>
                  </a:tcPr>
                </a:tc>
              </a:tr>
              <a:tr h="619125">
                <a:tc>
                  <a:txBody>
                    <a:bodyPr/>
                    <a:lstStyle/>
                    <a:p>
                      <a:r>
                        <a:rPr sz="1725" b="0">
                          <a:solidFill>
                            <a:srgbClr val="202B58"/>
                          </a:solidFill>
                          <a:latin typeface="Noto Sans JP"/>
                          <a:ea typeface="Noto Sans JP"/>
                          <a:cs typeface="Noto Sans JP"/>
                        </a:rPr>
                        <a:t>PV</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太陽光発電</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バスへ直接供給、または蓄電池へ充電</a:t>
                      </a:r>
                    </a:p>
                  </a:txBody>
                  <a:tcPr marL="91440" marR="91440" marT="45720" marB="45720">
                    <a:solidFill>
                      <a:srgbClr val="FFFFFF"/>
                    </a:solidFill>
                  </a:tcPr>
                </a:tc>
              </a:tr>
              <a:tr h="619125">
                <a:tc>
                  <a:txBody>
                    <a:bodyPr/>
                    <a:lstStyle/>
                    <a:p>
                      <a:r>
                        <a:rPr sz="1725" b="0">
                          <a:solidFill>
                            <a:srgbClr val="202B58"/>
                          </a:solidFill>
                          <a:latin typeface="Noto Sans JP"/>
                          <a:ea typeface="Noto Sans JP"/>
                          <a:cs typeface="Noto Sans JP"/>
                        </a:rPr>
                        <a:t>BESS</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営業所の定置用蓄電池</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電力を貯め、別の時刻に放電</a:t>
                      </a:r>
                    </a:p>
                  </a:txBody>
                  <a:tcPr marL="91440" marR="91440" marT="45720" marB="45720">
                    <a:solidFill>
                      <a:srgbClr val="F1F5F8"/>
                    </a:solidFill>
                  </a:tcPr>
                </a:tc>
              </a:tr>
              <a:tr h="619125">
                <a:tc>
                  <a:txBody>
                    <a:bodyPr/>
                    <a:lstStyle/>
                    <a:p>
                      <a:r>
                        <a:rPr sz="1725" b="0">
                          <a:solidFill>
                            <a:srgbClr val="202B58"/>
                          </a:solidFill>
                          <a:latin typeface="Noto Sans JP"/>
                          <a:ea typeface="Noto Sans JP"/>
                          <a:cs typeface="Noto Sans JP"/>
                        </a:rPr>
                        <a:t>系統購入</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外部の電力系統から受電</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充電に必要な電力を購入</a:t>
                      </a:r>
                    </a:p>
                  </a:txBody>
                  <a:tcPr marL="91440" marR="91440" marT="45720" marB="45720">
                    <a:solidFill>
                      <a:srgbClr val="FFFFFF"/>
                    </a:solidFill>
                  </a:tcPr>
                </a:tc>
              </a:tr>
              <a:tr h="619125">
                <a:tc>
                  <a:txBody>
                    <a:bodyPr/>
                    <a:lstStyle/>
                    <a:p>
                      <a:r>
                        <a:rPr sz="1725" b="0">
                          <a:solidFill>
                            <a:srgbClr val="202B58"/>
                          </a:solidFill>
                          <a:latin typeface="Noto Sans JP"/>
                          <a:ea typeface="Noto Sans JP"/>
                          <a:cs typeface="Noto Sans JP"/>
                        </a:rPr>
                        <a:t>SOC</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電池容量に対する残量の割合</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走行・充放電後も上下限を守る</a:t>
                      </a:r>
                    </a:p>
                  </a:txBody>
                  <a:tcPr marL="91440" marR="91440" marT="45720" marB="45720">
                    <a:solidFill>
                      <a:srgbClr val="F1F5F8"/>
                    </a:solidFill>
                  </a:tcPr>
                </a:tc>
              </a:tr>
            </a:tbl>
          </a:graphicData>
        </a:graphic>
      </p:graphicFrame>
    </p:spTree>
    <p:extLst>
      <p:ext uri="{BB962C8B-B14F-4D97-AF65-F5344CB8AC3E}">
        <p14:creationId xmlns:p14="http://schemas.microsoft.com/office/powerpoint/2010/main" val="188474239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A75943-4DE9-44AD-83F3-283FC850E8E8}"/>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12週を公平に比較するための条件</a:t>
            </a:r>
          </a:p>
        </p:txBody>
      </p:sp>
      <p:sp>
        <p:nvSpPr>
          <p:cNvPr id="2" name="">
            <a:extLst xmlns:a="http://schemas.openxmlformats.org/drawingml/2006/main">
              <a:ext uri="{FF2B5EF4-FFF2-40B4-BE49-F238E27FC236}">
                <a16:creationId xmlns:a16="http://schemas.microsoft.com/office/drawing/2014/main" id="{62E08CFF-ED37-4BAB-A1C9-F64B1F99ED9D}"/>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各月で、祝日を含まず月内に収まる最初の月曜〜日曜を選択</a:t>
            </a:r>
          </a:p>
        </p:txBody>
      </p:sp>
      <p:sp>
        <p:nvSpPr>
          <p:cNvPr id="3" name="">
            <a:extLst xmlns:a="http://schemas.openxmlformats.org/drawingml/2006/main">
              <a:ext uri="{FF2B5EF4-FFF2-40B4-BE49-F238E27FC236}">
                <a16:creationId xmlns:a16="http://schemas.microsoft.com/office/drawing/2014/main" id="{C804B01A-D1AD-4C57-AC92-D5EC93BBD3B6}"/>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平日5日・土曜1日・日曜1日、全週1,704便を揃えた</a:t>
            </a:r>
          </a:p>
        </p:txBody>
      </p:sp>
      <p:sp>
        <p:nvSpPr>
          <p:cNvPr id="4" name="">
            <a:extLst xmlns:a="http://schemas.openxmlformats.org/drawingml/2006/main">
              <a:ext uri="{FF2B5EF4-FFF2-40B4-BE49-F238E27FC236}">
                <a16:creationId xmlns:a16="http://schemas.microsoft.com/office/drawing/2014/main" id="{B513356B-2DDB-4A56-9DF4-CD750EEB95F6}"/>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曜日構成を揃えても、天候の代表性や求解の到達度まで同一にはならない。</a:t>
            </a:r>
          </a:p>
        </p:txBody>
      </p:sp>
      <p:sp>
        <p:nvSpPr>
          <p:cNvPr id="5" name="">
            <a:extLst xmlns:a="http://schemas.openxmlformats.org/drawingml/2006/main">
              <a:ext uri="{FF2B5EF4-FFF2-40B4-BE49-F238E27FC236}">
                <a16:creationId xmlns:a16="http://schemas.microsoft.com/office/drawing/2014/main" id="{F93F5E41-CCB7-49EB-83E5-2C7069573FF1}"/>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DE445F5B-F725-4A52-B697-FC32E714A082}"/>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4/24</a:t>
            </a:r>
          </a:p>
        </p:txBody>
      </p:sp>
      <p:graphicFrame>
        <p:nvGraphicFramePr>
          <p:cNvPr id="15" name=""/>
          <p:cNvGraphicFramePr/>
          <p:nvPr/>
        </p:nvGraphicFramePr>
        <p:xfrm>
          <a:off xmlns:a="http://schemas.openxmlformats.org/drawingml/2006/main" x="571500" y="1695450"/>
          <a:ext xmlns:a="http://schemas.openxmlformats.org/drawingml/2006/main" cx="11049000" cy="3000375"/>
        </p:xfrm>
        <a:graphic xmlns:a="http://schemas.openxmlformats.org/drawingml/2006/main">
          <a:graphicData uri="http://schemas.openxmlformats.org/drawingml/2006/table">
            <a:tbl>
              <a:tblPr/>
              <a:tblGrid>
                <a:gridCol w="5524500"/>
                <a:gridCol w="5524500"/>
              </a:tblGrid>
              <a:tr h="600075">
                <a:tc>
                  <a:txBody>
                    <a:bodyPr/>
                    <a:lstStyle/>
                    <a:p>
                      <a:r>
                        <a:rPr sz="1800" b="1">
                          <a:solidFill>
                            <a:srgbClr val="FFFFFF"/>
                          </a:solidFill>
                          <a:latin typeface="Noto Sans JP"/>
                          <a:ea typeface="Noto Sans JP"/>
                          <a:cs typeface="Noto Sans JP"/>
                        </a:rPr>
                        <a:t>全月で揃えたもの</a:t>
                      </a:r>
                    </a:p>
                  </a:txBody>
                  <a:tcPr marL="91440" marR="91440" marT="45720" marB="45720">
                    <a:solidFill>
                      <a:srgbClr val="202B58"/>
                    </a:solidFill>
                  </a:tcPr>
                </a:tc>
                <a:tc>
                  <a:txBody>
                    <a:bodyPr/>
                    <a:lstStyle/>
                    <a:p>
                      <a:r>
                        <a:rPr sz="1800" b="1">
                          <a:solidFill>
                            <a:srgbClr val="FFFFFF"/>
                          </a:solidFill>
                          <a:latin typeface="Noto Sans JP"/>
                          <a:ea typeface="Noto Sans JP"/>
                          <a:cs typeface="Noto Sans JP"/>
                        </a:rPr>
                        <a:t>週ごとに変わるもの</a:t>
                      </a:r>
                    </a:p>
                  </a:txBody>
                  <a:tcPr marL="91440" marR="91440" marT="45720" marB="45720">
                    <a:solidFill>
                      <a:srgbClr val="202B58"/>
                    </a:solidFill>
                  </a:tcPr>
                </a:tc>
              </a:tr>
              <a:tr h="600075">
                <a:tc>
                  <a:txBody>
                    <a:bodyPr/>
                    <a:lstStyle/>
                    <a:p>
                      <a:r>
                        <a:rPr sz="1800" b="0">
                          <a:solidFill>
                            <a:srgbClr val="202B58"/>
                          </a:solidFill>
                          <a:latin typeface="Noto Sans JP"/>
                          <a:ea typeface="Noto Sans JP"/>
                          <a:cs typeface="Noto Sans JP"/>
                        </a:rPr>
                        <a:t>時刻表・曜日構成・便数</a:t>
                      </a:r>
                    </a:p>
                  </a:txBody>
                  <a:tcPr marL="91440" marR="91440" marT="45720" marB="45720">
                    <a:solidFill>
                      <a:srgbClr val="F1F5F8"/>
                    </a:solidFill>
                  </a:tcPr>
                </a:tc>
                <a:tc>
                  <a:txBody>
                    <a:bodyPr/>
                    <a:lstStyle/>
                    <a:p>
                      <a:r>
                        <a:rPr sz="1800" b="0">
                          <a:solidFill>
                            <a:srgbClr val="202B58"/>
                          </a:solidFill>
                          <a:latin typeface="Noto Sans JP"/>
                          <a:ea typeface="Noto Sans JP"/>
                          <a:cs typeface="Noto Sans JP"/>
                        </a:rPr>
                        <a:t>日付ごとのPV履歴と予測入力</a:t>
                      </a:r>
                    </a:p>
                  </a:txBody>
                  <a:tcPr marL="91440" marR="91440" marT="45720" marB="45720">
                    <a:solidFill>
                      <a:srgbClr val="F1F5F8"/>
                    </a:solidFill>
                  </a:tcPr>
                </a:tc>
              </a:tr>
              <a:tr h="600075">
                <a:tc>
                  <a:txBody>
                    <a:bodyPr/>
                    <a:lstStyle/>
                    <a:p>
                      <a:r>
                        <a:rPr sz="1800" b="0">
                          <a:solidFill>
                            <a:srgbClr val="202B58"/>
                          </a:solidFill>
                          <a:latin typeface="Noto Sans JP"/>
                          <a:ea typeface="Noto Sans JP"/>
                          <a:cs typeface="Noto Sans JP"/>
                        </a:rPr>
                        <a:t>入力車両と初期残量</a:t>
                      </a:r>
                    </a:p>
                  </a:txBody>
                  <a:tcPr marL="91440" marR="91440" marT="45720" marB="45720">
                    <a:solidFill>
                      <a:srgbClr val="FFFFFF"/>
                    </a:solidFill>
                  </a:tcPr>
                </a:tc>
                <a:tc>
                  <a:txBody>
                    <a:bodyPr/>
                    <a:lstStyle/>
                    <a:p>
                      <a:r>
                        <a:rPr sz="1800" b="0">
                          <a:solidFill>
                            <a:srgbClr val="202B58"/>
                          </a:solidFill>
                          <a:latin typeface="Noto Sans JP"/>
                          <a:ea typeface="Noto Sans JP"/>
                          <a:cs typeface="Noto Sans JP"/>
                        </a:rPr>
                        <a:t>担当車両・充電時刻の計算結果</a:t>
                      </a:r>
                    </a:p>
                  </a:txBody>
                  <a:tcPr marL="91440" marR="91440" marT="45720" marB="45720">
                    <a:solidFill>
                      <a:srgbClr val="FFFFFF"/>
                    </a:solidFill>
                  </a:tcPr>
                </a:tc>
              </a:tr>
              <a:tr h="600075">
                <a:tc>
                  <a:txBody>
                    <a:bodyPr/>
                    <a:lstStyle/>
                    <a:p>
                      <a:r>
                        <a:rPr sz="1800" b="0">
                          <a:solidFill>
                            <a:srgbClr val="202B58"/>
                          </a:solidFill>
                          <a:latin typeface="Noto Sans JP"/>
                          <a:ea typeface="Noto Sans JP"/>
                          <a:cs typeface="Noto Sans JP"/>
                        </a:rPr>
                        <a:t>充電器・PV設備・定置用蓄電池</a:t>
                      </a:r>
                    </a:p>
                  </a:txBody>
                  <a:tcPr marL="91440" marR="91440" marT="45720" marB="45720">
                    <a:solidFill>
                      <a:srgbClr val="F1F5F8"/>
                    </a:solidFill>
                  </a:tcPr>
                </a:tc>
                <a:tc>
                  <a:txBody>
                    <a:bodyPr/>
                    <a:lstStyle/>
                    <a:p>
                      <a:r>
                        <a:rPr sz="1800" b="0">
                          <a:solidFill>
                            <a:srgbClr val="202B58"/>
                          </a:solidFill>
                          <a:latin typeface="Noto Sans JP"/>
                          <a:ea typeface="Noto Sans JP"/>
                          <a:cs typeface="Noto Sans JP"/>
                        </a:rPr>
                        <a:t>PVの利用量・購入電力量・ピーク</a:t>
                      </a:r>
                    </a:p>
                  </a:txBody>
                  <a:tcPr marL="91440" marR="91440" marT="45720" marB="45720">
                    <a:solidFill>
                      <a:srgbClr val="F1F5F8"/>
                    </a:solidFill>
                  </a:tcPr>
                </a:tc>
              </a:tr>
              <a:tr h="600075">
                <a:tc>
                  <a:txBody>
                    <a:bodyPr/>
                    <a:lstStyle/>
                    <a:p>
                      <a:r>
                        <a:rPr sz="1800" b="0">
                          <a:solidFill>
                            <a:srgbClr val="202B58"/>
                          </a:solidFill>
                          <a:latin typeface="Noto Sans JP"/>
                          <a:ea typeface="Noto Sans JP"/>
                          <a:cs typeface="Noto Sans JP"/>
                        </a:rPr>
                        <a:t>費用係数・探索時間・探索規則</a:t>
                      </a:r>
                    </a:p>
                  </a:txBody>
                  <a:tcPr marL="91440" marR="91440" marT="45720" marB="45720">
                    <a:solidFill>
                      <a:srgbClr val="FFFFFF"/>
                    </a:solidFill>
                  </a:tcPr>
                </a:tc>
                <a:tc>
                  <a:txBody>
                    <a:bodyPr/>
                    <a:lstStyle/>
                    <a:p>
                      <a:r>
                        <a:rPr sz="1800" b="0">
                          <a:solidFill>
                            <a:srgbClr val="202B58"/>
                          </a:solidFill>
                          <a:latin typeface="Noto Sans JP"/>
                          <a:ea typeface="Noto Sans JP"/>
                          <a:cs typeface="Noto Sans JP"/>
                        </a:rPr>
                        <a:t>同じ制限時間内で得られた解の良さ</a:t>
                      </a:r>
                    </a:p>
                  </a:txBody>
                  <a:tcPr marL="91440" marR="91440" marT="45720" marB="45720">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12B49056-6577-451A-B8C8-BE4B1803673E}"/>
              </a:ext>
            </a:extLst>
          </p:cNvPr>
          <p:cNvSpPr>
            <a:spLocks xmlns:a="http://schemas.openxmlformats.org/drawingml/2006/main" noGrp="1"/>
          </p:cNvSpPr>
          <p:nvPr/>
        </p:nvSpPr>
        <p:spPr>
          <a:xfrm xmlns:a="http://schemas.openxmlformats.org/drawingml/2006/main">
            <a:off x="685800" y="502920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9687B"/>
                </a:solidFill>
                <a:latin typeface="Noto Sans JP"/>
                <a:ea typeface="Noto Sans JP"/>
                <a:cs typeface="Noto Sans JP"/>
              </a:defRPr>
            </a:pPr>
            <a:r>
              <a:rPr sz="1650" b="0">
                <a:solidFill>
                  <a:srgbClr val="59687B"/>
                </a:solidFill>
                <a:latin typeface="Noto Sans JP"/>
                <a:ea typeface="Noto Sans JP"/>
                <a:cs typeface="Noto Sans JP"/>
              </a:rPr>
              <a:t>使用台数は結果：入力BEV35台・ICE25台を、そのまま全台使用するわけではない。</a:t>
            </a:r>
          </a:p>
        </p:txBody>
      </p:sp>
    </p:spTree>
    <p:extLst>
      <p:ext uri="{BB962C8B-B14F-4D97-AF65-F5344CB8AC3E}">
        <p14:creationId xmlns:p14="http://schemas.microsoft.com/office/powerpoint/2010/main" val="145145641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B143117-B063-439A-95B9-F0D63B39BBEA}"/>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計画と実行の手順</a:t>
            </a:r>
          </a:p>
        </p:txBody>
      </p:sp>
      <p:sp>
        <p:nvSpPr>
          <p:cNvPr id="2" name="">
            <a:extLst xmlns:a="http://schemas.openxmlformats.org/drawingml/2006/main">
              <a:ext uri="{FF2B5EF4-FFF2-40B4-BE49-F238E27FC236}">
                <a16:creationId xmlns:a16="http://schemas.microsoft.com/office/drawing/2014/main" id="{FE6B9D35-581B-48D8-A07C-F22CDDC3B201}"/>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配車を決めた後、充電計画を1時間ごとに更新する</a:t>
            </a:r>
          </a:p>
        </p:txBody>
      </p:sp>
      <p:sp>
        <p:nvSpPr>
          <p:cNvPr id="3" name="">
            <a:extLst xmlns:a="http://schemas.openxmlformats.org/drawingml/2006/main">
              <a:ext uri="{FF2B5EF4-FFF2-40B4-BE49-F238E27FC236}">
                <a16:creationId xmlns:a16="http://schemas.microsoft.com/office/drawing/2014/main" id="{06C41465-06D8-43AA-A4BD-BFC4D9D2D366}"/>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24時間先を見た計画から先頭1時間を採用し、168時間をつなぐ</a:t>
            </a:r>
          </a:p>
        </p:txBody>
      </p:sp>
      <p:sp>
        <p:nvSpPr>
          <p:cNvPr id="4" name="">
            <a:extLst xmlns:a="http://schemas.openxmlformats.org/drawingml/2006/main">
              <a:ext uri="{FF2B5EF4-FFF2-40B4-BE49-F238E27FC236}">
                <a16:creationId xmlns:a16="http://schemas.microsoft.com/office/drawing/2014/main" id="{905B81A1-5750-4D79-9FAA-BAC57D8C90F2}"/>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配車と充電を分ける二段階の計算。両者を統合した全体最適性は保証しない。</a:t>
            </a:r>
          </a:p>
        </p:txBody>
      </p:sp>
      <p:sp>
        <p:nvSpPr>
          <p:cNvPr id="5" name="">
            <a:extLst xmlns:a="http://schemas.openxmlformats.org/drawingml/2006/main">
              <a:ext uri="{FF2B5EF4-FFF2-40B4-BE49-F238E27FC236}">
                <a16:creationId xmlns:a16="http://schemas.microsoft.com/office/drawing/2014/main" id="{F859E9A2-5687-4B10-BC44-D11E9768F04A}"/>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94CBD11D-999C-4512-939A-B2D9C5135714}"/>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5/24</a:t>
            </a:r>
          </a:p>
        </p:txBody>
      </p:sp>
      <p:graphicFrame>
        <p:nvGraphicFramePr>
          <p:cNvPr id="15" name=""/>
          <p:cNvGraphicFramePr/>
          <p:nvPr/>
        </p:nvGraphicFramePr>
        <p:xfrm>
          <a:off xmlns:a="http://schemas.openxmlformats.org/drawingml/2006/main" x="571500" y="1695450"/>
          <a:ext xmlns:a="http://schemas.openxmlformats.org/drawingml/2006/main" cx="11049000" cy="3324225"/>
        </p:xfrm>
        <a:graphic xmlns:a="http://schemas.openxmlformats.org/drawingml/2006/main">
          <a:graphicData uri="http://schemas.openxmlformats.org/drawingml/2006/table">
            <a:tbl>
              <a:tblPr/>
              <a:tblGrid>
                <a:gridCol w="2524125"/>
                <a:gridCol w="4762500"/>
                <a:gridCol w="3762375"/>
              </a:tblGrid>
              <a:tr h="664845">
                <a:tc>
                  <a:txBody>
                    <a:bodyPr/>
                    <a:lstStyle/>
                    <a:p>
                      <a:r>
                        <a:rPr sz="1650" b="1">
                          <a:solidFill>
                            <a:srgbClr val="FFFFFF"/>
                          </a:solidFill>
                          <a:latin typeface="Noto Sans JP"/>
                          <a:ea typeface="Noto Sans JP"/>
                          <a:cs typeface="Noto Sans JP"/>
                        </a:rPr>
                        <a:t>段階</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行うこと</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使う情報</a:t>
                      </a:r>
                    </a:p>
                  </a:txBody>
                  <a:tcPr marL="91440" marR="91440" marT="45720" marB="45720">
                    <a:solidFill>
                      <a:srgbClr val="202B58"/>
                    </a:solidFill>
                  </a:tcPr>
                </a:tc>
              </a:tr>
              <a:tr h="664845">
                <a:tc>
                  <a:txBody>
                    <a:bodyPr/>
                    <a:lstStyle/>
                    <a:p>
                      <a:r>
                        <a:rPr sz="1650" b="0">
                          <a:solidFill>
                            <a:srgbClr val="202B58"/>
                          </a:solidFill>
                          <a:latin typeface="Noto Sans JP"/>
                          <a:ea typeface="Noto Sans JP"/>
                          <a:cs typeface="Noto Sans JP"/>
                        </a:rPr>
                        <a:t>1　事前の配車</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各便の担当車両と接続を決める</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時刻表・車両・走行条件</a:t>
                      </a:r>
                    </a:p>
                  </a:txBody>
                  <a:tcPr marL="91440" marR="91440" marT="45720" marB="45720">
                    <a:solidFill>
                      <a:srgbClr val="F1F5F8"/>
                    </a:solidFill>
                  </a:tcPr>
                </a:tc>
              </a:tr>
              <a:tr h="664845">
                <a:tc>
                  <a:txBody>
                    <a:bodyPr/>
                    <a:lstStyle/>
                    <a:p>
                      <a:r>
                        <a:rPr sz="1650" b="0">
                          <a:solidFill>
                            <a:srgbClr val="202B58"/>
                          </a:solidFill>
                          <a:latin typeface="Noto Sans JP"/>
                          <a:ea typeface="Noto Sans JP"/>
                          <a:cs typeface="Noto Sans JP"/>
                        </a:rPr>
                        <a:t>2　事前の充電</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週間の充電と電源利用を計画する</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配車・初期残量・PV予測</a:t>
                      </a:r>
                    </a:p>
                  </a:txBody>
                  <a:tcPr marL="91440" marR="91440" marT="45720" marB="45720">
                    <a:solidFill>
                      <a:srgbClr val="FFFFFF"/>
                    </a:solidFill>
                  </a:tcPr>
                </a:tc>
              </a:tr>
              <a:tr h="664845">
                <a:tc>
                  <a:txBody>
                    <a:bodyPr/>
                    <a:lstStyle/>
                    <a:p>
                      <a:r>
                        <a:rPr sz="1650" b="0">
                          <a:solidFill>
                            <a:srgbClr val="202B58"/>
                          </a:solidFill>
                          <a:latin typeface="Noto Sans JP"/>
                          <a:ea typeface="Noto Sans JP"/>
                          <a:cs typeface="Noto Sans JP"/>
                        </a:rPr>
                        <a:t>3　毎時の更新</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先頭1時間を採用し、残量を引き継ぐ</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現在残量・PV予測・履歴推定PV</a:t>
                      </a:r>
                    </a:p>
                  </a:txBody>
                  <a:tcPr marL="91440" marR="91440" marT="45720" marB="45720">
                    <a:solidFill>
                      <a:srgbClr val="F1F5F8"/>
                    </a:solidFill>
                  </a:tcPr>
                </a:tc>
              </a:tr>
              <a:tr h="664845">
                <a:tc>
                  <a:txBody>
                    <a:bodyPr/>
                    <a:lstStyle/>
                    <a:p>
                      <a:r>
                        <a:rPr sz="1650" b="0">
                          <a:solidFill>
                            <a:srgbClr val="202B58"/>
                          </a:solidFill>
                          <a:latin typeface="Noto Sans JP"/>
                          <a:ea typeface="Noto Sans JP"/>
                          <a:cs typeface="Noto Sans JP"/>
                        </a:rPr>
                        <a:t>4　実行値の検算</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全便・電池・電力収支・会計を照合する</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168時間の採用済み実行データ</a:t>
                      </a:r>
                    </a:p>
                  </a:txBody>
                  <a:tcPr marL="91440" marR="91440" marT="45720" marB="45720">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E3A1970E-6F2B-48A1-9C8B-2DF8504BC7DA}"/>
              </a:ext>
            </a:extLst>
          </p:cNvPr>
          <p:cNvSpPr>
            <a:spLocks xmlns:a="http://schemas.openxmlformats.org/drawingml/2006/main" noGrp="1"/>
          </p:cNvSpPr>
          <p:nvPr/>
        </p:nvSpPr>
        <p:spPr>
          <a:xfrm xmlns:a="http://schemas.openxmlformats.org/drawingml/2006/main">
            <a:off x="685800" y="517207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9687B"/>
                </a:solidFill>
                <a:latin typeface="Noto Sans JP"/>
                <a:ea typeface="Noto Sans JP"/>
                <a:cs typeface="Noto Sans JP"/>
              </a:defRPr>
            </a:pPr>
            <a:r>
              <a:rPr sz="1650" b="0">
                <a:solidFill>
                  <a:srgbClr val="59687B"/>
                </a:solidFill>
                <a:latin typeface="Noto Sans JP"/>
                <a:ea typeface="Noto Sans JP"/>
                <a:cs typeface="Noto Sans JP"/>
              </a:rPr>
              <a:t>予測：2024年のデータから作成　／　評価：2025年の履歴推定PV</a:t>
            </a:r>
          </a:p>
        </p:txBody>
      </p:sp>
    </p:spTree>
    <p:extLst>
      <p:ext uri="{BB962C8B-B14F-4D97-AF65-F5344CB8AC3E}">
        <p14:creationId xmlns:p14="http://schemas.microsoft.com/office/powerpoint/2010/main" val="188223684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643B75-4676-4DF5-91F3-038C02D2FADC}"/>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計算の完了と確認できた範囲</a:t>
            </a:r>
          </a:p>
        </p:txBody>
      </p:sp>
      <p:sp>
        <p:nvSpPr>
          <p:cNvPr id="2" name="">
            <a:extLst xmlns:a="http://schemas.openxmlformats.org/drawingml/2006/main">
              <a:ext uri="{FF2B5EF4-FFF2-40B4-BE49-F238E27FC236}">
                <a16:creationId xmlns:a16="http://schemas.microsoft.com/office/drawing/2014/main" id="{BD3A4F0C-AB2F-4DDF-A73B-E3AB7A9C0291}"/>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12週すべてで、週間の運行・エネルギー・会計の整合を確認</a:t>
            </a:r>
          </a:p>
        </p:txBody>
      </p:sp>
      <p:sp>
        <p:nvSpPr>
          <p:cNvPr id="3" name="">
            <a:extLst xmlns:a="http://schemas.openxmlformats.org/drawingml/2006/main">
              <a:ext uri="{FF2B5EF4-FFF2-40B4-BE49-F238E27FC236}">
                <a16:creationId xmlns:a16="http://schemas.microsoft.com/office/drawing/2014/main" id="{9CC8331A-1C78-4C8B-ABEB-8D230D1658C0}"/>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実行可能な計画を比較できる段階に到達。優位性の実証は次の課題</a:t>
            </a:r>
          </a:p>
        </p:txBody>
      </p:sp>
      <p:sp>
        <p:nvSpPr>
          <p:cNvPr id="4" name="">
            <a:extLst xmlns:a="http://schemas.openxmlformats.org/drawingml/2006/main">
              <a:ext uri="{FF2B5EF4-FFF2-40B4-BE49-F238E27FC236}">
                <a16:creationId xmlns:a16="http://schemas.microsoft.com/office/drawing/2014/main" id="{29AA5D1B-7391-4F7E-81D0-624491F4B9B8}"/>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計算上の物理検証であり実機検証ではない。独立した研究承認も未取得。</a:t>
            </a:r>
          </a:p>
        </p:txBody>
      </p:sp>
      <p:sp>
        <p:nvSpPr>
          <p:cNvPr id="5" name="">
            <a:extLst xmlns:a="http://schemas.openxmlformats.org/drawingml/2006/main">
              <a:ext uri="{FF2B5EF4-FFF2-40B4-BE49-F238E27FC236}">
                <a16:creationId xmlns:a16="http://schemas.microsoft.com/office/drawing/2014/main" id="{EA7FA399-8CA0-4516-BCF4-EFCC6A2D3B8E}"/>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840B0DFF-C292-4C92-AC64-9AD7BA82A028}"/>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6/24</a:t>
            </a:r>
          </a:p>
        </p:txBody>
      </p:sp>
      <p:graphicFrame>
        <p:nvGraphicFramePr>
          <p:cNvPr id="15" name=""/>
          <p:cNvGraphicFramePr/>
          <p:nvPr/>
        </p:nvGraphicFramePr>
        <p:xfrm>
          <a:off xmlns:a="http://schemas.openxmlformats.org/drawingml/2006/main" x="571500" y="1695450"/>
          <a:ext xmlns:a="http://schemas.openxmlformats.org/drawingml/2006/main" cx="11049000" cy="3133725"/>
        </p:xfrm>
        <a:graphic xmlns:a="http://schemas.openxmlformats.org/drawingml/2006/main">
          <a:graphicData uri="http://schemas.openxmlformats.org/drawingml/2006/table">
            <a:tbl>
              <a:tblPr/>
              <a:tblGrid>
                <a:gridCol w="2476500"/>
                <a:gridCol w="4000500"/>
                <a:gridCol w="4572000"/>
              </a:tblGrid>
              <a:tr h="626745">
                <a:tc>
                  <a:txBody>
                    <a:bodyPr/>
                    <a:lstStyle/>
                    <a:p>
                      <a:r>
                        <a:rPr sz="1650" b="1">
                          <a:solidFill>
                            <a:srgbClr val="FFFFFF"/>
                          </a:solidFill>
                          <a:latin typeface="Noto Sans JP"/>
                          <a:ea typeface="Noto Sans JP"/>
                          <a:cs typeface="Noto Sans JP"/>
                        </a:rPr>
                        <a:t>確認項目</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結果</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意味</a:t>
                      </a:r>
                    </a:p>
                  </a:txBody>
                  <a:tcPr marL="91440" marR="91440" marT="45720" marB="45720">
                    <a:solidFill>
                      <a:srgbClr val="202B58"/>
                    </a:solidFill>
                  </a:tcPr>
                </a:tc>
              </a:tr>
              <a:tr h="626745">
                <a:tc>
                  <a:txBody>
                    <a:bodyPr/>
                    <a:lstStyle/>
                    <a:p>
                      <a:r>
                        <a:rPr sz="1650" b="0">
                          <a:solidFill>
                            <a:srgbClr val="202B58"/>
                          </a:solidFill>
                          <a:latin typeface="Noto Sans JP"/>
                          <a:ea typeface="Noto Sans JP"/>
                          <a:cs typeface="Noto Sans JP"/>
                        </a:rPr>
                        <a:t>週間計算</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12／12週、各168時間</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途中の成功週だけを抜き出していない</a:t>
                      </a:r>
                    </a:p>
                  </a:txBody>
                  <a:tcPr marL="91440" marR="91440" marT="45720" marB="45720">
                    <a:solidFill>
                      <a:srgbClr val="F1F5F8"/>
                    </a:solidFill>
                  </a:tcPr>
                </a:tc>
              </a:tr>
              <a:tr h="626745">
                <a:tc>
                  <a:txBody>
                    <a:bodyPr/>
                    <a:lstStyle/>
                    <a:p>
                      <a:r>
                        <a:rPr sz="1650" b="0">
                          <a:solidFill>
                            <a:srgbClr val="202B58"/>
                          </a:solidFill>
                          <a:latin typeface="Noto Sans JP"/>
                          <a:ea typeface="Noto Sans JP"/>
                          <a:cs typeface="Noto Sans JP"/>
                        </a:rPr>
                        <a:t>運行・充電</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全週1,704便、物理違反0件</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時間接続・電池残量・設備制約を検算</a:t>
                      </a:r>
                    </a:p>
                  </a:txBody>
                  <a:tcPr marL="91440" marR="91440" marT="45720" marB="45720">
                    <a:solidFill>
                      <a:srgbClr val="FFFFFF"/>
                    </a:solidFill>
                  </a:tcPr>
                </a:tc>
              </a:tr>
              <a:tr h="626745">
                <a:tc>
                  <a:txBody>
                    <a:bodyPr/>
                    <a:lstStyle/>
                    <a:p>
                      <a:r>
                        <a:rPr sz="1650" b="0">
                          <a:solidFill>
                            <a:srgbClr val="202B58"/>
                          </a:solidFill>
                          <a:latin typeface="Noto Sans JP"/>
                          <a:ea typeface="Noto Sans JP"/>
                          <a:cs typeface="Noto Sans JP"/>
                        </a:rPr>
                        <a:t>費用の照合</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週間会計と台帳の差 ≤ 10⁻⁶円</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報告費用を実行値に対応付けた</a:t>
                      </a:r>
                    </a:p>
                  </a:txBody>
                  <a:tcPr marL="91440" marR="91440" marT="45720" marB="45720">
                    <a:solidFill>
                      <a:srgbClr val="F1F5F8"/>
                    </a:solidFill>
                  </a:tcPr>
                </a:tc>
              </a:tr>
              <a:tr h="626745">
                <a:tc>
                  <a:txBody>
                    <a:bodyPr/>
                    <a:lstStyle/>
                    <a:p>
                      <a:r>
                        <a:rPr sz="1650" b="0">
                          <a:solidFill>
                            <a:srgbClr val="202B58"/>
                          </a:solidFill>
                          <a:latin typeface="Noto Sans JP"/>
                          <a:ea typeface="Noto Sans JP"/>
                          <a:cs typeface="Noto Sans JP"/>
                        </a:rPr>
                        <a:t>未完了の評価</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最適性・同条件の対照比較</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現在は診断結果として報告する</a:t>
                      </a:r>
                    </a:p>
                  </a:txBody>
                  <a:tcPr marL="91440" marR="91440" marT="45720" marB="45720">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93E3A1EA-69DE-4F28-A53E-A2D938E67D42}"/>
              </a:ext>
            </a:extLst>
          </p:cNvPr>
          <p:cNvSpPr>
            <a:spLocks xmlns:a="http://schemas.openxmlformats.org/drawingml/2006/main" noGrp="1"/>
          </p:cNvSpPr>
          <p:nvPr/>
        </p:nvSpPr>
        <p:spPr>
          <a:xfrm xmlns:a="http://schemas.openxmlformats.org/drawingml/2006/main">
            <a:off x="685800" y="5086350"/>
            <a:ext cx="10763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9687B"/>
                </a:solidFill>
                <a:latin typeface="Noto Sans JP"/>
                <a:ea typeface="Noto Sans JP"/>
                <a:cs typeface="Noto Sans JP"/>
              </a:defRPr>
            </a:pPr>
            <a:r>
              <a:rPr sz="1575" b="0">
                <a:solidFill>
                  <a:srgbClr val="59687B"/>
                </a:solidFill>
                <a:latin typeface="Noto Sans JP"/>
                <a:ea typeface="Noto Sans JP"/>
                <a:cs typeface="Noto Sans JP"/>
              </a:rPr>
              <a:t>各週は同じ初期状態から開始。BESSの週末残量は初期値への復元を要求しない。</a:t>
            </a:r>
          </a:p>
        </p:txBody>
      </p:sp>
    </p:spTree>
    <p:extLst>
      <p:ext uri="{BB962C8B-B14F-4D97-AF65-F5344CB8AC3E}">
        <p14:creationId xmlns:p14="http://schemas.microsoft.com/office/powerpoint/2010/main" val="15255203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AE051EF-FC04-4C22-AD10-F0E737392D51}"/>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電力量・平均電力・ピークの読み方</a:t>
            </a:r>
          </a:p>
        </p:txBody>
      </p:sp>
      <p:sp>
        <p:nvSpPr>
          <p:cNvPr id="2" name="">
            <a:extLst xmlns:a="http://schemas.openxmlformats.org/drawingml/2006/main">
              <a:ext uri="{FF2B5EF4-FFF2-40B4-BE49-F238E27FC236}">
                <a16:creationId xmlns:a16="http://schemas.microsoft.com/office/drawing/2014/main" id="{7F7D3C30-6A2A-42D7-A15F-B36AEC059299}"/>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受電電力はkW、時間を掛けて積算した電力量はkWh</a:t>
            </a:r>
          </a:p>
        </p:txBody>
      </p:sp>
      <p:sp>
        <p:nvSpPr>
          <p:cNvPr id="3" name="">
            <a:extLst xmlns:a="http://schemas.openxmlformats.org/drawingml/2006/main">
              <a:ext uri="{FF2B5EF4-FFF2-40B4-BE49-F238E27FC236}">
                <a16:creationId xmlns:a16="http://schemas.microsoft.com/office/drawing/2014/main" id="{7845325E-8E2F-4160-8AF8-E8619FC2FEE9}"/>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購入量が同じでも、短時間へ集中するとピークは高くなる</a:t>
            </a:r>
          </a:p>
        </p:txBody>
      </p:sp>
      <p:sp>
        <p:nvSpPr>
          <p:cNvPr id="4" name="">
            <a:extLst xmlns:a="http://schemas.openxmlformats.org/drawingml/2006/main">
              <a:ext uri="{FF2B5EF4-FFF2-40B4-BE49-F238E27FC236}">
                <a16:creationId xmlns:a16="http://schemas.microsoft.com/office/drawing/2014/main" id="{65C34FBA-A6A6-4483-8F87-D0D4228790A5}"/>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前回P9右図は「最大15分平均受電電力」。週間平均とは集計期間が異なる。</a:t>
            </a:r>
          </a:p>
        </p:txBody>
      </p:sp>
      <p:sp>
        <p:nvSpPr>
          <p:cNvPr id="5" name="">
            <a:extLst xmlns:a="http://schemas.openxmlformats.org/drawingml/2006/main">
              <a:ext uri="{FF2B5EF4-FFF2-40B4-BE49-F238E27FC236}">
                <a16:creationId xmlns:a16="http://schemas.microsoft.com/office/drawing/2014/main" id="{47C746E7-600D-43AB-BCED-DB139CBC140E}"/>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7B087A8C-9552-4469-B3D9-0AB3A968D10C}"/>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7/24</a:t>
            </a:r>
          </a:p>
        </p:txBody>
      </p:sp>
      <p:sp>
        <p:nvSpPr>
          <p:cNvPr id="7" name="">
            <a:extLst xmlns:a="http://schemas.openxmlformats.org/drawingml/2006/main">
              <a:ext uri="{FF2B5EF4-FFF2-40B4-BE49-F238E27FC236}">
                <a16:creationId xmlns:a16="http://schemas.microsoft.com/office/drawing/2014/main" id="{1F718B88-2AEE-4B74-96CE-633774AC2D92}"/>
              </a:ext>
            </a:extLst>
          </p:cNvPr>
          <p:cNvSpPr>
            <a:spLocks xmlns:a="http://schemas.openxmlformats.org/drawingml/2006/main" noGrp="1"/>
          </p:cNvSpPr>
          <p:nvPr/>
        </p:nvSpPr>
        <p:spPr>
          <a:xfrm xmlns:a="http://schemas.openxmlformats.org/drawingml/2006/main">
            <a:off x="685800" y="17526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316DB6"/>
                </a:solidFill>
                <a:latin typeface="Noto Sans JP"/>
                <a:ea typeface="Noto Sans JP"/>
                <a:cs typeface="Noto Sans JP"/>
              </a:defRPr>
            </a:pPr>
            <a:r>
              <a:rPr sz="2100" b="1">
                <a:solidFill>
                  <a:srgbClr val="316DB6"/>
                </a:solidFill>
                <a:latin typeface="Noto Sans JP"/>
                <a:ea typeface="Noto Sans JP"/>
                <a:cs typeface="Noto Sans JP"/>
              </a:rPr>
              <a:t>計算例：100 kW × 15分（0.25時間）＝ 25 kWh</a:t>
            </a:r>
          </a:p>
        </p:txBody>
      </p:sp>
      <p:graphicFrame>
        <p:nvGraphicFramePr>
          <p:cNvPr id="16" name=""/>
          <p:cNvGraphicFramePr/>
          <p:nvPr/>
        </p:nvGraphicFramePr>
        <p:xfrm>
          <a:off xmlns:a="http://schemas.openxmlformats.org/drawingml/2006/main" x="571500" y="2505075"/>
          <a:ext xmlns:a="http://schemas.openxmlformats.org/drawingml/2006/main" cx="11049000" cy="2847975"/>
        </p:xfrm>
        <a:graphic xmlns:a="http://schemas.openxmlformats.org/drawingml/2006/main">
          <a:graphicData uri="http://schemas.openxmlformats.org/drawingml/2006/table">
            <a:tbl>
              <a:tblPr/>
              <a:tblGrid>
                <a:gridCol w="3333750"/>
                <a:gridCol w="4381500"/>
                <a:gridCol w="3333750"/>
              </a:tblGrid>
              <a:tr h="711994">
                <a:tc>
                  <a:txBody>
                    <a:bodyPr/>
                    <a:lstStyle/>
                    <a:p>
                      <a:r>
                        <a:rPr sz="1725" b="1">
                          <a:solidFill>
                            <a:srgbClr val="FFFFFF"/>
                          </a:solidFill>
                          <a:latin typeface="Noto Sans JP"/>
                          <a:ea typeface="Noto Sans JP"/>
                          <a:cs typeface="Noto Sans JP"/>
                        </a:rPr>
                        <a:t>指標</a:t>
                      </a:r>
                    </a:p>
                  </a:txBody>
                  <a:tcPr marL="91440" marR="91440" marT="45720" marB="45720">
                    <a:solidFill>
                      <a:srgbClr val="202B58"/>
                    </a:solidFill>
                  </a:tcPr>
                </a:tc>
                <a:tc>
                  <a:txBody>
                    <a:bodyPr/>
                    <a:lstStyle/>
                    <a:p>
                      <a:r>
                        <a:rPr sz="1725" b="1">
                          <a:solidFill>
                            <a:srgbClr val="FFFFFF"/>
                          </a:solidFill>
                          <a:latin typeface="Noto Sans JP"/>
                          <a:ea typeface="Noto Sans JP"/>
                          <a:cs typeface="Noto Sans JP"/>
                        </a:rPr>
                        <a:t>計算の意味</a:t>
                      </a:r>
                    </a:p>
                  </a:txBody>
                  <a:tcPr marL="91440" marR="91440" marT="45720" marB="45720">
                    <a:solidFill>
                      <a:srgbClr val="202B58"/>
                    </a:solidFill>
                  </a:tcPr>
                </a:tc>
                <a:tc>
                  <a:txBody>
                    <a:bodyPr/>
                    <a:lstStyle/>
                    <a:p>
                      <a:r>
                        <a:rPr sz="1725" b="1">
                          <a:solidFill>
                            <a:srgbClr val="FFFFFF"/>
                          </a:solidFill>
                          <a:latin typeface="Noto Sans JP"/>
                          <a:ea typeface="Noto Sans JP"/>
                          <a:cs typeface="Noto Sans JP"/>
                        </a:rPr>
                        <a:t>何が分かるか</a:t>
                      </a:r>
                    </a:p>
                  </a:txBody>
                  <a:tcPr marL="91440" marR="91440" marT="45720" marB="45720">
                    <a:solidFill>
                      <a:srgbClr val="202B58"/>
                    </a:solidFill>
                  </a:tcPr>
                </a:tc>
              </a:tr>
              <a:tr h="711994">
                <a:tc>
                  <a:txBody>
                    <a:bodyPr/>
                    <a:lstStyle/>
                    <a:p>
                      <a:r>
                        <a:rPr sz="1725" b="0">
                          <a:solidFill>
                            <a:srgbClr val="202B58"/>
                          </a:solidFill>
                          <a:latin typeface="Noto Sans JP"/>
                          <a:ea typeface="Noto Sans JP"/>
                          <a:cs typeface="Noto Sans JP"/>
                        </a:rPr>
                        <a:t>週間購入電力量 [kWh]</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各15分の電力 × 0.25時間を合計</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1週間に購入した総量</a:t>
                      </a:r>
                    </a:p>
                  </a:txBody>
                  <a:tcPr marL="91440" marR="91440" marT="45720" marB="45720">
                    <a:solidFill>
                      <a:srgbClr val="F1F5F8"/>
                    </a:solidFill>
                  </a:tcPr>
                </a:tc>
              </a:tr>
              <a:tr h="711994">
                <a:tc>
                  <a:txBody>
                    <a:bodyPr/>
                    <a:lstStyle/>
                    <a:p>
                      <a:r>
                        <a:rPr sz="1725" b="0">
                          <a:solidFill>
                            <a:srgbClr val="202B58"/>
                          </a:solidFill>
                          <a:latin typeface="Noto Sans JP"/>
                          <a:ea typeface="Noto Sans JP"/>
                          <a:cs typeface="Noto Sans JP"/>
                        </a:rPr>
                        <a:t>週間平均電力 [kW]</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週間購入電力量 ÷ 168時間</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ゼロの時間も含めた週平均</a:t>
                      </a:r>
                    </a:p>
                  </a:txBody>
                  <a:tcPr marL="91440" marR="91440" marT="45720" marB="45720">
                    <a:solidFill>
                      <a:srgbClr val="FFFFFF"/>
                    </a:solidFill>
                  </a:tcPr>
                </a:tc>
              </a:tr>
              <a:tr h="711994">
                <a:tc>
                  <a:txBody>
                    <a:bodyPr/>
                    <a:lstStyle/>
                    <a:p>
                      <a:r>
                        <a:rPr sz="1725" b="0">
                          <a:solidFill>
                            <a:srgbClr val="202B58"/>
                          </a:solidFill>
                          <a:latin typeface="Noto Sans JP"/>
                          <a:ea typeface="Noto Sans JP"/>
                          <a:cs typeface="Noto Sans JP"/>
                        </a:rPr>
                        <a:t>受電ピーク [kW]</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15分平均電力の最大値</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最も集中して購入した区間</a:t>
                      </a:r>
                    </a:p>
                  </a:txBody>
                  <a:tcPr marL="91440" marR="91440" marT="45720" marB="45720">
                    <a:solidFill>
                      <a:srgbClr val="F1F5F8"/>
                    </a:solidFill>
                  </a:tcPr>
                </a:tc>
              </a:tr>
            </a:tbl>
          </a:graphicData>
        </a:graphic>
      </p:graphicFrame>
    </p:spTree>
    <p:extLst>
      <p:ext uri="{BB962C8B-B14F-4D97-AF65-F5344CB8AC3E}">
        <p14:creationId xmlns:p14="http://schemas.microsoft.com/office/powerpoint/2010/main" val="132438257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5CDB32-9E36-498C-878E-EE782DAEA372}"/>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12週のPV利用と購入電力量</a:t>
            </a:r>
          </a:p>
        </p:txBody>
      </p:sp>
      <p:sp>
        <p:nvSpPr>
          <p:cNvPr id="2" name="">
            <a:extLst xmlns:a="http://schemas.openxmlformats.org/drawingml/2006/main">
              <a:ext uri="{FF2B5EF4-FFF2-40B4-BE49-F238E27FC236}">
                <a16:creationId xmlns:a16="http://schemas.microsoft.com/office/drawing/2014/main" id="{36AD1AFE-EDE3-420B-BAFB-D85572A89F28}"/>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発電を増やすだけでなく、いつ利用できるかが運用上の課題になる</a:t>
            </a:r>
          </a:p>
        </p:txBody>
      </p:sp>
      <p:sp>
        <p:nvSpPr>
          <p:cNvPr id="3" name="">
            <a:extLst xmlns:a="http://schemas.openxmlformats.org/drawingml/2006/main">
              <a:ext uri="{FF2B5EF4-FFF2-40B4-BE49-F238E27FC236}">
                <a16:creationId xmlns:a16="http://schemas.microsoft.com/office/drawing/2014/main" id="{AD1BDF65-9738-4A29-8CD5-D00C32CFCF81}"/>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7月はPV32.0 MWhの44.1%を抑制。購入量は1.75 MWhで最少</a:t>
            </a:r>
          </a:p>
        </p:txBody>
      </p:sp>
      <p:sp>
        <p:nvSpPr>
          <p:cNvPr id="4" name="">
            <a:extLst xmlns:a="http://schemas.openxmlformats.org/drawingml/2006/main">
              <a:ext uri="{FF2B5EF4-FFF2-40B4-BE49-F238E27FC236}">
                <a16:creationId xmlns:a16="http://schemas.microsoft.com/office/drawing/2014/main" id="{63B2B52A-A301-4678-8032-563F46BE02B4}"/>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左はPVの受け渡し先。BESS充電量の全量が同じ週にバスへ届いたとは限らない。</a:t>
            </a:r>
          </a:p>
        </p:txBody>
      </p:sp>
      <p:sp>
        <p:nvSpPr>
          <p:cNvPr id="5" name="">
            <a:extLst xmlns:a="http://schemas.openxmlformats.org/drawingml/2006/main">
              <a:ext uri="{FF2B5EF4-FFF2-40B4-BE49-F238E27FC236}">
                <a16:creationId xmlns:a16="http://schemas.microsoft.com/office/drawing/2014/main" id="{63C7D29A-32EA-4DCE-96E9-792E9E5276EF}"/>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DB699019-84AF-4571-8E74-A778D7A7F10C}"/>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8/24</a:t>
            </a:r>
          </a:p>
        </p:txBody>
      </p:sp>
      <p:graphicFrame>
        <p:nvGraphicFramePr>
          <p:cNvPr id="15" name="Chart"/>
          <p:cNvGraphicFramePr/>
          <p:nvPr/>
        </p:nvGraphicFramePr>
        <p:xfrm>
          <a:off xmlns:a="http://schemas.openxmlformats.org/drawingml/2006/main" x="571500" y="1695450"/>
          <a:ext xmlns:a="http://schemas.openxmlformats.org/drawingml/2006/main" cx="5429250" cy="3714750"/>
        </p:xfrm>
        <a:graphic xmlns:a="http://schemas.openxmlformats.org/drawingml/2006/main">
          <a:graphicData uri="http://schemas.openxmlformats.org/drawingml/2006/chart">
            <c:chart xmlns:r="http://schemas.openxmlformats.org/officeDocument/2006/relationships" xmlns:c="http://schemas.openxmlformats.org/drawingml/2006/chart" r:id="R93bee54b3c8d4acf"/>
          </a:graphicData>
        </a:graphic>
      </p:graphicFrame>
      <p:graphicFrame>
        <p:nvGraphicFramePr>
          <p:cNvPr id="16" name="Chart"/>
          <p:cNvGraphicFramePr/>
          <p:nvPr/>
        </p:nvGraphicFramePr>
        <p:xfrm>
          <a:off xmlns:a="http://schemas.openxmlformats.org/drawingml/2006/main" x="6238875" y="1695450"/>
          <a:ext xmlns:a="http://schemas.openxmlformats.org/drawingml/2006/main" cx="5381625" cy="3714750"/>
        </p:xfrm>
        <a:graphic xmlns:a="http://schemas.openxmlformats.org/drawingml/2006/main">
          <a:graphicData uri="http://schemas.openxmlformats.org/drawingml/2006/chart">
            <c:chart xmlns:r="http://schemas.openxmlformats.org/officeDocument/2006/relationships" xmlns:c="http://schemas.openxmlformats.org/drawingml/2006/chart" r:id="R27a2d1dc52714650"/>
          </a:graphicData>
        </a:graphic>
      </p:graphicFrame>
    </p:spTree>
    <p:extLst>
      <p:ext uri="{BB962C8B-B14F-4D97-AF65-F5344CB8AC3E}">
        <p14:creationId xmlns:p14="http://schemas.microsoft.com/office/powerpoint/2010/main" val="65517228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4AD9F5-DE41-4EF7-B394-786222E32787}"/>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3月と11月：購入量は近く、ピークが違う</a:t>
            </a:r>
          </a:p>
        </p:txBody>
      </p:sp>
      <p:sp>
        <p:nvSpPr>
          <p:cNvPr id="2" name="">
            <a:extLst xmlns:a="http://schemas.openxmlformats.org/drawingml/2006/main">
              <a:ext uri="{FF2B5EF4-FFF2-40B4-BE49-F238E27FC236}">
                <a16:creationId xmlns:a16="http://schemas.microsoft.com/office/drawing/2014/main" id="{6A8C9C2B-B98F-419D-A124-0FFCE29C66B5}"/>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3月3〜9日と11月10〜16日／どちらも1,704便・206台日</a:t>
            </a:r>
          </a:p>
        </p:txBody>
      </p:sp>
      <p:sp>
        <p:nvSpPr>
          <p:cNvPr id="3" name="">
            <a:extLst xmlns:a="http://schemas.openxmlformats.org/drawingml/2006/main">
              <a:ext uri="{FF2B5EF4-FFF2-40B4-BE49-F238E27FC236}">
                <a16:creationId xmlns:a16="http://schemas.microsoft.com/office/drawing/2014/main" id="{419AFADC-4003-40B2-BE81-E33BDF8A1F47}"/>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11月も購入量は多いが、3月のような大きなピークはない</a:t>
            </a:r>
          </a:p>
        </p:txBody>
      </p:sp>
      <p:sp>
        <p:nvSpPr>
          <p:cNvPr id="4" name="">
            <a:extLst xmlns:a="http://schemas.openxmlformats.org/drawingml/2006/main">
              <a:ext uri="{FF2B5EF4-FFF2-40B4-BE49-F238E27FC236}">
                <a16:creationId xmlns:a16="http://schemas.microsoft.com/office/drawing/2014/main" id="{45C1882A-D32B-43E4-BD87-04C852DFFBEC}"/>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両週の配車は完全には一致しない。BEV担当便は3月1,562便、11月1,565便。</a:t>
            </a:r>
          </a:p>
        </p:txBody>
      </p:sp>
      <p:sp>
        <p:nvSpPr>
          <p:cNvPr id="5" name="">
            <a:extLst xmlns:a="http://schemas.openxmlformats.org/drawingml/2006/main">
              <a:ext uri="{FF2B5EF4-FFF2-40B4-BE49-F238E27FC236}">
                <a16:creationId xmlns:a16="http://schemas.microsoft.com/office/drawing/2014/main" id="{C55FE943-64EB-4B31-A927-386DD2618E95}"/>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18949B2A-81E3-4AA9-A255-9FF7219DB9B9}"/>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9/24</a:t>
            </a:r>
          </a:p>
        </p:txBody>
      </p:sp>
      <p:graphicFrame>
        <p:nvGraphicFramePr>
          <p:cNvPr id="14" name=""/>
          <p:cNvGraphicFramePr/>
          <p:nvPr/>
        </p:nvGraphicFramePr>
        <p:xfrm>
          <a:off xmlns:a="http://schemas.openxmlformats.org/drawingml/2006/main" x="571500" y="1695450"/>
          <a:ext xmlns:a="http://schemas.openxmlformats.org/drawingml/2006/main" cx="11049000" cy="3714750"/>
        </p:xfrm>
        <a:graphic xmlns:a="http://schemas.openxmlformats.org/drawingml/2006/main">
          <a:graphicData uri="http://schemas.openxmlformats.org/drawingml/2006/table">
            <a:tbl>
              <a:tblPr/>
              <a:tblGrid>
                <a:gridCol w="5524500"/>
                <a:gridCol w="2762250"/>
                <a:gridCol w="2762250"/>
              </a:tblGrid>
              <a:tr h="619125">
                <a:tc>
                  <a:txBody>
                    <a:bodyPr/>
                    <a:lstStyle/>
                    <a:p>
                      <a:r>
                        <a:rPr sz="1725" b="1">
                          <a:solidFill>
                            <a:srgbClr val="FFFFFF"/>
                          </a:solidFill>
                          <a:latin typeface="Noto Sans JP"/>
                          <a:ea typeface="Noto Sans JP"/>
                          <a:cs typeface="Noto Sans JP"/>
                        </a:rPr>
                        <a:t>比較指標</a:t>
                      </a:r>
                    </a:p>
                  </a:txBody>
                  <a:tcPr marL="91440" marR="91440" marT="45720" marB="45720">
                    <a:solidFill>
                      <a:srgbClr val="202B58"/>
                    </a:solidFill>
                  </a:tcPr>
                </a:tc>
                <a:tc>
                  <a:txBody>
                    <a:bodyPr/>
                    <a:lstStyle/>
                    <a:p>
                      <a:r>
                        <a:rPr sz="1725" b="1">
                          <a:solidFill>
                            <a:srgbClr val="FFFFFF"/>
                          </a:solidFill>
                          <a:latin typeface="Noto Sans JP"/>
                          <a:ea typeface="Noto Sans JP"/>
                          <a:cs typeface="Noto Sans JP"/>
                        </a:rPr>
                        <a:t>3月</a:t>
                      </a:r>
                    </a:p>
                  </a:txBody>
                  <a:tcPr marL="91440" marR="91440" marT="45720" marB="45720">
                    <a:solidFill>
                      <a:srgbClr val="202B58"/>
                    </a:solidFill>
                  </a:tcPr>
                </a:tc>
                <a:tc>
                  <a:txBody>
                    <a:bodyPr/>
                    <a:lstStyle/>
                    <a:p>
                      <a:r>
                        <a:rPr sz="1725" b="1">
                          <a:solidFill>
                            <a:srgbClr val="FFFFFF"/>
                          </a:solidFill>
                          <a:latin typeface="Noto Sans JP"/>
                          <a:ea typeface="Noto Sans JP"/>
                          <a:cs typeface="Noto Sans JP"/>
                        </a:rPr>
                        <a:t>11月</a:t>
                      </a:r>
                    </a:p>
                  </a:txBody>
                  <a:tcPr marL="91440" marR="91440" marT="45720" marB="45720">
                    <a:solidFill>
                      <a:srgbClr val="202B58"/>
                    </a:solidFill>
                  </a:tcPr>
                </a:tc>
              </a:tr>
              <a:tr h="619125">
                <a:tc>
                  <a:txBody>
                    <a:bodyPr/>
                    <a:lstStyle/>
                    <a:p>
                      <a:r>
                        <a:rPr sz="1725" b="0">
                          <a:solidFill>
                            <a:srgbClr val="202B58"/>
                          </a:solidFill>
                          <a:latin typeface="Noto Sans JP"/>
                          <a:ea typeface="Noto Sans JP"/>
                          <a:cs typeface="Noto Sans JP"/>
                        </a:rPr>
                        <a:t>PV発電量 [MWh／週]</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14.86</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15.85</a:t>
                      </a:r>
                    </a:p>
                  </a:txBody>
                  <a:tcPr marL="91440" marR="91440" marT="45720" marB="45720">
                    <a:solidFill>
                      <a:srgbClr val="F1F5F8"/>
                    </a:solidFill>
                  </a:tcPr>
                </a:tc>
              </a:tr>
              <a:tr h="619125">
                <a:tc>
                  <a:txBody>
                    <a:bodyPr/>
                    <a:lstStyle/>
                    <a:p>
                      <a:r>
                        <a:rPr sz="1725" b="0">
                          <a:solidFill>
                            <a:srgbClr val="202B58"/>
                          </a:solidFill>
                          <a:latin typeface="Noto Sans JP"/>
                          <a:ea typeface="Noto Sans JP"/>
                          <a:cs typeface="Noto Sans JP"/>
                        </a:rPr>
                        <a:t>バス充電量 [MWh／週]</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19.90</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20.00</a:t>
                      </a:r>
                    </a:p>
                  </a:txBody>
                  <a:tcPr marL="91440" marR="91440" marT="45720" marB="45720">
                    <a:solidFill>
                      <a:srgbClr val="FFFFFF"/>
                    </a:solidFill>
                  </a:tcPr>
                </a:tc>
              </a:tr>
              <a:tr h="619125">
                <a:tc>
                  <a:txBody>
                    <a:bodyPr/>
                    <a:lstStyle/>
                    <a:p>
                      <a:r>
                        <a:rPr sz="1725" b="0">
                          <a:solidFill>
                            <a:srgbClr val="202B58"/>
                          </a:solidFill>
                          <a:latin typeface="Noto Sans JP"/>
                          <a:ea typeface="Noto Sans JP"/>
                          <a:cs typeface="Noto Sans JP"/>
                        </a:rPr>
                        <a:t>系統購入量 [MWh／週]</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7.79</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7.30</a:t>
                      </a:r>
                    </a:p>
                  </a:txBody>
                  <a:tcPr marL="91440" marR="91440" marT="45720" marB="45720">
                    <a:solidFill>
                      <a:srgbClr val="F1F5F8"/>
                    </a:solidFill>
                  </a:tcPr>
                </a:tc>
              </a:tr>
              <a:tr h="619125">
                <a:tc>
                  <a:txBody>
                    <a:bodyPr/>
                    <a:lstStyle/>
                    <a:p>
                      <a:r>
                        <a:rPr sz="1725" b="0">
                          <a:solidFill>
                            <a:srgbClr val="202B58"/>
                          </a:solidFill>
                          <a:latin typeface="Noto Sans JP"/>
                          <a:ea typeface="Noto Sans JP"/>
                          <a:cs typeface="Noto Sans JP"/>
                        </a:rPr>
                        <a:t>週間平均受電電力 [kW]</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46.4</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43.5</a:t>
                      </a:r>
                    </a:p>
                  </a:txBody>
                  <a:tcPr marL="91440" marR="91440" marT="45720" marB="45720">
                    <a:solidFill>
                      <a:srgbClr val="FFFFFF"/>
                    </a:solidFill>
                  </a:tcPr>
                </a:tc>
              </a:tr>
              <a:tr h="619125">
                <a:tc>
                  <a:txBody>
                    <a:bodyPr/>
                    <a:lstStyle/>
                    <a:p>
                      <a:r>
                        <a:rPr sz="1725" b="0">
                          <a:solidFill>
                            <a:srgbClr val="202B58"/>
                          </a:solidFill>
                          <a:latin typeface="Noto Sans JP"/>
                          <a:ea typeface="Noto Sans JP"/>
                          <a:cs typeface="Noto Sans JP"/>
                        </a:rPr>
                        <a:t>最大15分平均受電電力 [kW]</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849.4</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234.8</a:t>
                      </a:r>
                    </a:p>
                  </a:txBody>
                  <a:tcPr marL="91440" marR="91440" marT="45720" marB="45720">
                    <a:solidFill>
                      <a:srgbClr val="F1F5F8"/>
                    </a:solidFill>
                  </a:tcPr>
                </a:tc>
              </a:tr>
            </a:tbl>
          </a:graphicData>
        </a:graphic>
      </p:graphicFrame>
    </p:spTree>
    <p:extLst>
      <p:ext uri="{BB962C8B-B14F-4D97-AF65-F5344CB8AC3E}">
        <p14:creationId xmlns:p14="http://schemas.microsoft.com/office/powerpoint/2010/main" val="11806165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B97299A-E9E6-4517-BC18-E44948CBA095}"/>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11月の購入は7日すべてに分散</a:t>
            </a:r>
          </a:p>
        </p:txBody>
      </p:sp>
      <p:sp>
        <p:nvSpPr>
          <p:cNvPr id="2" name="">
            <a:extLst xmlns:a="http://schemas.openxmlformats.org/drawingml/2006/main">
              <a:ext uri="{FF2B5EF4-FFF2-40B4-BE49-F238E27FC236}">
                <a16:creationId xmlns:a16="http://schemas.microsoft.com/office/drawing/2014/main" id="{3586964E-4F5B-4664-A929-D6A5812954D6}"/>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最大の1日でも週間購入量の20.5%。一度の短い購入だけでは説明できない</a:t>
            </a:r>
          </a:p>
        </p:txBody>
      </p:sp>
      <p:sp>
        <p:nvSpPr>
          <p:cNvPr id="3" name="">
            <a:extLst xmlns:a="http://schemas.openxmlformats.org/drawingml/2006/main">
              <a:ext uri="{FF2B5EF4-FFF2-40B4-BE49-F238E27FC236}">
                <a16:creationId xmlns:a16="http://schemas.microsoft.com/office/drawing/2014/main" id="{EB2A7D84-C9E7-4E65-9514-80BFBA8564B3}"/>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1 kWを超える購入は11月50.75時間、3月51.75時間</a:t>
            </a:r>
          </a:p>
        </p:txBody>
      </p:sp>
      <p:sp>
        <p:nvSpPr>
          <p:cNvPr id="4" name="">
            <a:extLst xmlns:a="http://schemas.openxmlformats.org/drawingml/2006/main">
              <a:ext uri="{FF2B5EF4-FFF2-40B4-BE49-F238E27FC236}">
                <a16:creationId xmlns:a16="http://schemas.microsoft.com/office/drawing/2014/main" id="{B1E61ED4-8BA8-4A0A-9B27-42A94940C73A}"/>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購入時間は15分区間の合計。連続して50時間購入したという意味ではない。</a:t>
            </a:r>
          </a:p>
        </p:txBody>
      </p:sp>
      <p:sp>
        <p:nvSpPr>
          <p:cNvPr id="5" name="">
            <a:extLst xmlns:a="http://schemas.openxmlformats.org/drawingml/2006/main">
              <a:ext uri="{FF2B5EF4-FFF2-40B4-BE49-F238E27FC236}">
                <a16:creationId xmlns:a16="http://schemas.microsoft.com/office/drawing/2014/main" id="{C2051E29-501A-41FE-A138-56DE2BC7F9DD}"/>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133CD5CB-083A-4CBD-8FD3-55B2D76122C2}"/>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10/24</a:t>
            </a:r>
          </a:p>
        </p:txBody>
      </p:sp>
      <p:graphicFrame>
        <p:nvGraphicFramePr>
          <p:cNvPr id="15" name="Chart"/>
          <p:cNvGraphicFramePr/>
          <p:nvPr/>
        </p:nvGraphicFramePr>
        <p:xfrm>
          <a:off xmlns:a="http://schemas.openxmlformats.org/drawingml/2006/main" x="571500" y="1695450"/>
          <a:ext xmlns:a="http://schemas.openxmlformats.org/drawingml/2006/main" cx="7048500" cy="3714750"/>
        </p:xfrm>
        <a:graphic xmlns:a="http://schemas.openxmlformats.org/drawingml/2006/main">
          <a:graphicData uri="http://schemas.openxmlformats.org/drawingml/2006/chart">
            <c:chart xmlns:r="http://schemas.openxmlformats.org/officeDocument/2006/relationships" xmlns:c="http://schemas.openxmlformats.org/drawingml/2006/chart" r:id="R082c7fb753ed4751"/>
          </a:graphicData>
        </a:graphic>
      </p:graphicFrame>
      <p:graphicFrame>
        <p:nvGraphicFramePr>
          <p:cNvPr id="16" name=""/>
          <p:cNvGraphicFramePr/>
          <p:nvPr/>
        </p:nvGraphicFramePr>
        <p:xfrm>
          <a:off xmlns:a="http://schemas.openxmlformats.org/drawingml/2006/main" x="7810500" y="2085975"/>
          <a:ext xmlns:a="http://schemas.openxmlformats.org/drawingml/2006/main" cx="3810000" cy="2981325"/>
        </p:xfrm>
        <a:graphic xmlns:a="http://schemas.openxmlformats.org/drawingml/2006/main">
          <a:graphicData uri="http://schemas.openxmlformats.org/drawingml/2006/table">
            <a:tbl>
              <a:tblPr/>
              <a:tblGrid>
                <a:gridCol w="2143125"/>
                <a:gridCol w="1666875"/>
              </a:tblGrid>
              <a:tr h="596265">
                <a:tc>
                  <a:txBody>
                    <a:bodyPr/>
                    <a:lstStyle/>
                    <a:p>
                      <a:r>
                        <a:rPr sz="1650" b="1">
                          <a:solidFill>
                            <a:srgbClr val="FFFFFF"/>
                          </a:solidFill>
                          <a:latin typeface="Noto Sans JP"/>
                          <a:ea typeface="Noto Sans JP"/>
                          <a:cs typeface="Noto Sans JP"/>
                        </a:rPr>
                        <a:t>指標</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11月</a:t>
                      </a:r>
                    </a:p>
                  </a:txBody>
                  <a:tcPr marL="91440" marR="91440" marT="45720" marB="45720">
                    <a:solidFill>
                      <a:srgbClr val="202B58"/>
                    </a:solidFill>
                  </a:tcPr>
                </a:tc>
              </a:tr>
              <a:tr h="596265">
                <a:tc>
                  <a:txBody>
                    <a:bodyPr/>
                    <a:lstStyle/>
                    <a:p>
                      <a:r>
                        <a:rPr sz="1650" b="0">
                          <a:solidFill>
                            <a:srgbClr val="202B58"/>
                          </a:solidFill>
                          <a:latin typeface="Noto Sans JP"/>
                          <a:ea typeface="Noto Sans JP"/>
                          <a:cs typeface="Noto Sans JP"/>
                        </a:rPr>
                        <a:t>購入がある日</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7／7日</a:t>
                      </a:r>
                    </a:p>
                  </a:txBody>
                  <a:tcPr marL="91440" marR="91440" marT="45720" marB="45720">
                    <a:solidFill>
                      <a:srgbClr val="F1F5F8"/>
                    </a:solidFill>
                  </a:tcPr>
                </a:tc>
              </a:tr>
              <a:tr h="596265">
                <a:tc>
                  <a:txBody>
                    <a:bodyPr/>
                    <a:lstStyle/>
                    <a:p>
                      <a:r>
                        <a:rPr sz="1650" b="0">
                          <a:solidFill>
                            <a:srgbClr val="202B58"/>
                          </a:solidFill>
                          <a:latin typeface="Noto Sans JP"/>
                          <a:ea typeface="Noto Sans JP"/>
                          <a:cs typeface="Noto Sans JP"/>
                        </a:rPr>
                        <a:t>購入時間</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50.75時間</a:t>
                      </a:r>
                    </a:p>
                  </a:txBody>
                  <a:tcPr marL="91440" marR="91440" marT="45720" marB="45720">
                    <a:solidFill>
                      <a:srgbClr val="FFFFFF"/>
                    </a:solidFill>
                  </a:tcPr>
                </a:tc>
              </a:tr>
              <a:tr h="596265">
                <a:tc>
                  <a:txBody>
                    <a:bodyPr/>
                    <a:lstStyle/>
                    <a:p>
                      <a:r>
                        <a:rPr sz="1650" b="0">
                          <a:solidFill>
                            <a:srgbClr val="202B58"/>
                          </a:solidFill>
                          <a:latin typeface="Noto Sans JP"/>
                          <a:ea typeface="Noto Sans JP"/>
                          <a:cs typeface="Noto Sans JP"/>
                        </a:rPr>
                        <a:t>最長連続</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9.75時間</a:t>
                      </a:r>
                    </a:p>
                  </a:txBody>
                  <a:tcPr marL="91440" marR="91440" marT="45720" marB="45720">
                    <a:solidFill>
                      <a:srgbClr val="F1F5F8"/>
                    </a:solidFill>
                  </a:tcPr>
                </a:tc>
              </a:tr>
              <a:tr h="596265">
                <a:tc>
                  <a:txBody>
                    <a:bodyPr/>
                    <a:lstStyle/>
                    <a:p>
                      <a:r>
                        <a:rPr sz="1650" b="0">
                          <a:solidFill>
                            <a:srgbClr val="202B58"/>
                          </a:solidFill>
                          <a:latin typeface="Noto Sans JP"/>
                          <a:ea typeface="Noto Sans JP"/>
                          <a:cs typeface="Noto Sans JP"/>
                        </a:rPr>
                        <a:t>最大1日の割合</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20.5%</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37082224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1F75674-E109-44E1-9A18-6070840401A0}"/>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週内の15分受電電力</a:t>
            </a:r>
          </a:p>
        </p:txBody>
      </p:sp>
      <p:sp>
        <p:nvSpPr>
          <p:cNvPr id="2" name="">
            <a:extLst xmlns:a="http://schemas.openxmlformats.org/drawingml/2006/main">
              <a:ext uri="{FF2B5EF4-FFF2-40B4-BE49-F238E27FC236}">
                <a16:creationId xmlns:a16="http://schemas.microsoft.com/office/drawing/2014/main" id="{6B5B43F6-C973-4E04-A921-40F36FF006E2}"/>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0時間は月曜0時、24時間は火曜0時。3月と11月を同じ軸で比較</a:t>
            </a:r>
          </a:p>
        </p:txBody>
      </p:sp>
      <p:sp>
        <p:nvSpPr>
          <p:cNvPr id="3" name="">
            <a:extLst xmlns:a="http://schemas.openxmlformats.org/drawingml/2006/main">
              <a:ext uri="{FF2B5EF4-FFF2-40B4-BE49-F238E27FC236}">
                <a16:creationId xmlns:a16="http://schemas.microsoft.com/office/drawing/2014/main" id="{D40AAC4F-D5C2-4334-A6DF-301E5BC7B565}"/>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3月は週初めに849 kW。11月は200 kW付近の購入が続く</a:t>
            </a:r>
          </a:p>
        </p:txBody>
      </p:sp>
      <p:sp>
        <p:nvSpPr>
          <p:cNvPr id="4" name="">
            <a:extLst xmlns:a="http://schemas.openxmlformats.org/drawingml/2006/main">
              <a:ext uri="{FF2B5EF4-FFF2-40B4-BE49-F238E27FC236}">
                <a16:creationId xmlns:a16="http://schemas.microsoft.com/office/drawing/2014/main" id="{D960FC62-A267-48C9-BA1A-45C164FC7573}"/>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赤線200 kWは、追加費用が発生するモデル上の基準。物理的な受電上限ではない。</a:t>
            </a:r>
          </a:p>
        </p:txBody>
      </p:sp>
      <p:sp>
        <p:nvSpPr>
          <p:cNvPr id="5" name="">
            <a:extLst xmlns:a="http://schemas.openxmlformats.org/drawingml/2006/main">
              <a:ext uri="{FF2B5EF4-FFF2-40B4-BE49-F238E27FC236}">
                <a16:creationId xmlns:a16="http://schemas.microsoft.com/office/drawing/2014/main" id="{DEB0819B-9AB5-45EA-ABE0-AC5335B09021}"/>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8AF658ED-3DAC-4DB4-BABA-B2CBB33793B2}"/>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11/24</a:t>
            </a:r>
          </a:p>
        </p:txBody>
      </p:sp>
      <p:graphicFrame>
        <p:nvGraphicFramePr>
          <p:cNvPr id="14" name="Chart"/>
          <p:cNvGraphicFramePr/>
          <p:nvPr/>
        </p:nvGraphicFramePr>
        <p:xfrm>
          <a:off xmlns:a="http://schemas.openxmlformats.org/drawingml/2006/main" x="571500" y="1657350"/>
          <a:ext xmlns:a="http://schemas.openxmlformats.org/drawingml/2006/main" cx="11049000" cy="3838575"/>
        </p:xfrm>
        <a:graphic xmlns:a="http://schemas.openxmlformats.org/drawingml/2006/main">
          <a:graphicData uri="http://schemas.openxmlformats.org/drawingml/2006/chart">
            <c:chart xmlns:r="http://schemas.openxmlformats.org/officeDocument/2006/relationships" xmlns:c="http://schemas.openxmlformats.org/drawingml/2006/chart" r:id="Re2b67471cfbb4db6"/>
          </a:graphicData>
        </a:graphic>
      </p:graphicFrame>
    </p:spTree>
    <p:extLst>
      <p:ext uri="{BB962C8B-B14F-4D97-AF65-F5344CB8AC3E}">
        <p14:creationId xmlns:p14="http://schemas.microsoft.com/office/powerpoint/2010/main" val="160385550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0440360-2311-4F23-9BEF-D37F48988692}"/>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超過分の違い：短時間の大幅超過と、一晩の小幅超過</a:t>
            </a:r>
          </a:p>
        </p:txBody>
      </p:sp>
      <p:sp>
        <p:nvSpPr>
          <p:cNvPr id="2" name="">
            <a:extLst xmlns:a="http://schemas.openxmlformats.org/drawingml/2006/main">
              <a:ext uri="{FF2B5EF4-FFF2-40B4-BE49-F238E27FC236}">
                <a16:creationId xmlns:a16="http://schemas.microsoft.com/office/drawing/2014/main" id="{3AC33330-94F4-41D8-99F0-C90F842D0BAC}"/>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赤線より上の面積が超過電力量。両図とも縦軸0〜900 kW</a:t>
            </a:r>
          </a:p>
        </p:txBody>
      </p:sp>
      <p:sp>
        <p:nvSpPr>
          <p:cNvPr id="3" name="">
            <a:extLst xmlns:a="http://schemas.openxmlformats.org/drawingml/2006/main">
              <a:ext uri="{FF2B5EF4-FFF2-40B4-BE49-F238E27FC236}">
                <a16:creationId xmlns:a16="http://schemas.microsoft.com/office/drawing/2014/main" id="{BBD4B2CC-3F49-4F8A-A02B-2C4149BC85F4}"/>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3月540.5 kWh、11月92.0 kWh。超過時間だけでは費用は決まらない</a:t>
            </a:r>
          </a:p>
        </p:txBody>
      </p:sp>
      <p:sp>
        <p:nvSpPr>
          <p:cNvPr id="4" name="">
            <a:extLst xmlns:a="http://schemas.openxmlformats.org/drawingml/2006/main">
              <a:ext uri="{FF2B5EF4-FFF2-40B4-BE49-F238E27FC236}">
                <a16:creationId xmlns:a16="http://schemas.microsoft.com/office/drawing/2014/main" id="{81062243-0EB7-4C6D-8801-6B9551B6FD14}"/>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図の時間窓は異なる。表の超過時間・電力量は各週全体の値。</a:t>
            </a:r>
          </a:p>
        </p:txBody>
      </p:sp>
      <p:sp>
        <p:nvSpPr>
          <p:cNvPr id="5" name="">
            <a:extLst xmlns:a="http://schemas.openxmlformats.org/drawingml/2006/main">
              <a:ext uri="{FF2B5EF4-FFF2-40B4-BE49-F238E27FC236}">
                <a16:creationId xmlns:a16="http://schemas.microsoft.com/office/drawing/2014/main" id="{59366346-FF2D-4173-8EE7-E74E146FFFBD}"/>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D9025F83-BEA5-4110-AE26-BC8D4993556E}"/>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12/24</a:t>
            </a:r>
          </a:p>
        </p:txBody>
      </p:sp>
      <p:graphicFrame>
        <p:nvGraphicFramePr>
          <p:cNvPr id="16" name="Chart"/>
          <p:cNvGraphicFramePr/>
          <p:nvPr/>
        </p:nvGraphicFramePr>
        <p:xfrm>
          <a:off xmlns:a="http://schemas.openxmlformats.org/drawingml/2006/main" x="571500" y="1695450"/>
          <a:ext xmlns:a="http://schemas.openxmlformats.org/drawingml/2006/main" cx="5381625" cy="2914650"/>
        </p:xfrm>
        <a:graphic xmlns:a="http://schemas.openxmlformats.org/drawingml/2006/main">
          <a:graphicData uri="http://schemas.openxmlformats.org/drawingml/2006/chart">
            <c:chart xmlns:r="http://schemas.openxmlformats.org/officeDocument/2006/relationships" xmlns:c="http://schemas.openxmlformats.org/drawingml/2006/chart" r:id="R567dbe30844148db"/>
          </a:graphicData>
        </a:graphic>
      </p:graphicFrame>
      <p:graphicFrame>
        <p:nvGraphicFramePr>
          <p:cNvPr id="17" name="Chart"/>
          <p:cNvGraphicFramePr/>
          <p:nvPr/>
        </p:nvGraphicFramePr>
        <p:xfrm>
          <a:off xmlns:a="http://schemas.openxmlformats.org/drawingml/2006/main" x="6238875" y="1695450"/>
          <a:ext xmlns:a="http://schemas.openxmlformats.org/drawingml/2006/main" cx="5381625" cy="2914650"/>
        </p:xfrm>
        <a:graphic xmlns:a="http://schemas.openxmlformats.org/drawingml/2006/main">
          <a:graphicData uri="http://schemas.openxmlformats.org/drawingml/2006/chart">
            <c:chart xmlns:r="http://schemas.openxmlformats.org/officeDocument/2006/relationships" xmlns:c="http://schemas.openxmlformats.org/drawingml/2006/chart" r:id="R4aa1b6a035754841"/>
          </a:graphicData>
        </a:graphic>
      </p:graphicFrame>
      <p:graphicFrame>
        <p:nvGraphicFramePr>
          <p:cNvPr id="18" name=""/>
          <p:cNvGraphicFramePr/>
          <p:nvPr/>
        </p:nvGraphicFramePr>
        <p:xfrm>
          <a:off xmlns:a="http://schemas.openxmlformats.org/drawingml/2006/main" x="571500" y="4695825"/>
          <a:ext xmlns:a="http://schemas.openxmlformats.org/drawingml/2006/main" cx="11049000" cy="762000"/>
        </p:xfrm>
        <a:graphic xmlns:a="http://schemas.openxmlformats.org/drawingml/2006/main">
          <a:graphicData uri="http://schemas.openxmlformats.org/drawingml/2006/table">
            <a:tbl>
              <a:tblPr/>
              <a:tblGrid>
                <a:gridCol w="3143250"/>
                <a:gridCol w="3952875"/>
                <a:gridCol w="3952875"/>
              </a:tblGrid>
              <a:tr h="381000">
                <a:tc>
                  <a:txBody>
                    <a:bodyPr/>
                    <a:lstStyle/>
                    <a:p>
                      <a:r>
                        <a:rPr sz="1650" b="1">
                          <a:solidFill>
                            <a:srgbClr val="FFFFFF"/>
                          </a:solidFill>
                          <a:latin typeface="Noto Sans JP"/>
                          <a:ea typeface="Noto Sans JP"/>
                          <a:cs typeface="Noto Sans JP"/>
                        </a:rPr>
                        <a:t>週全体の値</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3月</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11月</a:t>
                      </a:r>
                    </a:p>
                  </a:txBody>
                  <a:tcPr marL="91440" marR="91440" marT="45720" marB="45720">
                    <a:solidFill>
                      <a:srgbClr val="202B58"/>
                    </a:solidFill>
                  </a:tcPr>
                </a:tc>
              </a:tr>
              <a:tr h="381000">
                <a:tc>
                  <a:txBody>
                    <a:bodyPr/>
                    <a:lstStyle/>
                    <a:p>
                      <a:r>
                        <a:rPr sz="1650" b="0">
                          <a:solidFill>
                            <a:srgbClr val="202B58"/>
                          </a:solidFill>
                          <a:latin typeface="Noto Sans JP"/>
                          <a:ea typeface="Noto Sans JP"/>
                          <a:cs typeface="Noto Sans JP"/>
                        </a:rPr>
                        <a:t>超過時間／超過電力量</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1.25 h ／ 540.5 kWh</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3.75 h ／ 92.0 kWh</a:t>
                      </a:r>
                    </a:p>
                  </a:txBody>
                  <a:tcPr marL="91440" marR="91440" marT="45720" marB="45720">
                    <a:solidFill>
                      <a:srgbClr val="F1F5F8"/>
                    </a:solidFill>
                  </a:tcPr>
                </a:tc>
              </a:tr>
            </a:tbl>
          </a:graphicData>
        </a:graphic>
      </p:graphicFrame>
    </p:spTree>
    <p:extLst>
      <p:ext uri="{BB962C8B-B14F-4D97-AF65-F5344CB8AC3E}">
        <p14:creationId xmlns:p14="http://schemas.microsoft.com/office/powerpoint/2010/main" val="103549552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FD2E94D-D23C-4785-BA34-FD68D9A3056C}"/>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ピーク時の電源と、まだ説明できていない点</a:t>
            </a:r>
          </a:p>
        </p:txBody>
      </p:sp>
      <p:sp>
        <p:nvSpPr>
          <p:cNvPr id="2" name="">
            <a:extLst xmlns:a="http://schemas.openxmlformats.org/drawingml/2006/main">
              <a:ext uri="{FF2B5EF4-FFF2-40B4-BE49-F238E27FC236}">
                <a16:creationId xmlns:a16="http://schemas.microsoft.com/office/drawing/2014/main" id="{6B92E899-DF44-4994-841B-6DE5C79C046A}"/>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両週の最大区間では、充電をすべて系統電力で賄っていた</a:t>
            </a:r>
          </a:p>
        </p:txBody>
      </p:sp>
      <p:sp>
        <p:nvSpPr>
          <p:cNvPr id="3" name="">
            <a:extLst xmlns:a="http://schemas.openxmlformats.org/drawingml/2006/main">
              <a:ext uri="{FF2B5EF4-FFF2-40B4-BE49-F238E27FC236}">
                <a16:creationId xmlns:a16="http://schemas.microsoft.com/office/drawing/2014/main" id="{99C0559E-C8FC-4C10-AB4C-DA60058111C3}"/>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BESS残量は下限より多い。系統購入が不可避だったかは未確認</a:t>
            </a:r>
          </a:p>
        </p:txBody>
      </p:sp>
      <p:sp>
        <p:nvSpPr>
          <p:cNvPr id="4" name="">
            <a:extLst xmlns:a="http://schemas.openxmlformats.org/drawingml/2006/main">
              <a:ext uri="{FF2B5EF4-FFF2-40B4-BE49-F238E27FC236}">
                <a16:creationId xmlns:a16="http://schemas.microsoft.com/office/drawing/2014/main" id="{FD544B60-5FA4-4BA5-B7B8-B5CEE154C91B}"/>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残量だけで代替運用の実行可能性は判断できない。将来の運行・残量制約も要確認。</a:t>
            </a:r>
          </a:p>
        </p:txBody>
      </p:sp>
      <p:sp>
        <p:nvSpPr>
          <p:cNvPr id="5" name="">
            <a:extLst xmlns:a="http://schemas.openxmlformats.org/drawingml/2006/main">
              <a:ext uri="{FF2B5EF4-FFF2-40B4-BE49-F238E27FC236}">
                <a16:creationId xmlns:a16="http://schemas.microsoft.com/office/drawing/2014/main" id="{563887F2-61B6-46A0-91E6-BCFC032D9485}"/>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61818EE4-6140-494E-89EE-448F4DFDF4EE}"/>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13/24</a:t>
            </a:r>
          </a:p>
        </p:txBody>
      </p:sp>
      <p:graphicFrame>
        <p:nvGraphicFramePr>
          <p:cNvPr id="14" name=""/>
          <p:cNvGraphicFramePr/>
          <p:nvPr/>
        </p:nvGraphicFramePr>
        <p:xfrm>
          <a:off xmlns:a="http://schemas.openxmlformats.org/drawingml/2006/main" x="571500" y="1695450"/>
          <a:ext xmlns:a="http://schemas.openxmlformats.org/drawingml/2006/main" cx="11049000" cy="3714750"/>
        </p:xfrm>
        <a:graphic xmlns:a="http://schemas.openxmlformats.org/drawingml/2006/main">
          <a:graphicData uri="http://schemas.openxmlformats.org/drawingml/2006/table">
            <a:tbl>
              <a:tblPr/>
              <a:tblGrid>
                <a:gridCol w="3810000"/>
                <a:gridCol w="3619500"/>
                <a:gridCol w="3619500"/>
              </a:tblGrid>
              <a:tr h="530679">
                <a:tc>
                  <a:txBody>
                    <a:bodyPr/>
                    <a:lstStyle/>
                    <a:p>
                      <a:r>
                        <a:rPr sz="1650" b="1">
                          <a:solidFill>
                            <a:srgbClr val="FFFFFF"/>
                          </a:solidFill>
                          <a:latin typeface="Noto Sans JP"/>
                          <a:ea typeface="Noto Sans JP"/>
                          <a:cs typeface="Noto Sans JP"/>
                        </a:rPr>
                        <a:t>最大15分区間</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3月</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11月の一例</a:t>
                      </a:r>
                    </a:p>
                  </a:txBody>
                  <a:tcPr marL="91440" marR="91440" marT="45720" marB="45720">
                    <a:solidFill>
                      <a:srgbClr val="202B58"/>
                    </a:solidFill>
                  </a:tcPr>
                </a:tc>
              </a:tr>
              <a:tr h="530679">
                <a:tc>
                  <a:txBody>
                    <a:bodyPr/>
                    <a:lstStyle/>
                    <a:p>
                      <a:r>
                        <a:rPr sz="1650" b="0">
                          <a:solidFill>
                            <a:srgbClr val="202B58"/>
                          </a:solidFill>
                          <a:latin typeface="Noto Sans JP"/>
                          <a:ea typeface="Noto Sans JP"/>
                          <a:cs typeface="Noto Sans JP"/>
                        </a:rPr>
                        <a:t>時刻</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3/3 01:15〜01:30</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11/14 00:30〜00:45</a:t>
                      </a:r>
                    </a:p>
                  </a:txBody>
                  <a:tcPr marL="91440" marR="91440" marT="45720" marB="45720">
                    <a:solidFill>
                      <a:srgbClr val="F1F5F8"/>
                    </a:solidFill>
                  </a:tcPr>
                </a:tc>
              </a:tr>
              <a:tr h="530679">
                <a:tc>
                  <a:txBody>
                    <a:bodyPr/>
                    <a:lstStyle/>
                    <a:p>
                      <a:r>
                        <a:rPr sz="1650" b="0">
                          <a:solidFill>
                            <a:srgbClr val="202B58"/>
                          </a:solidFill>
                          <a:latin typeface="Noto Sans JP"/>
                          <a:ea typeface="Noto Sans JP"/>
                          <a:cs typeface="Noto Sans JP"/>
                        </a:rPr>
                        <a:t>系統受電＝バス充電</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849.4 kW</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234.8 kW</a:t>
                      </a:r>
                    </a:p>
                  </a:txBody>
                  <a:tcPr marL="91440" marR="91440" marT="45720" marB="45720">
                    <a:solidFill>
                      <a:srgbClr val="FFFFFF"/>
                    </a:solidFill>
                  </a:tcPr>
                </a:tc>
              </a:tr>
              <a:tr h="530679">
                <a:tc>
                  <a:txBody>
                    <a:bodyPr/>
                    <a:lstStyle/>
                    <a:p>
                      <a:r>
                        <a:rPr sz="1650" b="0">
                          <a:solidFill>
                            <a:srgbClr val="202B58"/>
                          </a:solidFill>
                          <a:latin typeface="Noto Sans JP"/>
                          <a:ea typeface="Noto Sans JP"/>
                          <a:cs typeface="Noto Sans JP"/>
                        </a:rPr>
                        <a:t>充電中のバス</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10台</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4台</a:t>
                      </a:r>
                    </a:p>
                  </a:txBody>
                  <a:tcPr marL="91440" marR="91440" marT="45720" marB="45720">
                    <a:solidFill>
                      <a:srgbClr val="F1F5F8"/>
                    </a:solidFill>
                  </a:tcPr>
                </a:tc>
              </a:tr>
              <a:tr h="530679">
                <a:tc>
                  <a:txBody>
                    <a:bodyPr/>
                    <a:lstStyle/>
                    <a:p>
                      <a:r>
                        <a:rPr sz="1650" b="0">
                          <a:solidFill>
                            <a:srgbClr val="202B58"/>
                          </a:solidFill>
                          <a:latin typeface="Noto Sans JP"/>
                          <a:ea typeface="Noto Sans JP"/>
                          <a:cs typeface="Noto Sans JP"/>
                        </a:rPr>
                        <a:t>PV供給／BESS放電</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0 ／ 0 kW</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0 ／ 0 kW</a:t>
                      </a:r>
                    </a:p>
                  </a:txBody>
                  <a:tcPr marL="91440" marR="91440" marT="45720" marB="45720">
                    <a:solidFill>
                      <a:srgbClr val="FFFFFF"/>
                    </a:solidFill>
                  </a:tcPr>
                </a:tc>
              </a:tr>
              <a:tr h="530679">
                <a:tc>
                  <a:txBody>
                    <a:bodyPr/>
                    <a:lstStyle/>
                    <a:p>
                      <a:r>
                        <a:rPr sz="1650" b="0">
                          <a:solidFill>
                            <a:srgbClr val="202B58"/>
                          </a:solidFill>
                          <a:latin typeface="Noto Sans JP"/>
                          <a:ea typeface="Noto Sans JP"/>
                          <a:cs typeface="Noto Sans JP"/>
                        </a:rPr>
                        <a:t>BESS残量（区間開始）</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3,000.0 kWh</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2,096.7 kWh</a:t>
                      </a:r>
                    </a:p>
                  </a:txBody>
                  <a:tcPr marL="91440" marR="91440" marT="45720" marB="45720">
                    <a:solidFill>
                      <a:srgbClr val="F1F5F8"/>
                    </a:solidFill>
                  </a:tcPr>
                </a:tc>
              </a:tr>
              <a:tr h="530679">
                <a:tc>
                  <a:txBody>
                    <a:bodyPr/>
                    <a:lstStyle/>
                    <a:p>
                      <a:r>
                        <a:rPr sz="1650" b="0">
                          <a:solidFill>
                            <a:srgbClr val="202B58"/>
                          </a:solidFill>
                          <a:latin typeface="Noto Sans JP"/>
                          <a:ea typeface="Noto Sans JP"/>
                          <a:cs typeface="Noto Sans JP"/>
                        </a:rPr>
                        <a:t>BESS下限</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1,200.0 kWh</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1,200.0 kWh</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67573325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C79ED0-E562-445E-92FE-D054CAF18A2D}"/>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3月と11月の週間費用差は23.99万円</a:t>
            </a:r>
          </a:p>
        </p:txBody>
      </p:sp>
      <p:sp>
        <p:nvSpPr>
          <p:cNvPr id="2" name="">
            <a:extLst xmlns:a="http://schemas.openxmlformats.org/drawingml/2006/main">
              <a:ext uri="{FF2B5EF4-FFF2-40B4-BE49-F238E27FC236}">
                <a16:creationId xmlns:a16="http://schemas.microsoft.com/office/drawing/2014/main" id="{AC235083-3507-410B-A4DF-F19F19F98DA3}"/>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両週206台日で車両使用費は同額。表示値は丸め値</a:t>
            </a:r>
          </a:p>
        </p:txBody>
      </p:sp>
      <p:sp>
        <p:nvSpPr>
          <p:cNvPr id="3" name="">
            <a:extLst xmlns:a="http://schemas.openxmlformats.org/drawingml/2006/main">
              <a:ext uri="{FF2B5EF4-FFF2-40B4-BE49-F238E27FC236}">
                <a16:creationId xmlns:a16="http://schemas.microsoft.com/office/drawing/2014/main" id="{D494BC55-89D6-4AF9-9017-65F22505A87A}"/>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差の22.42万円、93.5%が超過ペナルティの差に由来する</a:t>
            </a:r>
          </a:p>
        </p:txBody>
      </p:sp>
      <p:sp>
        <p:nvSpPr>
          <p:cNvPr id="4" name="">
            <a:extLst xmlns:a="http://schemas.openxmlformats.org/drawingml/2006/main">
              <a:ext uri="{FF2B5EF4-FFF2-40B4-BE49-F238E27FC236}">
                <a16:creationId xmlns:a16="http://schemas.microsoft.com/office/drawing/2014/main" id="{879D68DA-028B-47AC-8946-E15E45C91091}"/>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モデル内の週間費用。設備投資・電池劣化・運転士費等を含む実際の総支出ではない。</a:t>
            </a:r>
          </a:p>
        </p:txBody>
      </p:sp>
      <p:sp>
        <p:nvSpPr>
          <p:cNvPr id="5" name="">
            <a:extLst xmlns:a="http://schemas.openxmlformats.org/drawingml/2006/main">
              <a:ext uri="{FF2B5EF4-FFF2-40B4-BE49-F238E27FC236}">
                <a16:creationId xmlns:a16="http://schemas.microsoft.com/office/drawing/2014/main" id="{A560F8FB-0A8A-4470-A312-21A32694AEF4}"/>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2892B4BA-3970-4BA9-90EB-018A268B770C}"/>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14/24</a:t>
            </a:r>
          </a:p>
        </p:txBody>
      </p:sp>
      <p:graphicFrame>
        <p:nvGraphicFramePr>
          <p:cNvPr id="14" name=""/>
          <p:cNvGraphicFramePr/>
          <p:nvPr/>
        </p:nvGraphicFramePr>
        <p:xfrm>
          <a:off xmlns:a="http://schemas.openxmlformats.org/drawingml/2006/main" x="571500" y="1695450"/>
          <a:ext xmlns:a="http://schemas.openxmlformats.org/drawingml/2006/main" cx="11049000" cy="3714750"/>
        </p:xfrm>
        <a:graphic xmlns:a="http://schemas.openxmlformats.org/drawingml/2006/main">
          <a:graphicData uri="http://schemas.openxmlformats.org/drawingml/2006/table">
            <a:tbl>
              <a:tblPr/>
              <a:tblGrid>
                <a:gridCol w="3476625"/>
                <a:gridCol w="2333625"/>
                <a:gridCol w="2333625"/>
                <a:gridCol w="2905125"/>
              </a:tblGrid>
              <a:tr h="530679">
                <a:tc>
                  <a:txBody>
                    <a:bodyPr/>
                    <a:lstStyle/>
                    <a:p>
                      <a:r>
                        <a:rPr sz="1725" b="1">
                          <a:solidFill>
                            <a:srgbClr val="FFFFFF"/>
                          </a:solidFill>
                          <a:latin typeface="Noto Sans JP"/>
                          <a:ea typeface="Noto Sans JP"/>
                          <a:cs typeface="Noto Sans JP"/>
                        </a:rPr>
                        <a:t>費用 [万円／週]</a:t>
                      </a:r>
                    </a:p>
                  </a:txBody>
                  <a:tcPr marL="91440" marR="91440" marT="45720" marB="45720">
                    <a:solidFill>
                      <a:srgbClr val="202B58"/>
                    </a:solidFill>
                  </a:tcPr>
                </a:tc>
                <a:tc>
                  <a:txBody>
                    <a:bodyPr/>
                    <a:lstStyle/>
                    <a:p>
                      <a:r>
                        <a:rPr sz="1725" b="1">
                          <a:solidFill>
                            <a:srgbClr val="FFFFFF"/>
                          </a:solidFill>
                          <a:latin typeface="Noto Sans JP"/>
                          <a:ea typeface="Noto Sans JP"/>
                          <a:cs typeface="Noto Sans JP"/>
                        </a:rPr>
                        <a:t>3月</a:t>
                      </a:r>
                    </a:p>
                  </a:txBody>
                  <a:tcPr marL="91440" marR="91440" marT="45720" marB="45720">
                    <a:solidFill>
                      <a:srgbClr val="202B58"/>
                    </a:solidFill>
                  </a:tcPr>
                </a:tc>
                <a:tc>
                  <a:txBody>
                    <a:bodyPr/>
                    <a:lstStyle/>
                    <a:p>
                      <a:r>
                        <a:rPr sz="1725" b="1">
                          <a:solidFill>
                            <a:srgbClr val="FFFFFF"/>
                          </a:solidFill>
                          <a:latin typeface="Noto Sans JP"/>
                          <a:ea typeface="Noto Sans JP"/>
                          <a:cs typeface="Noto Sans JP"/>
                        </a:rPr>
                        <a:t>11月</a:t>
                      </a:r>
                    </a:p>
                  </a:txBody>
                  <a:tcPr marL="91440" marR="91440" marT="45720" marB="45720">
                    <a:solidFill>
                      <a:srgbClr val="202B58"/>
                    </a:solidFill>
                  </a:tcPr>
                </a:tc>
                <a:tc>
                  <a:txBody>
                    <a:bodyPr/>
                    <a:lstStyle/>
                    <a:p>
                      <a:r>
                        <a:rPr sz="1725" b="1">
                          <a:solidFill>
                            <a:srgbClr val="FFFFFF"/>
                          </a:solidFill>
                          <a:latin typeface="Noto Sans JP"/>
                          <a:ea typeface="Noto Sans JP"/>
                          <a:cs typeface="Noto Sans JP"/>
                        </a:rPr>
                        <a:t>差（3月−11月）</a:t>
                      </a:r>
                    </a:p>
                  </a:txBody>
                  <a:tcPr marL="91440" marR="91440" marT="45720" marB="45720">
                    <a:solidFill>
                      <a:srgbClr val="202B58"/>
                    </a:solidFill>
                  </a:tcPr>
                </a:tc>
              </a:tr>
              <a:tr h="530679">
                <a:tc>
                  <a:txBody>
                    <a:bodyPr/>
                    <a:lstStyle/>
                    <a:p>
                      <a:r>
                        <a:rPr sz="1725" b="0">
                          <a:solidFill>
                            <a:srgbClr val="202B58"/>
                          </a:solidFill>
                          <a:latin typeface="Noto Sans JP"/>
                          <a:ea typeface="Noto Sans JP"/>
                          <a:cs typeface="Noto Sans JP"/>
                        </a:rPr>
                        <a:t>車両使用</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412.00</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412.00</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0.00</a:t>
                      </a:r>
                    </a:p>
                  </a:txBody>
                  <a:tcPr marL="91440" marR="91440" marT="45720" marB="45720">
                    <a:solidFill>
                      <a:srgbClr val="F1F5F8"/>
                    </a:solidFill>
                  </a:tcPr>
                </a:tc>
              </a:tr>
              <a:tr h="530679">
                <a:tc>
                  <a:txBody>
                    <a:bodyPr/>
                    <a:lstStyle/>
                    <a:p>
                      <a:r>
                        <a:rPr sz="1725" b="0">
                          <a:solidFill>
                            <a:srgbClr val="202B58"/>
                          </a:solidFill>
                          <a:latin typeface="Noto Sans JP"/>
                          <a:ea typeface="Noto Sans JP"/>
                          <a:cs typeface="Noto Sans JP"/>
                        </a:rPr>
                        <a:t>系統電力</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23.38</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21.91</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1.47</a:t>
                      </a:r>
                    </a:p>
                  </a:txBody>
                  <a:tcPr marL="91440" marR="91440" marT="45720" marB="45720">
                    <a:solidFill>
                      <a:srgbClr val="FFFFFF"/>
                    </a:solidFill>
                  </a:tcPr>
                </a:tc>
              </a:tr>
              <a:tr h="530679">
                <a:tc>
                  <a:txBody>
                    <a:bodyPr/>
                    <a:lstStyle/>
                    <a:p>
                      <a:r>
                        <a:rPr sz="1725" b="0">
                          <a:solidFill>
                            <a:srgbClr val="202B58"/>
                          </a:solidFill>
                          <a:latin typeface="Noto Sans JP"/>
                          <a:ea typeface="Noto Sans JP"/>
                          <a:cs typeface="Noto Sans JP"/>
                        </a:rPr>
                        <a:t>燃料</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3.60</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3.53</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0.07</a:t>
                      </a:r>
                    </a:p>
                  </a:txBody>
                  <a:tcPr marL="91440" marR="91440" marT="45720" marB="45720">
                    <a:solidFill>
                      <a:srgbClr val="F1F5F8"/>
                    </a:solidFill>
                  </a:tcPr>
                </a:tc>
              </a:tr>
              <a:tr h="530679">
                <a:tc>
                  <a:txBody>
                    <a:bodyPr/>
                    <a:lstStyle/>
                    <a:p>
                      <a:r>
                        <a:rPr sz="1725" b="0">
                          <a:solidFill>
                            <a:srgbClr val="202B58"/>
                          </a:solidFill>
                          <a:latin typeface="Noto Sans JP"/>
                          <a:ea typeface="Noto Sans JP"/>
                          <a:cs typeface="Noto Sans JP"/>
                        </a:rPr>
                        <a:t>CO₂</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0.45</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0.42</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0.03</a:t>
                      </a:r>
                    </a:p>
                  </a:txBody>
                  <a:tcPr marL="91440" marR="91440" marT="45720" marB="45720">
                    <a:solidFill>
                      <a:srgbClr val="FFFFFF"/>
                    </a:solidFill>
                  </a:tcPr>
                </a:tc>
              </a:tr>
              <a:tr h="530679">
                <a:tc>
                  <a:txBody>
                    <a:bodyPr/>
                    <a:lstStyle/>
                    <a:p>
                      <a:r>
                        <a:rPr sz="1725" b="0">
                          <a:solidFill>
                            <a:srgbClr val="202B58"/>
                          </a:solidFill>
                          <a:latin typeface="Noto Sans JP"/>
                          <a:ea typeface="Noto Sans JP"/>
                          <a:cs typeface="Noto Sans JP"/>
                        </a:rPr>
                        <a:t>超過ペナルティ</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27.03</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4.60</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22.42</a:t>
                      </a:r>
                    </a:p>
                  </a:txBody>
                  <a:tcPr marL="91440" marR="91440" marT="45720" marB="45720">
                    <a:solidFill>
                      <a:srgbClr val="F1F5F8"/>
                    </a:solidFill>
                  </a:tcPr>
                </a:tc>
              </a:tr>
              <a:tr h="530679">
                <a:tc>
                  <a:txBody>
                    <a:bodyPr/>
                    <a:lstStyle/>
                    <a:p>
                      <a:r>
                        <a:rPr sz="1725" b="0">
                          <a:solidFill>
                            <a:srgbClr val="202B58"/>
                          </a:solidFill>
                          <a:latin typeface="Noto Sans JP"/>
                          <a:ea typeface="Noto Sans JP"/>
                          <a:cs typeface="Noto Sans JP"/>
                        </a:rPr>
                        <a:t>総費用</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466.45</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442.46</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23.99</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28825091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357FC9-AAB8-426B-9176-0BB6D5C437B3}"/>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超過ペナルティは、200 kW超の電力量に課す追加費用</a:t>
            </a:r>
          </a:p>
        </p:txBody>
      </p:sp>
      <p:sp>
        <p:nvSpPr>
          <p:cNvPr id="2" name="">
            <a:extLst xmlns:a="http://schemas.openxmlformats.org/drawingml/2006/main">
              <a:ext uri="{FF2B5EF4-FFF2-40B4-BE49-F238E27FC236}">
                <a16:creationId xmlns:a16="http://schemas.microsoft.com/office/drawing/2014/main" id="{A9337768-CA9E-4CA9-90B1-FDA3B8F4D938}"/>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通常の購入電力費30円/kWhに、超過分500円/kWhを追加する設定</a:t>
            </a:r>
          </a:p>
        </p:txBody>
      </p:sp>
      <p:sp>
        <p:nvSpPr>
          <p:cNvPr id="3" name="">
            <a:extLst xmlns:a="http://schemas.openxmlformats.org/drawingml/2006/main">
              <a:ext uri="{FF2B5EF4-FFF2-40B4-BE49-F238E27FC236}">
                <a16:creationId xmlns:a16="http://schemas.microsoft.com/office/drawing/2014/main" id="{8A98ACBA-3558-4B62-9296-8CDEF137FBAE}"/>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3月540.5 kWh × 500円 ＝ 約27.03万円の追加費用</a:t>
            </a:r>
          </a:p>
        </p:txBody>
      </p:sp>
      <p:sp>
        <p:nvSpPr>
          <p:cNvPr id="4" name="">
            <a:extLst xmlns:a="http://schemas.openxmlformats.org/drawingml/2006/main">
              <a:ext uri="{FF2B5EF4-FFF2-40B4-BE49-F238E27FC236}">
                <a16:creationId xmlns:a16="http://schemas.microsoft.com/office/drawing/2014/main" id="{FCC136B1-DBE2-4AD9-B2F1-634472E613AC}"/>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500円/kWhはモデル係数。実際の電力契約料金としての根拠は本資料では未確認。</a:t>
            </a:r>
          </a:p>
        </p:txBody>
      </p:sp>
      <p:sp>
        <p:nvSpPr>
          <p:cNvPr id="5" name="">
            <a:extLst xmlns:a="http://schemas.openxmlformats.org/drawingml/2006/main">
              <a:ext uri="{FF2B5EF4-FFF2-40B4-BE49-F238E27FC236}">
                <a16:creationId xmlns:a16="http://schemas.microsoft.com/office/drawing/2014/main" id="{467BD5C0-F98F-46F6-90B7-2114DFCD84B9}"/>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8E1E4F61-A7AD-49DB-9F0F-781157FE3258}"/>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15/24</a:t>
            </a:r>
          </a:p>
        </p:txBody>
      </p:sp>
      <p:sp>
        <p:nvSpPr>
          <p:cNvPr id="7" name="">
            <a:extLst xmlns:a="http://schemas.openxmlformats.org/drawingml/2006/main">
              <a:ext uri="{FF2B5EF4-FFF2-40B4-BE49-F238E27FC236}">
                <a16:creationId xmlns:a16="http://schemas.microsoft.com/office/drawing/2014/main" id="{5778D564-939F-4CDA-9068-853E190F5FFF}"/>
              </a:ext>
            </a:extLst>
          </p:cNvPr>
          <p:cNvSpPr>
            <a:spLocks xmlns:a="http://schemas.openxmlformats.org/drawingml/2006/main" noGrp="1"/>
          </p:cNvSpPr>
          <p:nvPr/>
        </p:nvSpPr>
        <p:spPr>
          <a:xfrm xmlns:a="http://schemas.openxmlformats.org/drawingml/2006/main">
            <a:off x="685800" y="1781175"/>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02B58"/>
                </a:solidFill>
                <a:latin typeface="Noto Sans JP"/>
                <a:ea typeface="Noto Sans JP"/>
                <a:cs typeface="Noto Sans JP"/>
              </a:defRPr>
            </a:pPr>
            <a:r>
              <a:rPr sz="1875" b="1">
                <a:solidFill>
                  <a:srgbClr val="202B58"/>
                </a:solidFill>
                <a:latin typeface="Noto Sans JP"/>
                <a:ea typeface="Noto Sans JP"/>
                <a:cs typeface="Noto Sans JP"/>
              </a:rPr>
              <a:t>各15分の超過電力量 ＝ max（受電電力 − 200 kW, 0）× 0.25 h</a:t>
            </a:r>
          </a:p>
        </p:txBody>
      </p:sp>
      <p:sp>
        <p:nvSpPr>
          <p:cNvPr id="8" name="">
            <a:extLst xmlns:a="http://schemas.openxmlformats.org/drawingml/2006/main">
              <a:ext uri="{FF2B5EF4-FFF2-40B4-BE49-F238E27FC236}">
                <a16:creationId xmlns:a16="http://schemas.microsoft.com/office/drawing/2014/main" id="{98C84974-9B95-43F8-9736-CC1DDECC0C40}"/>
              </a:ext>
            </a:extLst>
          </p:cNvPr>
          <p:cNvSpPr>
            <a:spLocks xmlns:a="http://schemas.openxmlformats.org/drawingml/2006/main" noGrp="1"/>
          </p:cNvSpPr>
          <p:nvPr/>
        </p:nvSpPr>
        <p:spPr>
          <a:xfrm xmlns:a="http://schemas.openxmlformats.org/drawingml/2006/main">
            <a:off x="685800" y="2362200"/>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02B58"/>
                </a:solidFill>
                <a:latin typeface="Noto Sans JP"/>
                <a:ea typeface="Noto Sans JP"/>
                <a:cs typeface="Noto Sans JP"/>
              </a:defRPr>
            </a:pPr>
            <a:r>
              <a:rPr sz="1875" b="1">
                <a:solidFill>
                  <a:srgbClr val="202B58"/>
                </a:solidFill>
                <a:latin typeface="Noto Sans JP"/>
                <a:ea typeface="Noto Sans JP"/>
                <a:cs typeface="Noto Sans JP"/>
              </a:rPr>
              <a:t>週間の追加費用 ＝ 各15分の超過電力量の合計 × 500 円/kWh</a:t>
            </a:r>
          </a:p>
        </p:txBody>
      </p:sp>
      <p:sp>
        <p:nvSpPr>
          <p:cNvPr id="9" name="">
            <a:extLst xmlns:a="http://schemas.openxmlformats.org/drawingml/2006/main">
              <a:ext uri="{FF2B5EF4-FFF2-40B4-BE49-F238E27FC236}">
                <a16:creationId xmlns:a16="http://schemas.microsoft.com/office/drawing/2014/main" id="{EE737191-9110-406D-81FB-4F46F2D15177}"/>
              </a:ext>
            </a:extLst>
          </p:cNvPr>
          <p:cNvSpPr>
            <a:spLocks xmlns:a="http://schemas.openxmlformats.org/drawingml/2006/main" noGrp="1"/>
          </p:cNvSpPr>
          <p:nvPr/>
        </p:nvSpPr>
        <p:spPr>
          <a:xfrm xmlns:a="http://schemas.openxmlformats.org/drawingml/2006/main">
            <a:off x="685800" y="30480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316DB6"/>
                </a:solidFill>
                <a:latin typeface="Noto Sans JP"/>
                <a:ea typeface="Noto Sans JP"/>
                <a:cs typeface="Noto Sans JP"/>
              </a:defRPr>
            </a:pPr>
            <a:r>
              <a:rPr sz="1875" b="1">
                <a:solidFill>
                  <a:srgbClr val="316DB6"/>
                </a:solidFill>
                <a:latin typeface="Noto Sans JP"/>
                <a:ea typeface="Noto Sans JP"/>
                <a:cs typeface="Noto Sans JP"/>
              </a:rPr>
              <a:t>説明例：250 kWで15分購入すると、超過12.5 kWh、追加6,250円</a:t>
            </a:r>
          </a:p>
        </p:txBody>
      </p:sp>
      <p:graphicFrame>
        <p:nvGraphicFramePr>
          <p:cNvPr id="20" name=""/>
          <p:cNvGraphicFramePr/>
          <p:nvPr/>
        </p:nvGraphicFramePr>
        <p:xfrm>
          <a:off xmlns:a="http://schemas.openxmlformats.org/drawingml/2006/main" x="571500" y="3857625"/>
          <a:ext xmlns:a="http://schemas.openxmlformats.org/drawingml/2006/main" cx="11049000" cy="1562100"/>
        </p:xfrm>
        <a:graphic xmlns:a="http://schemas.openxmlformats.org/drawingml/2006/main">
          <a:graphicData uri="http://schemas.openxmlformats.org/drawingml/2006/table">
            <a:tbl>
              <a:tblPr/>
              <a:tblGrid>
                <a:gridCol w="3810000"/>
                <a:gridCol w="3619500"/>
                <a:gridCol w="3619500"/>
              </a:tblGrid>
              <a:tr h="520700">
                <a:tc>
                  <a:txBody>
                    <a:bodyPr/>
                    <a:lstStyle/>
                    <a:p>
                      <a:r>
                        <a:rPr sz="1725" b="1">
                          <a:solidFill>
                            <a:srgbClr val="FFFFFF"/>
                          </a:solidFill>
                          <a:latin typeface="Noto Sans JP"/>
                          <a:ea typeface="Noto Sans JP"/>
                          <a:cs typeface="Noto Sans JP"/>
                        </a:rPr>
                        <a:t>実験結果</a:t>
                      </a:r>
                    </a:p>
                  </a:txBody>
                  <a:tcPr marL="91440" marR="91440" marT="45720" marB="45720">
                    <a:solidFill>
                      <a:srgbClr val="202B58"/>
                    </a:solidFill>
                  </a:tcPr>
                </a:tc>
                <a:tc>
                  <a:txBody>
                    <a:bodyPr/>
                    <a:lstStyle/>
                    <a:p>
                      <a:r>
                        <a:rPr sz="1725" b="1">
                          <a:solidFill>
                            <a:srgbClr val="FFFFFF"/>
                          </a:solidFill>
                          <a:latin typeface="Noto Sans JP"/>
                          <a:ea typeface="Noto Sans JP"/>
                          <a:cs typeface="Noto Sans JP"/>
                        </a:rPr>
                        <a:t>超過電力量</a:t>
                      </a:r>
                    </a:p>
                  </a:txBody>
                  <a:tcPr marL="91440" marR="91440" marT="45720" marB="45720">
                    <a:solidFill>
                      <a:srgbClr val="202B58"/>
                    </a:solidFill>
                  </a:tcPr>
                </a:tc>
                <a:tc>
                  <a:txBody>
                    <a:bodyPr/>
                    <a:lstStyle/>
                    <a:p>
                      <a:r>
                        <a:rPr sz="1725" b="1">
                          <a:solidFill>
                            <a:srgbClr val="FFFFFF"/>
                          </a:solidFill>
                          <a:latin typeface="Noto Sans JP"/>
                          <a:ea typeface="Noto Sans JP"/>
                          <a:cs typeface="Noto Sans JP"/>
                        </a:rPr>
                        <a:t>追加費用</a:t>
                      </a:r>
                    </a:p>
                  </a:txBody>
                  <a:tcPr marL="91440" marR="91440" marT="45720" marB="45720">
                    <a:solidFill>
                      <a:srgbClr val="202B58"/>
                    </a:solidFill>
                  </a:tcPr>
                </a:tc>
              </a:tr>
              <a:tr h="520700">
                <a:tc>
                  <a:txBody>
                    <a:bodyPr/>
                    <a:lstStyle/>
                    <a:p>
                      <a:r>
                        <a:rPr sz="1725" b="0">
                          <a:solidFill>
                            <a:srgbClr val="202B58"/>
                          </a:solidFill>
                          <a:latin typeface="Noto Sans JP"/>
                          <a:ea typeface="Noto Sans JP"/>
                          <a:cs typeface="Noto Sans JP"/>
                        </a:rPr>
                        <a:t>3月</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540.51 kWh</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270,256.72円</a:t>
                      </a:r>
                    </a:p>
                  </a:txBody>
                  <a:tcPr marL="91440" marR="91440" marT="45720" marB="45720">
                    <a:solidFill>
                      <a:srgbClr val="F1F5F8"/>
                    </a:solidFill>
                  </a:tcPr>
                </a:tc>
              </a:tr>
              <a:tr h="520700">
                <a:tc>
                  <a:txBody>
                    <a:bodyPr/>
                    <a:lstStyle/>
                    <a:p>
                      <a:r>
                        <a:rPr sz="1725" b="0">
                          <a:solidFill>
                            <a:srgbClr val="202B58"/>
                          </a:solidFill>
                          <a:latin typeface="Noto Sans JP"/>
                          <a:ea typeface="Noto Sans JP"/>
                          <a:cs typeface="Noto Sans JP"/>
                        </a:rPr>
                        <a:t>11月</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92.04 kWh</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46,019.69円</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76766375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5667BE5-9693-453D-B0DF-5000356E0336}"/>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費用差の大きさと、単価への依存</a:t>
            </a:r>
          </a:p>
        </p:txBody>
      </p:sp>
      <p:sp>
        <p:nvSpPr>
          <p:cNvPr id="2" name="">
            <a:extLst xmlns:a="http://schemas.openxmlformats.org/drawingml/2006/main">
              <a:ext uri="{FF2B5EF4-FFF2-40B4-BE49-F238E27FC236}">
                <a16:creationId xmlns:a16="http://schemas.microsoft.com/office/drawing/2014/main" id="{925FDA0A-6B75-4D3F-A12C-B518DFB30144}"/>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同じ実行済みの運用に対し、超過単価だけを置き換える算術比較</a:t>
            </a:r>
          </a:p>
        </p:txBody>
      </p:sp>
      <p:sp>
        <p:nvSpPr>
          <p:cNvPr id="3" name="">
            <a:extLst xmlns:a="http://schemas.openxmlformats.org/drawingml/2006/main">
              <a:ext uri="{FF2B5EF4-FFF2-40B4-BE49-F238E27FC236}">
                <a16:creationId xmlns:a16="http://schemas.microsoft.com/office/drawing/2014/main" id="{D3AC841D-4BAA-4AD6-BB4D-5EB07774694A}"/>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差23.99万円は11月比5.42%。超過単価0円なら差は1.57万円</a:t>
            </a:r>
          </a:p>
        </p:txBody>
      </p:sp>
      <p:sp>
        <p:nvSpPr>
          <p:cNvPr id="4" name="">
            <a:extLst xmlns:a="http://schemas.openxmlformats.org/drawingml/2006/main">
              <a:ext uri="{FF2B5EF4-FFF2-40B4-BE49-F238E27FC236}">
                <a16:creationId xmlns:a16="http://schemas.microsoft.com/office/drawing/2014/main" id="{9C5751FA-5010-4654-B9C1-3B5B4401B30C}"/>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再最適化は行っていない。料金変更時の運用結果や、実現可能な削減額ではない。</a:t>
            </a:r>
          </a:p>
        </p:txBody>
      </p:sp>
      <p:sp>
        <p:nvSpPr>
          <p:cNvPr id="5" name="">
            <a:extLst xmlns:a="http://schemas.openxmlformats.org/drawingml/2006/main">
              <a:ext uri="{FF2B5EF4-FFF2-40B4-BE49-F238E27FC236}">
                <a16:creationId xmlns:a16="http://schemas.microsoft.com/office/drawing/2014/main" id="{6966F475-D9AC-404C-A2F1-3B8202EA19AA}"/>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5496DD45-18D9-418B-B9FD-149AD17F46F5}"/>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16/24</a:t>
            </a:r>
          </a:p>
        </p:txBody>
      </p:sp>
      <p:graphicFrame>
        <p:nvGraphicFramePr>
          <p:cNvPr id="18" name="Chart"/>
          <p:cNvGraphicFramePr/>
          <p:nvPr/>
        </p:nvGraphicFramePr>
        <p:xfrm>
          <a:off xmlns:a="http://schemas.openxmlformats.org/drawingml/2006/main" x="571500" y="1695450"/>
          <a:ext xmlns:a="http://schemas.openxmlformats.org/drawingml/2006/main" cx="6667500" cy="3714750"/>
        </p:xfrm>
        <a:graphic xmlns:a="http://schemas.openxmlformats.org/drawingml/2006/main">
          <a:graphicData uri="http://schemas.openxmlformats.org/drawingml/2006/chart">
            <c:chart xmlns:r="http://schemas.openxmlformats.org/officeDocument/2006/relationships" xmlns:c="http://schemas.openxmlformats.org/drawingml/2006/chart" r:id="R531dac9954cb477f"/>
          </a:graphicData>
        </a:graphic>
      </p:graphicFrame>
      <p:sp>
        <p:nvSpPr>
          <p:cNvPr id="8" name="">
            <a:extLst xmlns:a="http://schemas.openxmlformats.org/drawingml/2006/main">
              <a:ext uri="{FF2B5EF4-FFF2-40B4-BE49-F238E27FC236}">
                <a16:creationId xmlns:a16="http://schemas.microsoft.com/office/drawing/2014/main" id="{822825D9-B241-4D53-92F2-29D99AD2C098}"/>
              </a:ext>
            </a:extLst>
          </p:cNvPr>
          <p:cNvSpPr>
            <a:spLocks xmlns:a="http://schemas.openxmlformats.org/drawingml/2006/main" noGrp="1"/>
          </p:cNvSpPr>
          <p:nvPr/>
        </p:nvSpPr>
        <p:spPr>
          <a:xfrm xmlns:a="http://schemas.openxmlformats.org/drawingml/2006/main">
            <a:off x="7734300" y="1933575"/>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02B58"/>
                </a:solidFill>
                <a:latin typeface="Noto Sans JP"/>
                <a:ea typeface="Noto Sans JP"/>
                <a:cs typeface="Noto Sans JP"/>
              </a:defRPr>
            </a:pPr>
            <a:r>
              <a:rPr sz="1800" b="1">
                <a:solidFill>
                  <a:srgbClr val="202B58"/>
                </a:solidFill>
                <a:latin typeface="Noto Sans JP"/>
                <a:ea typeface="Noto Sans JP"/>
                <a:cs typeface="Noto Sans JP"/>
              </a:rPr>
              <a:t>今回の500円/kWhでは</a:t>
            </a:r>
          </a:p>
        </p:txBody>
      </p:sp>
      <p:sp>
        <p:nvSpPr>
          <p:cNvPr id="9" name="">
            <a:extLst xmlns:a="http://schemas.openxmlformats.org/drawingml/2006/main">
              <a:ext uri="{FF2B5EF4-FFF2-40B4-BE49-F238E27FC236}">
                <a16:creationId xmlns:a16="http://schemas.microsoft.com/office/drawing/2014/main" id="{10AB40E7-1D7B-4BD5-8682-FB76BDD51713}"/>
              </a:ext>
            </a:extLst>
          </p:cNvPr>
          <p:cNvSpPr>
            <a:spLocks xmlns:a="http://schemas.openxmlformats.org/drawingml/2006/main" noGrp="1"/>
          </p:cNvSpPr>
          <p:nvPr/>
        </p:nvSpPr>
        <p:spPr>
          <a:xfrm xmlns:a="http://schemas.openxmlformats.org/drawingml/2006/main">
            <a:off x="7734300" y="2543175"/>
            <a:ext cx="3810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316DB6"/>
                </a:solidFill>
                <a:latin typeface="Noto Sans JP"/>
                <a:ea typeface="Noto Sans JP"/>
                <a:cs typeface="Noto Sans JP"/>
              </a:defRPr>
            </a:pPr>
            <a:r>
              <a:rPr sz="2475" b="1">
                <a:solidFill>
                  <a:srgbClr val="316DB6"/>
                </a:solidFill>
                <a:latin typeface="Noto Sans JP"/>
                <a:ea typeface="Noto Sans JP"/>
                <a:cs typeface="Noto Sans JP"/>
              </a:rPr>
              <a:t>23.99万円／週</a:t>
            </a:r>
          </a:p>
        </p:txBody>
      </p:sp>
      <p:sp>
        <p:nvSpPr>
          <p:cNvPr id="10" name="">
            <a:extLst xmlns:a="http://schemas.openxmlformats.org/drawingml/2006/main">
              <a:ext uri="{FF2B5EF4-FFF2-40B4-BE49-F238E27FC236}">
                <a16:creationId xmlns:a16="http://schemas.microsoft.com/office/drawing/2014/main" id="{8F27B7DD-4DFF-4BC6-A1FF-435832ECA9D8}"/>
              </a:ext>
            </a:extLst>
          </p:cNvPr>
          <p:cNvSpPr>
            <a:spLocks xmlns:a="http://schemas.openxmlformats.org/drawingml/2006/main" noGrp="1"/>
          </p:cNvSpPr>
          <p:nvPr/>
        </p:nvSpPr>
        <p:spPr>
          <a:xfrm xmlns:a="http://schemas.openxmlformats.org/drawingml/2006/main">
            <a:off x="7734300" y="3305175"/>
            <a:ext cx="3905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B58"/>
                </a:solidFill>
                <a:latin typeface="Noto Sans JP"/>
                <a:ea typeface="Noto Sans JP"/>
                <a:cs typeface="Noto Sans JP"/>
              </a:defRPr>
            </a:pPr>
            <a:r>
              <a:rPr sz="1725" b="0">
                <a:solidFill>
                  <a:srgbClr val="202B58"/>
                </a:solidFill>
                <a:latin typeface="Noto Sans JP"/>
                <a:ea typeface="Noto Sans JP"/>
                <a:cs typeface="Noto Sans JP"/>
              </a:rPr>
              <a:t>11月の総費用比　5.42%</a:t>
            </a:r>
          </a:p>
          <a:p xmlns:a="http://schemas.openxmlformats.org/drawingml/2006/main">
            <a:pPr>
              <a:defRPr sz="1725" b="0">
                <a:solidFill>
                  <a:srgbClr val="202B58"/>
                </a:solidFill>
                <a:latin typeface="Noto Sans JP"/>
                <a:ea typeface="Noto Sans JP"/>
                <a:cs typeface="Noto Sans JP"/>
              </a:defRPr>
            </a:pPr>
            <a:r>
              <a:rPr sz="1725" b="0">
                <a:solidFill>
                  <a:srgbClr val="202B58"/>
                </a:solidFill>
                <a:latin typeface="Noto Sans JP"/>
                <a:ea typeface="Noto Sans JP"/>
                <a:cs typeface="Noto Sans JP"/>
              </a:rPr>
              <a:t>1便当たりの差　140.79円</a:t>
            </a:r>
          </a:p>
        </p:txBody>
      </p:sp>
      <p:sp>
        <p:nvSpPr>
          <p:cNvPr id="11" name="">
            <a:extLst xmlns:a="http://schemas.openxmlformats.org/drawingml/2006/main">
              <a:ext uri="{FF2B5EF4-FFF2-40B4-BE49-F238E27FC236}">
                <a16:creationId xmlns:a16="http://schemas.microsoft.com/office/drawing/2014/main" id="{22F94DBD-FEF7-4E06-963E-91F0AB0D0E8A}"/>
              </a:ext>
            </a:extLst>
          </p:cNvPr>
          <p:cNvSpPr>
            <a:spLocks xmlns:a="http://schemas.openxmlformats.org/drawingml/2006/main" noGrp="1"/>
          </p:cNvSpPr>
          <p:nvPr/>
        </p:nvSpPr>
        <p:spPr>
          <a:xfrm xmlns:a="http://schemas.openxmlformats.org/drawingml/2006/main">
            <a:off x="7734300" y="4429125"/>
            <a:ext cx="3905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9687B"/>
                </a:solidFill>
                <a:latin typeface="Noto Sans JP"/>
                <a:ea typeface="Noto Sans JP"/>
                <a:cs typeface="Noto Sans JP"/>
              </a:defRPr>
            </a:pPr>
            <a:r>
              <a:rPr sz="1650" b="0">
                <a:solidFill>
                  <a:srgbClr val="59687B"/>
                </a:solidFill>
                <a:latin typeface="Noto Sans JP"/>
                <a:ea typeface="Noto Sans JP"/>
                <a:cs typeface="Noto Sans JP"/>
              </a:rPr>
              <a:t>比較対象の運用費用が未取得のため、</a:t>
            </a:r>
          </a:p>
          <a:p xmlns:a="http://schemas.openxmlformats.org/drawingml/2006/main">
            <a:pPr>
              <a:defRPr sz="1650" b="0">
                <a:solidFill>
                  <a:srgbClr val="59687B"/>
                </a:solidFill>
                <a:latin typeface="Noto Sans JP"/>
                <a:ea typeface="Noto Sans JP"/>
                <a:cs typeface="Noto Sans JP"/>
              </a:defRPr>
            </a:pPr>
            <a:r>
              <a:rPr sz="1650" b="0">
                <a:solidFill>
                  <a:srgbClr val="59687B"/>
                </a:solidFill>
                <a:latin typeface="Noto Sans JP"/>
                <a:ea typeface="Noto Sans JP"/>
                <a:cs typeface="Noto Sans JP"/>
              </a:rPr>
              <a:t>手法の削減効果はまだ評価できない。</a:t>
            </a:r>
          </a:p>
        </p:txBody>
      </p:sp>
    </p:spTree>
    <p:extLst>
      <p:ext uri="{BB962C8B-B14F-4D97-AF65-F5344CB8AC3E}">
        <p14:creationId xmlns:p14="http://schemas.microsoft.com/office/powerpoint/2010/main" val="46454975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B5B3A0-118F-4184-A795-A08304CFD5C0}"/>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季節別の傾向と運用上の示唆</a:t>
            </a:r>
          </a:p>
        </p:txBody>
      </p:sp>
      <p:sp>
        <p:nvSpPr>
          <p:cNvPr id="2" name="">
            <a:extLst xmlns:a="http://schemas.openxmlformats.org/drawingml/2006/main">
              <a:ext uri="{FF2B5EF4-FFF2-40B4-BE49-F238E27FC236}">
                <a16:creationId xmlns:a16="http://schemas.microsoft.com/office/drawing/2014/main" id="{AEA08873-A2E0-4A38-ABB9-1AEFEF4D2ABD}"/>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冬12・1・2月、春3〜5月、夏6〜8月、秋9〜11月の選択3週ずつ</a:t>
            </a:r>
          </a:p>
        </p:txBody>
      </p:sp>
      <p:sp>
        <p:nvSpPr>
          <p:cNvPr id="3" name="">
            <a:extLst xmlns:a="http://schemas.openxmlformats.org/drawingml/2006/main">
              <a:ext uri="{FF2B5EF4-FFF2-40B4-BE49-F238E27FC236}">
                <a16:creationId xmlns:a16="http://schemas.microsoft.com/office/drawing/2014/main" id="{0F91E33B-5BE5-47F1-AE61-A46C46FCFFDE}"/>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夏は購入が少なくPV抑制が多い。利用時刻を合わせる検証が必要</a:t>
            </a:r>
          </a:p>
        </p:txBody>
      </p:sp>
      <p:sp>
        <p:nvSpPr>
          <p:cNvPr id="4" name="">
            <a:extLst xmlns:a="http://schemas.openxmlformats.org/drawingml/2006/main">
              <a:ext uri="{FF2B5EF4-FFF2-40B4-BE49-F238E27FC236}">
                <a16:creationId xmlns:a16="http://schemas.microsoft.com/office/drawing/2014/main" id="{6DD7878A-DCA7-49A2-8A44-1B499E663ECD}"/>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各季節3週の記述値。月・季節全体の平均や、統計的に有意な季節効果ではない。</a:t>
            </a:r>
          </a:p>
        </p:txBody>
      </p:sp>
      <p:sp>
        <p:nvSpPr>
          <p:cNvPr id="5" name="">
            <a:extLst xmlns:a="http://schemas.openxmlformats.org/drawingml/2006/main">
              <a:ext uri="{FF2B5EF4-FFF2-40B4-BE49-F238E27FC236}">
                <a16:creationId xmlns:a16="http://schemas.microsoft.com/office/drawing/2014/main" id="{759FF579-D4E2-437C-A717-FA2DBFCFA92B}"/>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FB4299AB-9164-43C5-B1AB-ED1DE2800A67}"/>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17/24</a:t>
            </a:r>
          </a:p>
        </p:txBody>
      </p:sp>
      <p:graphicFrame>
        <p:nvGraphicFramePr>
          <p:cNvPr id="15" name=""/>
          <p:cNvGraphicFramePr/>
          <p:nvPr/>
        </p:nvGraphicFramePr>
        <p:xfrm>
          <a:off xmlns:a="http://schemas.openxmlformats.org/drawingml/2006/main" x="571500" y="1695450"/>
          <a:ext xmlns:a="http://schemas.openxmlformats.org/drawingml/2006/main" cx="11049000" cy="2867025"/>
        </p:xfrm>
        <a:graphic xmlns:a="http://schemas.openxmlformats.org/drawingml/2006/main">
          <a:graphicData uri="http://schemas.openxmlformats.org/drawingml/2006/table">
            <a:tbl>
              <a:tblPr/>
              <a:tblGrid>
                <a:gridCol w="1047750"/>
                <a:gridCol w="2667000"/>
                <a:gridCol w="2667000"/>
                <a:gridCol w="2857500"/>
                <a:gridCol w="1809750"/>
              </a:tblGrid>
              <a:tr h="573405">
                <a:tc>
                  <a:txBody>
                    <a:bodyPr/>
                    <a:lstStyle/>
                    <a:p>
                      <a:r>
                        <a:rPr sz="1575" b="1">
                          <a:solidFill>
                            <a:srgbClr val="FFFFFF"/>
                          </a:solidFill>
                          <a:latin typeface="Noto Sans JP"/>
                          <a:ea typeface="Noto Sans JP"/>
                          <a:cs typeface="Noto Sans JP"/>
                        </a:rPr>
                        <a:t>季節</a:t>
                      </a:r>
                    </a:p>
                  </a:txBody>
                  <a:tcPr marL="91440" marR="91440" marT="45720" marB="45720">
                    <a:solidFill>
                      <a:srgbClr val="202B58"/>
                    </a:solidFill>
                  </a:tcPr>
                </a:tc>
                <a:tc>
                  <a:txBody>
                    <a:bodyPr/>
                    <a:lstStyle/>
                    <a:p>
                      <a:r>
                        <a:rPr sz="1575" b="1">
                          <a:solidFill>
                            <a:srgbClr val="FFFFFF"/>
                          </a:solidFill>
                          <a:latin typeface="Noto Sans JP"/>
                          <a:ea typeface="Noto Sans JP"/>
                          <a:cs typeface="Noto Sans JP"/>
                        </a:rPr>
                        <a:t>購入平均 [kWh/週]</a:t>
                      </a:r>
                    </a:p>
                  </a:txBody>
                  <a:tcPr marL="91440" marR="91440" marT="45720" marB="45720">
                    <a:solidFill>
                      <a:srgbClr val="202B58"/>
                    </a:solidFill>
                  </a:tcPr>
                </a:tc>
                <a:tc>
                  <a:txBody>
                    <a:bodyPr/>
                    <a:lstStyle/>
                    <a:p>
                      <a:r>
                        <a:rPr sz="1575" b="1">
                          <a:solidFill>
                            <a:srgbClr val="FFFFFF"/>
                          </a:solidFill>
                          <a:latin typeface="Noto Sans JP"/>
                          <a:ea typeface="Noto Sans JP"/>
                          <a:cs typeface="Noto Sans JP"/>
                        </a:rPr>
                        <a:t>購入量の範囲</a:t>
                      </a:r>
                    </a:p>
                  </a:txBody>
                  <a:tcPr marL="91440" marR="91440" marT="45720" marB="45720">
                    <a:solidFill>
                      <a:srgbClr val="202B58"/>
                    </a:solidFill>
                  </a:tcPr>
                </a:tc>
                <a:tc>
                  <a:txBody>
                    <a:bodyPr/>
                    <a:lstStyle/>
                    <a:p>
                      <a:r>
                        <a:rPr sz="1575" b="1">
                          <a:solidFill>
                            <a:srgbClr val="FFFFFF"/>
                          </a:solidFill>
                          <a:latin typeface="Noto Sans JP"/>
                          <a:ea typeface="Noto Sans JP"/>
                          <a:cs typeface="Noto Sans JP"/>
                        </a:rPr>
                        <a:t>費用平均 [万円/週]</a:t>
                      </a:r>
                    </a:p>
                  </a:txBody>
                  <a:tcPr marL="91440" marR="91440" marT="45720" marB="45720">
                    <a:solidFill>
                      <a:srgbClr val="202B58"/>
                    </a:solidFill>
                  </a:tcPr>
                </a:tc>
                <a:tc>
                  <a:txBody>
                    <a:bodyPr/>
                    <a:lstStyle/>
                    <a:p>
                      <a:r>
                        <a:rPr sz="1575" b="1">
                          <a:solidFill>
                            <a:srgbClr val="FFFFFF"/>
                          </a:solidFill>
                          <a:latin typeface="Noto Sans JP"/>
                          <a:ea typeface="Noto Sans JP"/>
                          <a:cs typeface="Noto Sans JP"/>
                        </a:rPr>
                        <a:t>PV抑制率</a:t>
                      </a:r>
                    </a:p>
                  </a:txBody>
                  <a:tcPr marL="91440" marR="91440" marT="45720" marB="45720">
                    <a:solidFill>
                      <a:srgbClr val="202B58"/>
                    </a:solidFill>
                  </a:tcPr>
                </a:tc>
              </a:tr>
              <a:tr h="573405">
                <a:tc>
                  <a:txBody>
                    <a:bodyPr/>
                    <a:lstStyle/>
                    <a:p>
                      <a:r>
                        <a:rPr sz="1575" b="0">
                          <a:solidFill>
                            <a:srgbClr val="202B58"/>
                          </a:solidFill>
                          <a:latin typeface="Noto Sans JP"/>
                          <a:ea typeface="Noto Sans JP"/>
                          <a:cs typeface="Noto Sans JP"/>
                        </a:rPr>
                        <a:t>冬</a:t>
                      </a:r>
                    </a:p>
                  </a:txBody>
                  <a:tcPr marL="91440" marR="91440" marT="45720" marB="45720">
                    <a:solidFill>
                      <a:srgbClr val="F1F5F8"/>
                    </a:solidFill>
                  </a:tcPr>
                </a:tc>
                <a:tc>
                  <a:txBody>
                    <a:bodyPr/>
                    <a:lstStyle/>
                    <a:p>
                      <a:r>
                        <a:rPr sz="1575" b="0">
                          <a:solidFill>
                            <a:srgbClr val="202B58"/>
                          </a:solidFill>
                          <a:latin typeface="Noto Sans JP"/>
                          <a:ea typeface="Noto Sans JP"/>
                          <a:cs typeface="Noto Sans JP"/>
                        </a:rPr>
                        <a:t>4,480</a:t>
                      </a:r>
                    </a:p>
                  </a:txBody>
                  <a:tcPr marL="91440" marR="91440" marT="45720" marB="45720">
                    <a:solidFill>
                      <a:srgbClr val="F1F5F8"/>
                    </a:solidFill>
                  </a:tcPr>
                </a:tc>
                <a:tc>
                  <a:txBody>
                    <a:bodyPr/>
                    <a:lstStyle/>
                    <a:p>
                      <a:r>
                        <a:rPr sz="1575" b="0">
                          <a:solidFill>
                            <a:srgbClr val="202B58"/>
                          </a:solidFill>
                          <a:latin typeface="Noto Sans JP"/>
                          <a:ea typeface="Noto Sans JP"/>
                          <a:cs typeface="Noto Sans JP"/>
                        </a:rPr>
                        <a:t>2,124〜5,695</a:t>
                      </a:r>
                    </a:p>
                  </a:txBody>
                  <a:tcPr marL="91440" marR="91440" marT="45720" marB="45720">
                    <a:solidFill>
                      <a:srgbClr val="F1F5F8"/>
                    </a:solidFill>
                  </a:tcPr>
                </a:tc>
                <a:tc>
                  <a:txBody>
                    <a:bodyPr/>
                    <a:lstStyle/>
                    <a:p>
                      <a:r>
                        <a:rPr sz="1575" b="0">
                          <a:solidFill>
                            <a:srgbClr val="202B58"/>
                          </a:solidFill>
                          <a:latin typeface="Noto Sans JP"/>
                          <a:ea typeface="Noto Sans JP"/>
                          <a:cs typeface="Noto Sans JP"/>
                        </a:rPr>
                        <a:t>432.7</a:t>
                      </a:r>
                    </a:p>
                  </a:txBody>
                  <a:tcPr marL="91440" marR="91440" marT="45720" marB="45720">
                    <a:solidFill>
                      <a:srgbClr val="F1F5F8"/>
                    </a:solidFill>
                  </a:tcPr>
                </a:tc>
                <a:tc>
                  <a:txBody>
                    <a:bodyPr/>
                    <a:lstStyle/>
                    <a:p>
                      <a:r>
                        <a:rPr sz="1575" b="0">
                          <a:solidFill>
                            <a:srgbClr val="202B58"/>
                          </a:solidFill>
                          <a:latin typeface="Noto Sans JP"/>
                          <a:ea typeface="Noto Sans JP"/>
                          <a:cs typeface="Noto Sans JP"/>
                        </a:rPr>
                        <a:t>14.9%</a:t>
                      </a:r>
                    </a:p>
                  </a:txBody>
                  <a:tcPr marL="91440" marR="91440" marT="45720" marB="45720">
                    <a:solidFill>
                      <a:srgbClr val="F1F5F8"/>
                    </a:solidFill>
                  </a:tcPr>
                </a:tc>
              </a:tr>
              <a:tr h="573405">
                <a:tc>
                  <a:txBody>
                    <a:bodyPr/>
                    <a:lstStyle/>
                    <a:p>
                      <a:r>
                        <a:rPr sz="1575" b="0">
                          <a:solidFill>
                            <a:srgbClr val="202B58"/>
                          </a:solidFill>
                          <a:latin typeface="Noto Sans JP"/>
                          <a:ea typeface="Noto Sans JP"/>
                          <a:cs typeface="Noto Sans JP"/>
                        </a:rPr>
                        <a:t>春</a:t>
                      </a:r>
                    </a:p>
                  </a:txBody>
                  <a:tcPr marL="91440" marR="91440" marT="45720" marB="45720">
                    <a:solidFill>
                      <a:srgbClr val="FFFFFF"/>
                    </a:solidFill>
                  </a:tcPr>
                </a:tc>
                <a:tc>
                  <a:txBody>
                    <a:bodyPr/>
                    <a:lstStyle/>
                    <a:p>
                      <a:r>
                        <a:rPr sz="1575" b="0">
                          <a:solidFill>
                            <a:srgbClr val="202B58"/>
                          </a:solidFill>
                          <a:latin typeface="Noto Sans JP"/>
                          <a:ea typeface="Noto Sans JP"/>
                          <a:cs typeface="Noto Sans JP"/>
                        </a:rPr>
                        <a:t>4,828</a:t>
                      </a:r>
                    </a:p>
                  </a:txBody>
                  <a:tcPr marL="91440" marR="91440" marT="45720" marB="45720">
                    <a:solidFill>
                      <a:srgbClr val="FFFFFF"/>
                    </a:solidFill>
                  </a:tcPr>
                </a:tc>
                <a:tc>
                  <a:txBody>
                    <a:bodyPr/>
                    <a:lstStyle/>
                    <a:p>
                      <a:r>
                        <a:rPr sz="1575" b="0">
                          <a:solidFill>
                            <a:srgbClr val="202B58"/>
                          </a:solidFill>
                          <a:latin typeface="Noto Sans JP"/>
                          <a:ea typeface="Noto Sans JP"/>
                          <a:cs typeface="Noto Sans JP"/>
                        </a:rPr>
                        <a:t>2,707〜7,794</a:t>
                      </a:r>
                    </a:p>
                  </a:txBody>
                  <a:tcPr marL="91440" marR="91440" marT="45720" marB="45720">
                    <a:solidFill>
                      <a:srgbClr val="FFFFFF"/>
                    </a:solidFill>
                  </a:tcPr>
                </a:tc>
                <a:tc>
                  <a:txBody>
                    <a:bodyPr/>
                    <a:lstStyle/>
                    <a:p>
                      <a:r>
                        <a:rPr sz="1575" b="0">
                          <a:solidFill>
                            <a:srgbClr val="202B58"/>
                          </a:solidFill>
                          <a:latin typeface="Noto Sans JP"/>
                          <a:ea typeface="Noto Sans JP"/>
                          <a:cs typeface="Noto Sans JP"/>
                        </a:rPr>
                        <a:t>446.2</a:t>
                      </a:r>
                    </a:p>
                  </a:txBody>
                  <a:tcPr marL="91440" marR="91440" marT="45720" marB="45720">
                    <a:solidFill>
                      <a:srgbClr val="FFFFFF"/>
                    </a:solidFill>
                  </a:tcPr>
                </a:tc>
                <a:tc>
                  <a:txBody>
                    <a:bodyPr/>
                    <a:lstStyle/>
                    <a:p>
                      <a:r>
                        <a:rPr sz="1575" b="0">
                          <a:solidFill>
                            <a:srgbClr val="202B58"/>
                          </a:solidFill>
                          <a:latin typeface="Noto Sans JP"/>
                          <a:ea typeface="Noto Sans JP"/>
                          <a:cs typeface="Noto Sans JP"/>
                        </a:rPr>
                        <a:t>35.9%</a:t>
                      </a:r>
                    </a:p>
                  </a:txBody>
                  <a:tcPr marL="91440" marR="91440" marT="45720" marB="45720">
                    <a:solidFill>
                      <a:srgbClr val="FFFFFF"/>
                    </a:solidFill>
                  </a:tcPr>
                </a:tc>
              </a:tr>
              <a:tr h="573405">
                <a:tc>
                  <a:txBody>
                    <a:bodyPr/>
                    <a:lstStyle/>
                    <a:p>
                      <a:r>
                        <a:rPr sz="1575" b="0">
                          <a:solidFill>
                            <a:srgbClr val="202B58"/>
                          </a:solidFill>
                          <a:latin typeface="Noto Sans JP"/>
                          <a:ea typeface="Noto Sans JP"/>
                          <a:cs typeface="Noto Sans JP"/>
                        </a:rPr>
                        <a:t>夏</a:t>
                      </a:r>
                    </a:p>
                  </a:txBody>
                  <a:tcPr marL="91440" marR="91440" marT="45720" marB="45720">
                    <a:solidFill>
                      <a:srgbClr val="F1F5F8"/>
                    </a:solidFill>
                  </a:tcPr>
                </a:tc>
                <a:tc>
                  <a:txBody>
                    <a:bodyPr/>
                    <a:lstStyle/>
                    <a:p>
                      <a:r>
                        <a:rPr sz="1575" b="0">
                          <a:solidFill>
                            <a:srgbClr val="202B58"/>
                          </a:solidFill>
                          <a:latin typeface="Noto Sans JP"/>
                          <a:ea typeface="Noto Sans JP"/>
                          <a:cs typeface="Noto Sans JP"/>
                        </a:rPr>
                        <a:t>2,425</a:t>
                      </a:r>
                    </a:p>
                  </a:txBody>
                  <a:tcPr marL="91440" marR="91440" marT="45720" marB="45720">
                    <a:solidFill>
                      <a:srgbClr val="F1F5F8"/>
                    </a:solidFill>
                  </a:tcPr>
                </a:tc>
                <a:tc>
                  <a:txBody>
                    <a:bodyPr/>
                    <a:lstStyle/>
                    <a:p>
                      <a:r>
                        <a:rPr sz="1575" b="0">
                          <a:solidFill>
                            <a:srgbClr val="202B58"/>
                          </a:solidFill>
                          <a:latin typeface="Noto Sans JP"/>
                          <a:ea typeface="Noto Sans JP"/>
                          <a:cs typeface="Noto Sans JP"/>
                        </a:rPr>
                        <a:t>1,746〜2,805</a:t>
                      </a:r>
                    </a:p>
                  </a:txBody>
                  <a:tcPr marL="91440" marR="91440" marT="45720" marB="45720">
                    <a:solidFill>
                      <a:srgbClr val="F1F5F8"/>
                    </a:solidFill>
                  </a:tcPr>
                </a:tc>
                <a:tc>
                  <a:txBody>
                    <a:bodyPr/>
                    <a:lstStyle/>
                    <a:p>
                      <a:r>
                        <a:rPr sz="1575" b="0">
                          <a:solidFill>
                            <a:srgbClr val="202B58"/>
                          </a:solidFill>
                          <a:latin typeface="Noto Sans JP"/>
                          <a:ea typeface="Noto Sans JP"/>
                          <a:cs typeface="Noto Sans JP"/>
                        </a:rPr>
                        <a:t>428.6</a:t>
                      </a:r>
                    </a:p>
                  </a:txBody>
                  <a:tcPr marL="91440" marR="91440" marT="45720" marB="45720">
                    <a:solidFill>
                      <a:srgbClr val="F1F5F8"/>
                    </a:solidFill>
                  </a:tcPr>
                </a:tc>
                <a:tc>
                  <a:txBody>
                    <a:bodyPr/>
                    <a:lstStyle/>
                    <a:p>
                      <a:r>
                        <a:rPr sz="1575" b="0">
                          <a:solidFill>
                            <a:srgbClr val="202B58"/>
                          </a:solidFill>
                          <a:latin typeface="Noto Sans JP"/>
                          <a:ea typeface="Noto Sans JP"/>
                          <a:cs typeface="Noto Sans JP"/>
                        </a:rPr>
                        <a:t>45.3%</a:t>
                      </a:r>
                    </a:p>
                  </a:txBody>
                  <a:tcPr marL="91440" marR="91440" marT="45720" marB="45720">
                    <a:solidFill>
                      <a:srgbClr val="F1F5F8"/>
                    </a:solidFill>
                  </a:tcPr>
                </a:tc>
              </a:tr>
              <a:tr h="573405">
                <a:tc>
                  <a:txBody>
                    <a:bodyPr/>
                    <a:lstStyle/>
                    <a:p>
                      <a:r>
                        <a:rPr sz="1575" b="0">
                          <a:solidFill>
                            <a:srgbClr val="202B58"/>
                          </a:solidFill>
                          <a:latin typeface="Noto Sans JP"/>
                          <a:ea typeface="Noto Sans JP"/>
                          <a:cs typeface="Noto Sans JP"/>
                        </a:rPr>
                        <a:t>秋</a:t>
                      </a:r>
                    </a:p>
                  </a:txBody>
                  <a:tcPr marL="91440" marR="91440" marT="45720" marB="45720">
                    <a:solidFill>
                      <a:srgbClr val="FFFFFF"/>
                    </a:solidFill>
                  </a:tcPr>
                </a:tc>
                <a:tc>
                  <a:txBody>
                    <a:bodyPr/>
                    <a:lstStyle/>
                    <a:p>
                      <a:r>
                        <a:rPr sz="1575" b="0">
                          <a:solidFill>
                            <a:srgbClr val="202B58"/>
                          </a:solidFill>
                          <a:latin typeface="Noto Sans JP"/>
                          <a:ea typeface="Noto Sans JP"/>
                          <a:cs typeface="Noto Sans JP"/>
                        </a:rPr>
                        <a:t>5,072</a:t>
                      </a:r>
                    </a:p>
                  </a:txBody>
                  <a:tcPr marL="91440" marR="91440" marT="45720" marB="45720">
                    <a:solidFill>
                      <a:srgbClr val="FFFFFF"/>
                    </a:solidFill>
                  </a:tcPr>
                </a:tc>
                <a:tc>
                  <a:txBody>
                    <a:bodyPr/>
                    <a:lstStyle/>
                    <a:p>
                      <a:r>
                        <a:rPr sz="1575" b="0">
                          <a:solidFill>
                            <a:srgbClr val="202B58"/>
                          </a:solidFill>
                          <a:latin typeface="Noto Sans JP"/>
                          <a:ea typeface="Noto Sans JP"/>
                          <a:cs typeface="Noto Sans JP"/>
                        </a:rPr>
                        <a:t>3,619〜7,302</a:t>
                      </a:r>
                    </a:p>
                  </a:txBody>
                  <a:tcPr marL="91440" marR="91440" marT="45720" marB="45720">
                    <a:solidFill>
                      <a:srgbClr val="FFFFFF"/>
                    </a:solidFill>
                  </a:tcPr>
                </a:tc>
                <a:tc>
                  <a:txBody>
                    <a:bodyPr/>
                    <a:lstStyle/>
                    <a:p>
                      <a:r>
                        <a:rPr sz="1575" b="0">
                          <a:solidFill>
                            <a:srgbClr val="202B58"/>
                          </a:solidFill>
                          <a:latin typeface="Noto Sans JP"/>
                          <a:ea typeface="Noto Sans JP"/>
                          <a:cs typeface="Noto Sans JP"/>
                        </a:rPr>
                        <a:t>433.8</a:t>
                      </a:r>
                    </a:p>
                  </a:txBody>
                  <a:tcPr marL="91440" marR="91440" marT="45720" marB="45720">
                    <a:solidFill>
                      <a:srgbClr val="FFFFFF"/>
                    </a:solidFill>
                  </a:tcPr>
                </a:tc>
                <a:tc>
                  <a:txBody>
                    <a:bodyPr/>
                    <a:lstStyle/>
                    <a:p>
                      <a:r>
                        <a:rPr sz="1575" b="0">
                          <a:solidFill>
                            <a:srgbClr val="202B58"/>
                          </a:solidFill>
                          <a:latin typeface="Noto Sans JP"/>
                          <a:ea typeface="Noto Sans JP"/>
                          <a:cs typeface="Noto Sans JP"/>
                        </a:rPr>
                        <a:t>29.7%</a:t>
                      </a:r>
                    </a:p>
                  </a:txBody>
                  <a:tcPr marL="91440" marR="91440" marT="45720" marB="45720">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F717F6DE-0A04-4012-AC10-F8807296B94B}"/>
              </a:ext>
            </a:extLst>
          </p:cNvPr>
          <p:cNvSpPr>
            <a:spLocks xmlns:a="http://schemas.openxmlformats.org/drawingml/2006/main" noGrp="1"/>
          </p:cNvSpPr>
          <p:nvPr/>
        </p:nvSpPr>
        <p:spPr>
          <a:xfrm xmlns:a="http://schemas.openxmlformats.org/drawingml/2006/main">
            <a:off x="685800" y="4972050"/>
            <a:ext cx="10810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9687B"/>
                </a:solidFill>
                <a:latin typeface="Noto Sans JP"/>
                <a:ea typeface="Noto Sans JP"/>
                <a:cs typeface="Noto Sans JP"/>
              </a:defRPr>
            </a:pPr>
            <a:r>
              <a:rPr sz="1575" b="0">
                <a:solidFill>
                  <a:srgbClr val="59687B"/>
                </a:solidFill>
                <a:latin typeface="Noto Sans JP"/>
                <a:ea typeface="Noto Sans JP"/>
                <a:cs typeface="Noto Sans JP"/>
              </a:rPr>
              <a:t>抑制率は3週の合計発電量に対する比率。3月の選択週の日射量は月平均比 −35.2%。</a:t>
            </a:r>
          </a:p>
        </p:txBody>
      </p:sp>
    </p:spTree>
    <p:extLst>
      <p:ext uri="{BB962C8B-B14F-4D97-AF65-F5344CB8AC3E}">
        <p14:creationId xmlns:p14="http://schemas.microsoft.com/office/powerpoint/2010/main" val="14598291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167840-BE88-4AA7-ADB5-21F39CAC8A18}"/>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今回の回答と、次に確かめること</a:t>
            </a:r>
          </a:p>
        </p:txBody>
      </p:sp>
      <p:sp>
        <p:nvSpPr>
          <p:cNvPr id="2" name="">
            <a:extLst xmlns:a="http://schemas.openxmlformats.org/drawingml/2006/main">
              <a:ext uri="{FF2B5EF4-FFF2-40B4-BE49-F238E27FC236}">
                <a16:creationId xmlns:a16="http://schemas.microsoft.com/office/drawing/2014/main" id="{7C43D3AE-F6DC-47D2-B0FD-0E1C1E35D60E}"/>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費用差を理解するには、購入した総量と時間的な集中の両方を見る</a:t>
            </a:r>
          </a:p>
        </p:txBody>
      </p:sp>
      <p:sp>
        <p:nvSpPr>
          <p:cNvPr id="3" name="">
            <a:extLst xmlns:a="http://schemas.openxmlformats.org/drawingml/2006/main">
              <a:ext uri="{FF2B5EF4-FFF2-40B4-BE49-F238E27FC236}">
                <a16:creationId xmlns:a16="http://schemas.microsoft.com/office/drawing/2014/main" id="{8F3E5ECE-A87B-4E43-937A-2EEB0DCE1111}"/>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同じ週の基準運用と比較し、避けられる超過費用を測ることが次の課題</a:t>
            </a:r>
          </a:p>
        </p:txBody>
      </p:sp>
      <p:sp>
        <p:nvSpPr>
          <p:cNvPr id="4" name="">
            <a:extLst xmlns:a="http://schemas.openxmlformats.org/drawingml/2006/main">
              <a:ext uri="{FF2B5EF4-FFF2-40B4-BE49-F238E27FC236}">
                <a16:creationId xmlns:a16="http://schemas.microsoft.com/office/drawing/2014/main" id="{46DCC450-1074-4357-A3A9-E58517BB5045}"/>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手法の優位性・季節の因果効果・統合全体最適性は未証明。次の実験は未実施。</a:t>
            </a:r>
          </a:p>
        </p:txBody>
      </p:sp>
      <p:sp>
        <p:nvSpPr>
          <p:cNvPr id="5" name="">
            <a:extLst xmlns:a="http://schemas.openxmlformats.org/drawingml/2006/main">
              <a:ext uri="{FF2B5EF4-FFF2-40B4-BE49-F238E27FC236}">
                <a16:creationId xmlns:a16="http://schemas.microsoft.com/office/drawing/2014/main" id="{FCAF0D15-940A-4651-B919-E82CD18D8DD8}"/>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6025591C-0C83-42E3-828E-B2E762F9A5C6}"/>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18/24</a:t>
            </a:r>
          </a:p>
        </p:txBody>
      </p:sp>
      <p:graphicFrame>
        <p:nvGraphicFramePr>
          <p:cNvPr id="15" name=""/>
          <p:cNvGraphicFramePr/>
          <p:nvPr/>
        </p:nvGraphicFramePr>
        <p:xfrm>
          <a:off xmlns:a="http://schemas.openxmlformats.org/drawingml/2006/main" x="571500" y="1695450"/>
          <a:ext xmlns:a="http://schemas.openxmlformats.org/drawingml/2006/main" cx="11049000" cy="2686050"/>
        </p:xfrm>
        <a:graphic xmlns:a="http://schemas.openxmlformats.org/drawingml/2006/main">
          <a:graphicData uri="http://schemas.openxmlformats.org/drawingml/2006/table">
            <a:tbl>
              <a:tblPr/>
              <a:tblGrid>
                <a:gridCol w="3762375"/>
                <a:gridCol w="7286625"/>
              </a:tblGrid>
              <a:tr h="671513">
                <a:tc>
                  <a:txBody>
                    <a:bodyPr/>
                    <a:lstStyle/>
                    <a:p>
                      <a:r>
                        <a:rPr sz="1725" b="1">
                          <a:solidFill>
                            <a:srgbClr val="FFFFFF"/>
                          </a:solidFill>
                          <a:latin typeface="Noto Sans JP"/>
                          <a:ea typeface="Noto Sans JP"/>
                          <a:cs typeface="Noto Sans JP"/>
                        </a:rPr>
                        <a:t>先生のご質問</a:t>
                      </a:r>
                    </a:p>
                  </a:txBody>
                  <a:tcPr marL="91440" marR="91440" marT="45720" marB="45720">
                    <a:solidFill>
                      <a:srgbClr val="202B58"/>
                    </a:solidFill>
                  </a:tcPr>
                </a:tc>
                <a:tc>
                  <a:txBody>
                    <a:bodyPr/>
                    <a:lstStyle/>
                    <a:p>
                      <a:r>
                        <a:rPr sz="1725" b="1">
                          <a:solidFill>
                            <a:srgbClr val="FFFFFF"/>
                          </a:solidFill>
                          <a:latin typeface="Noto Sans JP"/>
                          <a:ea typeface="Noto Sans JP"/>
                          <a:cs typeface="Noto Sans JP"/>
                        </a:rPr>
                        <a:t>データに基づく回答</a:t>
                      </a:r>
                    </a:p>
                  </a:txBody>
                  <a:tcPr marL="91440" marR="91440" marT="45720" marB="45720">
                    <a:solidFill>
                      <a:srgbClr val="202B58"/>
                    </a:solidFill>
                  </a:tcPr>
                </a:tc>
              </a:tr>
              <a:tr h="671513">
                <a:tc>
                  <a:txBody>
                    <a:bodyPr/>
                    <a:lstStyle/>
                    <a:p>
                      <a:r>
                        <a:rPr sz="1725" b="0">
                          <a:solidFill>
                            <a:srgbClr val="202B58"/>
                          </a:solidFill>
                          <a:latin typeface="Noto Sans JP"/>
                          <a:ea typeface="Noto Sans JP"/>
                          <a:cs typeface="Noto Sans JP"/>
                        </a:rPr>
                        <a:t>11月は一時的な不足か</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購入は7日すべて。200 kW超過分は一晩に集中</a:t>
                      </a:r>
                    </a:p>
                  </a:txBody>
                  <a:tcPr marL="91440" marR="91440" marT="45720" marB="45720">
                    <a:solidFill>
                      <a:srgbClr val="F1F5F8"/>
                    </a:solidFill>
                  </a:tcPr>
                </a:tc>
              </a:tr>
              <a:tr h="671513">
                <a:tc>
                  <a:txBody>
                    <a:bodyPr/>
                    <a:lstStyle/>
                    <a:p>
                      <a:r>
                        <a:rPr sz="1725" b="0">
                          <a:solidFill>
                            <a:srgbClr val="202B58"/>
                          </a:solidFill>
                          <a:latin typeface="Noto Sans JP"/>
                          <a:ea typeface="Noto Sans JP"/>
                          <a:cs typeface="Noto Sans JP"/>
                        </a:rPr>
                        <a:t>週間費用差をどう判断するか</a:t>
                      </a:r>
                    </a:p>
                  </a:txBody>
                  <a:tcPr marL="91440" marR="91440" marT="45720" marB="45720">
                    <a:solidFill>
                      <a:srgbClr val="FFFFFF"/>
                    </a:solidFill>
                  </a:tcPr>
                </a:tc>
                <a:tc>
                  <a:txBody>
                    <a:bodyPr/>
                    <a:lstStyle/>
                    <a:p>
                      <a:r>
                        <a:rPr sz="1725" b="0">
                          <a:solidFill>
                            <a:srgbClr val="202B58"/>
                          </a:solidFill>
                          <a:latin typeface="Noto Sans JP"/>
                          <a:ea typeface="Noto Sans JP"/>
                          <a:cs typeface="Noto Sans JP"/>
                        </a:rPr>
                        <a:t>23.99万円の93.5%は超過費差。単価依存性が大きい</a:t>
                      </a:r>
                    </a:p>
                  </a:txBody>
                  <a:tcPr marL="91440" marR="91440" marT="45720" marB="45720">
                    <a:solidFill>
                      <a:srgbClr val="FFFFFF"/>
                    </a:solidFill>
                  </a:tcPr>
                </a:tc>
              </a:tr>
              <a:tr h="671513">
                <a:tc>
                  <a:txBody>
                    <a:bodyPr/>
                    <a:lstStyle/>
                    <a:p>
                      <a:r>
                        <a:rPr sz="1725" b="0">
                          <a:solidFill>
                            <a:srgbClr val="202B58"/>
                          </a:solidFill>
                          <a:latin typeface="Noto Sans JP"/>
                          <a:ea typeface="Noto Sans JP"/>
                          <a:cs typeface="Noto Sans JP"/>
                        </a:rPr>
                        <a:t>今の結果から何が言えるか</a:t>
                      </a:r>
                    </a:p>
                  </a:txBody>
                  <a:tcPr marL="91440" marR="91440" marT="45720" marB="45720">
                    <a:solidFill>
                      <a:srgbClr val="F1F5F8"/>
                    </a:solidFill>
                  </a:tcPr>
                </a:tc>
                <a:tc>
                  <a:txBody>
                    <a:bodyPr/>
                    <a:lstStyle/>
                    <a:p>
                      <a:r>
                        <a:rPr sz="1725" b="0">
                          <a:solidFill>
                            <a:srgbClr val="202B58"/>
                          </a:solidFill>
                          <a:latin typeface="Noto Sans JP"/>
                          <a:ea typeface="Noto Sans JP"/>
                          <a:cs typeface="Noto Sans JP"/>
                        </a:rPr>
                        <a:t>運行・会計の整合と差の内訳を確認。優位性は未検証</a:t>
                      </a:r>
                    </a:p>
                  </a:txBody>
                  <a:tcPr marL="91440" marR="91440" marT="45720" marB="45720">
                    <a:solidFill>
                      <a:srgbClr val="F1F5F8"/>
                    </a:solidFill>
                  </a:tcPr>
                </a:tc>
              </a:tr>
            </a:tbl>
          </a:graphicData>
        </a:graphic>
      </p:graphicFrame>
      <p:sp>
        <p:nvSpPr>
          <p:cNvPr id="8" name="">
            <a:extLst xmlns:a="http://schemas.openxmlformats.org/drawingml/2006/main">
              <a:ext uri="{FF2B5EF4-FFF2-40B4-BE49-F238E27FC236}">
                <a16:creationId xmlns:a16="http://schemas.microsoft.com/office/drawing/2014/main" id="{49B0D341-435B-4722-9BFD-8E5D6329F1DA}"/>
              </a:ext>
            </a:extLst>
          </p:cNvPr>
          <p:cNvSpPr>
            <a:spLocks xmlns:a="http://schemas.openxmlformats.org/drawingml/2006/main" noGrp="1"/>
          </p:cNvSpPr>
          <p:nvPr/>
        </p:nvSpPr>
        <p:spPr>
          <a:xfrm xmlns:a="http://schemas.openxmlformats.org/drawingml/2006/main">
            <a:off x="685800" y="4829175"/>
            <a:ext cx="10810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次の検証では、入力・配車・初期残量・終端条件を揃え、超過を減らせるか確かめる。</a:t>
            </a:r>
          </a:p>
        </p:txBody>
      </p:sp>
    </p:spTree>
    <p:extLst>
      <p:ext uri="{BB962C8B-B14F-4D97-AF65-F5344CB8AC3E}">
        <p14:creationId xmlns:p14="http://schemas.microsoft.com/office/powerpoint/2010/main" val="68410278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C3AA8F-A910-49FA-8662-3454E5E701D7}"/>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補足：設備・電池の条件</a:t>
            </a:r>
          </a:p>
        </p:txBody>
      </p:sp>
      <p:sp>
        <p:nvSpPr>
          <p:cNvPr id="2" name="">
            <a:extLst xmlns:a="http://schemas.openxmlformats.org/drawingml/2006/main">
              <a:ext uri="{FF2B5EF4-FFF2-40B4-BE49-F238E27FC236}">
                <a16:creationId xmlns:a16="http://schemas.microsoft.com/office/drawing/2014/main" id="{CD1A62AD-C6EB-43C0-88E6-84EC978BFE32}"/>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車載電池と定置用蓄電池では、週末の条件が異なる</a:t>
            </a:r>
          </a:p>
        </p:txBody>
      </p:sp>
      <p:sp>
        <p:nvSpPr>
          <p:cNvPr id="3" name="">
            <a:extLst xmlns:a="http://schemas.openxmlformats.org/drawingml/2006/main">
              <a:ext uri="{FF2B5EF4-FFF2-40B4-BE49-F238E27FC236}">
                <a16:creationId xmlns:a16="http://schemas.microsoft.com/office/drawing/2014/main" id="{8D2CB4C8-2753-4048-B32E-0FD7BC5C1516}"/>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BEVは週末に初期残量へ復元。BESSは最低残量を守る条件</a:t>
            </a:r>
          </a:p>
        </p:txBody>
      </p:sp>
      <p:sp>
        <p:nvSpPr>
          <p:cNvPr id="4" name="">
            <a:extLst xmlns:a="http://schemas.openxmlformats.org/drawingml/2006/main">
              <a:ext uri="{FF2B5EF4-FFF2-40B4-BE49-F238E27FC236}">
                <a16:creationId xmlns:a16="http://schemas.microsoft.com/office/drawing/2014/main" id="{C29A2F34-EB87-486E-9636-B181A806B0AA}"/>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毎週同じ初期残量から開始するため、BESS在庫利用を年間の反復可能な節約としない。</a:t>
            </a:r>
          </a:p>
        </p:txBody>
      </p:sp>
      <p:sp>
        <p:nvSpPr>
          <p:cNvPr id="5" name="">
            <a:extLst xmlns:a="http://schemas.openxmlformats.org/drawingml/2006/main">
              <a:ext uri="{FF2B5EF4-FFF2-40B4-BE49-F238E27FC236}">
                <a16:creationId xmlns:a16="http://schemas.microsoft.com/office/drawing/2014/main" id="{8DBB2F81-6128-411C-A70B-20C72A9331B6}"/>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72491F10-5DAF-4B73-8464-876B1AA71BAC}"/>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19/24</a:t>
            </a:r>
          </a:p>
        </p:txBody>
      </p:sp>
      <p:graphicFrame>
        <p:nvGraphicFramePr>
          <p:cNvPr id="14" name=""/>
          <p:cNvGraphicFramePr/>
          <p:nvPr/>
        </p:nvGraphicFramePr>
        <p:xfrm>
          <a:off xmlns:a="http://schemas.openxmlformats.org/drawingml/2006/main" x="571500" y="1695450"/>
          <a:ext xmlns:a="http://schemas.openxmlformats.org/drawingml/2006/main" cx="11049000" cy="3714750"/>
        </p:xfrm>
        <a:graphic xmlns:a="http://schemas.openxmlformats.org/drawingml/2006/main">
          <a:graphicData uri="http://schemas.openxmlformats.org/drawingml/2006/table">
            <a:tbl>
              <a:tblPr/>
              <a:tblGrid>
                <a:gridCol w="3619500"/>
                <a:gridCol w="7429500"/>
              </a:tblGrid>
              <a:tr h="530679">
                <a:tc>
                  <a:txBody>
                    <a:bodyPr/>
                    <a:lstStyle/>
                    <a:p>
                      <a:r>
                        <a:rPr sz="1650" b="1">
                          <a:solidFill>
                            <a:srgbClr val="FFFFFF"/>
                          </a:solidFill>
                          <a:latin typeface="Noto Sans JP"/>
                          <a:ea typeface="Noto Sans JP"/>
                          <a:cs typeface="Noto Sans JP"/>
                        </a:rPr>
                        <a:t>設備・条件</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設定</a:t>
                      </a:r>
                    </a:p>
                  </a:txBody>
                  <a:tcPr marL="91440" marR="91440" marT="45720" marB="45720">
                    <a:solidFill>
                      <a:srgbClr val="202B58"/>
                    </a:solidFill>
                  </a:tcPr>
                </a:tc>
              </a:tr>
              <a:tr h="530679">
                <a:tc>
                  <a:txBody>
                    <a:bodyPr/>
                    <a:lstStyle/>
                    <a:p>
                      <a:r>
                        <a:rPr sz="1650" b="0">
                          <a:solidFill>
                            <a:srgbClr val="202B58"/>
                          </a:solidFill>
                          <a:latin typeface="Noto Sans JP"/>
                          <a:ea typeface="Noto Sans JP"/>
                          <a:cs typeface="Noto Sans JP"/>
                        </a:rPr>
                        <a:t>入力車両</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BEV35台・ICE25台</a:t>
                      </a:r>
                    </a:p>
                  </a:txBody>
                  <a:tcPr marL="91440" marR="91440" marT="45720" marB="45720">
                    <a:solidFill>
                      <a:srgbClr val="F1F5F8"/>
                    </a:solidFill>
                  </a:tcPr>
                </a:tc>
              </a:tr>
              <a:tr h="530679">
                <a:tc>
                  <a:txBody>
                    <a:bodyPr/>
                    <a:lstStyle/>
                    <a:p>
                      <a:r>
                        <a:rPr sz="1650" b="0">
                          <a:solidFill>
                            <a:srgbClr val="202B58"/>
                          </a:solidFill>
                          <a:latin typeface="Noto Sans JP"/>
                          <a:ea typeface="Noto Sans JP"/>
                          <a:cs typeface="Noto Sans JP"/>
                        </a:rPr>
                        <a:t>BEV車載電池</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314 kWh、SOC20〜90%、最大充電90 kW</a:t>
                      </a:r>
                    </a:p>
                  </a:txBody>
                  <a:tcPr marL="91440" marR="91440" marT="45720" marB="45720">
                    <a:solidFill>
                      <a:srgbClr val="FFFFFF"/>
                    </a:solidFill>
                  </a:tcPr>
                </a:tc>
              </a:tr>
              <a:tr h="530679">
                <a:tc>
                  <a:txBody>
                    <a:bodyPr/>
                    <a:lstStyle/>
                    <a:p>
                      <a:r>
                        <a:rPr sz="1650" b="0">
                          <a:solidFill>
                            <a:srgbClr val="202B58"/>
                          </a:solidFill>
                          <a:latin typeface="Noto Sans JP"/>
                          <a:ea typeface="Noto Sans JP"/>
                          <a:cs typeface="Noto Sans JP"/>
                        </a:rPr>
                        <a:t>充電器／PV</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90 kW × 10基／PV定格1,000 kW</a:t>
                      </a:r>
                    </a:p>
                  </a:txBody>
                  <a:tcPr marL="91440" marR="91440" marT="45720" marB="45720">
                    <a:solidFill>
                      <a:srgbClr val="F1F5F8"/>
                    </a:solidFill>
                  </a:tcPr>
                </a:tc>
              </a:tr>
              <a:tr h="530679">
                <a:tc>
                  <a:txBody>
                    <a:bodyPr/>
                    <a:lstStyle/>
                    <a:p>
                      <a:r>
                        <a:rPr sz="1650" b="0">
                          <a:solidFill>
                            <a:srgbClr val="202B58"/>
                          </a:solidFill>
                          <a:latin typeface="Noto Sans JP"/>
                          <a:ea typeface="Noto Sans JP"/>
                          <a:cs typeface="Noto Sans JP"/>
                        </a:rPr>
                        <a:t>BESS容量／出力</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6,000 kWh／900 kW</a:t>
                      </a:r>
                    </a:p>
                  </a:txBody>
                  <a:tcPr marL="91440" marR="91440" marT="45720" marB="45720">
                    <a:solidFill>
                      <a:srgbClr val="FFFFFF"/>
                    </a:solidFill>
                  </a:tcPr>
                </a:tc>
              </a:tr>
              <a:tr h="530679">
                <a:tc>
                  <a:txBody>
                    <a:bodyPr/>
                    <a:lstStyle/>
                    <a:p>
                      <a:r>
                        <a:rPr sz="1650" b="0">
                          <a:solidFill>
                            <a:srgbClr val="202B58"/>
                          </a:solidFill>
                          <a:latin typeface="Noto Sans JP"/>
                          <a:ea typeface="Noto Sans JP"/>
                          <a:cs typeface="Noto Sans JP"/>
                        </a:rPr>
                        <a:t>BESS残量</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初期3,000、下限1,200、上限4,800 kWh</a:t>
                      </a:r>
                    </a:p>
                  </a:txBody>
                  <a:tcPr marL="91440" marR="91440" marT="45720" marB="45720">
                    <a:solidFill>
                      <a:srgbClr val="F1F5F8"/>
                    </a:solidFill>
                  </a:tcPr>
                </a:tc>
              </a:tr>
              <a:tr h="530679">
                <a:tc>
                  <a:txBody>
                    <a:bodyPr/>
                    <a:lstStyle/>
                    <a:p>
                      <a:r>
                        <a:rPr sz="1650" b="0">
                          <a:solidFill>
                            <a:srgbClr val="202B58"/>
                          </a:solidFill>
                          <a:latin typeface="Noto Sans JP"/>
                          <a:ea typeface="Noto Sans JP"/>
                          <a:cs typeface="Noto Sans JP"/>
                        </a:rPr>
                        <a:t>3月・11月のBESS在庫差</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初期−終端＝1,800 kWh（両週）</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91487210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B987224-3804-4ABB-A1D9-4EA39E93BDC8}"/>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補足：月別の数値（1〜6月）</a:t>
            </a:r>
          </a:p>
        </p:txBody>
      </p:sp>
      <p:sp>
        <p:nvSpPr>
          <p:cNvPr id="2" name="">
            <a:extLst xmlns:a="http://schemas.openxmlformats.org/drawingml/2006/main">
              <a:ext uri="{FF2B5EF4-FFF2-40B4-BE49-F238E27FC236}">
                <a16:creationId xmlns:a16="http://schemas.microsoft.com/office/drawing/2014/main" id="{C6B3628D-5019-4986-83C7-2F714C0316B2}"/>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各月1週のシミュレーション結果／金額は実行済み週間会計</a:t>
            </a:r>
          </a:p>
        </p:txBody>
      </p:sp>
      <p:sp>
        <p:nvSpPr>
          <p:cNvPr id="3" name="">
            <a:extLst xmlns:a="http://schemas.openxmlformats.org/drawingml/2006/main">
              <a:ext uri="{FF2B5EF4-FFF2-40B4-BE49-F238E27FC236}">
                <a16:creationId xmlns:a16="http://schemas.microsoft.com/office/drawing/2014/main" id="{5E22CDF1-1E04-4011-A0A1-C9417B470EAE}"/>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台日は各日の使用台数の合計。1台を2日使用すると2台日</a:t>
            </a:r>
          </a:p>
        </p:txBody>
      </p:sp>
      <p:sp>
        <p:nvSpPr>
          <p:cNvPr id="4" name="">
            <a:extLst xmlns:a="http://schemas.openxmlformats.org/drawingml/2006/main">
              <a:ext uri="{FF2B5EF4-FFF2-40B4-BE49-F238E27FC236}">
                <a16:creationId xmlns:a16="http://schemas.microsoft.com/office/drawing/2014/main" id="{210CD300-9E12-48F1-9EC4-80C0AA62EF9E}"/>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表示は丸め値。月平均・年間合計ではない。全12週の原値は同じ固定版から取得。</a:t>
            </a:r>
          </a:p>
        </p:txBody>
      </p:sp>
      <p:sp>
        <p:nvSpPr>
          <p:cNvPr id="5" name="">
            <a:extLst xmlns:a="http://schemas.openxmlformats.org/drawingml/2006/main">
              <a:ext uri="{FF2B5EF4-FFF2-40B4-BE49-F238E27FC236}">
                <a16:creationId xmlns:a16="http://schemas.microsoft.com/office/drawing/2014/main" id="{F8AE3652-AA48-4938-B5F0-3E138E678769}"/>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8A47F27D-22DA-4963-9A3A-710FA810C3EB}"/>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20/24</a:t>
            </a:r>
          </a:p>
        </p:txBody>
      </p:sp>
      <p:graphicFrame>
        <p:nvGraphicFramePr>
          <p:cNvPr id="14" name=""/>
          <p:cNvGraphicFramePr/>
          <p:nvPr/>
        </p:nvGraphicFramePr>
        <p:xfrm>
          <a:off xmlns:a="http://schemas.openxmlformats.org/drawingml/2006/main" x="571500" y="1695450"/>
          <a:ext xmlns:a="http://schemas.openxmlformats.org/drawingml/2006/main" cx="11049000" cy="3714750"/>
        </p:xfrm>
        <a:graphic xmlns:a="http://schemas.openxmlformats.org/drawingml/2006/main">
          <a:graphicData uri="http://schemas.openxmlformats.org/drawingml/2006/table">
            <a:tbl>
              <a:tblPr/>
              <a:tblGrid>
                <a:gridCol w="952500"/>
                <a:gridCol w="1524000"/>
                <a:gridCol w="2143125"/>
                <a:gridCol w="1857375"/>
                <a:gridCol w="2286000"/>
                <a:gridCol w="2286000"/>
              </a:tblGrid>
              <a:tr h="530679">
                <a:tc>
                  <a:txBody>
                    <a:bodyPr/>
                    <a:lstStyle/>
                    <a:p>
                      <a:r>
                        <a:rPr sz="1650" b="1">
                          <a:solidFill>
                            <a:srgbClr val="FFFFFF"/>
                          </a:solidFill>
                          <a:latin typeface="Noto Sans JP"/>
                          <a:ea typeface="Noto Sans JP"/>
                          <a:cs typeface="Noto Sans JP"/>
                        </a:rPr>
                        <a:t>月</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週開始</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費用 [万円]</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使用 [台日]</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購入 [kWh]</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ピーク [kW]</a:t>
                      </a:r>
                    </a:p>
                  </a:txBody>
                  <a:tcPr marL="91440" marR="91440" marT="45720" marB="45720">
                    <a:solidFill>
                      <a:srgbClr val="202B58"/>
                    </a:solidFill>
                  </a:tcPr>
                </a:tc>
              </a:tr>
              <a:tr h="530679">
                <a:tc>
                  <a:txBody>
                    <a:bodyPr/>
                    <a:lstStyle/>
                    <a:p>
                      <a:r>
                        <a:rPr sz="1650" b="0">
                          <a:solidFill>
                            <a:srgbClr val="202B58"/>
                          </a:solidFill>
                          <a:latin typeface="Noto Sans JP"/>
                          <a:ea typeface="Noto Sans JP"/>
                          <a:cs typeface="Noto Sans JP"/>
                        </a:rPr>
                        <a:t>1月</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01-06</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431.63</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205</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5,621.7</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256.8</a:t>
                      </a:r>
                    </a:p>
                  </a:txBody>
                  <a:tcPr marL="91440" marR="91440" marT="45720" marB="45720">
                    <a:solidFill>
                      <a:srgbClr val="F1F5F8"/>
                    </a:solidFill>
                  </a:tcPr>
                </a:tc>
              </a:tr>
              <a:tr h="530679">
                <a:tc>
                  <a:txBody>
                    <a:bodyPr/>
                    <a:lstStyle/>
                    <a:p>
                      <a:r>
                        <a:rPr sz="1650" b="0">
                          <a:solidFill>
                            <a:srgbClr val="202B58"/>
                          </a:solidFill>
                          <a:latin typeface="Noto Sans JP"/>
                          <a:ea typeface="Noto Sans JP"/>
                          <a:cs typeface="Noto Sans JP"/>
                        </a:rPr>
                        <a:t>2月</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02-03</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422.27</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206</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2,123.5</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200.0</a:t>
                      </a:r>
                    </a:p>
                  </a:txBody>
                  <a:tcPr marL="91440" marR="91440" marT="45720" marB="45720">
                    <a:solidFill>
                      <a:srgbClr val="FFFFFF"/>
                    </a:solidFill>
                  </a:tcPr>
                </a:tc>
              </a:tr>
              <a:tr h="530679">
                <a:tc>
                  <a:txBody>
                    <a:bodyPr/>
                    <a:lstStyle/>
                    <a:p>
                      <a:r>
                        <a:rPr sz="1650" b="0">
                          <a:solidFill>
                            <a:srgbClr val="202B58"/>
                          </a:solidFill>
                          <a:latin typeface="Noto Sans JP"/>
                          <a:ea typeface="Noto Sans JP"/>
                          <a:cs typeface="Noto Sans JP"/>
                        </a:rPr>
                        <a:t>3月</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03-03</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466.45</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206</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7,794.1</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849.4</a:t>
                      </a:r>
                    </a:p>
                  </a:txBody>
                  <a:tcPr marL="91440" marR="91440" marT="45720" marB="45720">
                    <a:solidFill>
                      <a:srgbClr val="F1F5F8"/>
                    </a:solidFill>
                  </a:tcPr>
                </a:tc>
              </a:tr>
              <a:tr h="530679">
                <a:tc>
                  <a:txBody>
                    <a:bodyPr/>
                    <a:lstStyle/>
                    <a:p>
                      <a:r>
                        <a:rPr sz="1650" b="0">
                          <a:solidFill>
                            <a:srgbClr val="202B58"/>
                          </a:solidFill>
                          <a:latin typeface="Noto Sans JP"/>
                          <a:ea typeface="Noto Sans JP"/>
                          <a:cs typeface="Noto Sans JP"/>
                        </a:rPr>
                        <a:t>4月</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04-07</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437.83</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206</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2,706.7</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420.0</a:t>
                      </a:r>
                    </a:p>
                  </a:txBody>
                  <a:tcPr marL="91440" marR="91440" marT="45720" marB="45720">
                    <a:solidFill>
                      <a:srgbClr val="FFFFFF"/>
                    </a:solidFill>
                  </a:tcPr>
                </a:tc>
              </a:tr>
              <a:tr h="530679">
                <a:tc>
                  <a:txBody>
                    <a:bodyPr/>
                    <a:lstStyle/>
                    <a:p>
                      <a:r>
                        <a:rPr sz="1650" b="0">
                          <a:solidFill>
                            <a:srgbClr val="202B58"/>
                          </a:solidFill>
                          <a:latin typeface="Noto Sans JP"/>
                          <a:ea typeface="Noto Sans JP"/>
                          <a:cs typeface="Noto Sans JP"/>
                        </a:rPr>
                        <a:t>5月</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05-12</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434.43</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206</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3,981.9</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358.6</a:t>
                      </a:r>
                    </a:p>
                  </a:txBody>
                  <a:tcPr marL="91440" marR="91440" marT="45720" marB="45720">
                    <a:solidFill>
                      <a:srgbClr val="F1F5F8"/>
                    </a:solidFill>
                  </a:tcPr>
                </a:tc>
              </a:tr>
              <a:tr h="530679">
                <a:tc>
                  <a:txBody>
                    <a:bodyPr/>
                    <a:lstStyle/>
                    <a:p>
                      <a:r>
                        <a:rPr sz="1650" b="0">
                          <a:solidFill>
                            <a:srgbClr val="202B58"/>
                          </a:solidFill>
                          <a:latin typeface="Noto Sans JP"/>
                          <a:ea typeface="Noto Sans JP"/>
                          <a:cs typeface="Noto Sans JP"/>
                        </a:rPr>
                        <a:t>6月</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06-02</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424.83</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206</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2,804.8</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244.1</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33610907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E23F3C6-0E52-4FC0-BEA3-B6331665D36F}"/>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補足：月別の数値（7〜12月）</a:t>
            </a:r>
          </a:p>
        </p:txBody>
      </p:sp>
      <p:sp>
        <p:nvSpPr>
          <p:cNvPr id="2" name="">
            <a:extLst xmlns:a="http://schemas.openxmlformats.org/drawingml/2006/main">
              <a:ext uri="{FF2B5EF4-FFF2-40B4-BE49-F238E27FC236}">
                <a16:creationId xmlns:a16="http://schemas.microsoft.com/office/drawing/2014/main" id="{AA00D815-B439-4262-8D07-8FD807A00E15}"/>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各月1週のシミュレーション結果／金額は実行済み週間会計</a:t>
            </a:r>
          </a:p>
        </p:txBody>
      </p:sp>
      <p:sp>
        <p:nvSpPr>
          <p:cNvPr id="3" name="">
            <a:extLst xmlns:a="http://schemas.openxmlformats.org/drawingml/2006/main">
              <a:ext uri="{FF2B5EF4-FFF2-40B4-BE49-F238E27FC236}">
                <a16:creationId xmlns:a16="http://schemas.microsoft.com/office/drawing/2014/main" id="{4D7F6E3B-C50D-4FD3-A5EB-04E8E9AA024C}"/>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台日は各日の使用台数の合計。1台を2日使用すると2台日</a:t>
            </a:r>
          </a:p>
        </p:txBody>
      </p:sp>
      <p:sp>
        <p:nvSpPr>
          <p:cNvPr id="4" name="">
            <a:extLst xmlns:a="http://schemas.openxmlformats.org/drawingml/2006/main">
              <a:ext uri="{FF2B5EF4-FFF2-40B4-BE49-F238E27FC236}">
                <a16:creationId xmlns:a16="http://schemas.microsoft.com/office/drawing/2014/main" id="{7A059349-076F-4175-B593-CC14A11FE0E9}"/>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表示は丸め値。月平均・年間合計ではない。全12週の原値は同じ固定版から取得。</a:t>
            </a:r>
          </a:p>
        </p:txBody>
      </p:sp>
      <p:sp>
        <p:nvSpPr>
          <p:cNvPr id="5" name="">
            <a:extLst xmlns:a="http://schemas.openxmlformats.org/drawingml/2006/main">
              <a:ext uri="{FF2B5EF4-FFF2-40B4-BE49-F238E27FC236}">
                <a16:creationId xmlns:a16="http://schemas.microsoft.com/office/drawing/2014/main" id="{7B2B31FD-A63C-4395-BC9E-62D13D2A7486}"/>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D324F0B0-2943-46FC-88FD-5D6E597C8AE1}"/>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21/24</a:t>
            </a:r>
          </a:p>
        </p:txBody>
      </p:sp>
      <p:graphicFrame>
        <p:nvGraphicFramePr>
          <p:cNvPr id="14" name=""/>
          <p:cNvGraphicFramePr/>
          <p:nvPr/>
        </p:nvGraphicFramePr>
        <p:xfrm>
          <a:off xmlns:a="http://schemas.openxmlformats.org/drawingml/2006/main" x="571500" y="1695450"/>
          <a:ext xmlns:a="http://schemas.openxmlformats.org/drawingml/2006/main" cx="11049000" cy="3714750"/>
        </p:xfrm>
        <a:graphic xmlns:a="http://schemas.openxmlformats.org/drawingml/2006/main">
          <a:graphicData uri="http://schemas.openxmlformats.org/drawingml/2006/table">
            <a:tbl>
              <a:tblPr/>
              <a:tblGrid>
                <a:gridCol w="952500"/>
                <a:gridCol w="1524000"/>
                <a:gridCol w="2143125"/>
                <a:gridCol w="1857375"/>
                <a:gridCol w="2286000"/>
                <a:gridCol w="2286000"/>
              </a:tblGrid>
              <a:tr h="530679">
                <a:tc>
                  <a:txBody>
                    <a:bodyPr/>
                    <a:lstStyle/>
                    <a:p>
                      <a:r>
                        <a:rPr sz="1650" b="1">
                          <a:solidFill>
                            <a:srgbClr val="FFFFFF"/>
                          </a:solidFill>
                          <a:latin typeface="Noto Sans JP"/>
                          <a:ea typeface="Noto Sans JP"/>
                          <a:cs typeface="Noto Sans JP"/>
                        </a:rPr>
                        <a:t>月</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週開始</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費用 [万円]</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使用 [台日]</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購入 [kWh]</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ピーク [kW]</a:t>
                      </a:r>
                    </a:p>
                  </a:txBody>
                  <a:tcPr marL="91440" marR="91440" marT="45720" marB="45720">
                    <a:solidFill>
                      <a:srgbClr val="202B58"/>
                    </a:solidFill>
                  </a:tcPr>
                </a:tc>
              </a:tr>
              <a:tr h="530679">
                <a:tc>
                  <a:txBody>
                    <a:bodyPr/>
                    <a:lstStyle/>
                    <a:p>
                      <a:r>
                        <a:rPr sz="1650" b="0">
                          <a:solidFill>
                            <a:srgbClr val="202B58"/>
                          </a:solidFill>
                          <a:latin typeface="Noto Sans JP"/>
                          <a:ea typeface="Noto Sans JP"/>
                          <a:cs typeface="Noto Sans JP"/>
                        </a:rPr>
                        <a:t>7月</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07-07</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421.86</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206</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1,746.4</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227.0</a:t>
                      </a:r>
                    </a:p>
                  </a:txBody>
                  <a:tcPr marL="91440" marR="91440" marT="45720" marB="45720">
                    <a:solidFill>
                      <a:srgbClr val="F1F5F8"/>
                    </a:solidFill>
                  </a:tcPr>
                </a:tc>
              </a:tr>
              <a:tr h="530679">
                <a:tc>
                  <a:txBody>
                    <a:bodyPr/>
                    <a:lstStyle/>
                    <a:p>
                      <a:r>
                        <a:rPr sz="1650" b="0">
                          <a:solidFill>
                            <a:srgbClr val="202B58"/>
                          </a:solidFill>
                          <a:latin typeface="Noto Sans JP"/>
                          <a:ea typeface="Noto Sans JP"/>
                          <a:cs typeface="Noto Sans JP"/>
                        </a:rPr>
                        <a:t>8月</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08-04</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439.18</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206</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2,723.8</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420.0</a:t>
                      </a:r>
                    </a:p>
                  </a:txBody>
                  <a:tcPr marL="91440" marR="91440" marT="45720" marB="45720">
                    <a:solidFill>
                      <a:srgbClr val="FFFFFF"/>
                    </a:solidFill>
                  </a:tcPr>
                </a:tc>
              </a:tr>
              <a:tr h="530679">
                <a:tc>
                  <a:txBody>
                    <a:bodyPr/>
                    <a:lstStyle/>
                    <a:p>
                      <a:r>
                        <a:rPr sz="1650" b="0">
                          <a:solidFill>
                            <a:srgbClr val="202B58"/>
                          </a:solidFill>
                          <a:latin typeface="Noto Sans JP"/>
                          <a:ea typeface="Noto Sans JP"/>
                          <a:cs typeface="Noto Sans JP"/>
                        </a:rPr>
                        <a:t>9月</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09-01</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432.09</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206</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3,619.5</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270.0</a:t>
                      </a:r>
                    </a:p>
                  </a:txBody>
                  <a:tcPr marL="91440" marR="91440" marT="45720" marB="45720">
                    <a:solidFill>
                      <a:srgbClr val="F1F5F8"/>
                    </a:solidFill>
                  </a:tcPr>
                </a:tc>
              </a:tr>
              <a:tr h="530679">
                <a:tc>
                  <a:txBody>
                    <a:bodyPr/>
                    <a:lstStyle/>
                    <a:p>
                      <a:r>
                        <a:rPr sz="1650" b="0">
                          <a:solidFill>
                            <a:srgbClr val="202B58"/>
                          </a:solidFill>
                          <a:latin typeface="Noto Sans JP"/>
                          <a:ea typeface="Noto Sans JP"/>
                          <a:cs typeface="Noto Sans JP"/>
                        </a:rPr>
                        <a:t>10月</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10-06</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426.93</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205</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4,294.1</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209.6</a:t>
                      </a:r>
                    </a:p>
                  </a:txBody>
                  <a:tcPr marL="91440" marR="91440" marT="45720" marB="45720">
                    <a:solidFill>
                      <a:srgbClr val="FFFFFF"/>
                    </a:solidFill>
                  </a:tcPr>
                </a:tc>
              </a:tr>
              <a:tr h="530679">
                <a:tc>
                  <a:txBody>
                    <a:bodyPr/>
                    <a:lstStyle/>
                    <a:p>
                      <a:r>
                        <a:rPr sz="1650" b="0">
                          <a:solidFill>
                            <a:srgbClr val="202B58"/>
                          </a:solidFill>
                          <a:latin typeface="Noto Sans JP"/>
                          <a:ea typeface="Noto Sans JP"/>
                          <a:cs typeface="Noto Sans JP"/>
                        </a:rPr>
                        <a:t>11月</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11-10</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442.46</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206</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7,302.4</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234.8</a:t>
                      </a:r>
                    </a:p>
                  </a:txBody>
                  <a:tcPr marL="91440" marR="91440" marT="45720" marB="45720">
                    <a:solidFill>
                      <a:srgbClr val="F1F5F8"/>
                    </a:solidFill>
                  </a:tcPr>
                </a:tc>
              </a:tr>
              <a:tr h="530679">
                <a:tc>
                  <a:txBody>
                    <a:bodyPr/>
                    <a:lstStyle/>
                    <a:p>
                      <a:r>
                        <a:rPr sz="1650" b="0">
                          <a:solidFill>
                            <a:srgbClr val="202B58"/>
                          </a:solidFill>
                          <a:latin typeface="Noto Sans JP"/>
                          <a:ea typeface="Noto Sans JP"/>
                          <a:cs typeface="Noto Sans JP"/>
                        </a:rPr>
                        <a:t>12月</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12-01</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444.22</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206</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5,695.4</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263.7</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63952678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547C7B8-7538-4B0C-A8A0-2BCAC1F8BE33}"/>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補足：予測と評価データ、選択週の代表性</a:t>
            </a:r>
          </a:p>
        </p:txBody>
      </p:sp>
      <p:sp>
        <p:nvSpPr>
          <p:cNvPr id="2" name="">
            <a:extLst xmlns:a="http://schemas.openxmlformats.org/drawingml/2006/main">
              <a:ext uri="{FF2B5EF4-FFF2-40B4-BE49-F238E27FC236}">
                <a16:creationId xmlns:a16="http://schemas.microsoft.com/office/drawing/2014/main" id="{8F14D5E5-ABC1-4A70-A390-5431AB99F1B2}"/>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時刻表・予測の学習年・評価年を分けて扱う</a:t>
            </a:r>
          </a:p>
        </p:txBody>
      </p:sp>
      <p:sp>
        <p:nvSpPr>
          <p:cNvPr id="3" name="">
            <a:extLst xmlns:a="http://schemas.openxmlformats.org/drawingml/2006/main">
              <a:ext uri="{FF2B5EF4-FFF2-40B4-BE49-F238E27FC236}">
                <a16:creationId xmlns:a16="http://schemas.microsoft.com/office/drawing/2014/main" id="{843CBA97-722D-4310-AF95-1E56DA6FE355}"/>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3月の選択週は日射が少ない週。月全体の平均結果へ外挿しない</a:t>
            </a:r>
          </a:p>
        </p:txBody>
      </p:sp>
      <p:sp>
        <p:nvSpPr>
          <p:cNvPr id="4" name="">
            <a:extLst xmlns:a="http://schemas.openxmlformats.org/drawingml/2006/main">
              <a:ext uri="{FF2B5EF4-FFF2-40B4-BE49-F238E27FC236}">
                <a16:creationId xmlns:a16="http://schemas.microsoft.com/office/drawing/2014/main" id="{F5087132-29E7-41EC-B397-535EB39B2B95}"/>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日射比較は入力の事後確認であり、PV発電量・予測精度・費用の因果効果ではない。</a:t>
            </a:r>
          </a:p>
        </p:txBody>
      </p:sp>
      <p:sp>
        <p:nvSpPr>
          <p:cNvPr id="5" name="">
            <a:extLst xmlns:a="http://schemas.openxmlformats.org/drawingml/2006/main">
              <a:ext uri="{FF2B5EF4-FFF2-40B4-BE49-F238E27FC236}">
                <a16:creationId xmlns:a16="http://schemas.microsoft.com/office/drawing/2014/main" id="{3C30940D-065F-4B43-BDC7-0E615358297E}"/>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3227C254-5757-4DE9-A28A-1CC4C22BF8F4}"/>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22/24</a:t>
            </a:r>
          </a:p>
        </p:txBody>
      </p:sp>
      <p:graphicFrame>
        <p:nvGraphicFramePr>
          <p:cNvPr id="15" name=""/>
          <p:cNvGraphicFramePr/>
          <p:nvPr/>
        </p:nvGraphicFramePr>
        <p:xfrm>
          <a:off xmlns:a="http://schemas.openxmlformats.org/drawingml/2006/main" x="571500" y="1695450"/>
          <a:ext xmlns:a="http://schemas.openxmlformats.org/drawingml/2006/main" cx="11049000" cy="2400300"/>
        </p:xfrm>
        <a:graphic xmlns:a="http://schemas.openxmlformats.org/drawingml/2006/main">
          <a:graphicData uri="http://schemas.openxmlformats.org/drawingml/2006/table">
            <a:tbl>
              <a:tblPr/>
              <a:tblGrid>
                <a:gridCol w="3238500"/>
                <a:gridCol w="7810500"/>
              </a:tblGrid>
              <a:tr h="480060">
                <a:tc>
                  <a:txBody>
                    <a:bodyPr/>
                    <a:lstStyle/>
                    <a:p>
                      <a:r>
                        <a:rPr sz="1650" b="1">
                          <a:solidFill>
                            <a:srgbClr val="FFFFFF"/>
                          </a:solidFill>
                          <a:latin typeface="Noto Sans JP"/>
                          <a:ea typeface="Noto Sans JP"/>
                          <a:cs typeface="Noto Sans JP"/>
                        </a:rPr>
                        <a:t>情報</a:t>
                      </a:r>
                    </a:p>
                  </a:txBody>
                  <a:tcPr marL="91440" marR="91440" marT="45720" marB="45720">
                    <a:solidFill>
                      <a:srgbClr val="202B58"/>
                    </a:solidFill>
                  </a:tcPr>
                </a:tc>
                <a:tc>
                  <a:txBody>
                    <a:bodyPr/>
                    <a:lstStyle/>
                    <a:p>
                      <a:r>
                        <a:rPr sz="1650" b="1">
                          <a:solidFill>
                            <a:srgbClr val="FFFFFF"/>
                          </a:solidFill>
                          <a:latin typeface="Noto Sans JP"/>
                          <a:ea typeface="Noto Sans JP"/>
                          <a:cs typeface="Noto Sans JP"/>
                        </a:rPr>
                        <a:t>使用範囲</a:t>
                      </a:r>
                    </a:p>
                  </a:txBody>
                  <a:tcPr marL="91440" marR="91440" marT="45720" marB="45720">
                    <a:solidFill>
                      <a:srgbClr val="202B58"/>
                    </a:solidFill>
                  </a:tcPr>
                </a:tc>
              </a:tr>
              <a:tr h="480060">
                <a:tc>
                  <a:txBody>
                    <a:bodyPr/>
                    <a:lstStyle/>
                    <a:p>
                      <a:r>
                        <a:rPr sz="1650" b="0">
                          <a:solidFill>
                            <a:srgbClr val="202B58"/>
                          </a:solidFill>
                          <a:latin typeface="Noto Sans JP"/>
                          <a:ea typeface="Noto Sans JP"/>
                          <a:cs typeface="Noto Sans JP"/>
                        </a:rPr>
                        <a:t>時刻表</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2026年の曜日別時刻表を2025年の日付に対応</a:t>
                      </a:r>
                    </a:p>
                  </a:txBody>
                  <a:tcPr marL="91440" marR="91440" marT="45720" marB="45720">
                    <a:solidFill>
                      <a:srgbClr val="F1F5F8"/>
                    </a:solidFill>
                  </a:tcPr>
                </a:tc>
              </a:tr>
              <a:tr h="480060">
                <a:tc>
                  <a:txBody>
                    <a:bodyPr/>
                    <a:lstStyle/>
                    <a:p>
                      <a:r>
                        <a:rPr sz="1650" b="0">
                          <a:solidFill>
                            <a:srgbClr val="202B58"/>
                          </a:solidFill>
                          <a:latin typeface="Noto Sans JP"/>
                          <a:ea typeface="Noto Sans JP"/>
                          <a:cs typeface="Noto Sans JP"/>
                        </a:rPr>
                        <a:t>予測の学習</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2024年のみ（品質除外2日を除く364日）</a:t>
                      </a:r>
                    </a:p>
                  </a:txBody>
                  <a:tcPr marL="91440" marR="91440" marT="45720" marB="45720">
                    <a:solidFill>
                      <a:srgbClr val="FFFFFF"/>
                    </a:solidFill>
                  </a:tcPr>
                </a:tc>
              </a:tr>
              <a:tr h="480060">
                <a:tc>
                  <a:txBody>
                    <a:bodyPr/>
                    <a:lstStyle/>
                    <a:p>
                      <a:r>
                        <a:rPr sz="1650" b="0">
                          <a:solidFill>
                            <a:srgbClr val="202B58"/>
                          </a:solidFill>
                          <a:latin typeface="Noto Sans JP"/>
                          <a:ea typeface="Noto Sans JP"/>
                          <a:cs typeface="Noto Sans JP"/>
                        </a:rPr>
                        <a:t>評価時のPV</a:t>
                      </a:r>
                    </a:p>
                  </a:txBody>
                  <a:tcPr marL="91440" marR="91440" marT="45720" marB="45720">
                    <a:solidFill>
                      <a:srgbClr val="F1F5F8"/>
                    </a:solidFill>
                  </a:tcPr>
                </a:tc>
                <a:tc>
                  <a:txBody>
                    <a:bodyPr/>
                    <a:lstStyle/>
                    <a:p>
                      <a:r>
                        <a:rPr sz="1650" b="0">
                          <a:solidFill>
                            <a:srgbClr val="202B58"/>
                          </a:solidFill>
                          <a:latin typeface="Noto Sans JP"/>
                          <a:ea typeface="Noto Sans JP"/>
                          <a:cs typeface="Noto Sans JP"/>
                        </a:rPr>
                        <a:t>2025年のSolcast履歴推定に基づく</a:t>
                      </a:r>
                    </a:p>
                  </a:txBody>
                  <a:tcPr marL="91440" marR="91440" marT="45720" marB="45720">
                    <a:solidFill>
                      <a:srgbClr val="F1F5F8"/>
                    </a:solidFill>
                  </a:tcPr>
                </a:tc>
              </a:tr>
              <a:tr h="480060">
                <a:tc>
                  <a:txBody>
                    <a:bodyPr/>
                    <a:lstStyle/>
                    <a:p>
                      <a:r>
                        <a:rPr sz="1650" b="0">
                          <a:solidFill>
                            <a:srgbClr val="202B58"/>
                          </a:solidFill>
                          <a:latin typeface="Noto Sans JP"/>
                          <a:ea typeface="Noto Sans JP"/>
                          <a:cs typeface="Noto Sans JP"/>
                        </a:rPr>
                        <a:t>需要</a:t>
                      </a:r>
                    </a:p>
                  </a:txBody>
                  <a:tcPr marL="91440" marR="91440" marT="45720" marB="45720">
                    <a:solidFill>
                      <a:srgbClr val="FFFFFF"/>
                    </a:solidFill>
                  </a:tcPr>
                </a:tc>
                <a:tc>
                  <a:txBody>
                    <a:bodyPr/>
                    <a:lstStyle/>
                    <a:p>
                      <a:r>
                        <a:rPr sz="1650" b="0">
                          <a:solidFill>
                            <a:srgbClr val="202B58"/>
                          </a:solidFill>
                          <a:latin typeface="Noto Sans JP"/>
                          <a:ea typeface="Noto Sans JP"/>
                          <a:cs typeface="Noto Sans JP"/>
                        </a:rPr>
                        <a:t>固定電費・燃費。気温による空調負荷は未入力</a:t>
                      </a:r>
                    </a:p>
                  </a:txBody>
                  <a:tcPr marL="91440" marR="91440" marT="45720" marB="45720">
                    <a:solidFill>
                      <a:srgbClr val="FFFFFF"/>
                    </a:solidFill>
                  </a:tcPr>
                </a:tc>
              </a:tr>
            </a:tbl>
          </a:graphicData>
        </a:graphic>
      </p:graphicFrame>
      <p:graphicFrame>
        <p:nvGraphicFramePr>
          <p:cNvPr id="16" name=""/>
          <p:cNvGraphicFramePr/>
          <p:nvPr/>
        </p:nvGraphicFramePr>
        <p:xfrm>
          <a:off xmlns:a="http://schemas.openxmlformats.org/drawingml/2006/main" x="571500" y="4371975"/>
          <a:ext xmlns:a="http://schemas.openxmlformats.org/drawingml/2006/main" cx="11049000" cy="1114425"/>
        </p:xfrm>
        <a:graphic xmlns:a="http://schemas.openxmlformats.org/drawingml/2006/main">
          <a:graphicData uri="http://schemas.openxmlformats.org/drawingml/2006/table">
            <a:tbl>
              <a:tblPr/>
              <a:tblGrid>
                <a:gridCol w="4953000"/>
                <a:gridCol w="2143125"/>
                <a:gridCol w="2143125"/>
                <a:gridCol w="1809750"/>
              </a:tblGrid>
              <a:tr h="371475">
                <a:tc>
                  <a:txBody>
                    <a:bodyPr/>
                    <a:lstStyle/>
                    <a:p>
                      <a:r>
                        <a:rPr sz="1575" b="1">
                          <a:solidFill>
                            <a:srgbClr val="FFFFFF"/>
                          </a:solidFill>
                          <a:latin typeface="Noto Sans JP"/>
                          <a:ea typeface="Noto Sans JP"/>
                          <a:cs typeface="Noto Sans JP"/>
                        </a:rPr>
                        <a:t>日平均日射量 [kWh/m²/日]</a:t>
                      </a:r>
                    </a:p>
                  </a:txBody>
                  <a:tcPr marL="91440" marR="91440" marT="45720" marB="45720">
                    <a:solidFill>
                      <a:srgbClr val="202B58"/>
                    </a:solidFill>
                  </a:tcPr>
                </a:tc>
                <a:tc>
                  <a:txBody>
                    <a:bodyPr/>
                    <a:lstStyle/>
                    <a:p>
                      <a:r>
                        <a:rPr sz="1575" b="1">
                          <a:solidFill>
                            <a:srgbClr val="FFFFFF"/>
                          </a:solidFill>
                          <a:latin typeface="Noto Sans JP"/>
                          <a:ea typeface="Noto Sans JP"/>
                          <a:cs typeface="Noto Sans JP"/>
                        </a:rPr>
                        <a:t>選択週</a:t>
                      </a:r>
                    </a:p>
                  </a:txBody>
                  <a:tcPr marL="91440" marR="91440" marT="45720" marB="45720">
                    <a:solidFill>
                      <a:srgbClr val="202B58"/>
                    </a:solidFill>
                  </a:tcPr>
                </a:tc>
                <a:tc>
                  <a:txBody>
                    <a:bodyPr/>
                    <a:lstStyle/>
                    <a:p>
                      <a:r>
                        <a:rPr sz="1575" b="1">
                          <a:solidFill>
                            <a:srgbClr val="FFFFFF"/>
                          </a:solidFill>
                          <a:latin typeface="Noto Sans JP"/>
                          <a:ea typeface="Noto Sans JP"/>
                          <a:cs typeface="Noto Sans JP"/>
                        </a:rPr>
                        <a:t>月全体</a:t>
                      </a:r>
                    </a:p>
                  </a:txBody>
                  <a:tcPr marL="91440" marR="91440" marT="45720" marB="45720">
                    <a:solidFill>
                      <a:srgbClr val="202B58"/>
                    </a:solidFill>
                  </a:tcPr>
                </a:tc>
                <a:tc>
                  <a:txBody>
                    <a:bodyPr/>
                    <a:lstStyle/>
                    <a:p>
                      <a:r>
                        <a:rPr sz="1575" b="1">
                          <a:solidFill>
                            <a:srgbClr val="FFFFFF"/>
                          </a:solidFill>
                          <a:latin typeface="Noto Sans JP"/>
                          <a:ea typeface="Noto Sans JP"/>
                          <a:cs typeface="Noto Sans JP"/>
                        </a:rPr>
                        <a:t>差</a:t>
                      </a:r>
                    </a:p>
                  </a:txBody>
                  <a:tcPr marL="91440" marR="91440" marT="45720" marB="45720">
                    <a:solidFill>
                      <a:srgbClr val="202B58"/>
                    </a:solidFill>
                  </a:tcPr>
                </a:tc>
              </a:tr>
              <a:tr h="371475">
                <a:tc>
                  <a:txBody>
                    <a:bodyPr/>
                    <a:lstStyle/>
                    <a:p>
                      <a:r>
                        <a:rPr sz="1575" b="0">
                          <a:solidFill>
                            <a:srgbClr val="202B58"/>
                          </a:solidFill>
                          <a:latin typeface="Noto Sans JP"/>
                          <a:ea typeface="Noto Sans JP"/>
                          <a:cs typeface="Noto Sans JP"/>
                        </a:rPr>
                        <a:t>3月</a:t>
                      </a:r>
                    </a:p>
                  </a:txBody>
                  <a:tcPr marL="91440" marR="91440" marT="45720" marB="45720">
                    <a:solidFill>
                      <a:srgbClr val="F1F5F8"/>
                    </a:solidFill>
                  </a:tcPr>
                </a:tc>
                <a:tc>
                  <a:txBody>
                    <a:bodyPr/>
                    <a:lstStyle/>
                    <a:p>
                      <a:r>
                        <a:rPr sz="1575" b="0">
                          <a:solidFill>
                            <a:srgbClr val="202B58"/>
                          </a:solidFill>
                          <a:latin typeface="Noto Sans JP"/>
                          <a:ea typeface="Noto Sans JP"/>
                          <a:cs typeface="Noto Sans JP"/>
                        </a:rPr>
                        <a:t>2.497</a:t>
                      </a:r>
                    </a:p>
                  </a:txBody>
                  <a:tcPr marL="91440" marR="91440" marT="45720" marB="45720">
                    <a:solidFill>
                      <a:srgbClr val="F1F5F8"/>
                    </a:solidFill>
                  </a:tcPr>
                </a:tc>
                <a:tc>
                  <a:txBody>
                    <a:bodyPr/>
                    <a:lstStyle/>
                    <a:p>
                      <a:r>
                        <a:rPr sz="1575" b="0">
                          <a:solidFill>
                            <a:srgbClr val="202B58"/>
                          </a:solidFill>
                          <a:latin typeface="Noto Sans JP"/>
                          <a:ea typeface="Noto Sans JP"/>
                          <a:cs typeface="Noto Sans JP"/>
                        </a:rPr>
                        <a:t>3.851</a:t>
                      </a:r>
                    </a:p>
                  </a:txBody>
                  <a:tcPr marL="91440" marR="91440" marT="45720" marB="45720">
                    <a:solidFill>
                      <a:srgbClr val="F1F5F8"/>
                    </a:solidFill>
                  </a:tcPr>
                </a:tc>
                <a:tc>
                  <a:txBody>
                    <a:bodyPr/>
                    <a:lstStyle/>
                    <a:p>
                      <a:r>
                        <a:rPr sz="1575" b="0">
                          <a:solidFill>
                            <a:srgbClr val="202B58"/>
                          </a:solidFill>
                          <a:latin typeface="Noto Sans JP"/>
                          <a:ea typeface="Noto Sans JP"/>
                          <a:cs typeface="Noto Sans JP"/>
                        </a:rPr>
                        <a:t>-35.2%</a:t>
                      </a:r>
                    </a:p>
                  </a:txBody>
                  <a:tcPr marL="91440" marR="91440" marT="45720" marB="45720">
                    <a:solidFill>
                      <a:srgbClr val="F1F5F8"/>
                    </a:solidFill>
                  </a:tcPr>
                </a:tc>
              </a:tr>
              <a:tr h="371475">
                <a:tc>
                  <a:txBody>
                    <a:bodyPr/>
                    <a:lstStyle/>
                    <a:p>
                      <a:r>
                        <a:rPr sz="1575" b="0">
                          <a:solidFill>
                            <a:srgbClr val="202B58"/>
                          </a:solidFill>
                          <a:latin typeface="Noto Sans JP"/>
                          <a:ea typeface="Noto Sans JP"/>
                          <a:cs typeface="Noto Sans JP"/>
                        </a:rPr>
                        <a:t>11月</a:t>
                      </a:r>
                    </a:p>
                  </a:txBody>
                  <a:tcPr marL="91440" marR="91440" marT="45720" marB="45720">
                    <a:solidFill>
                      <a:srgbClr val="FFFFFF"/>
                    </a:solidFill>
                  </a:tcPr>
                </a:tc>
                <a:tc>
                  <a:txBody>
                    <a:bodyPr/>
                    <a:lstStyle/>
                    <a:p>
                      <a:r>
                        <a:rPr sz="1575" b="0">
                          <a:solidFill>
                            <a:srgbClr val="202B58"/>
                          </a:solidFill>
                          <a:latin typeface="Noto Sans JP"/>
                          <a:ea typeface="Noto Sans JP"/>
                          <a:cs typeface="Noto Sans JP"/>
                        </a:rPr>
                        <a:t>2.663</a:t>
                      </a:r>
                    </a:p>
                  </a:txBody>
                  <a:tcPr marL="91440" marR="91440" marT="45720" marB="45720">
                    <a:solidFill>
                      <a:srgbClr val="FFFFFF"/>
                    </a:solidFill>
                  </a:tcPr>
                </a:tc>
                <a:tc>
                  <a:txBody>
                    <a:bodyPr/>
                    <a:lstStyle/>
                    <a:p>
                      <a:r>
                        <a:rPr sz="1575" b="0">
                          <a:solidFill>
                            <a:srgbClr val="202B58"/>
                          </a:solidFill>
                          <a:latin typeface="Noto Sans JP"/>
                          <a:ea typeface="Noto Sans JP"/>
                          <a:cs typeface="Noto Sans JP"/>
                        </a:rPr>
                        <a:t>2.723</a:t>
                      </a:r>
                    </a:p>
                  </a:txBody>
                  <a:tcPr marL="91440" marR="91440" marT="45720" marB="45720">
                    <a:solidFill>
                      <a:srgbClr val="FFFFFF"/>
                    </a:solidFill>
                  </a:tcPr>
                </a:tc>
                <a:tc>
                  <a:txBody>
                    <a:bodyPr/>
                    <a:lstStyle/>
                    <a:p>
                      <a:r>
                        <a:rPr sz="1575" b="0">
                          <a:solidFill>
                            <a:srgbClr val="202B58"/>
                          </a:solidFill>
                          <a:latin typeface="Noto Sans JP"/>
                          <a:ea typeface="Noto Sans JP"/>
                          <a:cs typeface="Noto Sans JP"/>
                        </a:rPr>
                        <a:t>-2.2%</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95779138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BDD37CD-4D05-4C7C-A35B-02596BCA910C}"/>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補足：優位性を判断するための比較設計案</a:t>
            </a:r>
          </a:p>
        </p:txBody>
      </p:sp>
      <p:sp>
        <p:nvSpPr>
          <p:cNvPr id="2" name="">
            <a:extLst xmlns:a="http://schemas.openxmlformats.org/drawingml/2006/main">
              <a:ext uri="{FF2B5EF4-FFF2-40B4-BE49-F238E27FC236}">
                <a16:creationId xmlns:a16="http://schemas.microsoft.com/office/drawing/2014/main" id="{59F21B86-3345-428F-B2D4-DD67BE39EB99}"/>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比較対象を事前に定め、同じ条件の差として効果を測る</a:t>
            </a:r>
          </a:p>
        </p:txBody>
      </p:sp>
      <p:sp>
        <p:nvSpPr>
          <p:cNvPr id="3" name="">
            <a:extLst xmlns:a="http://schemas.openxmlformats.org/drawingml/2006/main">
              <a:ext uri="{FF2B5EF4-FFF2-40B4-BE49-F238E27FC236}">
                <a16:creationId xmlns:a16="http://schemas.microsoft.com/office/drawing/2014/main" id="{9CD43890-6663-467F-8543-956F59F8E551}"/>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まず充電部分の改善余地を調べ、その後に配車を含む手法比較へ進む</a:t>
            </a:r>
          </a:p>
        </p:txBody>
      </p:sp>
      <p:sp>
        <p:nvSpPr>
          <p:cNvPr id="4" name="">
            <a:extLst xmlns:a="http://schemas.openxmlformats.org/drawingml/2006/main">
              <a:ext uri="{FF2B5EF4-FFF2-40B4-BE49-F238E27FC236}">
                <a16:creationId xmlns:a16="http://schemas.microsoft.com/office/drawing/2014/main" id="{33A206EA-43C1-400E-868F-1CF9E643F36C}"/>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設計案であり未実施。対照条件・制限時間・評価指標を事前に確定する。</a:t>
            </a:r>
          </a:p>
        </p:txBody>
      </p:sp>
      <p:sp>
        <p:nvSpPr>
          <p:cNvPr id="5" name="">
            <a:extLst xmlns:a="http://schemas.openxmlformats.org/drawingml/2006/main">
              <a:ext uri="{FF2B5EF4-FFF2-40B4-BE49-F238E27FC236}">
                <a16:creationId xmlns:a16="http://schemas.microsoft.com/office/drawing/2014/main" id="{016C1015-6971-4A42-81CF-4CF2E93CCC80}"/>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7E02DED5-852C-43C7-8522-2723A5D87BCD}"/>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23/24</a:t>
            </a:r>
          </a:p>
        </p:txBody>
      </p:sp>
      <p:graphicFrame>
        <p:nvGraphicFramePr>
          <p:cNvPr id="15" name=""/>
          <p:cNvGraphicFramePr/>
          <p:nvPr/>
        </p:nvGraphicFramePr>
        <p:xfrm>
          <a:off xmlns:a="http://schemas.openxmlformats.org/drawingml/2006/main" x="571500" y="1695450"/>
          <a:ext xmlns:a="http://schemas.openxmlformats.org/drawingml/2006/main" cx="11049000" cy="2847975"/>
        </p:xfrm>
        <a:graphic xmlns:a="http://schemas.openxmlformats.org/drawingml/2006/main">
          <a:graphicData uri="http://schemas.openxmlformats.org/drawingml/2006/table">
            <a:tbl>
              <a:tblPr/>
              <a:tblGrid>
                <a:gridCol w="3619500"/>
                <a:gridCol w="3714750"/>
                <a:gridCol w="3714750"/>
              </a:tblGrid>
              <a:tr h="711994">
                <a:tc>
                  <a:txBody>
                    <a:bodyPr/>
                    <a:lstStyle/>
                    <a:p>
                      <a:r>
                        <a:rPr sz="1575" b="1">
                          <a:solidFill>
                            <a:srgbClr val="FFFFFF"/>
                          </a:solidFill>
                          <a:latin typeface="Noto Sans JP"/>
                          <a:ea typeface="Noto Sans JP"/>
                          <a:cs typeface="Noto Sans JP"/>
                        </a:rPr>
                        <a:t>検証したい問い</a:t>
                      </a:r>
                    </a:p>
                  </a:txBody>
                  <a:tcPr marL="91440" marR="91440" marT="45720" marB="45720">
                    <a:solidFill>
                      <a:srgbClr val="202B58"/>
                    </a:solidFill>
                  </a:tcPr>
                </a:tc>
                <a:tc>
                  <a:txBody>
                    <a:bodyPr/>
                    <a:lstStyle/>
                    <a:p>
                      <a:r>
                        <a:rPr sz="1575" b="1">
                          <a:solidFill>
                            <a:srgbClr val="FFFFFF"/>
                          </a:solidFill>
                          <a:latin typeface="Noto Sans JP"/>
                          <a:ea typeface="Noto Sans JP"/>
                          <a:cs typeface="Noto Sans JP"/>
                        </a:rPr>
                        <a:t>固定する条件</a:t>
                      </a:r>
                    </a:p>
                  </a:txBody>
                  <a:tcPr marL="91440" marR="91440" marT="45720" marB="45720">
                    <a:solidFill>
                      <a:srgbClr val="202B58"/>
                    </a:solidFill>
                  </a:tcPr>
                </a:tc>
                <a:tc>
                  <a:txBody>
                    <a:bodyPr/>
                    <a:lstStyle/>
                    <a:p>
                      <a:r>
                        <a:rPr sz="1575" b="1">
                          <a:solidFill>
                            <a:srgbClr val="FFFFFF"/>
                          </a:solidFill>
                          <a:latin typeface="Noto Sans JP"/>
                          <a:ea typeface="Noto Sans JP"/>
                          <a:cs typeface="Noto Sans JP"/>
                        </a:rPr>
                        <a:t>比較・評価するもの</a:t>
                      </a:r>
                    </a:p>
                  </a:txBody>
                  <a:tcPr marL="91440" marR="91440" marT="45720" marB="45720">
                    <a:solidFill>
                      <a:srgbClr val="202B58"/>
                    </a:solidFill>
                  </a:tcPr>
                </a:tc>
              </a:tr>
              <a:tr h="711994">
                <a:tc>
                  <a:txBody>
                    <a:bodyPr/>
                    <a:lstStyle/>
                    <a:p>
                      <a:r>
                        <a:rPr sz="1575" b="0">
                          <a:solidFill>
                            <a:srgbClr val="202B58"/>
                          </a:solidFill>
                          <a:latin typeface="Noto Sans JP"/>
                          <a:ea typeface="Noto Sans JP"/>
                          <a:cs typeface="Noto Sans JP"/>
                        </a:rPr>
                        <a:t>BESSを使い超過を減らせるか</a:t>
                      </a:r>
                    </a:p>
                  </a:txBody>
                  <a:tcPr marL="91440" marR="91440" marT="45720" marB="45720">
                    <a:solidFill>
                      <a:srgbClr val="F1F5F8"/>
                    </a:solidFill>
                  </a:tcPr>
                </a:tc>
                <a:tc>
                  <a:txBody>
                    <a:bodyPr/>
                    <a:lstStyle/>
                    <a:p>
                      <a:r>
                        <a:rPr sz="1575" b="0">
                          <a:solidFill>
                            <a:srgbClr val="202B58"/>
                          </a:solidFill>
                          <a:latin typeface="Noto Sans JP"/>
                          <a:ea typeface="Noto Sans JP"/>
                          <a:cs typeface="Noto Sans JP"/>
                        </a:rPr>
                        <a:t>同一週・同一配車・残量・設備</a:t>
                      </a:r>
                    </a:p>
                  </a:txBody>
                  <a:tcPr marL="91440" marR="91440" marT="45720" marB="45720">
                    <a:solidFill>
                      <a:srgbClr val="F1F5F8"/>
                    </a:solidFill>
                  </a:tcPr>
                </a:tc>
                <a:tc>
                  <a:txBody>
                    <a:bodyPr/>
                    <a:lstStyle/>
                    <a:p>
                      <a:r>
                        <a:rPr sz="1575" b="0">
                          <a:solidFill>
                            <a:srgbClr val="202B58"/>
                          </a:solidFill>
                          <a:latin typeface="Noto Sans JP"/>
                          <a:ea typeface="Noto Sans JP"/>
                          <a:cs typeface="Noto Sans JP"/>
                        </a:rPr>
                        <a:t>基準の充電規則と候補計画</a:t>
                      </a:r>
                    </a:p>
                  </a:txBody>
                  <a:tcPr marL="91440" marR="91440" marT="45720" marB="45720">
                    <a:solidFill>
                      <a:srgbClr val="F1F5F8"/>
                    </a:solidFill>
                  </a:tcPr>
                </a:tc>
              </a:tr>
              <a:tr h="711994">
                <a:tc>
                  <a:txBody>
                    <a:bodyPr/>
                    <a:lstStyle/>
                    <a:p>
                      <a:r>
                        <a:rPr sz="1575" b="0">
                          <a:solidFill>
                            <a:srgbClr val="202B58"/>
                          </a:solidFill>
                          <a:latin typeface="Noto Sans JP"/>
                          <a:ea typeface="Noto Sans JP"/>
                          <a:cs typeface="Noto Sans JP"/>
                        </a:rPr>
                        <a:t>配車を含む手法は有用か</a:t>
                      </a:r>
                    </a:p>
                  </a:txBody>
                  <a:tcPr marL="91440" marR="91440" marT="45720" marB="45720">
                    <a:solidFill>
                      <a:srgbClr val="FFFFFF"/>
                    </a:solidFill>
                  </a:tcPr>
                </a:tc>
                <a:tc>
                  <a:txBody>
                    <a:bodyPr/>
                    <a:lstStyle/>
                    <a:p>
                      <a:r>
                        <a:rPr sz="1575" b="0">
                          <a:solidFill>
                            <a:srgbClr val="202B58"/>
                          </a:solidFill>
                          <a:latin typeface="Noto Sans JP"/>
                          <a:ea typeface="Noto Sans JP"/>
                          <a:cs typeface="Noto Sans JP"/>
                        </a:rPr>
                        <a:t>同一入力・料金・計算予算</a:t>
                      </a:r>
                    </a:p>
                  </a:txBody>
                  <a:tcPr marL="91440" marR="91440" marT="45720" marB="45720">
                    <a:solidFill>
                      <a:srgbClr val="FFFFFF"/>
                    </a:solidFill>
                  </a:tcPr>
                </a:tc>
                <a:tc>
                  <a:txBody>
                    <a:bodyPr/>
                    <a:lstStyle/>
                    <a:p>
                      <a:r>
                        <a:rPr sz="1575" b="0">
                          <a:solidFill>
                            <a:srgbClr val="202B58"/>
                          </a:solidFill>
                          <a:latin typeface="Noto Sans JP"/>
                          <a:ea typeface="Noto Sans JP"/>
                          <a:cs typeface="Noto Sans JP"/>
                        </a:rPr>
                        <a:t>基準手法との差額と成立率</a:t>
                      </a:r>
                    </a:p>
                  </a:txBody>
                  <a:tcPr marL="91440" marR="91440" marT="45720" marB="45720">
                    <a:solidFill>
                      <a:srgbClr val="FFFFFF"/>
                    </a:solidFill>
                  </a:tcPr>
                </a:tc>
              </a:tr>
              <a:tr h="711994">
                <a:tc>
                  <a:txBody>
                    <a:bodyPr/>
                    <a:lstStyle/>
                    <a:p>
                      <a:r>
                        <a:rPr sz="1575" b="0">
                          <a:solidFill>
                            <a:srgbClr val="202B58"/>
                          </a:solidFill>
                          <a:latin typeface="Noto Sans JP"/>
                          <a:ea typeface="Noto Sans JP"/>
                          <a:cs typeface="Noto Sans JP"/>
                        </a:rPr>
                        <a:t>別の時期でも効果があるか</a:t>
                      </a:r>
                    </a:p>
                  </a:txBody>
                  <a:tcPr marL="91440" marR="91440" marT="45720" marB="45720">
                    <a:solidFill>
                      <a:srgbClr val="F1F5F8"/>
                    </a:solidFill>
                  </a:tcPr>
                </a:tc>
                <a:tc>
                  <a:txBody>
                    <a:bodyPr/>
                    <a:lstStyle/>
                    <a:p>
                      <a:r>
                        <a:rPr sz="1575" b="0">
                          <a:solidFill>
                            <a:srgbClr val="202B58"/>
                          </a:solidFill>
                          <a:latin typeface="Noto Sans JP"/>
                          <a:ea typeface="Noto Sans JP"/>
                          <a:cs typeface="Noto Sans JP"/>
                        </a:rPr>
                        <a:t>週選択規則・評価指標</a:t>
                      </a:r>
                    </a:p>
                  </a:txBody>
                  <a:tcPr marL="91440" marR="91440" marT="45720" marB="45720">
                    <a:solidFill>
                      <a:srgbClr val="F1F5F8"/>
                    </a:solidFill>
                  </a:tcPr>
                </a:tc>
                <a:tc>
                  <a:txBody>
                    <a:bodyPr/>
                    <a:lstStyle/>
                    <a:p>
                      <a:r>
                        <a:rPr sz="1575" b="0">
                          <a:solidFill>
                            <a:srgbClr val="202B58"/>
                          </a:solidFill>
                          <a:latin typeface="Noto Sans JP"/>
                          <a:ea typeface="Noto Sans JP"/>
                          <a:cs typeface="Noto Sans JP"/>
                        </a:rPr>
                        <a:t>複数週／年の差とばらつき</a:t>
                      </a:r>
                    </a:p>
                  </a:txBody>
                  <a:tcPr marL="91440" marR="91440" marT="45720" marB="45720">
                    <a:solidFill>
                      <a:srgbClr val="F1F5F8"/>
                    </a:solidFill>
                  </a:tcPr>
                </a:tc>
              </a:tr>
            </a:tbl>
          </a:graphicData>
        </a:graphic>
      </p:graphicFrame>
      <p:sp>
        <p:nvSpPr>
          <p:cNvPr id="8" name="">
            <a:extLst xmlns:a="http://schemas.openxmlformats.org/drawingml/2006/main">
              <a:ext uri="{FF2B5EF4-FFF2-40B4-BE49-F238E27FC236}">
                <a16:creationId xmlns:a16="http://schemas.microsoft.com/office/drawing/2014/main" id="{7D307F82-6192-43E7-B181-948D46156956}"/>
              </a:ext>
            </a:extLst>
          </p:cNvPr>
          <p:cNvSpPr>
            <a:spLocks xmlns:a="http://schemas.openxmlformats.org/drawingml/2006/main" noGrp="1"/>
          </p:cNvSpPr>
          <p:nvPr/>
        </p:nvSpPr>
        <p:spPr>
          <a:xfrm xmlns:a="http://schemas.openxmlformats.org/drawingml/2006/main">
            <a:off x="685800" y="4972050"/>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9687B"/>
                </a:solidFill>
                <a:latin typeface="Noto Sans JP"/>
                <a:ea typeface="Noto Sans JP"/>
                <a:cs typeface="Noto Sans JP"/>
              </a:defRPr>
            </a:pPr>
            <a:r>
              <a:rPr sz="1650" b="0">
                <a:solidFill>
                  <a:srgbClr val="59687B"/>
                </a:solidFill>
                <a:latin typeface="Noto Sans JP"/>
                <a:ea typeface="Noto Sans JP"/>
                <a:cs typeface="Noto Sans JP"/>
              </a:rPr>
              <a:t>共通の評価：全便運行、電池・設備制約、週間費用、ピーク、在庫差、計算時間</a:t>
            </a:r>
          </a:p>
        </p:txBody>
      </p:sp>
    </p:spTree>
    <p:extLst>
      <p:ext uri="{BB962C8B-B14F-4D97-AF65-F5344CB8AC3E}">
        <p14:creationId xmlns:p14="http://schemas.microsoft.com/office/powerpoint/2010/main" val="214338951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7F6E7D8-31DE-45C6-A5D4-FC67271BB7BC}"/>
              </a:ext>
            </a:extLst>
          </p:cNvPr>
          <p:cNvSpPr>
            <a:spLocks xmlns:a="http://schemas.openxmlformats.org/drawingml/2006/main" noGrp="1"/>
          </p:cNvSpPr>
          <p:nvPr/>
        </p:nvSpPr>
        <p:spPr>
          <a:xfrm xmlns:a="http://schemas.openxmlformats.org/drawingml/2006/main">
            <a:off x="419100" y="228600"/>
            <a:ext cx="11353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02B58"/>
                </a:solidFill>
                <a:latin typeface="Noto Sans JP"/>
                <a:ea typeface="Noto Sans JP"/>
                <a:cs typeface="Noto Sans JP"/>
              </a:defRPr>
            </a:pPr>
            <a:r>
              <a:rPr sz="2625" b="1">
                <a:solidFill>
                  <a:srgbClr val="202B58"/>
                </a:solidFill>
                <a:latin typeface="Noto Sans JP"/>
                <a:ea typeface="Noto Sans JP"/>
                <a:cs typeface="Noto Sans JP"/>
              </a:rPr>
              <a:t>補足：研究上の位置付けと出典</a:t>
            </a:r>
          </a:p>
        </p:txBody>
      </p:sp>
      <p:sp>
        <p:nvSpPr>
          <p:cNvPr id="2" name="">
            <a:extLst xmlns:a="http://schemas.openxmlformats.org/drawingml/2006/main">
              <a:ext uri="{FF2B5EF4-FFF2-40B4-BE49-F238E27FC236}">
                <a16:creationId xmlns:a16="http://schemas.microsoft.com/office/drawing/2014/main" id="{DF53288A-FA0C-412A-B976-5E9CDBE7222A}"/>
              </a:ext>
            </a:extLst>
          </p:cNvPr>
          <p:cNvSpPr>
            <a:spLocks xmlns:a="http://schemas.openxmlformats.org/drawingml/2006/main" noGrp="1"/>
          </p:cNvSpPr>
          <p:nvPr/>
        </p:nvSpPr>
        <p:spPr>
          <a:xfrm xmlns:a="http://schemas.openxmlformats.org/drawingml/2006/main">
            <a:off x="571500" y="98107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9687B"/>
                </a:solidFill>
                <a:latin typeface="Noto Sans JP"/>
                <a:ea typeface="Noto Sans JP"/>
                <a:cs typeface="Noto Sans JP"/>
              </a:defRPr>
            </a:pPr>
            <a:r>
              <a:rPr sz="1725" b="0">
                <a:solidFill>
                  <a:srgbClr val="59687B"/>
                </a:solidFill>
                <a:latin typeface="Noto Sans JP"/>
                <a:ea typeface="Noto Sans JP"/>
                <a:cs typeface="Noto Sans JP"/>
              </a:rPr>
              <a:t>診断結果として報告し、採用に必要な確認を残さず記載</a:t>
            </a:r>
          </a:p>
        </p:txBody>
      </p:sp>
      <p:sp>
        <p:nvSpPr>
          <p:cNvPr id="3" name="">
            <a:extLst xmlns:a="http://schemas.openxmlformats.org/drawingml/2006/main">
              <a:ext uri="{FF2B5EF4-FFF2-40B4-BE49-F238E27FC236}">
                <a16:creationId xmlns:a16="http://schemas.microsoft.com/office/drawing/2014/main" id="{FF833D05-CC61-45D0-A0FA-FC7FD503D3B0}"/>
              </a:ext>
            </a:extLst>
          </p:cNvPr>
          <p:cNvSpPr>
            <a:spLocks xmlns:a="http://schemas.openxmlformats.org/drawingml/2006/main" noGrp="1"/>
          </p:cNvSpPr>
          <p:nvPr/>
        </p:nvSpPr>
        <p:spPr>
          <a:xfrm xmlns:a="http://schemas.openxmlformats.org/drawingml/2006/main">
            <a:off x="571500" y="5638800"/>
            <a:ext cx="11049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9A8C"/>
                </a:solidFill>
                <a:latin typeface="Noto Sans JP"/>
                <a:ea typeface="Noto Sans JP"/>
                <a:cs typeface="Noto Sans JP"/>
              </a:defRPr>
            </a:pPr>
            <a:r>
              <a:rPr sz="1875" b="1">
                <a:solidFill>
                  <a:srgbClr val="159A8C"/>
                </a:solidFill>
                <a:latin typeface="Noto Sans JP"/>
                <a:ea typeface="Noto Sans JP"/>
                <a:cs typeface="Noto Sans JP"/>
              </a:rPr>
              <a:t>結果の整合を確認したことと、研究成果として承認されたことを分ける</a:t>
            </a:r>
          </a:p>
        </p:txBody>
      </p:sp>
      <p:sp>
        <p:nvSpPr>
          <p:cNvPr id="4" name="">
            <a:extLst xmlns:a="http://schemas.openxmlformats.org/drawingml/2006/main">
              <a:ext uri="{FF2B5EF4-FFF2-40B4-BE49-F238E27FC236}">
                <a16:creationId xmlns:a16="http://schemas.microsoft.com/office/drawing/2014/main" id="{EACD53AF-398F-499D-B7B5-0224FC44A54C}"/>
              </a:ext>
            </a:extLst>
          </p:cNvPr>
          <p:cNvSpPr>
            <a:spLocks xmlns:a="http://schemas.openxmlformats.org/drawingml/2006/main" noGrp="1"/>
          </p:cNvSpPr>
          <p:nvPr/>
        </p:nvSpPr>
        <p:spPr>
          <a:xfrm xmlns:a="http://schemas.openxmlformats.org/drawingml/2006/main">
            <a:off x="571500" y="6248400"/>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E4D36"/>
                </a:solidFill>
                <a:latin typeface="Noto Sans JP"/>
                <a:ea typeface="Noto Sans JP"/>
                <a:cs typeface="Noto Sans JP"/>
              </a:defRPr>
            </a:pPr>
            <a:r>
              <a:rPr sz="1275" b="0">
                <a:solidFill>
                  <a:srgbClr val="7E4D36"/>
                </a:solidFill>
                <a:latin typeface="Noto Sans JP"/>
                <a:ea typeface="Noto Sans JP"/>
                <a:cs typeface="Noto Sans JP"/>
              </a:rPr>
              <a:t>DIAGNOSTIC / NOT USED FOR RESEARCH CONCLUSIONS。研究採用はBLOCKED。</a:t>
            </a:r>
          </a:p>
        </p:txBody>
      </p:sp>
      <p:sp>
        <p:nvSpPr>
          <p:cNvPr id="5" name="">
            <a:extLst xmlns:a="http://schemas.openxmlformats.org/drawingml/2006/main">
              <a:ext uri="{FF2B5EF4-FFF2-40B4-BE49-F238E27FC236}">
                <a16:creationId xmlns:a16="http://schemas.microsoft.com/office/drawing/2014/main" id="{4F70FD5D-9121-41DE-8032-8A55FD55CA87}"/>
              </a:ext>
            </a:extLst>
          </p:cNvPr>
          <p:cNvSpPr>
            <a:spLocks xmlns:a="http://schemas.openxmlformats.org/drawingml/2006/main" noGrp="1"/>
          </p:cNvSpPr>
          <p:nvPr/>
        </p:nvSpPr>
        <p:spPr>
          <a:xfrm xmlns:a="http://schemas.openxmlformats.org/drawingml/2006/main">
            <a:off x="419100" y="6638925"/>
            <a:ext cx="1009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59687B"/>
                </a:solidFill>
                <a:latin typeface="Noto Sans JP"/>
                <a:ea typeface="Noto Sans JP"/>
                <a:cs typeface="Noto Sans JP"/>
              </a:defRPr>
            </a:pPr>
            <a:r>
              <a:rPr sz="900" b="0">
                <a:solidFill>
                  <a:srgbClr val="59687B"/>
                </a:solidFill>
                <a:latin typeface="Noto Sans JP"/>
                <a:ea typeface="Noto Sans JP"/>
                <a:cs typeface="Noto Sans JP"/>
              </a:rPr>
              <a:t>修士研究　2026年9月18日　／　月別12週のシミュレーション（診断結果）</a:t>
            </a:r>
          </a:p>
        </p:txBody>
      </p:sp>
      <p:sp>
        <p:nvSpPr>
          <p:cNvPr id="6" name="">
            <a:extLst xmlns:a="http://schemas.openxmlformats.org/drawingml/2006/main">
              <a:ext uri="{FF2B5EF4-FFF2-40B4-BE49-F238E27FC236}">
                <a16:creationId xmlns:a16="http://schemas.microsoft.com/office/drawing/2014/main" id="{2853150B-105B-4CC7-9C70-6A0D9462D23B}"/>
              </a:ext>
            </a:extLst>
          </p:cNvPr>
          <p:cNvSpPr>
            <a:spLocks xmlns:a="http://schemas.openxmlformats.org/drawingml/2006/main" noGrp="1"/>
          </p:cNvSpPr>
          <p:nvPr/>
        </p:nvSpPr>
        <p:spPr>
          <a:xfrm xmlns:a="http://schemas.openxmlformats.org/drawingml/2006/main">
            <a:off x="11144250" y="6610350"/>
            <a:ext cx="628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9687B"/>
                </a:solidFill>
                <a:latin typeface="Noto Sans JP"/>
                <a:ea typeface="Noto Sans JP"/>
                <a:cs typeface="Noto Sans JP"/>
              </a:defRPr>
            </a:pPr>
            <a:r>
              <a:rPr sz="1050" b="0">
                <a:solidFill>
                  <a:srgbClr val="59687B"/>
                </a:solidFill>
                <a:latin typeface="Noto Sans JP"/>
                <a:ea typeface="Noto Sans JP"/>
                <a:cs typeface="Noto Sans JP"/>
              </a:rPr>
              <a:t>24/24</a:t>
            </a:r>
          </a:p>
        </p:txBody>
      </p:sp>
      <p:graphicFrame>
        <p:nvGraphicFramePr>
          <p:cNvPr id="15" name=""/>
          <p:cNvGraphicFramePr/>
          <p:nvPr/>
        </p:nvGraphicFramePr>
        <p:xfrm>
          <a:off xmlns:a="http://schemas.openxmlformats.org/drawingml/2006/main" x="571500" y="1695450"/>
          <a:ext xmlns:a="http://schemas.openxmlformats.org/drawingml/2006/main" cx="11049000" cy="2714625"/>
        </p:xfrm>
        <a:graphic xmlns:a="http://schemas.openxmlformats.org/drawingml/2006/main">
          <a:graphicData uri="http://schemas.openxmlformats.org/drawingml/2006/table">
            <a:tbl>
              <a:tblPr/>
              <a:tblGrid>
                <a:gridCol w="3524250"/>
                <a:gridCol w="7524750"/>
              </a:tblGrid>
              <a:tr h="542925">
                <a:tc>
                  <a:txBody>
                    <a:bodyPr/>
                    <a:lstStyle/>
                    <a:p>
                      <a:r>
                        <a:rPr sz="1575" b="1">
                          <a:solidFill>
                            <a:srgbClr val="FFFFFF"/>
                          </a:solidFill>
                          <a:latin typeface="Noto Sans JP"/>
                          <a:ea typeface="Noto Sans JP"/>
                          <a:cs typeface="Noto Sans JP"/>
                        </a:rPr>
                        <a:t>採用に向けた未完了項目</a:t>
                      </a:r>
                    </a:p>
                  </a:txBody>
                  <a:tcPr marL="91440" marR="91440" marT="45720" marB="45720">
                    <a:solidFill>
                      <a:srgbClr val="202B58"/>
                    </a:solidFill>
                  </a:tcPr>
                </a:tc>
                <a:tc>
                  <a:txBody>
                    <a:bodyPr/>
                    <a:lstStyle/>
                    <a:p>
                      <a:r>
                        <a:rPr sz="1575" b="1">
                          <a:solidFill>
                            <a:srgbClr val="FFFFFF"/>
                          </a:solidFill>
                          <a:latin typeface="Noto Sans JP"/>
                          <a:ea typeface="Noto Sans JP"/>
                          <a:cs typeface="Noto Sans JP"/>
                        </a:rPr>
                        <a:t>現在の位置付け</a:t>
                      </a:r>
                    </a:p>
                  </a:txBody>
                  <a:tcPr marL="91440" marR="91440" marT="45720" marB="45720">
                    <a:solidFill>
                      <a:srgbClr val="202B58"/>
                    </a:solidFill>
                  </a:tcPr>
                </a:tc>
              </a:tr>
              <a:tr h="542925">
                <a:tc>
                  <a:txBody>
                    <a:bodyPr/>
                    <a:lstStyle/>
                    <a:p>
                      <a:r>
                        <a:rPr sz="1575" b="0">
                          <a:solidFill>
                            <a:srgbClr val="202B58"/>
                          </a:solidFill>
                          <a:latin typeface="Noto Sans JP"/>
                          <a:ea typeface="Noto Sans JP"/>
                          <a:cs typeface="Noto Sans JP"/>
                        </a:rPr>
                        <a:t>最適性</a:t>
                      </a:r>
                    </a:p>
                  </a:txBody>
                  <a:tcPr marL="91440" marR="91440" marT="45720" marB="45720">
                    <a:solidFill>
                      <a:srgbClr val="F1F5F8"/>
                    </a:solidFill>
                  </a:tcPr>
                </a:tc>
                <a:tc>
                  <a:txBody>
                    <a:bodyPr/>
                    <a:lstStyle/>
                    <a:p>
                      <a:r>
                        <a:rPr sz="1575" b="0">
                          <a:solidFill>
                            <a:srgbClr val="202B58"/>
                          </a:solidFill>
                          <a:latin typeface="Noto Sans JP"/>
                          <a:ea typeface="Noto Sans JP"/>
                          <a:cs typeface="Noto Sans JP"/>
                        </a:rPr>
                        <a:t>配車gapは3月84.6%・11月85.2%、目標10%未達</a:t>
                      </a:r>
                    </a:p>
                  </a:txBody>
                  <a:tcPr marL="91440" marR="91440" marT="45720" marB="45720">
                    <a:solidFill>
                      <a:srgbClr val="F1F5F8"/>
                    </a:solidFill>
                  </a:tcPr>
                </a:tc>
              </a:tr>
              <a:tr h="542925">
                <a:tc>
                  <a:txBody>
                    <a:bodyPr/>
                    <a:lstStyle/>
                    <a:p>
                      <a:r>
                        <a:rPr sz="1575" b="0">
                          <a:solidFill>
                            <a:srgbClr val="202B58"/>
                          </a:solidFill>
                          <a:latin typeface="Noto Sans JP"/>
                          <a:ea typeface="Noto Sans JP"/>
                          <a:cs typeface="Noto Sans JP"/>
                        </a:rPr>
                        <a:t>解法全体の保証</a:t>
                      </a:r>
                    </a:p>
                  </a:txBody>
                  <a:tcPr marL="91440" marR="91440" marT="45720" marB="45720">
                    <a:solidFill>
                      <a:srgbClr val="FFFFFF"/>
                    </a:solidFill>
                  </a:tcPr>
                </a:tc>
                <a:tc>
                  <a:txBody>
                    <a:bodyPr/>
                    <a:lstStyle/>
                    <a:p>
                      <a:r>
                        <a:rPr sz="1575" b="0">
                          <a:solidFill>
                            <a:srgbClr val="202B58"/>
                          </a:solidFill>
                          <a:latin typeface="Noto Sans JP"/>
                          <a:ea typeface="Noto Sans JP"/>
                          <a:cs typeface="Noto Sans JP"/>
                        </a:rPr>
                        <a:t>配車と充電を統合した全体最適性は未証明</a:t>
                      </a:r>
                    </a:p>
                  </a:txBody>
                  <a:tcPr marL="91440" marR="91440" marT="45720" marB="45720">
                    <a:solidFill>
                      <a:srgbClr val="FFFFFF"/>
                    </a:solidFill>
                  </a:tcPr>
                </a:tc>
              </a:tr>
              <a:tr h="542925">
                <a:tc>
                  <a:txBody>
                    <a:bodyPr/>
                    <a:lstStyle/>
                    <a:p>
                      <a:r>
                        <a:rPr sz="1575" b="0">
                          <a:solidFill>
                            <a:srgbClr val="202B58"/>
                          </a:solidFill>
                          <a:latin typeface="Noto Sans JP"/>
                          <a:ea typeface="Noto Sans JP"/>
                          <a:cs typeface="Noto Sans JP"/>
                        </a:rPr>
                        <a:t>入力・証拠の正式確認</a:t>
                      </a:r>
                    </a:p>
                  </a:txBody>
                  <a:tcPr marL="91440" marR="91440" marT="45720" marB="45720">
                    <a:solidFill>
                      <a:srgbClr val="F1F5F8"/>
                    </a:solidFill>
                  </a:tcPr>
                </a:tc>
                <a:tc>
                  <a:txBody>
                    <a:bodyPr/>
                    <a:lstStyle/>
                    <a:p>
                      <a:r>
                        <a:rPr sz="1575" b="0">
                          <a:solidFill>
                            <a:srgbClr val="202B58"/>
                          </a:solidFill>
                          <a:latin typeface="Noto Sans JP"/>
                          <a:ea typeface="Noto Sans JP"/>
                          <a:cs typeface="Noto Sans JP"/>
                        </a:rPr>
                        <a:t>正式な車両来歴契約、過去資料2件の証拠整合が未解決</a:t>
                      </a:r>
                    </a:p>
                  </a:txBody>
                  <a:tcPr marL="91440" marR="91440" marT="45720" marB="45720">
                    <a:solidFill>
                      <a:srgbClr val="F1F5F8"/>
                    </a:solidFill>
                  </a:tcPr>
                </a:tc>
              </a:tr>
              <a:tr h="542925">
                <a:tc>
                  <a:txBody>
                    <a:bodyPr/>
                    <a:lstStyle/>
                    <a:p>
                      <a:r>
                        <a:rPr sz="1575" b="0">
                          <a:solidFill>
                            <a:srgbClr val="202B58"/>
                          </a:solidFill>
                          <a:latin typeface="Noto Sans JP"/>
                          <a:ea typeface="Noto Sans JP"/>
                          <a:cs typeface="Noto Sans JP"/>
                        </a:rPr>
                        <a:t>一般化・比較評価</a:t>
                      </a:r>
                    </a:p>
                  </a:txBody>
                  <a:tcPr marL="91440" marR="91440" marT="45720" marB="45720">
                    <a:solidFill>
                      <a:srgbClr val="FFFFFF"/>
                    </a:solidFill>
                  </a:tcPr>
                </a:tc>
                <a:tc>
                  <a:txBody>
                    <a:bodyPr/>
                    <a:lstStyle/>
                    <a:p>
                      <a:r>
                        <a:rPr sz="1575" b="0">
                          <a:solidFill>
                            <a:srgbClr val="202B58"/>
                          </a:solidFill>
                          <a:latin typeface="Noto Sans JP"/>
                          <a:ea typeface="Noto Sans JP"/>
                          <a:cs typeface="Noto Sans JP"/>
                        </a:rPr>
                        <a:t>代理距離・月1週・対照実験なし。独立承認は未取得</a:t>
                      </a:r>
                    </a:p>
                  </a:txBody>
                  <a:tcPr marL="91440" marR="91440" marT="45720" marB="45720">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11D0FB06-63C2-4FAA-8C75-C2686707614C}"/>
              </a:ext>
            </a:extLst>
          </p:cNvPr>
          <p:cNvSpPr>
            <a:spLocks xmlns:a="http://schemas.openxmlformats.org/drawingml/2006/main" noGrp="1"/>
          </p:cNvSpPr>
          <p:nvPr/>
        </p:nvSpPr>
        <p:spPr>
          <a:xfrm xmlns:a="http://schemas.openxmlformats.org/drawingml/2006/main">
            <a:off x="609600" y="4676775"/>
            <a:ext cx="108585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9687B"/>
                </a:solidFill>
                <a:latin typeface="Noto Sans JP"/>
                <a:ea typeface="Noto Sans JP"/>
                <a:cs typeface="Noto Sans JP"/>
              </a:defRPr>
            </a:pPr>
            <a:r>
              <a:rPr sz="1350" b="0">
                <a:solidFill>
                  <a:srgbClr val="59687B"/>
                </a:solidFill>
                <a:latin typeface="Noto Sans JP"/>
                <a:ea typeface="Noto Sans JP"/>
                <a:cs typeface="Noto Sans JP"/>
              </a:rPr>
              <a:t>主結果：SHIBU21_23_MONTHLY_PHASE_SEARCH_RESULTS_20260915.json</a:t>
            </a:r>
          </a:p>
          <a:p xmlns:a="http://schemas.openxmlformats.org/drawingml/2006/main">
            <a:pPr>
              <a:defRPr sz="1350" b="0">
                <a:solidFill>
                  <a:srgbClr val="59687B"/>
                </a:solidFill>
                <a:latin typeface="Noto Sans JP"/>
                <a:ea typeface="Noto Sans JP"/>
                <a:cs typeface="Noto Sans JP"/>
              </a:defRPr>
            </a:pPr>
            <a:r>
              <a:rPr sz="1350" b="0">
                <a:solidFill>
                  <a:srgbClr val="59687B"/>
                </a:solidFill>
                <a:latin typeface="Noto Sans JP"/>
                <a:ea typeface="Noto Sans JP"/>
                <a:cs typeface="Noto Sans JP"/>
              </a:rPr>
              <a:t>15分データ：outcome/2026-09-18_urabe_followup/analysis.json</a:t>
            </a:r>
          </a:p>
          <a:p xmlns:a="http://schemas.openxmlformats.org/drawingml/2006/main">
            <a:pPr>
              <a:defRPr sz="1350" b="0">
                <a:solidFill>
                  <a:srgbClr val="59687B"/>
                </a:solidFill>
                <a:latin typeface="Noto Sans JP"/>
                <a:ea typeface="Noto Sans JP"/>
                <a:cs typeface="Noto Sans JP"/>
              </a:defRPr>
            </a:pPr>
            <a:r>
              <a:rPr sz="1350" b="0">
                <a:solidFill>
                  <a:srgbClr val="59687B"/>
                </a:solidFill>
                <a:latin typeface="Noto Sans JP"/>
                <a:ea typeface="Noto Sans JP"/>
                <a:cs typeface="Noto Sans JP"/>
              </a:rPr>
              <a:t>各ページのノートと同梱の説明書に、出典・定義・想定問答を記載。</a:t>
            </a:r>
          </a:p>
        </p:txBody>
      </p:sp>
    </p:spTree>
    <p:extLst>
      <p:ext uri="{BB962C8B-B14F-4D97-AF65-F5344CB8AC3E}">
        <p14:creationId xmlns:p14="http://schemas.microsoft.com/office/powerpoint/2010/main" val="214271166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CJK JP"/>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JP"/>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2026-09-18T05:45:11.6080000Z</dcterms:created>
  <dcterms:modified xsi:type="dcterms:W3CDTF">2026-09-18T05:45:11.6080000Z</dcterms:modified>
</coreProperties>
</file>