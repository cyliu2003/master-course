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比較対象</c:v>
          </c:tx>
          <c:spPr>
            <a:ln w="28575">
              <a:solidFill>
                <a:srgbClr val="849BA8"/>
              </a:solidFill>
              <a:prstDash val="dash"/>
            </a:ln>
          </c:spPr>
          <c:marker>
            <c:symbol val="square"/>
            <c:size val="8"/>
            <c:spPr>
              <a:solidFill>
                <a:srgbClr val="849BA8"/>
              </a:solidFill>
              <a:ln w="12700">
                <a:solidFill>
                  <a:srgbClr val="849BA8"/>
                </a:solidFill>
              </a:ln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60-49CE-B5AB-7858F2E203E4}"/>
            </c:ext>
          </c:extLst>
        </c:ser>
        <c:ser>
          <c:idx val="1"/>
          <c:order val="1"/>
          <c:tx>
            <c:v>提案手法</c:v>
          </c:tx>
          <c:spPr>
            <a:ln w="38100">
              <a:solidFill>
                <a:srgbClr val="0098D7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098D7"/>
              </a:solidFill>
              <a:ln w="12700">
                <a:solidFill>
                  <a:srgbClr val="0098D7"/>
                </a:solidFill>
              </a:ln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60-49CE-B5AB-7858F2E20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経過時間［単位］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研究題目・発表会・所属・氏名・日付を記入。題目は2行まで。指導教員名が必要なら所属欄に追加する。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今回扱う期間と題目を記入。進捗報告は「今回の問い→前回からの差分→根拠→課題→次回計画」の順で話す。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発表時間に合わせて3〜4項目に絞る。章名だけでなく、各章で何を示すかを書く。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区切りが必要な長い発表でのみ使用。短い進捗報告では省略してよい。章名を大きく記入する。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背景の事実には出典を添える。右側には、課題を最もよく伝える図・写真・統計を1つ置く。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目的と手段を分ける。「何を、何と比べ、何で評価するか」を具体化。数値目標は根拠がある場合だけ入れる。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必要な比較軸を先に決める。既存研究の対象・条件が異なるときは性能数値を直接比較しない。最終行には実証済みの差分だけを書く。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問題と提案の対応を同じ行に置く。新規性は意図と検証済みの貢献を区別して記入する。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箱と矢印は編集可能。入力・決定事項・出力の関係を示す。略語は初出で説明する。箱を追加しすぎず、詳細は補足へ。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4工程の流れ。手法名だけでなく各段階の入力と出力を説明する。実際の依存関係に合わせて矢印を変更する。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左側は数式用の入力欄。複雑な数式はAlt+=でPowerPoint標準の数式を挿入する。変数の意味と単位、式が何を表すかを必ず添える。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共通にする条件と変える条件を分ける。データ・手法・パラメータ・乱数・時間制限を必要に応じて記録し、再現の詳細をノートに残す。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指標名・定義・単位・集計範囲をそろえる。平均の分母、割合の母数、時間解像度を明示。電力[kW]と電力量[kWh]は別指標。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結果の図には対象期間、条件、軸名、単位、凡例、出典を添える。本文は図から読み取れることに絞る。画像を入れる場合は縦横比を保持。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2図で軸範囲・単位・色・期間をそろえる。比較条件が違う場合は差を明示。月別12週では各月の選定週を指し、季節全体や年間一般へ広げない。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仮データであり研究結果ではない。横軸には時刻の原点・間隔、縦軸には対象と単位を記入。15分平均などは補間の意味を説明し、必要なら階段状の図に差し替える。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重要な数値に絞って示す。差と変化率を混同しない。集計対象・単位・桁数を統一する。12代表週の全数値は同じ表を2枚に複製し1〜6月／7〜12月に分けられる。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左に観察された事実、右に解釈を書く。因果関係は検証なしに断定しない。他の説明があり得る場合は次の検証へつなぐ。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目的への答えを最初に置く。方法の説明を繰り返すより、得られた知見と限界をまとめる。最後に次の検証を一つ示す。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実施した作業ではなく、前回から何がわかったかを示す。状況は「完了・継続・未着手」等の言葉で記し、色だけに頼らない。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指摘内容、行った対応、結果と残課題を対応させる。口頭回答だけでなく、根拠のスライド番号・資料も記す。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事実として起きたことと原因の仮説を分ける。対応策には、改善したと判断する基準を付ける。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作業だけでなく、次回持参する成果物と完了条件を書く。予定を結果として書かない。期限は実際の日付へ置換する。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判断をお願いしたい論点を1つに絞る。選択肢と影響、現時点の案を用意すると相談しやすい。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本文に置くと長くなる条件、導出、追加結果、質疑用資料を配置。本文から参照できるよう題名を具体的にする。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182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1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161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06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5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605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405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31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22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780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4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40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470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281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5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85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2865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7" name="表 16"/>
          <p:cNvGraphicFramePr/>
          <p:nvPr/>
        </p:nvGraphicFramePr>
        <p:xfrm>
          <a:off x="571500" y="1857375"/>
          <a:ext cx="11049000" cy="334327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655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条件A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条件B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差・変化率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［主要指標］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［値］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6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9220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43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976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62150"/>
          <a:ext cx="11049000" cy="315277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194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前回の状態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今回の変更・成果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状況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194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［課題3］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［前回］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［変更・根拠］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［状況］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798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4" name="表 13"/>
          <p:cNvGraphicFramePr/>
          <p:nvPr/>
        </p:nvGraphicFramePr>
        <p:xfrm>
          <a:off x="571500" y="1933575"/>
          <a:ext cx="11049000" cy="33432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819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前回の指摘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今回の対応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結果・根拠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残る確認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819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［指摘3］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［対応内容］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［図・資料・頁］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［確認事項］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523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433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24050"/>
          <a:ext cx="11049000" cy="324802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実施すること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期限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成果物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完了条件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［最優先の検証］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［図表・記録］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［判断できる状態］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［次の作業］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［資料・結果］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［確認する項目］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［報告準備］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［MM/DD］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［報告スライド］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［説明できる範囲］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55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571500" y="3248025"/>
          <a:ext cx="11049000" cy="1971675"/>
        </p:xfrm>
        <a:graphic>
          <a:graphicData uri="http://schemas.openxmlformats.org/drawingml/2006/table">
            <a:tbl>
              <a:tblPr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選択肢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期待する効果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注意点・必要な作業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［案A］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［案B］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［効果］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［制約・負担］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87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029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80518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5284</Words>
  <Application>Microsoft Office PowerPoint</Application>
  <DocSecurity>0</DocSecurity>
  <PresentationFormat>ワイド画面</PresentationFormat>
  <Paragraphs>669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0" baseType="lpstr">
      <vt:lpstr>Times New Roman</vt:lpstr>
      <vt:lpstr>ChatGPT</vt:lpstr>
      <vt:lpstr>［研究題目］ ［必要なら2行目］</vt:lpstr>
      <vt:lpstr>［研究題目］ ［必要なら2行目］</vt:lpstr>
      <vt:lpstr>本日の構成</vt:lpstr>
      <vt:lpstr>［章の名称］</vt:lpstr>
      <vt:lpstr>研究の背景と課題</vt:lpstr>
      <vt:lpstr>研究目的と研究の問い</vt:lpstr>
      <vt:lpstr>先行研究と本研究の位置づけ</vt:lpstr>
      <vt:lpstr>本研究の着眼点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［図から伝えたいことを1文で］</vt:lpstr>
      <vt:lpstr>［比較してわかったことを1文で］</vt:lpstr>
      <vt:lpstr>［条件間の差を示す結果］</vt:lpstr>
      <vt:lpstr>［時間による変化を示す結果］</vt:lpstr>
      <vt:lpstr>［主要な結果を1文で］</vt:lpstr>
      <vt:lpstr>結果の解釈と考察</vt:lpstr>
      <vt:lpstr>研究の限界と適用範囲</vt:lpstr>
      <vt:lpstr>まとめと今後の課題</vt:lpstr>
      <vt:lpstr>前回からの進捗</vt:lpstr>
      <vt:lpstr>前回の指摘と対応</vt:lpstr>
      <vt:lpstr>現在の課題と対応方針</vt:lpstr>
      <vt:lpstr>次回までの計画</vt:lpstr>
      <vt:lpstr>相談したいこと</vt:lpstr>
      <vt:lpstr>参考文献</vt:lpstr>
      <vt:lpstr>補足：［説明する項目］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2026-09-27T04:53:20Z</dcterms:created>
  <dcterms:modified xsi:type="dcterms:W3CDTF">2026-09-27T05:04:12Z</dcterms:modified>
</cp:coreProperties>
</file>