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今回扱う期間と題目を記入。進捗報告は「今回の問い→前回からの差分→根拠→課題→次回計画」の順で話す。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目的と手段を分ける。「何を、何と比べ、何で評価するか」を具体化。数値目標は根拠がある場合だけ入れる。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指摘内容、行った対応、結果と残課題を対応させる。口頭回答だけでなく、根拠のスライド番号・資料も記す。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実施した作業ではなく、前回から何がわかったかを示す。状況は「完了・継続・未着手」等の言葉で記し、色だけに頼らない。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2図で軸範囲・単位・色・期間をそろえる。比較条件が違う場合は差を明示。月別12週では各月の選定週を指し、季節全体や年間一般へ広げない。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左に観察された事実、右に解釈を書く。因果関係は検証なしに断定しない。他の説明があり得る場合は次の検証へつなぐ。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事実として起きたことと原因の仮説を分ける。対応策には、改善したと判断する基準を付ける。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作業だけでなく、次回持参する成果物と完了条件を書く。予定を結果として書かない。期限は実際の日付へ置換する。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判断をお願いしたい論点を1つに絞る。選択肢と影響、現時点の案を用意すると相談しやすい。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640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301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4" name="表 13"/>
          <p:cNvGraphicFramePr/>
          <p:nvPr/>
        </p:nvGraphicFramePr>
        <p:xfrm>
          <a:off x="571500" y="1933575"/>
          <a:ext cx="11049000" cy="33432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819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前回の指摘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今回の対応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結果・根拠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残る確認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19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62150"/>
          <a:ext cx="11049000" cy="31527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前回の状態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今回の変更・成果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状況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344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350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455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0479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24050"/>
          <a:ext cx="11049000" cy="324802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実施すること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期限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成果物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完了条件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［最優先の検証］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［図表・記録］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［判断できる状態］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［次の作業］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［資料・結果］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［確認する項目］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［報告準備］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［報告スライド］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［説明できる範囲］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330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571500" y="3248025"/>
          <a:ext cx="11049000" cy="1971675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選択肢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期待する効果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注意点・必要な作業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［案A］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［案B］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98200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</Words>
  <Application>Microsoft Office PowerPoint</Application>
  <DocSecurity>0</DocSecurity>
  <PresentationFormat>ワイド画面</PresentationFormat>
  <Paragraphs>215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1" baseType="lpstr">
      <vt:lpstr>Times New Roman</vt:lpstr>
      <vt:lpstr>ChatGPT</vt:lpstr>
      <vt:lpstr>［研究題目］ ［必要なら2行目］</vt:lpstr>
      <vt:lpstr>研究目的と研究の問い</vt:lpstr>
      <vt:lpstr>前回の指摘と対応</vt:lpstr>
      <vt:lpstr>前回からの進捗</vt:lpstr>
      <vt:lpstr>［比較してわかったことを1文で］</vt:lpstr>
      <vt:lpstr>結果の解釈と考察</vt:lpstr>
      <vt:lpstr>現在の課題と対応方針</vt:lpstr>
      <vt:lpstr>次回までの計画</vt:lpstr>
      <vt:lpstr>相談したいこと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1</cp:revision>
  <dcterms:created xsi:type="dcterms:W3CDTF">2026-09-27T04:53:20Z</dcterms:created>
  <dcterms:modified xsi:type="dcterms:W3CDTF">2026-09-27T05:04:16Z</dcterms:modified>
</cp:coreProperties>
</file>