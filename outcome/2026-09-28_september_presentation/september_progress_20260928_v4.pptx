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4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5.xml" ContentType="application/vnd.openxmlformats-officedocument.presentationml.notesSlide+xml"/>
  <Override PartName="/ppt/charts/chart1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0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26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27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notesSlides/notesSlide28.xml" ContentType="application/vnd.openxmlformats-officedocument.presentationml.notesSlide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notesSlides/notesSlide29.xml" ContentType="application/vnd.openxmlformats-officedocument.presentationml.notes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notesSlides/notesSlide30.xml" ContentType="application/vnd.openxmlformats-officedocument.presentationml.notes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notesSlides/notesSlide31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notesSlides/notesSlide32.xml" ContentType="application/vnd.openxmlformats-officedocument.presentationml.notesSlid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notesSlides/notesSlide33.xml" ContentType="application/vnd.openxmlformats-officedocument.presentationml.notesSlide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notesSlides/notesSlide34.xml" ContentType="application/vnd.openxmlformats-officedocument.presentationml.notes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notesSlides/notesSlide35.xml" ContentType="application/vnd.openxmlformats-officedocument.presentationml.notes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notesSlides/notesSlide36.xml" ContentType="application/vnd.openxmlformats-officedocument.presentationml.notesSlide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2.2221999999999999E-2</c:v>
                </c:pt>
                <c:pt idx="19">
                  <c:v>1.1333329999999999</c:v>
                </c:pt>
                <c:pt idx="20">
                  <c:v>6.4888890000000004</c:v>
                </c:pt>
                <c:pt idx="21">
                  <c:v>15.466666999999999</c:v>
                </c:pt>
                <c:pt idx="22">
                  <c:v>28.933333000000001</c:v>
                </c:pt>
                <c:pt idx="23">
                  <c:v>49.755555999999999</c:v>
                </c:pt>
                <c:pt idx="24">
                  <c:v>77.266666999999998</c:v>
                </c:pt>
                <c:pt idx="25">
                  <c:v>114.88888900000001</c:v>
                </c:pt>
                <c:pt idx="26">
                  <c:v>159.444444</c:v>
                </c:pt>
                <c:pt idx="27">
                  <c:v>204.11111099999999</c:v>
                </c:pt>
                <c:pt idx="28">
                  <c:v>251.15555599999999</c:v>
                </c:pt>
                <c:pt idx="29">
                  <c:v>305.62222200000002</c:v>
                </c:pt>
                <c:pt idx="30">
                  <c:v>361.6</c:v>
                </c:pt>
                <c:pt idx="31">
                  <c:v>411.51111100000003</c:v>
                </c:pt>
                <c:pt idx="32">
                  <c:v>464</c:v>
                </c:pt>
                <c:pt idx="33">
                  <c:v>511.71111100000002</c:v>
                </c:pt>
                <c:pt idx="34">
                  <c:v>551.33333300000004</c:v>
                </c:pt>
                <c:pt idx="35">
                  <c:v>589.35555599999998</c:v>
                </c:pt>
                <c:pt idx="36">
                  <c:v>621.35555599999998</c:v>
                </c:pt>
                <c:pt idx="37">
                  <c:v>661.33333300000004</c:v>
                </c:pt>
                <c:pt idx="38">
                  <c:v>698.48888899999997</c:v>
                </c:pt>
                <c:pt idx="39">
                  <c:v>733.13333299999999</c:v>
                </c:pt>
                <c:pt idx="40">
                  <c:v>762.24444400000004</c:v>
                </c:pt>
                <c:pt idx="41">
                  <c:v>782.955556</c:v>
                </c:pt>
                <c:pt idx="42">
                  <c:v>810.6</c:v>
                </c:pt>
                <c:pt idx="43">
                  <c:v>827.15555600000005</c:v>
                </c:pt>
                <c:pt idx="44">
                  <c:v>842.91111100000001</c:v>
                </c:pt>
                <c:pt idx="45">
                  <c:v>841.37777800000003</c:v>
                </c:pt>
                <c:pt idx="46">
                  <c:v>835.75555599999996</c:v>
                </c:pt>
                <c:pt idx="47">
                  <c:v>832.15555600000005</c:v>
                </c:pt>
                <c:pt idx="48">
                  <c:v>839.044444</c:v>
                </c:pt>
                <c:pt idx="49">
                  <c:v>845.24444400000004</c:v>
                </c:pt>
                <c:pt idx="50">
                  <c:v>833.44444399999998</c:v>
                </c:pt>
                <c:pt idx="51">
                  <c:v>821.73333300000002</c:v>
                </c:pt>
                <c:pt idx="52">
                  <c:v>800.55555600000002</c:v>
                </c:pt>
                <c:pt idx="53">
                  <c:v>779.8</c:v>
                </c:pt>
                <c:pt idx="54">
                  <c:v>755.4</c:v>
                </c:pt>
                <c:pt idx="55">
                  <c:v>726.53333299999997</c:v>
                </c:pt>
                <c:pt idx="56">
                  <c:v>685.91111100000001</c:v>
                </c:pt>
                <c:pt idx="57">
                  <c:v>636.97777799999994</c:v>
                </c:pt>
                <c:pt idx="58">
                  <c:v>598.53333299999997</c:v>
                </c:pt>
                <c:pt idx="59">
                  <c:v>549.26666699999998</c:v>
                </c:pt>
                <c:pt idx="60">
                  <c:v>495.31111099999998</c:v>
                </c:pt>
                <c:pt idx="61">
                  <c:v>442.82222200000001</c:v>
                </c:pt>
                <c:pt idx="62">
                  <c:v>389.84444400000001</c:v>
                </c:pt>
                <c:pt idx="63">
                  <c:v>343.22222199999999</c:v>
                </c:pt>
                <c:pt idx="64">
                  <c:v>294.28888899999998</c:v>
                </c:pt>
                <c:pt idx="65">
                  <c:v>240.577778</c:v>
                </c:pt>
                <c:pt idx="66">
                  <c:v>186.533333</c:v>
                </c:pt>
                <c:pt idx="67">
                  <c:v>141.66666699999999</c:v>
                </c:pt>
                <c:pt idx="68">
                  <c:v>100.08888899999999</c:v>
                </c:pt>
                <c:pt idx="69">
                  <c:v>64.288888999999998</c:v>
                </c:pt>
                <c:pt idx="70">
                  <c:v>36.866667</c:v>
                </c:pt>
                <c:pt idx="71">
                  <c:v>17.088889000000002</c:v>
                </c:pt>
                <c:pt idx="72">
                  <c:v>6.1333330000000004</c:v>
                </c:pt>
                <c:pt idx="73">
                  <c:v>1.266667</c:v>
                </c:pt>
                <c:pt idx="74">
                  <c:v>4.4443999999999997E-2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1E8-43F8-B633-BCB752E73415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4.2</c:v>
                </c:pt>
                <c:pt idx="25">
                  <c:v>26.4</c:v>
                </c:pt>
                <c:pt idx="26">
                  <c:v>53.6</c:v>
                </c:pt>
                <c:pt idx="27">
                  <c:v>103.4</c:v>
                </c:pt>
                <c:pt idx="28">
                  <c:v>151.6</c:v>
                </c:pt>
                <c:pt idx="29">
                  <c:v>194.4</c:v>
                </c:pt>
                <c:pt idx="30">
                  <c:v>250.2</c:v>
                </c:pt>
                <c:pt idx="31">
                  <c:v>291.2</c:v>
                </c:pt>
                <c:pt idx="32">
                  <c:v>352.2</c:v>
                </c:pt>
                <c:pt idx="33">
                  <c:v>409.6</c:v>
                </c:pt>
                <c:pt idx="34">
                  <c:v>429.6</c:v>
                </c:pt>
                <c:pt idx="35">
                  <c:v>471.8</c:v>
                </c:pt>
                <c:pt idx="36">
                  <c:v>472.2</c:v>
                </c:pt>
                <c:pt idx="37">
                  <c:v>486.6</c:v>
                </c:pt>
                <c:pt idx="38">
                  <c:v>509.2</c:v>
                </c:pt>
                <c:pt idx="39">
                  <c:v>561</c:v>
                </c:pt>
                <c:pt idx="40">
                  <c:v>579.4</c:v>
                </c:pt>
                <c:pt idx="41">
                  <c:v>600.20000000000005</c:v>
                </c:pt>
                <c:pt idx="42">
                  <c:v>689.4</c:v>
                </c:pt>
                <c:pt idx="43">
                  <c:v>671</c:v>
                </c:pt>
                <c:pt idx="44">
                  <c:v>713.8</c:v>
                </c:pt>
                <c:pt idx="45">
                  <c:v>698.4</c:v>
                </c:pt>
                <c:pt idx="46">
                  <c:v>649.20000000000005</c:v>
                </c:pt>
                <c:pt idx="47">
                  <c:v>649.4</c:v>
                </c:pt>
                <c:pt idx="48">
                  <c:v>711</c:v>
                </c:pt>
                <c:pt idx="49">
                  <c:v>767.4</c:v>
                </c:pt>
                <c:pt idx="50">
                  <c:v>752.8</c:v>
                </c:pt>
                <c:pt idx="51">
                  <c:v>750.4</c:v>
                </c:pt>
                <c:pt idx="52">
                  <c:v>731.4</c:v>
                </c:pt>
                <c:pt idx="53">
                  <c:v>692.4</c:v>
                </c:pt>
                <c:pt idx="54">
                  <c:v>685</c:v>
                </c:pt>
                <c:pt idx="55">
                  <c:v>654.4</c:v>
                </c:pt>
                <c:pt idx="56">
                  <c:v>605.6</c:v>
                </c:pt>
                <c:pt idx="57">
                  <c:v>535.20000000000005</c:v>
                </c:pt>
                <c:pt idx="58">
                  <c:v>505.2</c:v>
                </c:pt>
                <c:pt idx="59">
                  <c:v>440</c:v>
                </c:pt>
                <c:pt idx="60">
                  <c:v>387.6</c:v>
                </c:pt>
                <c:pt idx="61">
                  <c:v>338.2</c:v>
                </c:pt>
                <c:pt idx="62">
                  <c:v>269.8</c:v>
                </c:pt>
                <c:pt idx="63">
                  <c:v>236</c:v>
                </c:pt>
                <c:pt idx="64">
                  <c:v>196.6</c:v>
                </c:pt>
                <c:pt idx="65">
                  <c:v>142.4</c:v>
                </c:pt>
                <c:pt idx="66">
                  <c:v>93.4</c:v>
                </c:pt>
                <c:pt idx="67">
                  <c:v>57.2</c:v>
                </c:pt>
                <c:pt idx="68">
                  <c:v>36.6</c:v>
                </c:pt>
                <c:pt idx="69">
                  <c:v>18</c:v>
                </c:pt>
                <c:pt idx="70">
                  <c:v>2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1E8-43F8-B633-BCB752E73415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</c:v>
                </c:pt>
                <c:pt idx="20">
                  <c:v>27.6</c:v>
                </c:pt>
                <c:pt idx="21">
                  <c:v>47.6</c:v>
                </c:pt>
                <c:pt idx="22">
                  <c:v>81</c:v>
                </c:pt>
                <c:pt idx="23">
                  <c:v>123</c:v>
                </c:pt>
                <c:pt idx="24">
                  <c:v>164.4</c:v>
                </c:pt>
                <c:pt idx="25">
                  <c:v>215.6</c:v>
                </c:pt>
                <c:pt idx="26">
                  <c:v>274</c:v>
                </c:pt>
                <c:pt idx="27">
                  <c:v>332.2</c:v>
                </c:pt>
                <c:pt idx="28">
                  <c:v>389.2</c:v>
                </c:pt>
                <c:pt idx="29">
                  <c:v>442.8</c:v>
                </c:pt>
                <c:pt idx="30">
                  <c:v>491.2</c:v>
                </c:pt>
                <c:pt idx="31">
                  <c:v>541.6</c:v>
                </c:pt>
                <c:pt idx="32">
                  <c:v>593.6</c:v>
                </c:pt>
                <c:pt idx="33">
                  <c:v>639</c:v>
                </c:pt>
                <c:pt idx="34">
                  <c:v>683.4</c:v>
                </c:pt>
                <c:pt idx="35">
                  <c:v>728.4</c:v>
                </c:pt>
                <c:pt idx="36">
                  <c:v>763.6</c:v>
                </c:pt>
                <c:pt idx="37">
                  <c:v>801.2</c:v>
                </c:pt>
                <c:pt idx="38">
                  <c:v>834.2</c:v>
                </c:pt>
                <c:pt idx="39">
                  <c:v>862.2</c:v>
                </c:pt>
                <c:pt idx="40">
                  <c:v>890</c:v>
                </c:pt>
                <c:pt idx="41">
                  <c:v>909.2</c:v>
                </c:pt>
                <c:pt idx="42">
                  <c:v>926</c:v>
                </c:pt>
                <c:pt idx="43">
                  <c:v>940</c:v>
                </c:pt>
                <c:pt idx="44">
                  <c:v>953.8</c:v>
                </c:pt>
                <c:pt idx="45">
                  <c:v>959.2</c:v>
                </c:pt>
                <c:pt idx="46">
                  <c:v>961.6</c:v>
                </c:pt>
                <c:pt idx="47">
                  <c:v>958.6</c:v>
                </c:pt>
                <c:pt idx="48">
                  <c:v>947.8</c:v>
                </c:pt>
                <c:pt idx="49">
                  <c:v>944.6</c:v>
                </c:pt>
                <c:pt idx="50">
                  <c:v>925.2</c:v>
                </c:pt>
                <c:pt idx="51">
                  <c:v>907.2</c:v>
                </c:pt>
                <c:pt idx="52">
                  <c:v>889.8</c:v>
                </c:pt>
                <c:pt idx="53">
                  <c:v>865.2</c:v>
                </c:pt>
                <c:pt idx="54">
                  <c:v>837</c:v>
                </c:pt>
                <c:pt idx="55">
                  <c:v>802.4</c:v>
                </c:pt>
                <c:pt idx="56">
                  <c:v>766.2</c:v>
                </c:pt>
                <c:pt idx="57">
                  <c:v>731.8</c:v>
                </c:pt>
                <c:pt idx="58">
                  <c:v>684.2</c:v>
                </c:pt>
                <c:pt idx="59">
                  <c:v>641.6</c:v>
                </c:pt>
                <c:pt idx="60">
                  <c:v>596</c:v>
                </c:pt>
                <c:pt idx="61">
                  <c:v>549.6</c:v>
                </c:pt>
                <c:pt idx="62">
                  <c:v>501.6</c:v>
                </c:pt>
                <c:pt idx="63">
                  <c:v>449.6</c:v>
                </c:pt>
                <c:pt idx="64">
                  <c:v>403.8</c:v>
                </c:pt>
                <c:pt idx="65">
                  <c:v>347.8</c:v>
                </c:pt>
                <c:pt idx="66">
                  <c:v>278</c:v>
                </c:pt>
                <c:pt idx="67">
                  <c:v>220</c:v>
                </c:pt>
                <c:pt idx="68">
                  <c:v>180.4</c:v>
                </c:pt>
                <c:pt idx="69">
                  <c:v>124.6</c:v>
                </c:pt>
                <c:pt idx="70">
                  <c:v>81.599999999999994</c:v>
                </c:pt>
                <c:pt idx="71">
                  <c:v>43.4</c:v>
                </c:pt>
                <c:pt idx="72">
                  <c:v>18.600000000000001</c:v>
                </c:pt>
                <c:pt idx="73">
                  <c:v>5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1E8-43F8-B633-BCB752E734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0.117647</c:v>
                </c:pt>
                <c:pt idx="19">
                  <c:v>3.4705879999999998</c:v>
                </c:pt>
                <c:pt idx="20">
                  <c:v>10.882353</c:v>
                </c:pt>
                <c:pt idx="21">
                  <c:v>21.882352999999998</c:v>
                </c:pt>
                <c:pt idx="22">
                  <c:v>34.235294000000003</c:v>
                </c:pt>
                <c:pt idx="23">
                  <c:v>54.117646999999998</c:v>
                </c:pt>
                <c:pt idx="24">
                  <c:v>71.176471000000006</c:v>
                </c:pt>
                <c:pt idx="25">
                  <c:v>96.705882000000003</c:v>
                </c:pt>
                <c:pt idx="26">
                  <c:v>125.88235299999999</c:v>
                </c:pt>
                <c:pt idx="27">
                  <c:v>153.52941200000001</c:v>
                </c:pt>
                <c:pt idx="28">
                  <c:v>180.294118</c:v>
                </c:pt>
                <c:pt idx="29">
                  <c:v>202.52941200000001</c:v>
                </c:pt>
                <c:pt idx="30">
                  <c:v>232.52941200000001</c:v>
                </c:pt>
                <c:pt idx="31">
                  <c:v>255.35294099999999</c:v>
                </c:pt>
                <c:pt idx="32">
                  <c:v>274.35294099999999</c:v>
                </c:pt>
                <c:pt idx="33">
                  <c:v>306.588235</c:v>
                </c:pt>
                <c:pt idx="34">
                  <c:v>350.94117599999998</c:v>
                </c:pt>
                <c:pt idx="35">
                  <c:v>399.64705900000001</c:v>
                </c:pt>
                <c:pt idx="36">
                  <c:v>406.588235</c:v>
                </c:pt>
                <c:pt idx="37">
                  <c:v>399.11764699999998</c:v>
                </c:pt>
                <c:pt idx="38">
                  <c:v>409.35294099999999</c:v>
                </c:pt>
                <c:pt idx="39">
                  <c:v>418.35294099999999</c:v>
                </c:pt>
                <c:pt idx="40">
                  <c:v>401.23529400000001</c:v>
                </c:pt>
                <c:pt idx="41">
                  <c:v>392</c:v>
                </c:pt>
                <c:pt idx="42">
                  <c:v>431.35294099999999</c:v>
                </c:pt>
                <c:pt idx="43">
                  <c:v>430.588235</c:v>
                </c:pt>
                <c:pt idx="44">
                  <c:v>436.88235300000002</c:v>
                </c:pt>
                <c:pt idx="45">
                  <c:v>448.11764699999998</c:v>
                </c:pt>
                <c:pt idx="46">
                  <c:v>427.23529400000001</c:v>
                </c:pt>
                <c:pt idx="47">
                  <c:v>441.88235300000002</c:v>
                </c:pt>
                <c:pt idx="48">
                  <c:v>434</c:v>
                </c:pt>
                <c:pt idx="49">
                  <c:v>426.05882400000002</c:v>
                </c:pt>
                <c:pt idx="50">
                  <c:v>391.35294099999999</c:v>
                </c:pt>
                <c:pt idx="51">
                  <c:v>397.88235300000002</c:v>
                </c:pt>
                <c:pt idx="52">
                  <c:v>398.17647099999999</c:v>
                </c:pt>
                <c:pt idx="53">
                  <c:v>402.05882400000002</c:v>
                </c:pt>
                <c:pt idx="54">
                  <c:v>374.588235</c:v>
                </c:pt>
                <c:pt idx="55">
                  <c:v>330.35294099999999</c:v>
                </c:pt>
                <c:pt idx="56">
                  <c:v>295.29411800000003</c:v>
                </c:pt>
                <c:pt idx="57">
                  <c:v>281.29411800000003</c:v>
                </c:pt>
                <c:pt idx="58">
                  <c:v>284.70588199999997</c:v>
                </c:pt>
                <c:pt idx="59">
                  <c:v>261.17647099999999</c:v>
                </c:pt>
                <c:pt idx="60">
                  <c:v>226.05882399999999</c:v>
                </c:pt>
                <c:pt idx="61">
                  <c:v>197.88235299999999</c:v>
                </c:pt>
                <c:pt idx="62">
                  <c:v>172</c:v>
                </c:pt>
                <c:pt idx="63">
                  <c:v>163.76470599999999</c:v>
                </c:pt>
                <c:pt idx="64">
                  <c:v>142.17647099999999</c:v>
                </c:pt>
                <c:pt idx="65">
                  <c:v>120.11764700000001</c:v>
                </c:pt>
                <c:pt idx="66">
                  <c:v>104.647059</c:v>
                </c:pt>
                <c:pt idx="67">
                  <c:v>87.176471000000006</c:v>
                </c:pt>
                <c:pt idx="68">
                  <c:v>61.529412000000001</c:v>
                </c:pt>
                <c:pt idx="69">
                  <c:v>43.588234999999997</c:v>
                </c:pt>
                <c:pt idx="70">
                  <c:v>25.823529000000001</c:v>
                </c:pt>
                <c:pt idx="71">
                  <c:v>16.352941000000001</c:v>
                </c:pt>
                <c:pt idx="72">
                  <c:v>7.7058819999999999</c:v>
                </c:pt>
                <c:pt idx="73">
                  <c:v>2.3529409999999999</c:v>
                </c:pt>
                <c:pt idx="74">
                  <c:v>0.117647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E0C-487F-A048-65981FDAA862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3</c:v>
                </c:pt>
                <c:pt idx="24">
                  <c:v>11.8</c:v>
                </c:pt>
                <c:pt idx="25">
                  <c:v>21.2</c:v>
                </c:pt>
                <c:pt idx="26">
                  <c:v>42.6</c:v>
                </c:pt>
                <c:pt idx="27">
                  <c:v>73</c:v>
                </c:pt>
                <c:pt idx="28">
                  <c:v>90.6</c:v>
                </c:pt>
                <c:pt idx="29">
                  <c:v>112.4</c:v>
                </c:pt>
                <c:pt idx="30">
                  <c:v>131.6</c:v>
                </c:pt>
                <c:pt idx="31">
                  <c:v>113.4</c:v>
                </c:pt>
                <c:pt idx="32">
                  <c:v>116.6</c:v>
                </c:pt>
                <c:pt idx="33">
                  <c:v>159.4</c:v>
                </c:pt>
                <c:pt idx="34">
                  <c:v>171.8</c:v>
                </c:pt>
                <c:pt idx="35">
                  <c:v>194.6</c:v>
                </c:pt>
                <c:pt idx="36">
                  <c:v>209.4</c:v>
                </c:pt>
                <c:pt idx="37">
                  <c:v>208.4</c:v>
                </c:pt>
                <c:pt idx="38">
                  <c:v>204.6</c:v>
                </c:pt>
                <c:pt idx="39">
                  <c:v>225.2</c:v>
                </c:pt>
                <c:pt idx="40">
                  <c:v>233</c:v>
                </c:pt>
                <c:pt idx="41">
                  <c:v>209.4</c:v>
                </c:pt>
                <c:pt idx="42">
                  <c:v>231.4</c:v>
                </c:pt>
                <c:pt idx="43">
                  <c:v>231.6</c:v>
                </c:pt>
                <c:pt idx="44">
                  <c:v>252.2</c:v>
                </c:pt>
                <c:pt idx="45">
                  <c:v>279.39999999999998</c:v>
                </c:pt>
                <c:pt idx="46">
                  <c:v>239.6</c:v>
                </c:pt>
                <c:pt idx="47">
                  <c:v>242.8</c:v>
                </c:pt>
                <c:pt idx="48">
                  <c:v>260.60000000000002</c:v>
                </c:pt>
                <c:pt idx="49">
                  <c:v>212.6</c:v>
                </c:pt>
                <c:pt idx="50">
                  <c:v>201.4</c:v>
                </c:pt>
                <c:pt idx="51">
                  <c:v>196.6</c:v>
                </c:pt>
                <c:pt idx="52">
                  <c:v>178.2</c:v>
                </c:pt>
                <c:pt idx="53">
                  <c:v>203.2</c:v>
                </c:pt>
                <c:pt idx="54">
                  <c:v>195</c:v>
                </c:pt>
                <c:pt idx="55">
                  <c:v>142.80000000000001</c:v>
                </c:pt>
                <c:pt idx="56">
                  <c:v>120.6</c:v>
                </c:pt>
                <c:pt idx="57">
                  <c:v>146.80000000000001</c:v>
                </c:pt>
                <c:pt idx="58">
                  <c:v>140</c:v>
                </c:pt>
                <c:pt idx="59">
                  <c:v>116.2</c:v>
                </c:pt>
                <c:pt idx="60">
                  <c:v>106.4</c:v>
                </c:pt>
                <c:pt idx="61">
                  <c:v>119.4</c:v>
                </c:pt>
                <c:pt idx="62">
                  <c:v>103.2</c:v>
                </c:pt>
                <c:pt idx="63">
                  <c:v>93.4</c:v>
                </c:pt>
                <c:pt idx="64">
                  <c:v>80</c:v>
                </c:pt>
                <c:pt idx="65">
                  <c:v>79</c:v>
                </c:pt>
                <c:pt idx="66">
                  <c:v>53.8</c:v>
                </c:pt>
                <c:pt idx="67">
                  <c:v>35.799999999999997</c:v>
                </c:pt>
                <c:pt idx="68">
                  <c:v>14.6</c:v>
                </c:pt>
                <c:pt idx="69">
                  <c:v>11.4</c:v>
                </c:pt>
                <c:pt idx="70">
                  <c:v>3.4</c:v>
                </c:pt>
                <c:pt idx="71">
                  <c:v>0.6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E0C-487F-A048-65981FDAA862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</c:v>
                </c:pt>
                <c:pt idx="19">
                  <c:v>10</c:v>
                </c:pt>
                <c:pt idx="20">
                  <c:v>28</c:v>
                </c:pt>
                <c:pt idx="21">
                  <c:v>54.4</c:v>
                </c:pt>
                <c:pt idx="22">
                  <c:v>80.8</c:v>
                </c:pt>
                <c:pt idx="23">
                  <c:v>127.2</c:v>
                </c:pt>
                <c:pt idx="24">
                  <c:v>142.19999999999999</c:v>
                </c:pt>
                <c:pt idx="25">
                  <c:v>161</c:v>
                </c:pt>
                <c:pt idx="26">
                  <c:v>207.8</c:v>
                </c:pt>
                <c:pt idx="27">
                  <c:v>246.6</c:v>
                </c:pt>
                <c:pt idx="28">
                  <c:v>281.60000000000002</c:v>
                </c:pt>
                <c:pt idx="29">
                  <c:v>329.2</c:v>
                </c:pt>
                <c:pt idx="30">
                  <c:v>409.8</c:v>
                </c:pt>
                <c:pt idx="31">
                  <c:v>433.2</c:v>
                </c:pt>
                <c:pt idx="32">
                  <c:v>449.6</c:v>
                </c:pt>
                <c:pt idx="33">
                  <c:v>494</c:v>
                </c:pt>
                <c:pt idx="34">
                  <c:v>582</c:v>
                </c:pt>
                <c:pt idx="35">
                  <c:v>670</c:v>
                </c:pt>
                <c:pt idx="36">
                  <c:v>674</c:v>
                </c:pt>
                <c:pt idx="37">
                  <c:v>654.20000000000005</c:v>
                </c:pt>
                <c:pt idx="38">
                  <c:v>661</c:v>
                </c:pt>
                <c:pt idx="39">
                  <c:v>703.6</c:v>
                </c:pt>
                <c:pt idx="40">
                  <c:v>562</c:v>
                </c:pt>
                <c:pt idx="41">
                  <c:v>572.20000000000005</c:v>
                </c:pt>
                <c:pt idx="42">
                  <c:v>670.6</c:v>
                </c:pt>
                <c:pt idx="43">
                  <c:v>660.6</c:v>
                </c:pt>
                <c:pt idx="44">
                  <c:v>777.8</c:v>
                </c:pt>
                <c:pt idx="45">
                  <c:v>735.6</c:v>
                </c:pt>
                <c:pt idx="46">
                  <c:v>665.6</c:v>
                </c:pt>
                <c:pt idx="47">
                  <c:v>728</c:v>
                </c:pt>
                <c:pt idx="48">
                  <c:v>672</c:v>
                </c:pt>
                <c:pt idx="49">
                  <c:v>654.6</c:v>
                </c:pt>
                <c:pt idx="50">
                  <c:v>597.6</c:v>
                </c:pt>
                <c:pt idx="51">
                  <c:v>663.8</c:v>
                </c:pt>
                <c:pt idx="52">
                  <c:v>641</c:v>
                </c:pt>
                <c:pt idx="53">
                  <c:v>588.6</c:v>
                </c:pt>
                <c:pt idx="54">
                  <c:v>564</c:v>
                </c:pt>
                <c:pt idx="55">
                  <c:v>513.79999999999995</c:v>
                </c:pt>
                <c:pt idx="56">
                  <c:v>437.6</c:v>
                </c:pt>
                <c:pt idx="57">
                  <c:v>425.8</c:v>
                </c:pt>
                <c:pt idx="58">
                  <c:v>409</c:v>
                </c:pt>
                <c:pt idx="59">
                  <c:v>415.2</c:v>
                </c:pt>
                <c:pt idx="60">
                  <c:v>365</c:v>
                </c:pt>
                <c:pt idx="61">
                  <c:v>305.39999999999998</c:v>
                </c:pt>
                <c:pt idx="62">
                  <c:v>266.8</c:v>
                </c:pt>
                <c:pt idx="63">
                  <c:v>243.4</c:v>
                </c:pt>
                <c:pt idx="64">
                  <c:v>203.2</c:v>
                </c:pt>
                <c:pt idx="65">
                  <c:v>181.4</c:v>
                </c:pt>
                <c:pt idx="66">
                  <c:v>165.6</c:v>
                </c:pt>
                <c:pt idx="67">
                  <c:v>142.6</c:v>
                </c:pt>
                <c:pt idx="68">
                  <c:v>101.8</c:v>
                </c:pt>
                <c:pt idx="69">
                  <c:v>79</c:v>
                </c:pt>
                <c:pt idx="70">
                  <c:v>53.8</c:v>
                </c:pt>
                <c:pt idx="71">
                  <c:v>35.799999999999997</c:v>
                </c:pt>
                <c:pt idx="72">
                  <c:v>19</c:v>
                </c:pt>
                <c:pt idx="73">
                  <c:v>6.6</c:v>
                </c:pt>
                <c:pt idx="74">
                  <c:v>0.4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E0C-487F-A048-65981FDAA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1.1724140000000001</c:v>
                </c:pt>
                <c:pt idx="20">
                  <c:v>5.3448279999999997</c:v>
                </c:pt>
                <c:pt idx="21">
                  <c:v>10.517241</c:v>
                </c:pt>
                <c:pt idx="22">
                  <c:v>17</c:v>
                </c:pt>
                <c:pt idx="23">
                  <c:v>29.482759000000001</c:v>
                </c:pt>
                <c:pt idx="24">
                  <c:v>41.034483000000002</c:v>
                </c:pt>
                <c:pt idx="25">
                  <c:v>55.517240999999999</c:v>
                </c:pt>
                <c:pt idx="26">
                  <c:v>70.379310000000004</c:v>
                </c:pt>
                <c:pt idx="27">
                  <c:v>87.517240999999999</c:v>
                </c:pt>
                <c:pt idx="28">
                  <c:v>105.103448</c:v>
                </c:pt>
                <c:pt idx="29">
                  <c:v>111.96551700000001</c:v>
                </c:pt>
                <c:pt idx="30">
                  <c:v>130.10344799999999</c:v>
                </c:pt>
                <c:pt idx="31">
                  <c:v>151.65517199999999</c:v>
                </c:pt>
                <c:pt idx="32">
                  <c:v>166.96551700000001</c:v>
                </c:pt>
                <c:pt idx="33">
                  <c:v>175.96551700000001</c:v>
                </c:pt>
                <c:pt idx="34">
                  <c:v>192.793103</c:v>
                </c:pt>
                <c:pt idx="35">
                  <c:v>204.413793</c:v>
                </c:pt>
                <c:pt idx="36">
                  <c:v>209.68965499999999</c:v>
                </c:pt>
                <c:pt idx="37">
                  <c:v>226.93103400000001</c:v>
                </c:pt>
                <c:pt idx="38">
                  <c:v>249.93103400000001</c:v>
                </c:pt>
                <c:pt idx="39">
                  <c:v>276.86206900000002</c:v>
                </c:pt>
                <c:pt idx="40">
                  <c:v>284.24137899999999</c:v>
                </c:pt>
                <c:pt idx="41">
                  <c:v>278.68965500000002</c:v>
                </c:pt>
                <c:pt idx="42">
                  <c:v>281.34482800000001</c:v>
                </c:pt>
                <c:pt idx="43">
                  <c:v>283.10344800000001</c:v>
                </c:pt>
                <c:pt idx="44">
                  <c:v>299.586207</c:v>
                </c:pt>
                <c:pt idx="45">
                  <c:v>327</c:v>
                </c:pt>
                <c:pt idx="46">
                  <c:v>327.06896599999999</c:v>
                </c:pt>
                <c:pt idx="47">
                  <c:v>298.20689700000003</c:v>
                </c:pt>
                <c:pt idx="48">
                  <c:v>292.96551699999998</c:v>
                </c:pt>
                <c:pt idx="49">
                  <c:v>280.72413799999998</c:v>
                </c:pt>
                <c:pt idx="50">
                  <c:v>270.24137899999999</c:v>
                </c:pt>
                <c:pt idx="51">
                  <c:v>252.31034500000001</c:v>
                </c:pt>
                <c:pt idx="52">
                  <c:v>236.96551700000001</c:v>
                </c:pt>
                <c:pt idx="53">
                  <c:v>249</c:v>
                </c:pt>
                <c:pt idx="54">
                  <c:v>225.96551700000001</c:v>
                </c:pt>
                <c:pt idx="55">
                  <c:v>233.206897</c:v>
                </c:pt>
                <c:pt idx="56">
                  <c:v>228.172414</c:v>
                </c:pt>
                <c:pt idx="57">
                  <c:v>203.65517199999999</c:v>
                </c:pt>
                <c:pt idx="58">
                  <c:v>188.24137899999999</c:v>
                </c:pt>
                <c:pt idx="59">
                  <c:v>185.413793</c:v>
                </c:pt>
                <c:pt idx="60">
                  <c:v>176.51724100000001</c:v>
                </c:pt>
                <c:pt idx="61">
                  <c:v>149.10344799999999</c:v>
                </c:pt>
                <c:pt idx="62">
                  <c:v>140.24137899999999</c:v>
                </c:pt>
                <c:pt idx="63">
                  <c:v>131.86206899999999</c:v>
                </c:pt>
                <c:pt idx="64">
                  <c:v>119.44827600000001</c:v>
                </c:pt>
                <c:pt idx="65">
                  <c:v>107.724138</c:v>
                </c:pt>
                <c:pt idx="66">
                  <c:v>91.862069000000005</c:v>
                </c:pt>
                <c:pt idx="67">
                  <c:v>68.620689999999996</c:v>
                </c:pt>
                <c:pt idx="68">
                  <c:v>48.137931000000002</c:v>
                </c:pt>
                <c:pt idx="69">
                  <c:v>32.103448</c:v>
                </c:pt>
                <c:pt idx="70">
                  <c:v>21.551724</c:v>
                </c:pt>
                <c:pt idx="71">
                  <c:v>13.862069</c:v>
                </c:pt>
                <c:pt idx="72">
                  <c:v>5.6551720000000003</c:v>
                </c:pt>
                <c:pt idx="73">
                  <c:v>1.37931</c:v>
                </c:pt>
                <c:pt idx="74">
                  <c:v>0.206897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C2-4679-92A8-5497F21FF5E6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0.8</c:v>
                </c:pt>
                <c:pt idx="25">
                  <c:v>8.6</c:v>
                </c:pt>
                <c:pt idx="26">
                  <c:v>12.8</c:v>
                </c:pt>
                <c:pt idx="27">
                  <c:v>19.600000000000001</c:v>
                </c:pt>
                <c:pt idx="28">
                  <c:v>39</c:v>
                </c:pt>
                <c:pt idx="29">
                  <c:v>41.8</c:v>
                </c:pt>
                <c:pt idx="30">
                  <c:v>57.6</c:v>
                </c:pt>
                <c:pt idx="31">
                  <c:v>67.400000000000006</c:v>
                </c:pt>
                <c:pt idx="32">
                  <c:v>78.8</c:v>
                </c:pt>
                <c:pt idx="33">
                  <c:v>89.4</c:v>
                </c:pt>
                <c:pt idx="34">
                  <c:v>85.2</c:v>
                </c:pt>
                <c:pt idx="35">
                  <c:v>95.2</c:v>
                </c:pt>
                <c:pt idx="36">
                  <c:v>89.8</c:v>
                </c:pt>
                <c:pt idx="37">
                  <c:v>80.599999999999994</c:v>
                </c:pt>
                <c:pt idx="38">
                  <c:v>80.8</c:v>
                </c:pt>
                <c:pt idx="39">
                  <c:v>97.4</c:v>
                </c:pt>
                <c:pt idx="40">
                  <c:v>112.2</c:v>
                </c:pt>
                <c:pt idx="41">
                  <c:v>119</c:v>
                </c:pt>
                <c:pt idx="42">
                  <c:v>121</c:v>
                </c:pt>
                <c:pt idx="43">
                  <c:v>100.2</c:v>
                </c:pt>
                <c:pt idx="44">
                  <c:v>118.8</c:v>
                </c:pt>
                <c:pt idx="45">
                  <c:v>127.6</c:v>
                </c:pt>
                <c:pt idx="46">
                  <c:v>123.4</c:v>
                </c:pt>
                <c:pt idx="47">
                  <c:v>114</c:v>
                </c:pt>
                <c:pt idx="48">
                  <c:v>106.8</c:v>
                </c:pt>
                <c:pt idx="49">
                  <c:v>96.4</c:v>
                </c:pt>
                <c:pt idx="50">
                  <c:v>106.6</c:v>
                </c:pt>
                <c:pt idx="51">
                  <c:v>88.2</c:v>
                </c:pt>
                <c:pt idx="52">
                  <c:v>88</c:v>
                </c:pt>
                <c:pt idx="53">
                  <c:v>100.4</c:v>
                </c:pt>
                <c:pt idx="54">
                  <c:v>83.4</c:v>
                </c:pt>
                <c:pt idx="55">
                  <c:v>82.4</c:v>
                </c:pt>
                <c:pt idx="56">
                  <c:v>81</c:v>
                </c:pt>
                <c:pt idx="57">
                  <c:v>57.8</c:v>
                </c:pt>
                <c:pt idx="58">
                  <c:v>78.599999999999994</c:v>
                </c:pt>
                <c:pt idx="59">
                  <c:v>73.400000000000006</c:v>
                </c:pt>
                <c:pt idx="60">
                  <c:v>62.4</c:v>
                </c:pt>
                <c:pt idx="61">
                  <c:v>51.8</c:v>
                </c:pt>
                <c:pt idx="62">
                  <c:v>65.400000000000006</c:v>
                </c:pt>
                <c:pt idx="63">
                  <c:v>65.599999999999994</c:v>
                </c:pt>
                <c:pt idx="64">
                  <c:v>53.8</c:v>
                </c:pt>
                <c:pt idx="65">
                  <c:v>49</c:v>
                </c:pt>
                <c:pt idx="66">
                  <c:v>27.8</c:v>
                </c:pt>
                <c:pt idx="67">
                  <c:v>17.399999999999999</c:v>
                </c:pt>
                <c:pt idx="68">
                  <c:v>8</c:v>
                </c:pt>
                <c:pt idx="69">
                  <c:v>4</c:v>
                </c:pt>
                <c:pt idx="70">
                  <c:v>1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FC2-4679-92A8-5497F21FF5E6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5.4</c:v>
                </c:pt>
                <c:pt idx="20">
                  <c:v>19.2</c:v>
                </c:pt>
                <c:pt idx="21">
                  <c:v>27.2</c:v>
                </c:pt>
                <c:pt idx="22">
                  <c:v>44.2</c:v>
                </c:pt>
                <c:pt idx="23">
                  <c:v>67.8</c:v>
                </c:pt>
                <c:pt idx="24">
                  <c:v>88</c:v>
                </c:pt>
                <c:pt idx="25">
                  <c:v>122.8</c:v>
                </c:pt>
                <c:pt idx="26">
                  <c:v>153.4</c:v>
                </c:pt>
                <c:pt idx="27">
                  <c:v>184.8</c:v>
                </c:pt>
                <c:pt idx="28">
                  <c:v>212.8</c:v>
                </c:pt>
                <c:pt idx="29">
                  <c:v>231.6</c:v>
                </c:pt>
                <c:pt idx="30">
                  <c:v>245.6</c:v>
                </c:pt>
                <c:pt idx="31">
                  <c:v>271</c:v>
                </c:pt>
                <c:pt idx="32">
                  <c:v>310.60000000000002</c:v>
                </c:pt>
                <c:pt idx="33">
                  <c:v>300.8</c:v>
                </c:pt>
                <c:pt idx="34">
                  <c:v>340.4</c:v>
                </c:pt>
                <c:pt idx="35">
                  <c:v>402.2</c:v>
                </c:pt>
                <c:pt idx="36">
                  <c:v>388.4</c:v>
                </c:pt>
                <c:pt idx="37">
                  <c:v>471.8</c:v>
                </c:pt>
                <c:pt idx="38">
                  <c:v>515.6</c:v>
                </c:pt>
                <c:pt idx="39">
                  <c:v>545.79999999999995</c:v>
                </c:pt>
                <c:pt idx="40">
                  <c:v>503.6</c:v>
                </c:pt>
                <c:pt idx="41">
                  <c:v>529.6</c:v>
                </c:pt>
                <c:pt idx="42">
                  <c:v>518</c:v>
                </c:pt>
                <c:pt idx="43">
                  <c:v>578.79999999999995</c:v>
                </c:pt>
                <c:pt idx="44">
                  <c:v>637.6</c:v>
                </c:pt>
                <c:pt idx="45">
                  <c:v>804</c:v>
                </c:pt>
                <c:pt idx="46">
                  <c:v>784.6</c:v>
                </c:pt>
                <c:pt idx="47">
                  <c:v>669.4</c:v>
                </c:pt>
                <c:pt idx="48">
                  <c:v>634.6</c:v>
                </c:pt>
                <c:pt idx="49">
                  <c:v>597.79999999999995</c:v>
                </c:pt>
                <c:pt idx="50">
                  <c:v>561.6</c:v>
                </c:pt>
                <c:pt idx="51">
                  <c:v>445</c:v>
                </c:pt>
                <c:pt idx="52">
                  <c:v>428.8</c:v>
                </c:pt>
                <c:pt idx="53">
                  <c:v>451.8</c:v>
                </c:pt>
                <c:pt idx="54">
                  <c:v>417.6</c:v>
                </c:pt>
                <c:pt idx="55">
                  <c:v>526</c:v>
                </c:pt>
                <c:pt idx="56">
                  <c:v>549.20000000000005</c:v>
                </c:pt>
                <c:pt idx="57">
                  <c:v>508.4</c:v>
                </c:pt>
                <c:pt idx="58">
                  <c:v>446.2</c:v>
                </c:pt>
                <c:pt idx="59">
                  <c:v>354</c:v>
                </c:pt>
                <c:pt idx="60">
                  <c:v>383.8</c:v>
                </c:pt>
                <c:pt idx="61">
                  <c:v>287.2</c:v>
                </c:pt>
                <c:pt idx="62">
                  <c:v>241.8</c:v>
                </c:pt>
                <c:pt idx="63">
                  <c:v>202</c:v>
                </c:pt>
                <c:pt idx="64">
                  <c:v>216.6</c:v>
                </c:pt>
                <c:pt idx="65">
                  <c:v>209</c:v>
                </c:pt>
                <c:pt idx="66">
                  <c:v>176.4</c:v>
                </c:pt>
                <c:pt idx="67">
                  <c:v>131.80000000000001</c:v>
                </c:pt>
                <c:pt idx="68">
                  <c:v>89</c:v>
                </c:pt>
                <c:pt idx="69">
                  <c:v>71.8</c:v>
                </c:pt>
                <c:pt idx="70">
                  <c:v>59</c:v>
                </c:pt>
                <c:pt idx="71">
                  <c:v>34.200000000000003</c:v>
                </c:pt>
                <c:pt idx="72">
                  <c:v>16</c:v>
                </c:pt>
                <c:pt idx="73">
                  <c:v>5.6</c:v>
                </c:pt>
                <c:pt idx="74">
                  <c:v>1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FC2-4679-92A8-5497F21FF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1.1403509999999999</c:v>
                </c:pt>
                <c:pt idx="19">
                  <c:v>7.6315790000000003</c:v>
                </c:pt>
                <c:pt idx="20">
                  <c:v>20.701754000000001</c:v>
                </c:pt>
                <c:pt idx="21">
                  <c:v>43.210526000000002</c:v>
                </c:pt>
                <c:pt idx="22">
                  <c:v>71.052632000000003</c:v>
                </c:pt>
                <c:pt idx="23">
                  <c:v>102.157895</c:v>
                </c:pt>
                <c:pt idx="24">
                  <c:v>139.43859599999999</c:v>
                </c:pt>
                <c:pt idx="25">
                  <c:v>179.87719300000001</c:v>
                </c:pt>
                <c:pt idx="26">
                  <c:v>223.12280699999999</c:v>
                </c:pt>
                <c:pt idx="27">
                  <c:v>272.24561399999999</c:v>
                </c:pt>
                <c:pt idx="28">
                  <c:v>321</c:v>
                </c:pt>
                <c:pt idx="29">
                  <c:v>369.91228100000001</c:v>
                </c:pt>
                <c:pt idx="30">
                  <c:v>416.43859600000002</c:v>
                </c:pt>
                <c:pt idx="31">
                  <c:v>468.64912299999997</c:v>
                </c:pt>
                <c:pt idx="32">
                  <c:v>516.92982500000005</c:v>
                </c:pt>
                <c:pt idx="33">
                  <c:v>556.71929799999998</c:v>
                </c:pt>
                <c:pt idx="34">
                  <c:v>596.01754400000004</c:v>
                </c:pt>
                <c:pt idx="35">
                  <c:v>635</c:v>
                </c:pt>
                <c:pt idx="36">
                  <c:v>666.94736799999998</c:v>
                </c:pt>
                <c:pt idx="37">
                  <c:v>694.56140400000004</c:v>
                </c:pt>
                <c:pt idx="38">
                  <c:v>720.22807</c:v>
                </c:pt>
                <c:pt idx="39">
                  <c:v>741.73684200000002</c:v>
                </c:pt>
                <c:pt idx="40">
                  <c:v>757.73684200000002</c:v>
                </c:pt>
                <c:pt idx="41">
                  <c:v>782.49122799999998</c:v>
                </c:pt>
                <c:pt idx="42">
                  <c:v>809.80701799999997</c:v>
                </c:pt>
                <c:pt idx="43">
                  <c:v>814.07017499999995</c:v>
                </c:pt>
                <c:pt idx="44">
                  <c:v>828.66666699999996</c:v>
                </c:pt>
                <c:pt idx="45">
                  <c:v>828.50877200000002</c:v>
                </c:pt>
                <c:pt idx="46">
                  <c:v>840.92982500000005</c:v>
                </c:pt>
                <c:pt idx="47">
                  <c:v>848.45614</c:v>
                </c:pt>
                <c:pt idx="48">
                  <c:v>846.49122799999998</c:v>
                </c:pt>
                <c:pt idx="49">
                  <c:v>847.33333300000004</c:v>
                </c:pt>
                <c:pt idx="50">
                  <c:v>848.40350899999999</c:v>
                </c:pt>
                <c:pt idx="51">
                  <c:v>835.85964899999999</c:v>
                </c:pt>
                <c:pt idx="52">
                  <c:v>818.78947400000004</c:v>
                </c:pt>
                <c:pt idx="53">
                  <c:v>791.10526300000004</c:v>
                </c:pt>
                <c:pt idx="54">
                  <c:v>758.56140400000004</c:v>
                </c:pt>
                <c:pt idx="55">
                  <c:v>724.56140400000004</c:v>
                </c:pt>
                <c:pt idx="56">
                  <c:v>688.82456100000002</c:v>
                </c:pt>
                <c:pt idx="57">
                  <c:v>658.66666699999996</c:v>
                </c:pt>
                <c:pt idx="58">
                  <c:v>619.19298200000003</c:v>
                </c:pt>
                <c:pt idx="59">
                  <c:v>575.15789500000005</c:v>
                </c:pt>
                <c:pt idx="60">
                  <c:v>533.684211</c:v>
                </c:pt>
                <c:pt idx="61">
                  <c:v>491.70175399999999</c:v>
                </c:pt>
                <c:pt idx="62">
                  <c:v>448.66666700000002</c:v>
                </c:pt>
                <c:pt idx="63">
                  <c:v>405.33333299999998</c:v>
                </c:pt>
                <c:pt idx="64">
                  <c:v>359.684211</c:v>
                </c:pt>
                <c:pt idx="65">
                  <c:v>310.80701800000003</c:v>
                </c:pt>
                <c:pt idx="66">
                  <c:v>263.842105</c:v>
                </c:pt>
                <c:pt idx="67">
                  <c:v>214.684211</c:v>
                </c:pt>
                <c:pt idx="68">
                  <c:v>172.82456099999999</c:v>
                </c:pt>
                <c:pt idx="69">
                  <c:v>134.578947</c:v>
                </c:pt>
                <c:pt idx="70">
                  <c:v>97.508771999999993</c:v>
                </c:pt>
                <c:pt idx="71">
                  <c:v>63.421053000000001</c:v>
                </c:pt>
                <c:pt idx="72">
                  <c:v>38</c:v>
                </c:pt>
                <c:pt idx="73">
                  <c:v>18.964912000000002</c:v>
                </c:pt>
                <c:pt idx="74">
                  <c:v>5.2280699999999998</c:v>
                </c:pt>
                <c:pt idx="75">
                  <c:v>0.42105300000000001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CA9-4BBA-AF77-80928EC49B1B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8</c:v>
                </c:pt>
                <c:pt idx="22">
                  <c:v>23.6</c:v>
                </c:pt>
                <c:pt idx="23">
                  <c:v>43.4</c:v>
                </c:pt>
                <c:pt idx="24">
                  <c:v>74.599999999999994</c:v>
                </c:pt>
                <c:pt idx="25">
                  <c:v>102.6</c:v>
                </c:pt>
                <c:pt idx="26">
                  <c:v>126.8</c:v>
                </c:pt>
                <c:pt idx="27">
                  <c:v>173</c:v>
                </c:pt>
                <c:pt idx="28">
                  <c:v>221.8</c:v>
                </c:pt>
                <c:pt idx="29">
                  <c:v>232.4</c:v>
                </c:pt>
                <c:pt idx="30">
                  <c:v>276</c:v>
                </c:pt>
                <c:pt idx="31">
                  <c:v>328.6</c:v>
                </c:pt>
                <c:pt idx="32">
                  <c:v>400.4</c:v>
                </c:pt>
                <c:pt idx="33">
                  <c:v>426.8</c:v>
                </c:pt>
                <c:pt idx="34">
                  <c:v>475.2</c:v>
                </c:pt>
                <c:pt idx="35">
                  <c:v>505.4</c:v>
                </c:pt>
                <c:pt idx="36">
                  <c:v>516.4</c:v>
                </c:pt>
                <c:pt idx="37">
                  <c:v>516.79999999999995</c:v>
                </c:pt>
                <c:pt idx="38">
                  <c:v>529.4</c:v>
                </c:pt>
                <c:pt idx="39">
                  <c:v>557.20000000000005</c:v>
                </c:pt>
                <c:pt idx="40">
                  <c:v>525.4</c:v>
                </c:pt>
                <c:pt idx="41">
                  <c:v>550.4</c:v>
                </c:pt>
                <c:pt idx="42">
                  <c:v>616.6</c:v>
                </c:pt>
                <c:pt idx="43">
                  <c:v>628.4</c:v>
                </c:pt>
                <c:pt idx="44">
                  <c:v>656</c:v>
                </c:pt>
                <c:pt idx="45">
                  <c:v>612.6</c:v>
                </c:pt>
                <c:pt idx="46">
                  <c:v>666.6</c:v>
                </c:pt>
                <c:pt idx="47">
                  <c:v>670.2</c:v>
                </c:pt>
                <c:pt idx="48">
                  <c:v>706.4</c:v>
                </c:pt>
                <c:pt idx="49">
                  <c:v>701.4</c:v>
                </c:pt>
                <c:pt idx="50">
                  <c:v>729</c:v>
                </c:pt>
                <c:pt idx="51">
                  <c:v>737.8</c:v>
                </c:pt>
                <c:pt idx="52">
                  <c:v>723.8</c:v>
                </c:pt>
                <c:pt idx="53">
                  <c:v>675.8</c:v>
                </c:pt>
                <c:pt idx="54">
                  <c:v>627.79999999999995</c:v>
                </c:pt>
                <c:pt idx="55">
                  <c:v>552.79999999999995</c:v>
                </c:pt>
                <c:pt idx="56">
                  <c:v>520.4</c:v>
                </c:pt>
                <c:pt idx="57">
                  <c:v>543.6</c:v>
                </c:pt>
                <c:pt idx="58">
                  <c:v>503.8</c:v>
                </c:pt>
                <c:pt idx="59">
                  <c:v>402.8</c:v>
                </c:pt>
                <c:pt idx="60">
                  <c:v>350</c:v>
                </c:pt>
                <c:pt idx="61">
                  <c:v>343</c:v>
                </c:pt>
                <c:pt idx="62">
                  <c:v>310</c:v>
                </c:pt>
                <c:pt idx="63">
                  <c:v>255.2</c:v>
                </c:pt>
                <c:pt idx="64">
                  <c:v>216</c:v>
                </c:pt>
                <c:pt idx="65">
                  <c:v>181.8</c:v>
                </c:pt>
                <c:pt idx="66">
                  <c:v>152.19999999999999</c:v>
                </c:pt>
                <c:pt idx="67">
                  <c:v>128.6</c:v>
                </c:pt>
                <c:pt idx="68">
                  <c:v>100</c:v>
                </c:pt>
                <c:pt idx="69">
                  <c:v>73</c:v>
                </c:pt>
                <c:pt idx="70">
                  <c:v>36.200000000000003</c:v>
                </c:pt>
                <c:pt idx="71">
                  <c:v>18.8</c:v>
                </c:pt>
                <c:pt idx="72">
                  <c:v>3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CA9-4BBA-AF77-80928EC49B1B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4.4000000000000004</c:v>
                </c:pt>
                <c:pt idx="19">
                  <c:v>18.399999999999999</c:v>
                </c:pt>
                <c:pt idx="20">
                  <c:v>44</c:v>
                </c:pt>
                <c:pt idx="21">
                  <c:v>77.2</c:v>
                </c:pt>
                <c:pt idx="22">
                  <c:v>110.8</c:v>
                </c:pt>
                <c:pt idx="23">
                  <c:v>150.19999999999999</c:v>
                </c:pt>
                <c:pt idx="24">
                  <c:v>207.4</c:v>
                </c:pt>
                <c:pt idx="25">
                  <c:v>250.8</c:v>
                </c:pt>
                <c:pt idx="26">
                  <c:v>307.2</c:v>
                </c:pt>
                <c:pt idx="27">
                  <c:v>354</c:v>
                </c:pt>
                <c:pt idx="28">
                  <c:v>419.8</c:v>
                </c:pt>
                <c:pt idx="29">
                  <c:v>469.4</c:v>
                </c:pt>
                <c:pt idx="30">
                  <c:v>517.20000000000005</c:v>
                </c:pt>
                <c:pt idx="31">
                  <c:v>569</c:v>
                </c:pt>
                <c:pt idx="32">
                  <c:v>613.4</c:v>
                </c:pt>
                <c:pt idx="33">
                  <c:v>656.2</c:v>
                </c:pt>
                <c:pt idx="34">
                  <c:v>697.2</c:v>
                </c:pt>
                <c:pt idx="35">
                  <c:v>735.4</c:v>
                </c:pt>
                <c:pt idx="36">
                  <c:v>767</c:v>
                </c:pt>
                <c:pt idx="37">
                  <c:v>799.2</c:v>
                </c:pt>
                <c:pt idx="38">
                  <c:v>831</c:v>
                </c:pt>
                <c:pt idx="39">
                  <c:v>857.8</c:v>
                </c:pt>
                <c:pt idx="40">
                  <c:v>880.6</c:v>
                </c:pt>
                <c:pt idx="41">
                  <c:v>900.6</c:v>
                </c:pt>
                <c:pt idx="42">
                  <c:v>917.2</c:v>
                </c:pt>
                <c:pt idx="43">
                  <c:v>929.8</c:v>
                </c:pt>
                <c:pt idx="44">
                  <c:v>941.4</c:v>
                </c:pt>
                <c:pt idx="45">
                  <c:v>950.4</c:v>
                </c:pt>
                <c:pt idx="46">
                  <c:v>951.6</c:v>
                </c:pt>
                <c:pt idx="47">
                  <c:v>953.8</c:v>
                </c:pt>
                <c:pt idx="48">
                  <c:v>949</c:v>
                </c:pt>
                <c:pt idx="49">
                  <c:v>941.8</c:v>
                </c:pt>
                <c:pt idx="50">
                  <c:v>933.4</c:v>
                </c:pt>
                <c:pt idx="51">
                  <c:v>919.4</c:v>
                </c:pt>
                <c:pt idx="52">
                  <c:v>902.4</c:v>
                </c:pt>
                <c:pt idx="53">
                  <c:v>880.8</c:v>
                </c:pt>
                <c:pt idx="54">
                  <c:v>846.4</c:v>
                </c:pt>
                <c:pt idx="55">
                  <c:v>822.2</c:v>
                </c:pt>
                <c:pt idx="56">
                  <c:v>793</c:v>
                </c:pt>
                <c:pt idx="57">
                  <c:v>752.4</c:v>
                </c:pt>
                <c:pt idx="58">
                  <c:v>717</c:v>
                </c:pt>
                <c:pt idx="59">
                  <c:v>680.4</c:v>
                </c:pt>
                <c:pt idx="60">
                  <c:v>637.4</c:v>
                </c:pt>
                <c:pt idx="61">
                  <c:v>593.79999999999995</c:v>
                </c:pt>
                <c:pt idx="62">
                  <c:v>550.4</c:v>
                </c:pt>
                <c:pt idx="63">
                  <c:v>503</c:v>
                </c:pt>
                <c:pt idx="64">
                  <c:v>452.8</c:v>
                </c:pt>
                <c:pt idx="65">
                  <c:v>403.4</c:v>
                </c:pt>
                <c:pt idx="66">
                  <c:v>351.4</c:v>
                </c:pt>
                <c:pt idx="67">
                  <c:v>301.39999999999998</c:v>
                </c:pt>
                <c:pt idx="68">
                  <c:v>249.2</c:v>
                </c:pt>
                <c:pt idx="69">
                  <c:v>200.8</c:v>
                </c:pt>
                <c:pt idx="70">
                  <c:v>154.4</c:v>
                </c:pt>
                <c:pt idx="71">
                  <c:v>107.8</c:v>
                </c:pt>
                <c:pt idx="72">
                  <c:v>70</c:v>
                </c:pt>
                <c:pt idx="73">
                  <c:v>40.4</c:v>
                </c:pt>
                <c:pt idx="74">
                  <c:v>13</c:v>
                </c:pt>
                <c:pt idx="75">
                  <c:v>1.4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CA9-4BBA-AF77-80928EC49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1.066667</c:v>
                </c:pt>
                <c:pt idx="19">
                  <c:v>10.333333</c:v>
                </c:pt>
                <c:pt idx="20">
                  <c:v>24.6</c:v>
                </c:pt>
                <c:pt idx="21">
                  <c:v>39.933332999999998</c:v>
                </c:pt>
                <c:pt idx="22">
                  <c:v>57.133333</c:v>
                </c:pt>
                <c:pt idx="23">
                  <c:v>75.133332999999993</c:v>
                </c:pt>
                <c:pt idx="24">
                  <c:v>98.4</c:v>
                </c:pt>
                <c:pt idx="25">
                  <c:v>123.066667</c:v>
                </c:pt>
                <c:pt idx="26">
                  <c:v>150.86666700000001</c:v>
                </c:pt>
                <c:pt idx="27">
                  <c:v>172.66666699999999</c:v>
                </c:pt>
                <c:pt idx="28">
                  <c:v>208.73333299999999</c:v>
                </c:pt>
                <c:pt idx="29">
                  <c:v>234.66666699999999</c:v>
                </c:pt>
                <c:pt idx="30">
                  <c:v>265.39999999999998</c:v>
                </c:pt>
                <c:pt idx="31">
                  <c:v>298.60000000000002</c:v>
                </c:pt>
                <c:pt idx="32">
                  <c:v>348.73333300000002</c:v>
                </c:pt>
                <c:pt idx="33">
                  <c:v>334.26666699999998</c:v>
                </c:pt>
                <c:pt idx="34">
                  <c:v>322.13333299999999</c:v>
                </c:pt>
                <c:pt idx="35">
                  <c:v>362.46666699999997</c:v>
                </c:pt>
                <c:pt idx="36">
                  <c:v>400.26666699999998</c:v>
                </c:pt>
                <c:pt idx="37">
                  <c:v>392.66666700000002</c:v>
                </c:pt>
                <c:pt idx="38">
                  <c:v>383.066667</c:v>
                </c:pt>
                <c:pt idx="39">
                  <c:v>374.53333300000003</c:v>
                </c:pt>
                <c:pt idx="40">
                  <c:v>369.53333300000003</c:v>
                </c:pt>
                <c:pt idx="41">
                  <c:v>380.066667</c:v>
                </c:pt>
                <c:pt idx="42">
                  <c:v>408.13333299999999</c:v>
                </c:pt>
                <c:pt idx="43">
                  <c:v>422.46666699999997</c:v>
                </c:pt>
                <c:pt idx="44">
                  <c:v>430.066667</c:v>
                </c:pt>
                <c:pt idx="45">
                  <c:v>425.066667</c:v>
                </c:pt>
                <c:pt idx="46">
                  <c:v>428.066667</c:v>
                </c:pt>
                <c:pt idx="47">
                  <c:v>430</c:v>
                </c:pt>
                <c:pt idx="48">
                  <c:v>443.2</c:v>
                </c:pt>
                <c:pt idx="49">
                  <c:v>476</c:v>
                </c:pt>
                <c:pt idx="50">
                  <c:v>496.8</c:v>
                </c:pt>
                <c:pt idx="51">
                  <c:v>461.53333300000003</c:v>
                </c:pt>
                <c:pt idx="52">
                  <c:v>443.066667</c:v>
                </c:pt>
                <c:pt idx="53">
                  <c:v>461.33333299999998</c:v>
                </c:pt>
                <c:pt idx="54">
                  <c:v>431.13333299999999</c:v>
                </c:pt>
                <c:pt idx="55">
                  <c:v>410.2</c:v>
                </c:pt>
                <c:pt idx="56">
                  <c:v>378.46666699999997</c:v>
                </c:pt>
                <c:pt idx="57">
                  <c:v>366.933333</c:v>
                </c:pt>
                <c:pt idx="58">
                  <c:v>340.46666699999997</c:v>
                </c:pt>
                <c:pt idx="59">
                  <c:v>303.73333300000002</c:v>
                </c:pt>
                <c:pt idx="60">
                  <c:v>280.13333299999999</c:v>
                </c:pt>
                <c:pt idx="61">
                  <c:v>255.26666700000001</c:v>
                </c:pt>
                <c:pt idx="62">
                  <c:v>235.33333300000001</c:v>
                </c:pt>
                <c:pt idx="63">
                  <c:v>210.4</c:v>
                </c:pt>
                <c:pt idx="64">
                  <c:v>189.73333299999999</c:v>
                </c:pt>
                <c:pt idx="65">
                  <c:v>165.533333</c:v>
                </c:pt>
                <c:pt idx="66">
                  <c:v>151</c:v>
                </c:pt>
                <c:pt idx="67">
                  <c:v>133</c:v>
                </c:pt>
                <c:pt idx="68">
                  <c:v>101.266667</c:v>
                </c:pt>
                <c:pt idx="69">
                  <c:v>70.8</c:v>
                </c:pt>
                <c:pt idx="70">
                  <c:v>47.666666999999997</c:v>
                </c:pt>
                <c:pt idx="71">
                  <c:v>32.733333000000002</c:v>
                </c:pt>
                <c:pt idx="72">
                  <c:v>20.266667000000002</c:v>
                </c:pt>
                <c:pt idx="73">
                  <c:v>12</c:v>
                </c:pt>
                <c:pt idx="74">
                  <c:v>3.4666670000000002</c:v>
                </c:pt>
                <c:pt idx="75">
                  <c:v>0.26666699999999999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C9-4D3A-ABAC-072B254BF7DA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8.8000000000000007</c:v>
                </c:pt>
                <c:pt idx="22">
                  <c:v>17.8</c:v>
                </c:pt>
                <c:pt idx="23">
                  <c:v>27.6</c:v>
                </c:pt>
                <c:pt idx="24">
                  <c:v>57.6</c:v>
                </c:pt>
                <c:pt idx="25">
                  <c:v>73</c:v>
                </c:pt>
                <c:pt idx="26">
                  <c:v>87</c:v>
                </c:pt>
                <c:pt idx="27">
                  <c:v>83.2</c:v>
                </c:pt>
                <c:pt idx="28">
                  <c:v>119.6</c:v>
                </c:pt>
                <c:pt idx="29">
                  <c:v>131</c:v>
                </c:pt>
                <c:pt idx="30">
                  <c:v>135.19999999999999</c:v>
                </c:pt>
                <c:pt idx="31">
                  <c:v>136</c:v>
                </c:pt>
                <c:pt idx="32">
                  <c:v>128.80000000000001</c:v>
                </c:pt>
                <c:pt idx="33">
                  <c:v>149.4</c:v>
                </c:pt>
                <c:pt idx="34">
                  <c:v>145</c:v>
                </c:pt>
                <c:pt idx="35">
                  <c:v>145.19999999999999</c:v>
                </c:pt>
                <c:pt idx="36">
                  <c:v>160</c:v>
                </c:pt>
                <c:pt idx="37">
                  <c:v>157.4</c:v>
                </c:pt>
                <c:pt idx="38">
                  <c:v>170.8</c:v>
                </c:pt>
                <c:pt idx="39">
                  <c:v>178</c:v>
                </c:pt>
                <c:pt idx="40">
                  <c:v>181.4</c:v>
                </c:pt>
                <c:pt idx="41">
                  <c:v>230.8</c:v>
                </c:pt>
                <c:pt idx="42">
                  <c:v>211.6</c:v>
                </c:pt>
                <c:pt idx="43">
                  <c:v>261.60000000000002</c:v>
                </c:pt>
                <c:pt idx="44">
                  <c:v>247.4</c:v>
                </c:pt>
                <c:pt idx="45">
                  <c:v>189.4</c:v>
                </c:pt>
                <c:pt idx="46">
                  <c:v>193.6</c:v>
                </c:pt>
                <c:pt idx="47">
                  <c:v>251.4</c:v>
                </c:pt>
                <c:pt idx="48">
                  <c:v>232.2</c:v>
                </c:pt>
                <c:pt idx="49">
                  <c:v>240</c:v>
                </c:pt>
                <c:pt idx="50">
                  <c:v>184.2</c:v>
                </c:pt>
                <c:pt idx="51">
                  <c:v>178.2</c:v>
                </c:pt>
                <c:pt idx="52">
                  <c:v>177.2</c:v>
                </c:pt>
                <c:pt idx="53">
                  <c:v>245.6</c:v>
                </c:pt>
                <c:pt idx="54">
                  <c:v>214.2</c:v>
                </c:pt>
                <c:pt idx="55">
                  <c:v>224</c:v>
                </c:pt>
                <c:pt idx="56">
                  <c:v>213.8</c:v>
                </c:pt>
                <c:pt idx="57">
                  <c:v>179.4</c:v>
                </c:pt>
                <c:pt idx="58">
                  <c:v>145.4</c:v>
                </c:pt>
                <c:pt idx="59">
                  <c:v>130</c:v>
                </c:pt>
                <c:pt idx="60">
                  <c:v>120.8</c:v>
                </c:pt>
                <c:pt idx="61">
                  <c:v>130.19999999999999</c:v>
                </c:pt>
                <c:pt idx="62">
                  <c:v>116.2</c:v>
                </c:pt>
                <c:pt idx="63">
                  <c:v>105</c:v>
                </c:pt>
                <c:pt idx="64">
                  <c:v>105.8</c:v>
                </c:pt>
                <c:pt idx="65">
                  <c:v>82</c:v>
                </c:pt>
                <c:pt idx="66">
                  <c:v>78.599999999999994</c:v>
                </c:pt>
                <c:pt idx="67">
                  <c:v>67</c:v>
                </c:pt>
                <c:pt idx="68">
                  <c:v>53.6</c:v>
                </c:pt>
                <c:pt idx="69">
                  <c:v>40</c:v>
                </c:pt>
                <c:pt idx="70">
                  <c:v>27</c:v>
                </c:pt>
                <c:pt idx="71">
                  <c:v>12.2</c:v>
                </c:pt>
                <c:pt idx="72">
                  <c:v>3.4</c:v>
                </c:pt>
                <c:pt idx="73">
                  <c:v>0.4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C9-4D3A-ABAC-072B254BF7DA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</c:v>
                </c:pt>
                <c:pt idx="19">
                  <c:v>17.600000000000001</c:v>
                </c:pt>
                <c:pt idx="20">
                  <c:v>44.8</c:v>
                </c:pt>
                <c:pt idx="21">
                  <c:v>73.2</c:v>
                </c:pt>
                <c:pt idx="22">
                  <c:v>101.4</c:v>
                </c:pt>
                <c:pt idx="23">
                  <c:v>132.6</c:v>
                </c:pt>
                <c:pt idx="24">
                  <c:v>165</c:v>
                </c:pt>
                <c:pt idx="25">
                  <c:v>191.6</c:v>
                </c:pt>
                <c:pt idx="26">
                  <c:v>220.4</c:v>
                </c:pt>
                <c:pt idx="27">
                  <c:v>237.6</c:v>
                </c:pt>
                <c:pt idx="28">
                  <c:v>284.39999999999998</c:v>
                </c:pt>
                <c:pt idx="29">
                  <c:v>361.2</c:v>
                </c:pt>
                <c:pt idx="30">
                  <c:v>411.2</c:v>
                </c:pt>
                <c:pt idx="31">
                  <c:v>435</c:v>
                </c:pt>
                <c:pt idx="32">
                  <c:v>539.79999999999995</c:v>
                </c:pt>
                <c:pt idx="33">
                  <c:v>563.79999999999995</c:v>
                </c:pt>
                <c:pt idx="34">
                  <c:v>517.4</c:v>
                </c:pt>
                <c:pt idx="35">
                  <c:v>600.6</c:v>
                </c:pt>
                <c:pt idx="36">
                  <c:v>698.2</c:v>
                </c:pt>
                <c:pt idx="37">
                  <c:v>715.6</c:v>
                </c:pt>
                <c:pt idx="38">
                  <c:v>623.6</c:v>
                </c:pt>
                <c:pt idx="39">
                  <c:v>608.20000000000005</c:v>
                </c:pt>
                <c:pt idx="40">
                  <c:v>551.79999999999995</c:v>
                </c:pt>
                <c:pt idx="41">
                  <c:v>532.79999999999995</c:v>
                </c:pt>
                <c:pt idx="42">
                  <c:v>599.6</c:v>
                </c:pt>
                <c:pt idx="43">
                  <c:v>601</c:v>
                </c:pt>
                <c:pt idx="44">
                  <c:v>656.6</c:v>
                </c:pt>
                <c:pt idx="45">
                  <c:v>759.6</c:v>
                </c:pt>
                <c:pt idx="46">
                  <c:v>674.2</c:v>
                </c:pt>
                <c:pt idx="47">
                  <c:v>664.8</c:v>
                </c:pt>
                <c:pt idx="48">
                  <c:v>713</c:v>
                </c:pt>
                <c:pt idx="49">
                  <c:v>672.2</c:v>
                </c:pt>
                <c:pt idx="50">
                  <c:v>702</c:v>
                </c:pt>
                <c:pt idx="51">
                  <c:v>682.4</c:v>
                </c:pt>
                <c:pt idx="52">
                  <c:v>679.8</c:v>
                </c:pt>
                <c:pt idx="53">
                  <c:v>665.2</c:v>
                </c:pt>
                <c:pt idx="54">
                  <c:v>649.6</c:v>
                </c:pt>
                <c:pt idx="55">
                  <c:v>600.79999999999995</c:v>
                </c:pt>
                <c:pt idx="56">
                  <c:v>540.20000000000005</c:v>
                </c:pt>
                <c:pt idx="57">
                  <c:v>502.8</c:v>
                </c:pt>
                <c:pt idx="58">
                  <c:v>523.6</c:v>
                </c:pt>
                <c:pt idx="59">
                  <c:v>512.79999999999995</c:v>
                </c:pt>
                <c:pt idx="60">
                  <c:v>428.6</c:v>
                </c:pt>
                <c:pt idx="61">
                  <c:v>399.4</c:v>
                </c:pt>
                <c:pt idx="62">
                  <c:v>373.8</c:v>
                </c:pt>
                <c:pt idx="63">
                  <c:v>372</c:v>
                </c:pt>
                <c:pt idx="64">
                  <c:v>345.4</c:v>
                </c:pt>
                <c:pt idx="65">
                  <c:v>266.8</c:v>
                </c:pt>
                <c:pt idx="66">
                  <c:v>219.8</c:v>
                </c:pt>
                <c:pt idx="67">
                  <c:v>195.4</c:v>
                </c:pt>
                <c:pt idx="68">
                  <c:v>146.6</c:v>
                </c:pt>
                <c:pt idx="69">
                  <c:v>99.2</c:v>
                </c:pt>
                <c:pt idx="70">
                  <c:v>77.599999999999994</c:v>
                </c:pt>
                <c:pt idx="71">
                  <c:v>50</c:v>
                </c:pt>
                <c:pt idx="72">
                  <c:v>35.799999999999997</c:v>
                </c:pt>
                <c:pt idx="73">
                  <c:v>22.2</c:v>
                </c:pt>
                <c:pt idx="74">
                  <c:v>7</c:v>
                </c:pt>
                <c:pt idx="75">
                  <c:v>1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CC9-4D3A-ABAC-072B254BF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0.45</c:v>
                </c:pt>
                <c:pt idx="19">
                  <c:v>5.85</c:v>
                </c:pt>
                <c:pt idx="20">
                  <c:v>17.2</c:v>
                </c:pt>
                <c:pt idx="21">
                  <c:v>32.549999999999997</c:v>
                </c:pt>
                <c:pt idx="22">
                  <c:v>50.65</c:v>
                </c:pt>
                <c:pt idx="23">
                  <c:v>74.599999999999994</c:v>
                </c:pt>
                <c:pt idx="24">
                  <c:v>100.4</c:v>
                </c:pt>
                <c:pt idx="25">
                  <c:v>128.4</c:v>
                </c:pt>
                <c:pt idx="26">
                  <c:v>156.44999999999999</c:v>
                </c:pt>
                <c:pt idx="27">
                  <c:v>174.6</c:v>
                </c:pt>
                <c:pt idx="28">
                  <c:v>190</c:v>
                </c:pt>
                <c:pt idx="29">
                  <c:v>221.25</c:v>
                </c:pt>
                <c:pt idx="30">
                  <c:v>231.95</c:v>
                </c:pt>
                <c:pt idx="31">
                  <c:v>252.8</c:v>
                </c:pt>
                <c:pt idx="32">
                  <c:v>283.7</c:v>
                </c:pt>
                <c:pt idx="33">
                  <c:v>300.89999999999998</c:v>
                </c:pt>
                <c:pt idx="34">
                  <c:v>306.10000000000002</c:v>
                </c:pt>
                <c:pt idx="35">
                  <c:v>319.55</c:v>
                </c:pt>
                <c:pt idx="36">
                  <c:v>341.5</c:v>
                </c:pt>
                <c:pt idx="37">
                  <c:v>347.9</c:v>
                </c:pt>
                <c:pt idx="38">
                  <c:v>358.7</c:v>
                </c:pt>
                <c:pt idx="39">
                  <c:v>375.25</c:v>
                </c:pt>
                <c:pt idx="40">
                  <c:v>404.65</c:v>
                </c:pt>
                <c:pt idx="41">
                  <c:v>424.6</c:v>
                </c:pt>
                <c:pt idx="42">
                  <c:v>442.6</c:v>
                </c:pt>
                <c:pt idx="43">
                  <c:v>453.8</c:v>
                </c:pt>
                <c:pt idx="44">
                  <c:v>479.2</c:v>
                </c:pt>
                <c:pt idx="45">
                  <c:v>477.05</c:v>
                </c:pt>
                <c:pt idx="46">
                  <c:v>469.1</c:v>
                </c:pt>
                <c:pt idx="47">
                  <c:v>456.95</c:v>
                </c:pt>
                <c:pt idx="48">
                  <c:v>451.1</c:v>
                </c:pt>
                <c:pt idx="49">
                  <c:v>440.95</c:v>
                </c:pt>
                <c:pt idx="50">
                  <c:v>450.45</c:v>
                </c:pt>
                <c:pt idx="51">
                  <c:v>469.2</c:v>
                </c:pt>
                <c:pt idx="52">
                  <c:v>456.15</c:v>
                </c:pt>
                <c:pt idx="53">
                  <c:v>413.1</c:v>
                </c:pt>
                <c:pt idx="54">
                  <c:v>395.55</c:v>
                </c:pt>
                <c:pt idx="55">
                  <c:v>378.25</c:v>
                </c:pt>
                <c:pt idx="56">
                  <c:v>363.35</c:v>
                </c:pt>
                <c:pt idx="57">
                  <c:v>359.1</c:v>
                </c:pt>
                <c:pt idx="58">
                  <c:v>341.75</c:v>
                </c:pt>
                <c:pt idx="59">
                  <c:v>308.25</c:v>
                </c:pt>
                <c:pt idx="60">
                  <c:v>292.85000000000002</c:v>
                </c:pt>
                <c:pt idx="61">
                  <c:v>283.05</c:v>
                </c:pt>
                <c:pt idx="62">
                  <c:v>272</c:v>
                </c:pt>
                <c:pt idx="63">
                  <c:v>244.65</c:v>
                </c:pt>
                <c:pt idx="64">
                  <c:v>217</c:v>
                </c:pt>
                <c:pt idx="65">
                  <c:v>197.4</c:v>
                </c:pt>
                <c:pt idx="66">
                  <c:v>178.55</c:v>
                </c:pt>
                <c:pt idx="67">
                  <c:v>145.85</c:v>
                </c:pt>
                <c:pt idx="68">
                  <c:v>113.25</c:v>
                </c:pt>
                <c:pt idx="69">
                  <c:v>86.65</c:v>
                </c:pt>
                <c:pt idx="70">
                  <c:v>57.1</c:v>
                </c:pt>
                <c:pt idx="71">
                  <c:v>39.450000000000003</c:v>
                </c:pt>
                <c:pt idx="72">
                  <c:v>25.15</c:v>
                </c:pt>
                <c:pt idx="73">
                  <c:v>13.2</c:v>
                </c:pt>
                <c:pt idx="74">
                  <c:v>4.1500000000000004</c:v>
                </c:pt>
                <c:pt idx="75">
                  <c:v>0.2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74-440E-82EB-E5D671A09D72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10</c:v>
                </c:pt>
                <c:pt idx="22">
                  <c:v>18.600000000000001</c:v>
                </c:pt>
                <c:pt idx="23">
                  <c:v>38</c:v>
                </c:pt>
                <c:pt idx="24">
                  <c:v>48.6</c:v>
                </c:pt>
                <c:pt idx="25">
                  <c:v>60.6</c:v>
                </c:pt>
                <c:pt idx="26">
                  <c:v>80</c:v>
                </c:pt>
                <c:pt idx="27">
                  <c:v>102.3</c:v>
                </c:pt>
                <c:pt idx="28">
                  <c:v>81.7</c:v>
                </c:pt>
                <c:pt idx="29">
                  <c:v>90.5</c:v>
                </c:pt>
                <c:pt idx="30">
                  <c:v>87.6</c:v>
                </c:pt>
                <c:pt idx="31">
                  <c:v>97.2</c:v>
                </c:pt>
                <c:pt idx="32">
                  <c:v>83.3</c:v>
                </c:pt>
                <c:pt idx="33">
                  <c:v>83.7</c:v>
                </c:pt>
                <c:pt idx="34">
                  <c:v>102.8</c:v>
                </c:pt>
                <c:pt idx="35">
                  <c:v>103.4</c:v>
                </c:pt>
                <c:pt idx="36">
                  <c:v>117.4</c:v>
                </c:pt>
                <c:pt idx="37">
                  <c:v>106.8</c:v>
                </c:pt>
                <c:pt idx="38">
                  <c:v>100.2</c:v>
                </c:pt>
                <c:pt idx="39">
                  <c:v>118.3</c:v>
                </c:pt>
                <c:pt idx="40">
                  <c:v>142.19999999999999</c:v>
                </c:pt>
                <c:pt idx="41">
                  <c:v>101.8</c:v>
                </c:pt>
                <c:pt idx="42">
                  <c:v>121.1</c:v>
                </c:pt>
                <c:pt idx="43">
                  <c:v>117.5</c:v>
                </c:pt>
                <c:pt idx="44">
                  <c:v>122.8</c:v>
                </c:pt>
                <c:pt idx="45">
                  <c:v>116.5</c:v>
                </c:pt>
                <c:pt idx="46">
                  <c:v>112.9</c:v>
                </c:pt>
                <c:pt idx="47">
                  <c:v>114.4</c:v>
                </c:pt>
                <c:pt idx="48">
                  <c:v>148</c:v>
                </c:pt>
                <c:pt idx="49">
                  <c:v>103</c:v>
                </c:pt>
                <c:pt idx="50">
                  <c:v>104.6</c:v>
                </c:pt>
                <c:pt idx="51">
                  <c:v>102.3</c:v>
                </c:pt>
                <c:pt idx="52">
                  <c:v>118</c:v>
                </c:pt>
                <c:pt idx="53">
                  <c:v>88</c:v>
                </c:pt>
                <c:pt idx="54">
                  <c:v>114.3</c:v>
                </c:pt>
                <c:pt idx="55">
                  <c:v>98.8</c:v>
                </c:pt>
                <c:pt idx="56">
                  <c:v>121.1</c:v>
                </c:pt>
                <c:pt idx="57">
                  <c:v>86.7</c:v>
                </c:pt>
                <c:pt idx="58">
                  <c:v>93.1</c:v>
                </c:pt>
                <c:pt idx="59">
                  <c:v>88.8</c:v>
                </c:pt>
                <c:pt idx="60">
                  <c:v>75</c:v>
                </c:pt>
                <c:pt idx="61">
                  <c:v>92.7</c:v>
                </c:pt>
                <c:pt idx="62">
                  <c:v>69.900000000000006</c:v>
                </c:pt>
                <c:pt idx="63">
                  <c:v>97.5</c:v>
                </c:pt>
                <c:pt idx="64">
                  <c:v>68.2</c:v>
                </c:pt>
                <c:pt idx="65">
                  <c:v>77.8</c:v>
                </c:pt>
                <c:pt idx="66">
                  <c:v>61.8</c:v>
                </c:pt>
                <c:pt idx="67">
                  <c:v>58.4</c:v>
                </c:pt>
                <c:pt idx="68">
                  <c:v>41.3</c:v>
                </c:pt>
                <c:pt idx="69">
                  <c:v>29.7</c:v>
                </c:pt>
                <c:pt idx="70">
                  <c:v>19.899999999999999</c:v>
                </c:pt>
                <c:pt idx="71">
                  <c:v>13</c:v>
                </c:pt>
                <c:pt idx="72">
                  <c:v>7.9</c:v>
                </c:pt>
                <c:pt idx="73">
                  <c:v>2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C74-440E-82EB-E5D671A09D72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</c:v>
                </c:pt>
                <c:pt idx="19">
                  <c:v>12</c:v>
                </c:pt>
                <c:pt idx="20">
                  <c:v>36.1</c:v>
                </c:pt>
                <c:pt idx="21">
                  <c:v>61.3</c:v>
                </c:pt>
                <c:pt idx="22">
                  <c:v>94.6</c:v>
                </c:pt>
                <c:pt idx="23">
                  <c:v>116.5</c:v>
                </c:pt>
                <c:pt idx="24">
                  <c:v>147.4</c:v>
                </c:pt>
                <c:pt idx="25">
                  <c:v>203.6</c:v>
                </c:pt>
                <c:pt idx="26">
                  <c:v>261.5</c:v>
                </c:pt>
                <c:pt idx="27">
                  <c:v>294</c:v>
                </c:pt>
                <c:pt idx="28">
                  <c:v>360.8</c:v>
                </c:pt>
                <c:pt idx="29">
                  <c:v>403.2</c:v>
                </c:pt>
                <c:pt idx="30">
                  <c:v>427</c:v>
                </c:pt>
                <c:pt idx="31">
                  <c:v>505.9</c:v>
                </c:pt>
                <c:pt idx="32">
                  <c:v>552.5</c:v>
                </c:pt>
                <c:pt idx="33">
                  <c:v>596.29999999999995</c:v>
                </c:pt>
                <c:pt idx="34">
                  <c:v>632</c:v>
                </c:pt>
                <c:pt idx="35">
                  <c:v>657.9</c:v>
                </c:pt>
                <c:pt idx="36">
                  <c:v>680.8</c:v>
                </c:pt>
                <c:pt idx="37">
                  <c:v>754.8</c:v>
                </c:pt>
                <c:pt idx="38">
                  <c:v>786.4</c:v>
                </c:pt>
                <c:pt idx="39">
                  <c:v>768.6</c:v>
                </c:pt>
                <c:pt idx="40">
                  <c:v>730.3</c:v>
                </c:pt>
                <c:pt idx="41">
                  <c:v>747.3</c:v>
                </c:pt>
                <c:pt idx="42">
                  <c:v>796.2</c:v>
                </c:pt>
                <c:pt idx="43">
                  <c:v>819.3</c:v>
                </c:pt>
                <c:pt idx="44">
                  <c:v>815.8</c:v>
                </c:pt>
                <c:pt idx="45">
                  <c:v>869.3</c:v>
                </c:pt>
                <c:pt idx="46">
                  <c:v>870.7</c:v>
                </c:pt>
                <c:pt idx="47">
                  <c:v>832.8</c:v>
                </c:pt>
                <c:pt idx="48">
                  <c:v>825.1</c:v>
                </c:pt>
                <c:pt idx="49">
                  <c:v>842.1</c:v>
                </c:pt>
                <c:pt idx="50">
                  <c:v>841.5</c:v>
                </c:pt>
                <c:pt idx="51">
                  <c:v>821.5</c:v>
                </c:pt>
                <c:pt idx="52">
                  <c:v>802.1</c:v>
                </c:pt>
                <c:pt idx="53">
                  <c:v>754.4</c:v>
                </c:pt>
                <c:pt idx="54">
                  <c:v>749.7</c:v>
                </c:pt>
                <c:pt idx="55">
                  <c:v>751.9</c:v>
                </c:pt>
                <c:pt idx="56">
                  <c:v>722.7</c:v>
                </c:pt>
                <c:pt idx="57">
                  <c:v>707.6</c:v>
                </c:pt>
                <c:pt idx="58">
                  <c:v>663.6</c:v>
                </c:pt>
                <c:pt idx="59">
                  <c:v>590.6</c:v>
                </c:pt>
                <c:pt idx="60">
                  <c:v>562.79999999999995</c:v>
                </c:pt>
                <c:pt idx="61">
                  <c:v>474.2</c:v>
                </c:pt>
                <c:pt idx="62">
                  <c:v>480.1</c:v>
                </c:pt>
                <c:pt idx="63">
                  <c:v>471.4</c:v>
                </c:pt>
                <c:pt idx="64">
                  <c:v>391.9</c:v>
                </c:pt>
                <c:pt idx="65">
                  <c:v>340</c:v>
                </c:pt>
                <c:pt idx="66">
                  <c:v>316.3</c:v>
                </c:pt>
                <c:pt idx="67">
                  <c:v>247</c:v>
                </c:pt>
                <c:pt idx="68">
                  <c:v>217.1</c:v>
                </c:pt>
                <c:pt idx="69">
                  <c:v>146.9</c:v>
                </c:pt>
                <c:pt idx="70">
                  <c:v>121.2</c:v>
                </c:pt>
                <c:pt idx="71">
                  <c:v>89.3</c:v>
                </c:pt>
                <c:pt idx="72">
                  <c:v>42.6</c:v>
                </c:pt>
                <c:pt idx="73">
                  <c:v>26.7</c:v>
                </c:pt>
                <c:pt idx="74">
                  <c:v>9.1</c:v>
                </c:pt>
                <c:pt idx="75">
                  <c:v>1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C74-440E-82EB-E5D671A09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0.43902400000000003</c:v>
                </c:pt>
                <c:pt idx="22">
                  <c:v>3.9024390000000002</c:v>
                </c:pt>
                <c:pt idx="23">
                  <c:v>13.341462999999999</c:v>
                </c:pt>
                <c:pt idx="24">
                  <c:v>26.439024</c:v>
                </c:pt>
                <c:pt idx="25">
                  <c:v>47.048780000000001</c:v>
                </c:pt>
                <c:pt idx="26">
                  <c:v>74.341463000000005</c:v>
                </c:pt>
                <c:pt idx="27">
                  <c:v>113.707317</c:v>
                </c:pt>
                <c:pt idx="28">
                  <c:v>148.56097600000001</c:v>
                </c:pt>
                <c:pt idx="29">
                  <c:v>191.609756</c:v>
                </c:pt>
                <c:pt idx="30">
                  <c:v>236.463415</c:v>
                </c:pt>
                <c:pt idx="31">
                  <c:v>289.75609800000001</c:v>
                </c:pt>
                <c:pt idx="32">
                  <c:v>334.390244</c:v>
                </c:pt>
                <c:pt idx="33">
                  <c:v>377.75609800000001</c:v>
                </c:pt>
                <c:pt idx="34">
                  <c:v>409.609756</c:v>
                </c:pt>
                <c:pt idx="35">
                  <c:v>449.390244</c:v>
                </c:pt>
                <c:pt idx="36">
                  <c:v>492.17073199999999</c:v>
                </c:pt>
                <c:pt idx="37">
                  <c:v>518.68292699999995</c:v>
                </c:pt>
                <c:pt idx="38">
                  <c:v>561.26829299999997</c:v>
                </c:pt>
                <c:pt idx="39">
                  <c:v>588.073171</c:v>
                </c:pt>
                <c:pt idx="40">
                  <c:v>603.04877999999997</c:v>
                </c:pt>
                <c:pt idx="41">
                  <c:v>621.26829299999997</c:v>
                </c:pt>
                <c:pt idx="42">
                  <c:v>636.31707300000005</c:v>
                </c:pt>
                <c:pt idx="43">
                  <c:v>643.68292699999995</c:v>
                </c:pt>
                <c:pt idx="44">
                  <c:v>652.04877999999997</c:v>
                </c:pt>
                <c:pt idx="45">
                  <c:v>650.26829299999997</c:v>
                </c:pt>
                <c:pt idx="46">
                  <c:v>648.926829</c:v>
                </c:pt>
                <c:pt idx="47">
                  <c:v>637.90243899999996</c:v>
                </c:pt>
                <c:pt idx="48">
                  <c:v>633.17073200000004</c:v>
                </c:pt>
                <c:pt idx="49">
                  <c:v>623.04877999999997</c:v>
                </c:pt>
                <c:pt idx="50">
                  <c:v>603.60975599999995</c:v>
                </c:pt>
                <c:pt idx="51">
                  <c:v>576.02439000000004</c:v>
                </c:pt>
                <c:pt idx="52">
                  <c:v>560.12195099999997</c:v>
                </c:pt>
                <c:pt idx="53">
                  <c:v>538.73170700000003</c:v>
                </c:pt>
                <c:pt idx="54">
                  <c:v>511.80487799999997</c:v>
                </c:pt>
                <c:pt idx="55">
                  <c:v>476.65853700000002</c:v>
                </c:pt>
                <c:pt idx="56">
                  <c:v>430.85365899999999</c:v>
                </c:pt>
                <c:pt idx="57">
                  <c:v>388.97561000000002</c:v>
                </c:pt>
                <c:pt idx="58">
                  <c:v>352.51219500000002</c:v>
                </c:pt>
                <c:pt idx="59">
                  <c:v>313.24390199999999</c:v>
                </c:pt>
                <c:pt idx="60">
                  <c:v>280.36585400000001</c:v>
                </c:pt>
                <c:pt idx="61">
                  <c:v>238.195122</c:v>
                </c:pt>
                <c:pt idx="62">
                  <c:v>193.609756</c:v>
                </c:pt>
                <c:pt idx="63">
                  <c:v>152.43902399999999</c:v>
                </c:pt>
                <c:pt idx="64">
                  <c:v>115.634146</c:v>
                </c:pt>
                <c:pt idx="65">
                  <c:v>82.585365999999993</c:v>
                </c:pt>
                <c:pt idx="66">
                  <c:v>54.926828999999998</c:v>
                </c:pt>
                <c:pt idx="67">
                  <c:v>35.707317000000003</c:v>
                </c:pt>
                <c:pt idx="68">
                  <c:v>21.463415000000001</c:v>
                </c:pt>
                <c:pt idx="69">
                  <c:v>10.560976</c:v>
                </c:pt>
                <c:pt idx="70">
                  <c:v>3.6585369999999999</c:v>
                </c:pt>
                <c:pt idx="71">
                  <c:v>0.80487799999999998</c:v>
                </c:pt>
                <c:pt idx="72">
                  <c:v>4.8779999999999997E-2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8BF-4AD1-A296-A35DE99F96CA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7</c:v>
                </c:pt>
                <c:pt idx="27">
                  <c:v>29</c:v>
                </c:pt>
                <c:pt idx="28">
                  <c:v>62</c:v>
                </c:pt>
                <c:pt idx="29">
                  <c:v>93</c:v>
                </c:pt>
                <c:pt idx="30">
                  <c:v>128</c:v>
                </c:pt>
                <c:pt idx="31">
                  <c:v>183</c:v>
                </c:pt>
                <c:pt idx="32">
                  <c:v>241</c:v>
                </c:pt>
                <c:pt idx="33">
                  <c:v>269</c:v>
                </c:pt>
                <c:pt idx="34">
                  <c:v>283</c:v>
                </c:pt>
                <c:pt idx="35">
                  <c:v>331</c:v>
                </c:pt>
                <c:pt idx="36">
                  <c:v>385</c:v>
                </c:pt>
                <c:pt idx="37">
                  <c:v>319</c:v>
                </c:pt>
                <c:pt idx="38">
                  <c:v>437</c:v>
                </c:pt>
                <c:pt idx="39">
                  <c:v>459</c:v>
                </c:pt>
                <c:pt idx="40">
                  <c:v>477</c:v>
                </c:pt>
                <c:pt idx="41">
                  <c:v>478</c:v>
                </c:pt>
                <c:pt idx="42">
                  <c:v>498</c:v>
                </c:pt>
                <c:pt idx="43">
                  <c:v>478</c:v>
                </c:pt>
                <c:pt idx="44">
                  <c:v>509</c:v>
                </c:pt>
                <c:pt idx="45">
                  <c:v>439</c:v>
                </c:pt>
                <c:pt idx="46">
                  <c:v>496</c:v>
                </c:pt>
                <c:pt idx="47">
                  <c:v>480</c:v>
                </c:pt>
                <c:pt idx="48">
                  <c:v>481</c:v>
                </c:pt>
                <c:pt idx="49">
                  <c:v>436</c:v>
                </c:pt>
                <c:pt idx="50">
                  <c:v>454</c:v>
                </c:pt>
                <c:pt idx="51">
                  <c:v>372</c:v>
                </c:pt>
                <c:pt idx="52">
                  <c:v>341</c:v>
                </c:pt>
                <c:pt idx="53">
                  <c:v>386</c:v>
                </c:pt>
                <c:pt idx="54">
                  <c:v>367</c:v>
                </c:pt>
                <c:pt idx="55">
                  <c:v>380</c:v>
                </c:pt>
                <c:pt idx="56">
                  <c:v>270</c:v>
                </c:pt>
                <c:pt idx="57">
                  <c:v>262</c:v>
                </c:pt>
                <c:pt idx="58">
                  <c:v>244</c:v>
                </c:pt>
                <c:pt idx="59">
                  <c:v>176</c:v>
                </c:pt>
                <c:pt idx="60">
                  <c:v>177</c:v>
                </c:pt>
                <c:pt idx="61">
                  <c:v>135</c:v>
                </c:pt>
                <c:pt idx="62">
                  <c:v>87</c:v>
                </c:pt>
                <c:pt idx="63">
                  <c:v>61</c:v>
                </c:pt>
                <c:pt idx="64">
                  <c:v>22</c:v>
                </c:pt>
                <c:pt idx="65">
                  <c:v>4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8BF-4AD1-A296-A35DE99F96CA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</c:v>
                </c:pt>
                <c:pt idx="22">
                  <c:v>16</c:v>
                </c:pt>
                <c:pt idx="23">
                  <c:v>50</c:v>
                </c:pt>
                <c:pt idx="24">
                  <c:v>80</c:v>
                </c:pt>
                <c:pt idx="25">
                  <c:v>120</c:v>
                </c:pt>
                <c:pt idx="26">
                  <c:v>165</c:v>
                </c:pt>
                <c:pt idx="27">
                  <c:v>214</c:v>
                </c:pt>
                <c:pt idx="28">
                  <c:v>263</c:v>
                </c:pt>
                <c:pt idx="29">
                  <c:v>312</c:v>
                </c:pt>
                <c:pt idx="30">
                  <c:v>361</c:v>
                </c:pt>
                <c:pt idx="31">
                  <c:v>414</c:v>
                </c:pt>
                <c:pt idx="32">
                  <c:v>463</c:v>
                </c:pt>
                <c:pt idx="33">
                  <c:v>508</c:v>
                </c:pt>
                <c:pt idx="34">
                  <c:v>553</c:v>
                </c:pt>
                <c:pt idx="35">
                  <c:v>590</c:v>
                </c:pt>
                <c:pt idx="36">
                  <c:v>643</c:v>
                </c:pt>
                <c:pt idx="37">
                  <c:v>684</c:v>
                </c:pt>
                <c:pt idx="38">
                  <c:v>718</c:v>
                </c:pt>
                <c:pt idx="39">
                  <c:v>744</c:v>
                </c:pt>
                <c:pt idx="40">
                  <c:v>763</c:v>
                </c:pt>
                <c:pt idx="41">
                  <c:v>784</c:v>
                </c:pt>
                <c:pt idx="42">
                  <c:v>801</c:v>
                </c:pt>
                <c:pt idx="43">
                  <c:v>799</c:v>
                </c:pt>
                <c:pt idx="44">
                  <c:v>823</c:v>
                </c:pt>
                <c:pt idx="45">
                  <c:v>815</c:v>
                </c:pt>
                <c:pt idx="46">
                  <c:v>823</c:v>
                </c:pt>
                <c:pt idx="47">
                  <c:v>825</c:v>
                </c:pt>
                <c:pt idx="48">
                  <c:v>805</c:v>
                </c:pt>
                <c:pt idx="49">
                  <c:v>792</c:v>
                </c:pt>
                <c:pt idx="50">
                  <c:v>785</c:v>
                </c:pt>
                <c:pt idx="51">
                  <c:v>746</c:v>
                </c:pt>
                <c:pt idx="52">
                  <c:v>723</c:v>
                </c:pt>
                <c:pt idx="53">
                  <c:v>696</c:v>
                </c:pt>
                <c:pt idx="54">
                  <c:v>666</c:v>
                </c:pt>
                <c:pt idx="55">
                  <c:v>633</c:v>
                </c:pt>
                <c:pt idx="56">
                  <c:v>597</c:v>
                </c:pt>
                <c:pt idx="57">
                  <c:v>577</c:v>
                </c:pt>
                <c:pt idx="58">
                  <c:v>547</c:v>
                </c:pt>
                <c:pt idx="59">
                  <c:v>520</c:v>
                </c:pt>
                <c:pt idx="60">
                  <c:v>475</c:v>
                </c:pt>
                <c:pt idx="61">
                  <c:v>428</c:v>
                </c:pt>
                <c:pt idx="62">
                  <c:v>379</c:v>
                </c:pt>
                <c:pt idx="63">
                  <c:v>323</c:v>
                </c:pt>
                <c:pt idx="64">
                  <c:v>266</c:v>
                </c:pt>
                <c:pt idx="65">
                  <c:v>218</c:v>
                </c:pt>
                <c:pt idx="66">
                  <c:v>162</c:v>
                </c:pt>
                <c:pt idx="67">
                  <c:v>114</c:v>
                </c:pt>
                <c:pt idx="68">
                  <c:v>84</c:v>
                </c:pt>
                <c:pt idx="69">
                  <c:v>48</c:v>
                </c:pt>
                <c:pt idx="70">
                  <c:v>18</c:v>
                </c:pt>
                <c:pt idx="71">
                  <c:v>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8BF-4AD1-A296-A35DE99F9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0.68181800000000004</c:v>
                </c:pt>
                <c:pt idx="23">
                  <c:v>3.7272729999999998</c:v>
                </c:pt>
                <c:pt idx="24">
                  <c:v>12.772727</c:v>
                </c:pt>
                <c:pt idx="25">
                  <c:v>27.818182</c:v>
                </c:pt>
                <c:pt idx="26">
                  <c:v>43.454545000000003</c:v>
                </c:pt>
                <c:pt idx="27">
                  <c:v>71.181818000000007</c:v>
                </c:pt>
                <c:pt idx="28">
                  <c:v>102.954545</c:v>
                </c:pt>
                <c:pt idx="29">
                  <c:v>127.590909</c:v>
                </c:pt>
                <c:pt idx="30">
                  <c:v>161.40909099999999</c:v>
                </c:pt>
                <c:pt idx="31">
                  <c:v>178.90909099999999</c:v>
                </c:pt>
                <c:pt idx="32">
                  <c:v>204.045455</c:v>
                </c:pt>
                <c:pt idx="33">
                  <c:v>203</c:v>
                </c:pt>
                <c:pt idx="34">
                  <c:v>216.90909099999999</c:v>
                </c:pt>
                <c:pt idx="35">
                  <c:v>227.09090900000001</c:v>
                </c:pt>
                <c:pt idx="36">
                  <c:v>251.5</c:v>
                </c:pt>
                <c:pt idx="37">
                  <c:v>274.27272699999997</c:v>
                </c:pt>
                <c:pt idx="38">
                  <c:v>301.63636400000001</c:v>
                </c:pt>
                <c:pt idx="39">
                  <c:v>311.09090900000001</c:v>
                </c:pt>
                <c:pt idx="40">
                  <c:v>312.13636400000001</c:v>
                </c:pt>
                <c:pt idx="41">
                  <c:v>300.31818199999998</c:v>
                </c:pt>
                <c:pt idx="42">
                  <c:v>322.68181800000002</c:v>
                </c:pt>
                <c:pt idx="43">
                  <c:v>320.5</c:v>
                </c:pt>
                <c:pt idx="44">
                  <c:v>356.59090900000001</c:v>
                </c:pt>
                <c:pt idx="45">
                  <c:v>341.77272699999997</c:v>
                </c:pt>
                <c:pt idx="46">
                  <c:v>341.22727300000003</c:v>
                </c:pt>
                <c:pt idx="47">
                  <c:v>333.86363599999999</c:v>
                </c:pt>
                <c:pt idx="48">
                  <c:v>313.86363599999999</c:v>
                </c:pt>
                <c:pt idx="49">
                  <c:v>304.045455</c:v>
                </c:pt>
                <c:pt idx="50">
                  <c:v>277.27272699999997</c:v>
                </c:pt>
                <c:pt idx="51">
                  <c:v>273.045455</c:v>
                </c:pt>
                <c:pt idx="52">
                  <c:v>289.40909099999999</c:v>
                </c:pt>
                <c:pt idx="53">
                  <c:v>286</c:v>
                </c:pt>
                <c:pt idx="54">
                  <c:v>258</c:v>
                </c:pt>
                <c:pt idx="55">
                  <c:v>233.13636399999999</c:v>
                </c:pt>
                <c:pt idx="56">
                  <c:v>207.59090900000001</c:v>
                </c:pt>
                <c:pt idx="57">
                  <c:v>194.40909099999999</c:v>
                </c:pt>
                <c:pt idx="58">
                  <c:v>172.31818200000001</c:v>
                </c:pt>
                <c:pt idx="59">
                  <c:v>153.59090900000001</c:v>
                </c:pt>
                <c:pt idx="60">
                  <c:v>143.68181799999999</c:v>
                </c:pt>
                <c:pt idx="61">
                  <c:v>126.31818199999999</c:v>
                </c:pt>
                <c:pt idx="62">
                  <c:v>95.090908999999996</c:v>
                </c:pt>
                <c:pt idx="63">
                  <c:v>81.181818000000007</c:v>
                </c:pt>
                <c:pt idx="64">
                  <c:v>58.318182</c:v>
                </c:pt>
                <c:pt idx="65">
                  <c:v>34.227272999999997</c:v>
                </c:pt>
                <c:pt idx="66">
                  <c:v>22.727273</c:v>
                </c:pt>
                <c:pt idx="67">
                  <c:v>12.409091</c:v>
                </c:pt>
                <c:pt idx="68">
                  <c:v>5.3636359999999996</c:v>
                </c:pt>
                <c:pt idx="69">
                  <c:v>2.7727270000000002</c:v>
                </c:pt>
                <c:pt idx="70">
                  <c:v>0.45454499999999998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711-4D90-9125-23C25E6C82DE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4.2</c:v>
                </c:pt>
                <c:pt idx="26">
                  <c:v>13</c:v>
                </c:pt>
                <c:pt idx="27">
                  <c:v>28.1</c:v>
                </c:pt>
                <c:pt idx="28">
                  <c:v>55.7</c:v>
                </c:pt>
                <c:pt idx="29">
                  <c:v>77.099999999999994</c:v>
                </c:pt>
                <c:pt idx="30">
                  <c:v>80.5</c:v>
                </c:pt>
                <c:pt idx="31">
                  <c:v>116.6</c:v>
                </c:pt>
                <c:pt idx="32">
                  <c:v>100.9</c:v>
                </c:pt>
                <c:pt idx="33">
                  <c:v>94.8</c:v>
                </c:pt>
                <c:pt idx="34">
                  <c:v>133.19999999999999</c:v>
                </c:pt>
                <c:pt idx="35">
                  <c:v>145.6</c:v>
                </c:pt>
                <c:pt idx="36">
                  <c:v>152.6</c:v>
                </c:pt>
                <c:pt idx="37">
                  <c:v>148.4</c:v>
                </c:pt>
                <c:pt idx="38">
                  <c:v>142.69999999999999</c:v>
                </c:pt>
                <c:pt idx="39">
                  <c:v>124.8</c:v>
                </c:pt>
                <c:pt idx="40">
                  <c:v>98.7</c:v>
                </c:pt>
                <c:pt idx="41">
                  <c:v>99.6</c:v>
                </c:pt>
                <c:pt idx="42">
                  <c:v>108.6</c:v>
                </c:pt>
                <c:pt idx="43">
                  <c:v>125.7</c:v>
                </c:pt>
                <c:pt idx="44">
                  <c:v>153</c:v>
                </c:pt>
                <c:pt idx="45">
                  <c:v>170.2</c:v>
                </c:pt>
                <c:pt idx="46">
                  <c:v>166.4</c:v>
                </c:pt>
                <c:pt idx="47">
                  <c:v>128</c:v>
                </c:pt>
                <c:pt idx="48">
                  <c:v>130.5</c:v>
                </c:pt>
                <c:pt idx="49">
                  <c:v>138.9</c:v>
                </c:pt>
                <c:pt idx="50">
                  <c:v>140.4</c:v>
                </c:pt>
                <c:pt idx="51">
                  <c:v>150.1</c:v>
                </c:pt>
                <c:pt idx="52">
                  <c:v>119.5</c:v>
                </c:pt>
                <c:pt idx="53">
                  <c:v>126.3</c:v>
                </c:pt>
                <c:pt idx="54">
                  <c:v>104.5</c:v>
                </c:pt>
                <c:pt idx="55">
                  <c:v>99.3</c:v>
                </c:pt>
                <c:pt idx="56">
                  <c:v>94.5</c:v>
                </c:pt>
                <c:pt idx="57">
                  <c:v>100.9</c:v>
                </c:pt>
                <c:pt idx="58">
                  <c:v>87.7</c:v>
                </c:pt>
                <c:pt idx="59">
                  <c:v>85.5</c:v>
                </c:pt>
                <c:pt idx="60">
                  <c:v>57.3</c:v>
                </c:pt>
                <c:pt idx="61">
                  <c:v>41.5</c:v>
                </c:pt>
                <c:pt idx="62">
                  <c:v>35.1</c:v>
                </c:pt>
                <c:pt idx="63">
                  <c:v>13.4</c:v>
                </c:pt>
                <c:pt idx="64">
                  <c:v>10</c:v>
                </c:pt>
                <c:pt idx="65">
                  <c:v>4.0999999999999996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711-4D90-9125-23C25E6C82DE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2.8</c:v>
                </c:pt>
                <c:pt idx="23">
                  <c:v>15.1</c:v>
                </c:pt>
                <c:pt idx="24">
                  <c:v>31.9</c:v>
                </c:pt>
                <c:pt idx="25">
                  <c:v>61</c:v>
                </c:pt>
                <c:pt idx="26">
                  <c:v>89.4</c:v>
                </c:pt>
                <c:pt idx="27">
                  <c:v>130.69999999999999</c:v>
                </c:pt>
                <c:pt idx="28">
                  <c:v>174.1</c:v>
                </c:pt>
                <c:pt idx="29">
                  <c:v>199.5</c:v>
                </c:pt>
                <c:pt idx="30">
                  <c:v>255</c:v>
                </c:pt>
                <c:pt idx="31">
                  <c:v>237.2</c:v>
                </c:pt>
                <c:pt idx="32">
                  <c:v>309</c:v>
                </c:pt>
                <c:pt idx="33">
                  <c:v>295.2</c:v>
                </c:pt>
                <c:pt idx="34">
                  <c:v>323.89999999999998</c:v>
                </c:pt>
                <c:pt idx="35">
                  <c:v>334.3</c:v>
                </c:pt>
                <c:pt idx="36">
                  <c:v>378</c:v>
                </c:pt>
                <c:pt idx="37">
                  <c:v>434.8</c:v>
                </c:pt>
                <c:pt idx="38">
                  <c:v>453</c:v>
                </c:pt>
                <c:pt idx="39">
                  <c:v>517.70000000000005</c:v>
                </c:pt>
                <c:pt idx="40">
                  <c:v>591.20000000000005</c:v>
                </c:pt>
                <c:pt idx="41">
                  <c:v>488.8</c:v>
                </c:pt>
                <c:pt idx="42">
                  <c:v>507.4</c:v>
                </c:pt>
                <c:pt idx="43">
                  <c:v>509.2</c:v>
                </c:pt>
                <c:pt idx="44">
                  <c:v>557.29999999999995</c:v>
                </c:pt>
                <c:pt idx="45">
                  <c:v>527</c:v>
                </c:pt>
                <c:pt idx="46">
                  <c:v>548.5</c:v>
                </c:pt>
                <c:pt idx="47">
                  <c:v>527.29999999999995</c:v>
                </c:pt>
                <c:pt idx="48">
                  <c:v>531.4</c:v>
                </c:pt>
                <c:pt idx="49">
                  <c:v>512.20000000000005</c:v>
                </c:pt>
                <c:pt idx="50">
                  <c:v>472.5</c:v>
                </c:pt>
                <c:pt idx="51">
                  <c:v>456.2</c:v>
                </c:pt>
                <c:pt idx="52">
                  <c:v>504</c:v>
                </c:pt>
                <c:pt idx="53">
                  <c:v>505.5</c:v>
                </c:pt>
                <c:pt idx="54">
                  <c:v>407.3</c:v>
                </c:pt>
                <c:pt idx="55">
                  <c:v>396.4</c:v>
                </c:pt>
                <c:pt idx="56">
                  <c:v>337.8</c:v>
                </c:pt>
                <c:pt idx="57">
                  <c:v>305.60000000000002</c:v>
                </c:pt>
                <c:pt idx="58">
                  <c:v>234.7</c:v>
                </c:pt>
                <c:pt idx="59">
                  <c:v>250.5</c:v>
                </c:pt>
                <c:pt idx="60">
                  <c:v>217.8</c:v>
                </c:pt>
                <c:pt idx="61">
                  <c:v>230.1</c:v>
                </c:pt>
                <c:pt idx="62">
                  <c:v>156.1</c:v>
                </c:pt>
                <c:pt idx="63">
                  <c:v>136.6</c:v>
                </c:pt>
                <c:pt idx="64">
                  <c:v>110.5</c:v>
                </c:pt>
                <c:pt idx="65">
                  <c:v>67.2</c:v>
                </c:pt>
                <c:pt idx="66">
                  <c:v>60.3</c:v>
                </c:pt>
                <c:pt idx="67">
                  <c:v>30.9</c:v>
                </c:pt>
                <c:pt idx="68">
                  <c:v>17.600000000000001</c:v>
                </c:pt>
                <c:pt idx="69">
                  <c:v>9.1999999999999993</c:v>
                </c:pt>
                <c:pt idx="70">
                  <c:v>0.9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711-4D90-9125-23C25E6C82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0.14285700000000001</c:v>
                </c:pt>
                <c:pt idx="22">
                  <c:v>2.964286</c:v>
                </c:pt>
                <c:pt idx="23">
                  <c:v>11.107143000000001</c:v>
                </c:pt>
                <c:pt idx="24">
                  <c:v>21.571428999999998</c:v>
                </c:pt>
                <c:pt idx="25">
                  <c:v>37.785713999999999</c:v>
                </c:pt>
                <c:pt idx="26">
                  <c:v>56.428570999999998</c:v>
                </c:pt>
                <c:pt idx="27">
                  <c:v>77.357142999999994</c:v>
                </c:pt>
                <c:pt idx="28">
                  <c:v>100.64285700000001</c:v>
                </c:pt>
                <c:pt idx="29">
                  <c:v>126.14285700000001</c:v>
                </c:pt>
                <c:pt idx="30">
                  <c:v>147.35714300000001</c:v>
                </c:pt>
                <c:pt idx="31">
                  <c:v>175.07142899999999</c:v>
                </c:pt>
                <c:pt idx="32">
                  <c:v>203.89285699999999</c:v>
                </c:pt>
                <c:pt idx="33">
                  <c:v>228.35714300000001</c:v>
                </c:pt>
                <c:pt idx="34">
                  <c:v>230.67857100000001</c:v>
                </c:pt>
                <c:pt idx="35">
                  <c:v>236.64285699999999</c:v>
                </c:pt>
                <c:pt idx="36">
                  <c:v>252.35714300000001</c:v>
                </c:pt>
                <c:pt idx="37">
                  <c:v>283.78571399999998</c:v>
                </c:pt>
                <c:pt idx="38">
                  <c:v>299.82142900000002</c:v>
                </c:pt>
                <c:pt idx="39">
                  <c:v>312.89285699999999</c:v>
                </c:pt>
                <c:pt idx="40">
                  <c:v>316.67857099999998</c:v>
                </c:pt>
                <c:pt idx="41">
                  <c:v>303.96428600000002</c:v>
                </c:pt>
                <c:pt idx="42">
                  <c:v>285.78571399999998</c:v>
                </c:pt>
                <c:pt idx="43">
                  <c:v>276.39285699999999</c:v>
                </c:pt>
                <c:pt idx="44">
                  <c:v>292.21428600000002</c:v>
                </c:pt>
                <c:pt idx="45">
                  <c:v>271.46428600000002</c:v>
                </c:pt>
                <c:pt idx="46">
                  <c:v>262.85714300000001</c:v>
                </c:pt>
                <c:pt idx="47">
                  <c:v>275.92857099999998</c:v>
                </c:pt>
                <c:pt idx="48">
                  <c:v>291.07142900000002</c:v>
                </c:pt>
                <c:pt idx="49">
                  <c:v>285.5</c:v>
                </c:pt>
                <c:pt idx="50">
                  <c:v>248.75</c:v>
                </c:pt>
                <c:pt idx="51">
                  <c:v>220.75</c:v>
                </c:pt>
                <c:pt idx="52">
                  <c:v>220.25</c:v>
                </c:pt>
                <c:pt idx="53">
                  <c:v>186.07142899999999</c:v>
                </c:pt>
                <c:pt idx="54">
                  <c:v>175.35714300000001</c:v>
                </c:pt>
                <c:pt idx="55">
                  <c:v>155.57142899999999</c:v>
                </c:pt>
                <c:pt idx="56">
                  <c:v>147.82142899999999</c:v>
                </c:pt>
                <c:pt idx="57">
                  <c:v>145.89285699999999</c:v>
                </c:pt>
                <c:pt idx="58">
                  <c:v>137.21428599999999</c:v>
                </c:pt>
                <c:pt idx="59">
                  <c:v>138.85714300000001</c:v>
                </c:pt>
                <c:pt idx="60">
                  <c:v>125.75</c:v>
                </c:pt>
                <c:pt idx="61">
                  <c:v>120.07142899999999</c:v>
                </c:pt>
                <c:pt idx="62">
                  <c:v>100.214286</c:v>
                </c:pt>
                <c:pt idx="63">
                  <c:v>84.964286000000001</c:v>
                </c:pt>
                <c:pt idx="64">
                  <c:v>68.035713999999999</c:v>
                </c:pt>
                <c:pt idx="65">
                  <c:v>47.392856999999999</c:v>
                </c:pt>
                <c:pt idx="66">
                  <c:v>32.107143000000001</c:v>
                </c:pt>
                <c:pt idx="67">
                  <c:v>20.535713999999999</c:v>
                </c:pt>
                <c:pt idx="68">
                  <c:v>11.464286</c:v>
                </c:pt>
                <c:pt idx="69">
                  <c:v>4.6785709999999998</c:v>
                </c:pt>
                <c:pt idx="70">
                  <c:v>1.857143</c:v>
                </c:pt>
                <c:pt idx="71">
                  <c:v>0.28571400000000002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4F-4313-B50B-70228D28502F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9.6999999999999993</c:v>
                </c:pt>
                <c:pt idx="27">
                  <c:v>15.7</c:v>
                </c:pt>
                <c:pt idx="28">
                  <c:v>31.8</c:v>
                </c:pt>
                <c:pt idx="29">
                  <c:v>45.5</c:v>
                </c:pt>
                <c:pt idx="30">
                  <c:v>50.6</c:v>
                </c:pt>
                <c:pt idx="31">
                  <c:v>71.3</c:v>
                </c:pt>
                <c:pt idx="32">
                  <c:v>71.5</c:v>
                </c:pt>
                <c:pt idx="33">
                  <c:v>69.400000000000006</c:v>
                </c:pt>
                <c:pt idx="34">
                  <c:v>60.4</c:v>
                </c:pt>
                <c:pt idx="35">
                  <c:v>51.7</c:v>
                </c:pt>
                <c:pt idx="36">
                  <c:v>68.3</c:v>
                </c:pt>
                <c:pt idx="37">
                  <c:v>66.599999999999994</c:v>
                </c:pt>
                <c:pt idx="38">
                  <c:v>65.900000000000006</c:v>
                </c:pt>
                <c:pt idx="39">
                  <c:v>77.900000000000006</c:v>
                </c:pt>
                <c:pt idx="40">
                  <c:v>53.1</c:v>
                </c:pt>
                <c:pt idx="41">
                  <c:v>63.1</c:v>
                </c:pt>
                <c:pt idx="42">
                  <c:v>59.5</c:v>
                </c:pt>
                <c:pt idx="43">
                  <c:v>69.2</c:v>
                </c:pt>
                <c:pt idx="44">
                  <c:v>87.6</c:v>
                </c:pt>
                <c:pt idx="45">
                  <c:v>52</c:v>
                </c:pt>
                <c:pt idx="46">
                  <c:v>71.8</c:v>
                </c:pt>
                <c:pt idx="47">
                  <c:v>69.400000000000006</c:v>
                </c:pt>
                <c:pt idx="48">
                  <c:v>67.2</c:v>
                </c:pt>
                <c:pt idx="49">
                  <c:v>75.5</c:v>
                </c:pt>
                <c:pt idx="50">
                  <c:v>58</c:v>
                </c:pt>
                <c:pt idx="51">
                  <c:v>67.5</c:v>
                </c:pt>
                <c:pt idx="52">
                  <c:v>58.1</c:v>
                </c:pt>
                <c:pt idx="53">
                  <c:v>51</c:v>
                </c:pt>
                <c:pt idx="54">
                  <c:v>52.8</c:v>
                </c:pt>
                <c:pt idx="55">
                  <c:v>41.1</c:v>
                </c:pt>
                <c:pt idx="56">
                  <c:v>33.700000000000003</c:v>
                </c:pt>
                <c:pt idx="57">
                  <c:v>39.6</c:v>
                </c:pt>
                <c:pt idx="58">
                  <c:v>33.1</c:v>
                </c:pt>
                <c:pt idx="59">
                  <c:v>40.799999999999997</c:v>
                </c:pt>
                <c:pt idx="60">
                  <c:v>29.8</c:v>
                </c:pt>
                <c:pt idx="61">
                  <c:v>33</c:v>
                </c:pt>
                <c:pt idx="62">
                  <c:v>16.399999999999999</c:v>
                </c:pt>
                <c:pt idx="63">
                  <c:v>21.8</c:v>
                </c:pt>
                <c:pt idx="64">
                  <c:v>10.7</c:v>
                </c:pt>
                <c:pt idx="65">
                  <c:v>4.7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44F-4313-B50B-70228D28502F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9.6</c:v>
                </c:pt>
                <c:pt idx="23">
                  <c:v>31.8</c:v>
                </c:pt>
                <c:pt idx="24">
                  <c:v>55.8</c:v>
                </c:pt>
                <c:pt idx="25">
                  <c:v>81.3</c:v>
                </c:pt>
                <c:pt idx="26">
                  <c:v>131.1</c:v>
                </c:pt>
                <c:pt idx="27">
                  <c:v>177.5</c:v>
                </c:pt>
                <c:pt idx="28">
                  <c:v>216.2</c:v>
                </c:pt>
                <c:pt idx="29">
                  <c:v>302</c:v>
                </c:pt>
                <c:pt idx="30">
                  <c:v>321.7</c:v>
                </c:pt>
                <c:pt idx="31">
                  <c:v>409.2</c:v>
                </c:pt>
                <c:pt idx="32">
                  <c:v>453.7</c:v>
                </c:pt>
                <c:pt idx="33">
                  <c:v>497.9</c:v>
                </c:pt>
                <c:pt idx="34">
                  <c:v>465.9</c:v>
                </c:pt>
                <c:pt idx="35">
                  <c:v>476.9</c:v>
                </c:pt>
                <c:pt idx="36">
                  <c:v>473.4</c:v>
                </c:pt>
                <c:pt idx="37">
                  <c:v>607.79999999999995</c:v>
                </c:pt>
                <c:pt idx="38">
                  <c:v>643.9</c:v>
                </c:pt>
                <c:pt idx="39">
                  <c:v>694.5</c:v>
                </c:pt>
                <c:pt idx="40">
                  <c:v>692</c:v>
                </c:pt>
                <c:pt idx="41">
                  <c:v>640.1</c:v>
                </c:pt>
                <c:pt idx="42">
                  <c:v>630.5</c:v>
                </c:pt>
                <c:pt idx="43">
                  <c:v>534.1</c:v>
                </c:pt>
                <c:pt idx="44">
                  <c:v>630</c:v>
                </c:pt>
                <c:pt idx="45">
                  <c:v>592.1</c:v>
                </c:pt>
                <c:pt idx="46">
                  <c:v>535.79999999999995</c:v>
                </c:pt>
                <c:pt idx="47">
                  <c:v>589.20000000000005</c:v>
                </c:pt>
                <c:pt idx="48">
                  <c:v>663.6</c:v>
                </c:pt>
                <c:pt idx="49">
                  <c:v>651.79999999999995</c:v>
                </c:pt>
                <c:pt idx="50">
                  <c:v>565.70000000000005</c:v>
                </c:pt>
                <c:pt idx="51">
                  <c:v>454.3</c:v>
                </c:pt>
                <c:pt idx="52">
                  <c:v>436.8</c:v>
                </c:pt>
                <c:pt idx="53">
                  <c:v>403.8</c:v>
                </c:pt>
                <c:pt idx="54">
                  <c:v>352.1</c:v>
                </c:pt>
                <c:pt idx="55">
                  <c:v>339.9</c:v>
                </c:pt>
                <c:pt idx="56">
                  <c:v>274.7</c:v>
                </c:pt>
                <c:pt idx="57">
                  <c:v>280.2</c:v>
                </c:pt>
                <c:pt idx="58">
                  <c:v>251.9</c:v>
                </c:pt>
                <c:pt idx="59">
                  <c:v>252.6</c:v>
                </c:pt>
                <c:pt idx="60">
                  <c:v>249.5</c:v>
                </c:pt>
                <c:pt idx="61">
                  <c:v>251.7</c:v>
                </c:pt>
                <c:pt idx="62">
                  <c:v>226.5</c:v>
                </c:pt>
                <c:pt idx="63">
                  <c:v>197</c:v>
                </c:pt>
                <c:pt idx="64">
                  <c:v>147.69999999999999</c:v>
                </c:pt>
                <c:pt idx="65">
                  <c:v>103.8</c:v>
                </c:pt>
                <c:pt idx="66">
                  <c:v>79.599999999999994</c:v>
                </c:pt>
                <c:pt idx="67">
                  <c:v>57.6</c:v>
                </c:pt>
                <c:pt idx="68">
                  <c:v>38.5</c:v>
                </c:pt>
                <c:pt idx="69">
                  <c:v>15</c:v>
                </c:pt>
                <c:pt idx="70">
                  <c:v>6.3</c:v>
                </c:pt>
                <c:pt idx="71">
                  <c:v>0.6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44F-4313-B50B-70228D285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0.14285700000000001</c:v>
                </c:pt>
                <c:pt idx="26">
                  <c:v>2.8</c:v>
                </c:pt>
                <c:pt idx="27">
                  <c:v>14.957143</c:v>
                </c:pt>
                <c:pt idx="28">
                  <c:v>41.8</c:v>
                </c:pt>
                <c:pt idx="29">
                  <c:v>79.928571000000005</c:v>
                </c:pt>
                <c:pt idx="30">
                  <c:v>120.742857</c:v>
                </c:pt>
                <c:pt idx="31">
                  <c:v>162.65714299999999</c:v>
                </c:pt>
                <c:pt idx="32">
                  <c:v>206.21428599999999</c:v>
                </c:pt>
                <c:pt idx="33">
                  <c:v>248.88571400000001</c:v>
                </c:pt>
                <c:pt idx="34">
                  <c:v>294.25714299999999</c:v>
                </c:pt>
                <c:pt idx="35">
                  <c:v>338.22857099999999</c:v>
                </c:pt>
                <c:pt idx="36">
                  <c:v>376.62857100000002</c:v>
                </c:pt>
                <c:pt idx="37">
                  <c:v>415.34285699999998</c:v>
                </c:pt>
                <c:pt idx="38">
                  <c:v>452.62857100000002</c:v>
                </c:pt>
                <c:pt idx="39">
                  <c:v>484.17142899999999</c:v>
                </c:pt>
                <c:pt idx="40">
                  <c:v>511.31428599999998</c:v>
                </c:pt>
                <c:pt idx="41">
                  <c:v>534.72857099999999</c:v>
                </c:pt>
                <c:pt idx="42">
                  <c:v>559.35714299999995</c:v>
                </c:pt>
                <c:pt idx="43">
                  <c:v>576.62857099999997</c:v>
                </c:pt>
                <c:pt idx="44">
                  <c:v>585.64285700000005</c:v>
                </c:pt>
                <c:pt idx="45">
                  <c:v>596.4</c:v>
                </c:pt>
                <c:pt idx="46">
                  <c:v>598.41428599999995</c:v>
                </c:pt>
                <c:pt idx="47">
                  <c:v>592.11428599999999</c:v>
                </c:pt>
                <c:pt idx="48">
                  <c:v>586.20000000000005</c:v>
                </c:pt>
                <c:pt idx="49">
                  <c:v>572.74285699999996</c:v>
                </c:pt>
                <c:pt idx="50">
                  <c:v>562.08571400000005</c:v>
                </c:pt>
                <c:pt idx="51">
                  <c:v>549.32857100000001</c:v>
                </c:pt>
                <c:pt idx="52">
                  <c:v>530.70000000000005</c:v>
                </c:pt>
                <c:pt idx="53">
                  <c:v>495.64285699999999</c:v>
                </c:pt>
                <c:pt idx="54">
                  <c:v>466.42857099999998</c:v>
                </c:pt>
                <c:pt idx="55">
                  <c:v>440.72857099999999</c:v>
                </c:pt>
                <c:pt idx="56">
                  <c:v>399.72857099999999</c:v>
                </c:pt>
                <c:pt idx="57">
                  <c:v>362.471429</c:v>
                </c:pt>
                <c:pt idx="58">
                  <c:v>332.11428599999999</c:v>
                </c:pt>
                <c:pt idx="59">
                  <c:v>292.37142899999998</c:v>
                </c:pt>
                <c:pt idx="60">
                  <c:v>250.471429</c:v>
                </c:pt>
                <c:pt idx="61">
                  <c:v>212.557143</c:v>
                </c:pt>
                <c:pt idx="62">
                  <c:v>168.24285699999999</c:v>
                </c:pt>
                <c:pt idx="63">
                  <c:v>125.728571</c:v>
                </c:pt>
                <c:pt idx="64">
                  <c:v>86.742857000000001</c:v>
                </c:pt>
                <c:pt idx="65">
                  <c:v>52.785713999999999</c:v>
                </c:pt>
                <c:pt idx="66">
                  <c:v>30.357143000000001</c:v>
                </c:pt>
                <c:pt idx="67">
                  <c:v>14.285714</c:v>
                </c:pt>
                <c:pt idx="68">
                  <c:v>4.9000000000000004</c:v>
                </c:pt>
                <c:pt idx="69">
                  <c:v>0.64285700000000001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11-4321-BCB8-47F60A30F842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15</c:v>
                </c:pt>
                <c:pt idx="29">
                  <c:v>46.8</c:v>
                </c:pt>
                <c:pt idx="30">
                  <c:v>73.900000000000006</c:v>
                </c:pt>
                <c:pt idx="31">
                  <c:v>96.4</c:v>
                </c:pt>
                <c:pt idx="32">
                  <c:v>138.6</c:v>
                </c:pt>
                <c:pt idx="33">
                  <c:v>163.6</c:v>
                </c:pt>
                <c:pt idx="34">
                  <c:v>196</c:v>
                </c:pt>
                <c:pt idx="35">
                  <c:v>257.8</c:v>
                </c:pt>
                <c:pt idx="36">
                  <c:v>316.10000000000002</c:v>
                </c:pt>
                <c:pt idx="37">
                  <c:v>343.5</c:v>
                </c:pt>
                <c:pt idx="38">
                  <c:v>388.6</c:v>
                </c:pt>
                <c:pt idx="39">
                  <c:v>425.5</c:v>
                </c:pt>
                <c:pt idx="40">
                  <c:v>449.7</c:v>
                </c:pt>
                <c:pt idx="41">
                  <c:v>468.9</c:v>
                </c:pt>
                <c:pt idx="42">
                  <c:v>485.9</c:v>
                </c:pt>
                <c:pt idx="43">
                  <c:v>506.6</c:v>
                </c:pt>
                <c:pt idx="44">
                  <c:v>509.7</c:v>
                </c:pt>
                <c:pt idx="45">
                  <c:v>523</c:v>
                </c:pt>
                <c:pt idx="46">
                  <c:v>517.9</c:v>
                </c:pt>
                <c:pt idx="47">
                  <c:v>498.9</c:v>
                </c:pt>
                <c:pt idx="48">
                  <c:v>443.6</c:v>
                </c:pt>
                <c:pt idx="49">
                  <c:v>483.4</c:v>
                </c:pt>
                <c:pt idx="50">
                  <c:v>455.8</c:v>
                </c:pt>
                <c:pt idx="51">
                  <c:v>445.6</c:v>
                </c:pt>
                <c:pt idx="52">
                  <c:v>430.6</c:v>
                </c:pt>
                <c:pt idx="53">
                  <c:v>329.3</c:v>
                </c:pt>
                <c:pt idx="54">
                  <c:v>279.89999999999998</c:v>
                </c:pt>
                <c:pt idx="55">
                  <c:v>258.3</c:v>
                </c:pt>
                <c:pt idx="56">
                  <c:v>235.7</c:v>
                </c:pt>
                <c:pt idx="57">
                  <c:v>207.4</c:v>
                </c:pt>
                <c:pt idx="58">
                  <c:v>209.1</c:v>
                </c:pt>
                <c:pt idx="59">
                  <c:v>169.7</c:v>
                </c:pt>
                <c:pt idx="60">
                  <c:v>156.1</c:v>
                </c:pt>
                <c:pt idx="61">
                  <c:v>126.1</c:v>
                </c:pt>
                <c:pt idx="62">
                  <c:v>88.8</c:v>
                </c:pt>
                <c:pt idx="63">
                  <c:v>53.8</c:v>
                </c:pt>
                <c:pt idx="64">
                  <c:v>21</c:v>
                </c:pt>
                <c:pt idx="65">
                  <c:v>3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11-4321-BCB8-47F60A30F842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12.1</c:v>
                </c:pt>
                <c:pt idx="27">
                  <c:v>45</c:v>
                </c:pt>
                <c:pt idx="28">
                  <c:v>94.7</c:v>
                </c:pt>
                <c:pt idx="29">
                  <c:v>144.5</c:v>
                </c:pt>
                <c:pt idx="30">
                  <c:v>196.2</c:v>
                </c:pt>
                <c:pt idx="31">
                  <c:v>248</c:v>
                </c:pt>
                <c:pt idx="32">
                  <c:v>285.10000000000002</c:v>
                </c:pt>
                <c:pt idx="33">
                  <c:v>338.1</c:v>
                </c:pt>
                <c:pt idx="34">
                  <c:v>399.2</c:v>
                </c:pt>
                <c:pt idx="35">
                  <c:v>449.2</c:v>
                </c:pt>
                <c:pt idx="36">
                  <c:v>494.3</c:v>
                </c:pt>
                <c:pt idx="37">
                  <c:v>536.29999999999995</c:v>
                </c:pt>
                <c:pt idx="38">
                  <c:v>574.29999999999995</c:v>
                </c:pt>
                <c:pt idx="39">
                  <c:v>609.20000000000005</c:v>
                </c:pt>
                <c:pt idx="40">
                  <c:v>641.1</c:v>
                </c:pt>
                <c:pt idx="41">
                  <c:v>669</c:v>
                </c:pt>
                <c:pt idx="42">
                  <c:v>692.1</c:v>
                </c:pt>
                <c:pt idx="43">
                  <c:v>711.2</c:v>
                </c:pt>
                <c:pt idx="44">
                  <c:v>725.4</c:v>
                </c:pt>
                <c:pt idx="45">
                  <c:v>735.6</c:v>
                </c:pt>
                <c:pt idx="46">
                  <c:v>741.6</c:v>
                </c:pt>
                <c:pt idx="47">
                  <c:v>743.7</c:v>
                </c:pt>
                <c:pt idx="48">
                  <c:v>742.6</c:v>
                </c:pt>
                <c:pt idx="49">
                  <c:v>734.5</c:v>
                </c:pt>
                <c:pt idx="50">
                  <c:v>730.1</c:v>
                </c:pt>
                <c:pt idx="51">
                  <c:v>716</c:v>
                </c:pt>
                <c:pt idx="52">
                  <c:v>696.1</c:v>
                </c:pt>
                <c:pt idx="53">
                  <c:v>673.1</c:v>
                </c:pt>
                <c:pt idx="54">
                  <c:v>646.20000000000005</c:v>
                </c:pt>
                <c:pt idx="55">
                  <c:v>615.29999999999995</c:v>
                </c:pt>
                <c:pt idx="56">
                  <c:v>581.29999999999995</c:v>
                </c:pt>
                <c:pt idx="57">
                  <c:v>544.29999999999995</c:v>
                </c:pt>
                <c:pt idx="58">
                  <c:v>481.4</c:v>
                </c:pt>
                <c:pt idx="59">
                  <c:v>438.8</c:v>
                </c:pt>
                <c:pt idx="60">
                  <c:v>392.3</c:v>
                </c:pt>
                <c:pt idx="61">
                  <c:v>347.4</c:v>
                </c:pt>
                <c:pt idx="62">
                  <c:v>298.5</c:v>
                </c:pt>
                <c:pt idx="63">
                  <c:v>242.2</c:v>
                </c:pt>
                <c:pt idx="64">
                  <c:v>181.3</c:v>
                </c:pt>
                <c:pt idx="65">
                  <c:v>130.30000000000001</c:v>
                </c:pt>
                <c:pt idx="66">
                  <c:v>91.7</c:v>
                </c:pt>
                <c:pt idx="67">
                  <c:v>41.3</c:v>
                </c:pt>
                <c:pt idx="68">
                  <c:v>17.600000000000001</c:v>
                </c:pt>
                <c:pt idx="69">
                  <c:v>1.2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211-4321-BCB8-47F60A30F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1.1000000000000001</c:v>
                </c:pt>
                <c:pt idx="28">
                  <c:v>11.8</c:v>
                </c:pt>
                <c:pt idx="29">
                  <c:v>30.2</c:v>
                </c:pt>
                <c:pt idx="30">
                  <c:v>48.6</c:v>
                </c:pt>
                <c:pt idx="31">
                  <c:v>74.3</c:v>
                </c:pt>
                <c:pt idx="32">
                  <c:v>94.6</c:v>
                </c:pt>
                <c:pt idx="33">
                  <c:v>118</c:v>
                </c:pt>
                <c:pt idx="34">
                  <c:v>147.80000000000001</c:v>
                </c:pt>
                <c:pt idx="35">
                  <c:v>173.6</c:v>
                </c:pt>
                <c:pt idx="36">
                  <c:v>213.3</c:v>
                </c:pt>
                <c:pt idx="37">
                  <c:v>231.9</c:v>
                </c:pt>
                <c:pt idx="38">
                  <c:v>247.2</c:v>
                </c:pt>
                <c:pt idx="39">
                  <c:v>250.4</c:v>
                </c:pt>
                <c:pt idx="40">
                  <c:v>249.4</c:v>
                </c:pt>
                <c:pt idx="41">
                  <c:v>258</c:v>
                </c:pt>
                <c:pt idx="42">
                  <c:v>233.3</c:v>
                </c:pt>
                <c:pt idx="43">
                  <c:v>254.9</c:v>
                </c:pt>
                <c:pt idx="44">
                  <c:v>249.4</c:v>
                </c:pt>
                <c:pt idx="45">
                  <c:v>228.2</c:v>
                </c:pt>
                <c:pt idx="46">
                  <c:v>247.5</c:v>
                </c:pt>
                <c:pt idx="47">
                  <c:v>262.3</c:v>
                </c:pt>
                <c:pt idx="48">
                  <c:v>258.39999999999998</c:v>
                </c:pt>
                <c:pt idx="49">
                  <c:v>277</c:v>
                </c:pt>
                <c:pt idx="50">
                  <c:v>278.2</c:v>
                </c:pt>
                <c:pt idx="51">
                  <c:v>255</c:v>
                </c:pt>
                <c:pt idx="52">
                  <c:v>230.3</c:v>
                </c:pt>
                <c:pt idx="53">
                  <c:v>244.4</c:v>
                </c:pt>
                <c:pt idx="54">
                  <c:v>223.8</c:v>
                </c:pt>
                <c:pt idx="55">
                  <c:v>214.9</c:v>
                </c:pt>
                <c:pt idx="56">
                  <c:v>200</c:v>
                </c:pt>
                <c:pt idx="57">
                  <c:v>183.9</c:v>
                </c:pt>
                <c:pt idx="58">
                  <c:v>172.8</c:v>
                </c:pt>
                <c:pt idx="59">
                  <c:v>154</c:v>
                </c:pt>
                <c:pt idx="60">
                  <c:v>138.80000000000001</c:v>
                </c:pt>
                <c:pt idx="61">
                  <c:v>106.4</c:v>
                </c:pt>
                <c:pt idx="62">
                  <c:v>82.6</c:v>
                </c:pt>
                <c:pt idx="63">
                  <c:v>52.2</c:v>
                </c:pt>
                <c:pt idx="64">
                  <c:v>31.5</c:v>
                </c:pt>
                <c:pt idx="65">
                  <c:v>16.7</c:v>
                </c:pt>
                <c:pt idx="66">
                  <c:v>5.2</c:v>
                </c:pt>
                <c:pt idx="67">
                  <c:v>0.8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D6F-4E26-932D-46C85970B28E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7.5</c:v>
                </c:pt>
                <c:pt idx="29">
                  <c:v>17.899999999999999</c:v>
                </c:pt>
                <c:pt idx="30">
                  <c:v>23.9</c:v>
                </c:pt>
                <c:pt idx="31">
                  <c:v>38.700000000000003</c:v>
                </c:pt>
                <c:pt idx="32">
                  <c:v>52.7</c:v>
                </c:pt>
                <c:pt idx="33">
                  <c:v>62.2</c:v>
                </c:pt>
                <c:pt idx="34">
                  <c:v>84.2</c:v>
                </c:pt>
                <c:pt idx="35">
                  <c:v>98.7</c:v>
                </c:pt>
                <c:pt idx="36">
                  <c:v>118.9</c:v>
                </c:pt>
                <c:pt idx="37">
                  <c:v>136.30000000000001</c:v>
                </c:pt>
                <c:pt idx="38">
                  <c:v>117</c:v>
                </c:pt>
                <c:pt idx="39">
                  <c:v>133.69999999999999</c:v>
                </c:pt>
                <c:pt idx="40">
                  <c:v>156.80000000000001</c:v>
                </c:pt>
                <c:pt idx="41">
                  <c:v>160.4</c:v>
                </c:pt>
                <c:pt idx="42">
                  <c:v>124.8</c:v>
                </c:pt>
                <c:pt idx="43">
                  <c:v>134.69999999999999</c:v>
                </c:pt>
                <c:pt idx="44">
                  <c:v>125.7</c:v>
                </c:pt>
                <c:pt idx="45">
                  <c:v>116.3</c:v>
                </c:pt>
                <c:pt idx="46">
                  <c:v>124.7</c:v>
                </c:pt>
                <c:pt idx="47">
                  <c:v>105.4</c:v>
                </c:pt>
                <c:pt idx="48">
                  <c:v>108.8</c:v>
                </c:pt>
                <c:pt idx="49">
                  <c:v>105</c:v>
                </c:pt>
                <c:pt idx="50">
                  <c:v>95.4</c:v>
                </c:pt>
                <c:pt idx="51">
                  <c:v>94.3</c:v>
                </c:pt>
                <c:pt idx="52">
                  <c:v>121.9</c:v>
                </c:pt>
                <c:pt idx="53">
                  <c:v>115.9</c:v>
                </c:pt>
                <c:pt idx="54">
                  <c:v>108.9</c:v>
                </c:pt>
                <c:pt idx="55">
                  <c:v>98.6</c:v>
                </c:pt>
                <c:pt idx="56">
                  <c:v>89.5</c:v>
                </c:pt>
                <c:pt idx="57">
                  <c:v>108.7</c:v>
                </c:pt>
                <c:pt idx="58">
                  <c:v>88.8</c:v>
                </c:pt>
                <c:pt idx="59">
                  <c:v>63.8</c:v>
                </c:pt>
                <c:pt idx="60">
                  <c:v>61.6</c:v>
                </c:pt>
                <c:pt idx="61">
                  <c:v>54.6</c:v>
                </c:pt>
                <c:pt idx="62">
                  <c:v>42.5</c:v>
                </c:pt>
                <c:pt idx="63">
                  <c:v>29.9</c:v>
                </c:pt>
                <c:pt idx="64">
                  <c:v>14.9</c:v>
                </c:pt>
                <c:pt idx="65">
                  <c:v>2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D6F-4E26-932D-46C85970B28E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3.1</c:v>
                </c:pt>
                <c:pt idx="28">
                  <c:v>16.7</c:v>
                </c:pt>
                <c:pt idx="29">
                  <c:v>39.5</c:v>
                </c:pt>
                <c:pt idx="30">
                  <c:v>81.099999999999994</c:v>
                </c:pt>
                <c:pt idx="31">
                  <c:v>127</c:v>
                </c:pt>
                <c:pt idx="32">
                  <c:v>173.6</c:v>
                </c:pt>
                <c:pt idx="33">
                  <c:v>191.4</c:v>
                </c:pt>
                <c:pt idx="34">
                  <c:v>264.2</c:v>
                </c:pt>
                <c:pt idx="35">
                  <c:v>281.7</c:v>
                </c:pt>
                <c:pt idx="36">
                  <c:v>328.7</c:v>
                </c:pt>
                <c:pt idx="37">
                  <c:v>386.6</c:v>
                </c:pt>
                <c:pt idx="38">
                  <c:v>423.3</c:v>
                </c:pt>
                <c:pt idx="39">
                  <c:v>453</c:v>
                </c:pt>
                <c:pt idx="40">
                  <c:v>407.8</c:v>
                </c:pt>
                <c:pt idx="41">
                  <c:v>457.9</c:v>
                </c:pt>
                <c:pt idx="42">
                  <c:v>450</c:v>
                </c:pt>
                <c:pt idx="43">
                  <c:v>431.8</c:v>
                </c:pt>
                <c:pt idx="44">
                  <c:v>409.7</c:v>
                </c:pt>
                <c:pt idx="45">
                  <c:v>349.2</c:v>
                </c:pt>
                <c:pt idx="46">
                  <c:v>390.7</c:v>
                </c:pt>
                <c:pt idx="47">
                  <c:v>436.7</c:v>
                </c:pt>
                <c:pt idx="48">
                  <c:v>484.6</c:v>
                </c:pt>
                <c:pt idx="49">
                  <c:v>491.6</c:v>
                </c:pt>
                <c:pt idx="50">
                  <c:v>500.6</c:v>
                </c:pt>
                <c:pt idx="51">
                  <c:v>436.7</c:v>
                </c:pt>
                <c:pt idx="52">
                  <c:v>355.2</c:v>
                </c:pt>
                <c:pt idx="53">
                  <c:v>396.7</c:v>
                </c:pt>
                <c:pt idx="54">
                  <c:v>380.7</c:v>
                </c:pt>
                <c:pt idx="55">
                  <c:v>365</c:v>
                </c:pt>
                <c:pt idx="56">
                  <c:v>368.4</c:v>
                </c:pt>
                <c:pt idx="57">
                  <c:v>266.39999999999998</c:v>
                </c:pt>
                <c:pt idx="58">
                  <c:v>235.7</c:v>
                </c:pt>
                <c:pt idx="59">
                  <c:v>212.9</c:v>
                </c:pt>
                <c:pt idx="60">
                  <c:v>181.4</c:v>
                </c:pt>
                <c:pt idx="61">
                  <c:v>151.1</c:v>
                </c:pt>
                <c:pt idx="62">
                  <c:v>111</c:v>
                </c:pt>
                <c:pt idx="63">
                  <c:v>74.599999999999994</c:v>
                </c:pt>
                <c:pt idx="64">
                  <c:v>61.2</c:v>
                </c:pt>
                <c:pt idx="65">
                  <c:v>34.9</c:v>
                </c:pt>
                <c:pt idx="66">
                  <c:v>15</c:v>
                </c:pt>
                <c:pt idx="67">
                  <c:v>3.2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D6F-4E26-932D-46C85970B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平均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0.3</c:v>
                </c:pt>
                <c:pt idx="27">
                  <c:v>3.6</c:v>
                </c:pt>
                <c:pt idx="28">
                  <c:v>16.600000000000001</c:v>
                </c:pt>
                <c:pt idx="29">
                  <c:v>35.6</c:v>
                </c:pt>
                <c:pt idx="30">
                  <c:v>45.9</c:v>
                </c:pt>
                <c:pt idx="31">
                  <c:v>68.599999999999994</c:v>
                </c:pt>
                <c:pt idx="32">
                  <c:v>87.2</c:v>
                </c:pt>
                <c:pt idx="33">
                  <c:v>114.8</c:v>
                </c:pt>
                <c:pt idx="34">
                  <c:v>134.19999999999999</c:v>
                </c:pt>
                <c:pt idx="35">
                  <c:v>162.9</c:v>
                </c:pt>
                <c:pt idx="36">
                  <c:v>165.1</c:v>
                </c:pt>
                <c:pt idx="37">
                  <c:v>188.1</c:v>
                </c:pt>
                <c:pt idx="38">
                  <c:v>204.2</c:v>
                </c:pt>
                <c:pt idx="39">
                  <c:v>218.8</c:v>
                </c:pt>
                <c:pt idx="40">
                  <c:v>223.3</c:v>
                </c:pt>
                <c:pt idx="41">
                  <c:v>238.3</c:v>
                </c:pt>
                <c:pt idx="42">
                  <c:v>252.8</c:v>
                </c:pt>
                <c:pt idx="43">
                  <c:v>284.10000000000002</c:v>
                </c:pt>
                <c:pt idx="44">
                  <c:v>283.5</c:v>
                </c:pt>
                <c:pt idx="45">
                  <c:v>310.7</c:v>
                </c:pt>
                <c:pt idx="46">
                  <c:v>306.3</c:v>
                </c:pt>
                <c:pt idx="47">
                  <c:v>296.5</c:v>
                </c:pt>
                <c:pt idx="48">
                  <c:v>238.8</c:v>
                </c:pt>
                <c:pt idx="49">
                  <c:v>194.3</c:v>
                </c:pt>
                <c:pt idx="50">
                  <c:v>194.8</c:v>
                </c:pt>
                <c:pt idx="51">
                  <c:v>216.1</c:v>
                </c:pt>
                <c:pt idx="52">
                  <c:v>197.8</c:v>
                </c:pt>
                <c:pt idx="53">
                  <c:v>161.30000000000001</c:v>
                </c:pt>
                <c:pt idx="54">
                  <c:v>145</c:v>
                </c:pt>
                <c:pt idx="55">
                  <c:v>146</c:v>
                </c:pt>
                <c:pt idx="56">
                  <c:v>155.6</c:v>
                </c:pt>
                <c:pt idx="57">
                  <c:v>156.80000000000001</c:v>
                </c:pt>
                <c:pt idx="58">
                  <c:v>151.19999999999999</c:v>
                </c:pt>
                <c:pt idx="59">
                  <c:v>133.1</c:v>
                </c:pt>
                <c:pt idx="60">
                  <c:v>122.8</c:v>
                </c:pt>
                <c:pt idx="61">
                  <c:v>89.5</c:v>
                </c:pt>
                <c:pt idx="62">
                  <c:v>66.5</c:v>
                </c:pt>
                <c:pt idx="63">
                  <c:v>56.3</c:v>
                </c:pt>
                <c:pt idx="64">
                  <c:v>40.5</c:v>
                </c:pt>
                <c:pt idx="65">
                  <c:v>22.8</c:v>
                </c:pt>
                <c:pt idx="66">
                  <c:v>13.2</c:v>
                </c:pt>
                <c:pt idx="67">
                  <c:v>5.4</c:v>
                </c:pt>
                <c:pt idx="68">
                  <c:v>1.4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380-4B0A-A3B4-66E3CF62A9C4}"/>
            </c:ext>
          </c:extLst>
        </c:ser>
        <c:ser>
          <c:idx val="1"/>
          <c:order val="1"/>
          <c:tx>
            <c:v>P10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Data'!$C$2:$C$97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5.9</c:v>
                </c:pt>
                <c:pt idx="29">
                  <c:v>13.8</c:v>
                </c:pt>
                <c:pt idx="30">
                  <c:v>16</c:v>
                </c:pt>
                <c:pt idx="31">
                  <c:v>35.6</c:v>
                </c:pt>
                <c:pt idx="32">
                  <c:v>49.6</c:v>
                </c:pt>
                <c:pt idx="33">
                  <c:v>56.7</c:v>
                </c:pt>
                <c:pt idx="34">
                  <c:v>53.7</c:v>
                </c:pt>
                <c:pt idx="35">
                  <c:v>80.2</c:v>
                </c:pt>
                <c:pt idx="36">
                  <c:v>67</c:v>
                </c:pt>
                <c:pt idx="37">
                  <c:v>73</c:v>
                </c:pt>
                <c:pt idx="38">
                  <c:v>81.2</c:v>
                </c:pt>
                <c:pt idx="39">
                  <c:v>57.4</c:v>
                </c:pt>
                <c:pt idx="40">
                  <c:v>70.400000000000006</c:v>
                </c:pt>
                <c:pt idx="41">
                  <c:v>67.5</c:v>
                </c:pt>
                <c:pt idx="42">
                  <c:v>85.6</c:v>
                </c:pt>
                <c:pt idx="43">
                  <c:v>140.69999999999999</c:v>
                </c:pt>
                <c:pt idx="44">
                  <c:v>128</c:v>
                </c:pt>
                <c:pt idx="45">
                  <c:v>92.6</c:v>
                </c:pt>
                <c:pt idx="46">
                  <c:v>66.2</c:v>
                </c:pt>
                <c:pt idx="47">
                  <c:v>99.9</c:v>
                </c:pt>
                <c:pt idx="48">
                  <c:v>98</c:v>
                </c:pt>
                <c:pt idx="49">
                  <c:v>85.1</c:v>
                </c:pt>
                <c:pt idx="50">
                  <c:v>87.5</c:v>
                </c:pt>
                <c:pt idx="51">
                  <c:v>94.5</c:v>
                </c:pt>
                <c:pt idx="52">
                  <c:v>107.3</c:v>
                </c:pt>
                <c:pt idx="53">
                  <c:v>82.9</c:v>
                </c:pt>
                <c:pt idx="54">
                  <c:v>61.7</c:v>
                </c:pt>
                <c:pt idx="55">
                  <c:v>99.9</c:v>
                </c:pt>
                <c:pt idx="56">
                  <c:v>96</c:v>
                </c:pt>
                <c:pt idx="57">
                  <c:v>71.099999999999994</c:v>
                </c:pt>
                <c:pt idx="58">
                  <c:v>63.4</c:v>
                </c:pt>
                <c:pt idx="59">
                  <c:v>50.4</c:v>
                </c:pt>
                <c:pt idx="60">
                  <c:v>44.4</c:v>
                </c:pt>
                <c:pt idx="61">
                  <c:v>27.8</c:v>
                </c:pt>
                <c:pt idx="62">
                  <c:v>11.8</c:v>
                </c:pt>
                <c:pt idx="63">
                  <c:v>9.6</c:v>
                </c:pt>
                <c:pt idx="64">
                  <c:v>7.9</c:v>
                </c:pt>
                <c:pt idx="65">
                  <c:v>2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380-4B0A-A3B4-66E3CF62A9C4}"/>
            </c:ext>
          </c:extLst>
        </c:ser>
        <c:ser>
          <c:idx val="2"/>
          <c:order val="2"/>
          <c:tx>
            <c:v>P90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Data'!$E$2:$E$97</c:f>
              <c:numCache>
                <c:formatCode>General</c:formatCode>
                <c:ptCount val="96"/>
                <c:pt idx="0">
                  <c:v>0.125</c:v>
                </c:pt>
                <c:pt idx="1">
                  <c:v>0.375</c:v>
                </c:pt>
                <c:pt idx="2">
                  <c:v>0.625</c:v>
                </c:pt>
                <c:pt idx="3">
                  <c:v>0.875</c:v>
                </c:pt>
                <c:pt idx="4">
                  <c:v>1.125</c:v>
                </c:pt>
                <c:pt idx="5">
                  <c:v>1.375</c:v>
                </c:pt>
                <c:pt idx="6">
                  <c:v>1.625</c:v>
                </c:pt>
                <c:pt idx="7">
                  <c:v>1.875</c:v>
                </c:pt>
                <c:pt idx="8">
                  <c:v>2.125</c:v>
                </c:pt>
                <c:pt idx="9">
                  <c:v>2.375</c:v>
                </c:pt>
                <c:pt idx="10">
                  <c:v>2.625</c:v>
                </c:pt>
                <c:pt idx="11">
                  <c:v>2.875</c:v>
                </c:pt>
                <c:pt idx="12">
                  <c:v>3.125</c:v>
                </c:pt>
                <c:pt idx="13">
                  <c:v>3.375</c:v>
                </c:pt>
                <c:pt idx="14">
                  <c:v>3.625</c:v>
                </c:pt>
                <c:pt idx="15">
                  <c:v>3.875</c:v>
                </c:pt>
                <c:pt idx="16">
                  <c:v>4.125</c:v>
                </c:pt>
                <c:pt idx="17">
                  <c:v>4.375</c:v>
                </c:pt>
                <c:pt idx="18">
                  <c:v>4.625</c:v>
                </c:pt>
                <c:pt idx="19">
                  <c:v>4.875</c:v>
                </c:pt>
                <c:pt idx="20">
                  <c:v>5.125</c:v>
                </c:pt>
                <c:pt idx="21">
                  <c:v>5.375</c:v>
                </c:pt>
                <c:pt idx="22">
                  <c:v>5.625</c:v>
                </c:pt>
                <c:pt idx="23">
                  <c:v>5.875</c:v>
                </c:pt>
                <c:pt idx="24">
                  <c:v>6.125</c:v>
                </c:pt>
                <c:pt idx="25">
                  <c:v>6.375</c:v>
                </c:pt>
                <c:pt idx="26">
                  <c:v>6.625</c:v>
                </c:pt>
                <c:pt idx="27">
                  <c:v>6.875</c:v>
                </c:pt>
                <c:pt idx="28">
                  <c:v>7.125</c:v>
                </c:pt>
                <c:pt idx="29">
                  <c:v>7.375</c:v>
                </c:pt>
                <c:pt idx="30">
                  <c:v>7.625</c:v>
                </c:pt>
                <c:pt idx="31">
                  <c:v>7.875</c:v>
                </c:pt>
                <c:pt idx="32">
                  <c:v>8.125</c:v>
                </c:pt>
                <c:pt idx="33">
                  <c:v>8.375</c:v>
                </c:pt>
                <c:pt idx="34">
                  <c:v>8.625</c:v>
                </c:pt>
                <c:pt idx="35">
                  <c:v>8.875</c:v>
                </c:pt>
                <c:pt idx="36">
                  <c:v>9.125</c:v>
                </c:pt>
                <c:pt idx="37">
                  <c:v>9.375</c:v>
                </c:pt>
                <c:pt idx="38">
                  <c:v>9.625</c:v>
                </c:pt>
                <c:pt idx="39">
                  <c:v>9.875</c:v>
                </c:pt>
                <c:pt idx="40">
                  <c:v>10.125</c:v>
                </c:pt>
                <c:pt idx="41">
                  <c:v>10.375</c:v>
                </c:pt>
                <c:pt idx="42">
                  <c:v>10.625</c:v>
                </c:pt>
                <c:pt idx="43">
                  <c:v>10.875</c:v>
                </c:pt>
                <c:pt idx="44">
                  <c:v>11.125</c:v>
                </c:pt>
                <c:pt idx="45">
                  <c:v>11.375</c:v>
                </c:pt>
                <c:pt idx="46">
                  <c:v>11.625</c:v>
                </c:pt>
                <c:pt idx="47">
                  <c:v>11.875</c:v>
                </c:pt>
                <c:pt idx="48">
                  <c:v>12.125</c:v>
                </c:pt>
                <c:pt idx="49">
                  <c:v>12.375</c:v>
                </c:pt>
                <c:pt idx="50">
                  <c:v>12.625</c:v>
                </c:pt>
                <c:pt idx="51">
                  <c:v>12.875</c:v>
                </c:pt>
                <c:pt idx="52">
                  <c:v>13.125</c:v>
                </c:pt>
                <c:pt idx="53">
                  <c:v>13.375</c:v>
                </c:pt>
                <c:pt idx="54">
                  <c:v>13.625</c:v>
                </c:pt>
                <c:pt idx="55">
                  <c:v>13.875</c:v>
                </c:pt>
                <c:pt idx="56">
                  <c:v>14.125</c:v>
                </c:pt>
                <c:pt idx="57">
                  <c:v>14.375</c:v>
                </c:pt>
                <c:pt idx="58">
                  <c:v>14.625</c:v>
                </c:pt>
                <c:pt idx="59">
                  <c:v>14.875</c:v>
                </c:pt>
                <c:pt idx="60">
                  <c:v>15.125</c:v>
                </c:pt>
                <c:pt idx="61">
                  <c:v>15.375</c:v>
                </c:pt>
                <c:pt idx="62">
                  <c:v>15.625</c:v>
                </c:pt>
                <c:pt idx="63">
                  <c:v>15.875</c:v>
                </c:pt>
                <c:pt idx="64">
                  <c:v>16.125</c:v>
                </c:pt>
                <c:pt idx="65">
                  <c:v>16.375</c:v>
                </c:pt>
                <c:pt idx="66">
                  <c:v>16.625</c:v>
                </c:pt>
                <c:pt idx="67">
                  <c:v>16.875</c:v>
                </c:pt>
                <c:pt idx="68">
                  <c:v>17.125</c:v>
                </c:pt>
                <c:pt idx="69">
                  <c:v>17.375</c:v>
                </c:pt>
                <c:pt idx="70">
                  <c:v>17.625</c:v>
                </c:pt>
                <c:pt idx="71">
                  <c:v>17.875</c:v>
                </c:pt>
                <c:pt idx="72">
                  <c:v>18.125</c:v>
                </c:pt>
                <c:pt idx="73">
                  <c:v>18.375</c:v>
                </c:pt>
                <c:pt idx="74">
                  <c:v>18.625</c:v>
                </c:pt>
                <c:pt idx="75">
                  <c:v>18.875</c:v>
                </c:pt>
                <c:pt idx="76">
                  <c:v>19.125</c:v>
                </c:pt>
                <c:pt idx="77">
                  <c:v>19.375</c:v>
                </c:pt>
                <c:pt idx="78">
                  <c:v>19.625</c:v>
                </c:pt>
                <c:pt idx="79">
                  <c:v>19.875</c:v>
                </c:pt>
                <c:pt idx="80">
                  <c:v>20.125</c:v>
                </c:pt>
                <c:pt idx="81">
                  <c:v>20.375</c:v>
                </c:pt>
                <c:pt idx="82">
                  <c:v>20.625</c:v>
                </c:pt>
                <c:pt idx="83">
                  <c:v>20.875</c:v>
                </c:pt>
                <c:pt idx="84">
                  <c:v>21.125</c:v>
                </c:pt>
                <c:pt idx="85">
                  <c:v>21.375</c:v>
                </c:pt>
                <c:pt idx="86">
                  <c:v>21.625</c:v>
                </c:pt>
                <c:pt idx="87">
                  <c:v>21.875</c:v>
                </c:pt>
                <c:pt idx="88">
                  <c:v>22.125</c:v>
                </c:pt>
                <c:pt idx="89">
                  <c:v>22.375</c:v>
                </c:pt>
                <c:pt idx="90">
                  <c:v>22.625</c:v>
                </c:pt>
                <c:pt idx="91">
                  <c:v>22.875</c:v>
                </c:pt>
                <c:pt idx="92">
                  <c:v>23.125</c:v>
                </c:pt>
                <c:pt idx="93">
                  <c:v>23.375</c:v>
                </c:pt>
                <c:pt idx="94">
                  <c:v>23.625</c:v>
                </c:pt>
                <c:pt idx="95">
                  <c:v>23.875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0.3</c:v>
                </c:pt>
                <c:pt idx="27">
                  <c:v>9.8000000000000007</c:v>
                </c:pt>
                <c:pt idx="28">
                  <c:v>42.4</c:v>
                </c:pt>
                <c:pt idx="29">
                  <c:v>85.6</c:v>
                </c:pt>
                <c:pt idx="30">
                  <c:v>136.19999999999999</c:v>
                </c:pt>
                <c:pt idx="31">
                  <c:v>178.5</c:v>
                </c:pt>
                <c:pt idx="32">
                  <c:v>165.4</c:v>
                </c:pt>
                <c:pt idx="33">
                  <c:v>216</c:v>
                </c:pt>
                <c:pt idx="34">
                  <c:v>262.10000000000002</c:v>
                </c:pt>
                <c:pt idx="35">
                  <c:v>306.2</c:v>
                </c:pt>
                <c:pt idx="36">
                  <c:v>371.7</c:v>
                </c:pt>
                <c:pt idx="37">
                  <c:v>456.5</c:v>
                </c:pt>
                <c:pt idx="38">
                  <c:v>493.6</c:v>
                </c:pt>
                <c:pt idx="39">
                  <c:v>526.79999999999995</c:v>
                </c:pt>
                <c:pt idx="40">
                  <c:v>555.9</c:v>
                </c:pt>
                <c:pt idx="41">
                  <c:v>581.9</c:v>
                </c:pt>
                <c:pt idx="42">
                  <c:v>603.9</c:v>
                </c:pt>
                <c:pt idx="43">
                  <c:v>622</c:v>
                </c:pt>
                <c:pt idx="44">
                  <c:v>636</c:v>
                </c:pt>
                <c:pt idx="45">
                  <c:v>646</c:v>
                </c:pt>
                <c:pt idx="46">
                  <c:v>642.6</c:v>
                </c:pt>
                <c:pt idx="47">
                  <c:v>513.9</c:v>
                </c:pt>
                <c:pt idx="48">
                  <c:v>355.4</c:v>
                </c:pt>
                <c:pt idx="49">
                  <c:v>308.7</c:v>
                </c:pt>
                <c:pt idx="50">
                  <c:v>307.5</c:v>
                </c:pt>
                <c:pt idx="51">
                  <c:v>392.3</c:v>
                </c:pt>
                <c:pt idx="52">
                  <c:v>333.4</c:v>
                </c:pt>
                <c:pt idx="53">
                  <c:v>274.3</c:v>
                </c:pt>
                <c:pt idx="54">
                  <c:v>247.3</c:v>
                </c:pt>
                <c:pt idx="55">
                  <c:v>254</c:v>
                </c:pt>
                <c:pt idx="56">
                  <c:v>241.3</c:v>
                </c:pt>
                <c:pt idx="57">
                  <c:v>265.60000000000002</c:v>
                </c:pt>
                <c:pt idx="58">
                  <c:v>229</c:v>
                </c:pt>
                <c:pt idx="59">
                  <c:v>223.9</c:v>
                </c:pt>
                <c:pt idx="60">
                  <c:v>212.5</c:v>
                </c:pt>
                <c:pt idx="61">
                  <c:v>146</c:v>
                </c:pt>
                <c:pt idx="62">
                  <c:v>133.4</c:v>
                </c:pt>
                <c:pt idx="63">
                  <c:v>135.19999999999999</c:v>
                </c:pt>
                <c:pt idx="64">
                  <c:v>113.4</c:v>
                </c:pt>
                <c:pt idx="65">
                  <c:v>68.599999999999994</c:v>
                </c:pt>
                <c:pt idx="66">
                  <c:v>29.6</c:v>
                </c:pt>
                <c:pt idx="67">
                  <c:v>11.4</c:v>
                </c:pt>
                <c:pt idx="68">
                  <c:v>1.4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380-4B0A-A3B4-66E3CF62A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W/m²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時刻 </a:t>
                </a:r>
                <a:r>
                  <a:rPr lang="en-US" altLang="ja-JP">
                    <a:latin typeface="Noto Sans JP"/>
                    <a:ea typeface="Noto Sans JP"/>
                    <a:cs typeface="Noto Sans JP"/>
                  </a:rPr>
                  <a:t>[</a:t>
                </a:r>
                <a:r>
                  <a:rPr lang="en-US">
                    <a:latin typeface="Noto Sans JP"/>
                    <a:ea typeface="Noto Sans JP"/>
                    <a:cs typeface="Noto Sans JP"/>
                  </a:rPr>
                  <a:t>JST h]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6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バスへ直接</c:v>
          </c:tx>
          <c:spPr>
            <a:solidFill>
              <a:srgbClr val="159A8C"/>
            </a:solidFill>
          </c:spPr>
          <c:invertIfNegative val="1"/>
          <c:cat>
            <c:strRef>
              <c:f>'Chart Data'!$A$2:$A$13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0.82171400000000006</c:v>
                </c:pt>
                <c:pt idx="1">
                  <c:v>1.0355209999999999</c:v>
                </c:pt>
                <c:pt idx="2">
                  <c:v>0.86833499999999997</c:v>
                </c:pt>
                <c:pt idx="3">
                  <c:v>0.41467900000000002</c:v>
                </c:pt>
                <c:pt idx="4">
                  <c:v>1.0451220000000001</c:v>
                </c:pt>
                <c:pt idx="5">
                  <c:v>1.3739250000000001</c:v>
                </c:pt>
                <c:pt idx="6">
                  <c:v>1.0215959999999999</c:v>
                </c:pt>
                <c:pt idx="7">
                  <c:v>1.072295</c:v>
                </c:pt>
                <c:pt idx="8">
                  <c:v>1.0882309999999999</c:v>
                </c:pt>
                <c:pt idx="9">
                  <c:v>0.72704400000000002</c:v>
                </c:pt>
                <c:pt idx="10">
                  <c:v>0.97862800000000005</c:v>
                </c:pt>
                <c:pt idx="11">
                  <c:v>0.84882199999999997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6A-4240-8687-BBA1DFEBFDB3}"/>
            </c:ext>
          </c:extLst>
        </c:ser>
        <c:ser>
          <c:idx val="1"/>
          <c:order val="1"/>
          <c:tx>
            <c:v>BESSへ</c:v>
          </c:tx>
          <c:spPr>
            <a:solidFill>
              <a:srgbClr val="86B4A0"/>
            </a:solidFill>
          </c:spPr>
          <c:invertIfNegative val="1"/>
          <c:cat>
            <c:strRef>
              <c:f>'Chart Data'!$C$2:$C$13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14.881824</c:v>
                </c:pt>
                <c:pt idx="1">
                  <c:v>19.224419000000001</c:v>
                </c:pt>
                <c:pt idx="2">
                  <c:v>12.231420999999999</c:v>
                </c:pt>
                <c:pt idx="3">
                  <c:v>20.447234999999999</c:v>
                </c:pt>
                <c:pt idx="4">
                  <c:v>18.399961000000001</c:v>
                </c:pt>
                <c:pt idx="5">
                  <c:v>19.96838</c:v>
                </c:pt>
                <c:pt idx="6">
                  <c:v>22.325707000000001</c:v>
                </c:pt>
                <c:pt idx="7">
                  <c:v>21.538232000000001</c:v>
                </c:pt>
                <c:pt idx="8">
                  <c:v>19.016262000000001</c:v>
                </c:pt>
                <c:pt idx="9">
                  <c:v>16.543680999999999</c:v>
                </c:pt>
                <c:pt idx="10">
                  <c:v>14.868558999999999</c:v>
                </c:pt>
                <c:pt idx="11">
                  <c:v>14.746765999999999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76A-4240-8687-BBA1DFEBFDB3}"/>
            </c:ext>
          </c:extLst>
        </c:ser>
        <c:ser>
          <c:idx val="2"/>
          <c:order val="2"/>
          <c:tx>
            <c:v>抑制</c:v>
          </c:tx>
          <c:spPr>
            <a:solidFill>
              <a:srgbClr val="BAC1C9"/>
            </a:solidFill>
          </c:spPr>
          <c:invertIfNegative val="1"/>
          <c:cat>
            <c:strRef>
              <c:f>'Chart Data'!$E$2:$E$13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0</c:v>
                </c:pt>
                <c:pt idx="1">
                  <c:v>1.080797</c:v>
                </c:pt>
                <c:pt idx="2">
                  <c:v>1.7561199999999999</c:v>
                </c:pt>
                <c:pt idx="3">
                  <c:v>5.4955230000000004</c:v>
                </c:pt>
                <c:pt idx="4">
                  <c:v>7.193492</c:v>
                </c:pt>
                <c:pt idx="5">
                  <c:v>10.259207999999999</c:v>
                </c:pt>
                <c:pt idx="6">
                  <c:v>8.7076849999999997</c:v>
                </c:pt>
                <c:pt idx="7">
                  <c:v>7.9488859999999999</c:v>
                </c:pt>
                <c:pt idx="8">
                  <c:v>7.6777569999999997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76A-4240-8687-BBA1DFEBF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MWh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週間購入電力量</c:v>
          </c:tx>
          <c:spPr>
            <a:solidFill>
              <a:srgbClr val="2F70B9"/>
            </a:solidFill>
          </c:spPr>
          <c:invertIfNegative val="1"/>
          <c:cat>
            <c:strRef>
              <c:f>'Chart Data'!$A$2:$A$13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6.596368</c:v>
                </c:pt>
                <c:pt idx="1">
                  <c:v>3.6882160000000002</c:v>
                </c:pt>
                <c:pt idx="2">
                  <c:v>10.178226</c:v>
                </c:pt>
                <c:pt idx="3">
                  <c:v>1.6325989999999999</c:v>
                </c:pt>
                <c:pt idx="4">
                  <c:v>3.5132500000000002</c:v>
                </c:pt>
                <c:pt idx="5">
                  <c:v>2.4293529999999999</c:v>
                </c:pt>
                <c:pt idx="6">
                  <c:v>0.87549299999999997</c:v>
                </c:pt>
                <c:pt idx="7">
                  <c:v>0.33728200000000003</c:v>
                </c:pt>
                <c:pt idx="8">
                  <c:v>3.8188870000000001</c:v>
                </c:pt>
                <c:pt idx="9">
                  <c:v>5.5498770000000004</c:v>
                </c:pt>
                <c:pt idx="10">
                  <c:v>6.7005749999999997</c:v>
                </c:pt>
                <c:pt idx="11">
                  <c:v>6.961824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8-4EE2-9F41-3FA8EB486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MWh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車両日費</c:v>
          </c:tx>
          <c:spPr>
            <a:solidFill>
              <a:srgbClr val="87949F"/>
            </a:solidFill>
          </c:spPr>
          <c:invertIfNegative val="1"/>
          <c:cat>
            <c:strRef>
              <c:f>'Chart Data'!$A$2:$A$13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410</c:v>
                </c:pt>
                <c:pt idx="1">
                  <c:v>412</c:v>
                </c:pt>
                <c:pt idx="2">
                  <c:v>412</c:v>
                </c:pt>
                <c:pt idx="3">
                  <c:v>412</c:v>
                </c:pt>
                <c:pt idx="4">
                  <c:v>412</c:v>
                </c:pt>
                <c:pt idx="5">
                  <c:v>412</c:v>
                </c:pt>
                <c:pt idx="6">
                  <c:v>412</c:v>
                </c:pt>
                <c:pt idx="7">
                  <c:v>412</c:v>
                </c:pt>
                <c:pt idx="8">
                  <c:v>412</c:v>
                </c:pt>
                <c:pt idx="9">
                  <c:v>410</c:v>
                </c:pt>
                <c:pt idx="10">
                  <c:v>412</c:v>
                </c:pt>
                <c:pt idx="11">
                  <c:v>412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CC-4E8E-A3FB-8FBCC54B01DD}"/>
            </c:ext>
          </c:extLst>
        </c:ser>
        <c:ser>
          <c:idx val="1"/>
          <c:order val="1"/>
          <c:tx>
            <c:v>その他の費用</c:v>
          </c:tx>
          <c:spPr>
            <a:solidFill>
              <a:srgbClr val="159A8C"/>
            </a:solidFill>
          </c:spPr>
          <c:invertIfNegative val="1"/>
          <c:cat>
            <c:strRef>
              <c:f>'Chart Data'!$C$2:$C$13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76.046266000000003</c:v>
                </c:pt>
                <c:pt idx="1">
                  <c:v>65.638672</c:v>
                </c:pt>
                <c:pt idx="2">
                  <c:v>200.65151700000001</c:v>
                </c:pt>
                <c:pt idx="3">
                  <c:v>11.509371</c:v>
                </c:pt>
                <c:pt idx="4">
                  <c:v>69.147456000000005</c:v>
                </c:pt>
                <c:pt idx="5">
                  <c:v>45.758889000000003</c:v>
                </c:pt>
                <c:pt idx="6">
                  <c:v>6.5894599999999999</c:v>
                </c:pt>
                <c:pt idx="7">
                  <c:v>5.8455310000000003</c:v>
                </c:pt>
                <c:pt idx="8">
                  <c:v>84.623214000000004</c:v>
                </c:pt>
                <c:pt idx="9">
                  <c:v>56.350859</c:v>
                </c:pt>
                <c:pt idx="10">
                  <c:v>99.016339000000002</c:v>
                </c:pt>
                <c:pt idx="11">
                  <c:v>87.262366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6CC-4E8E-A3FB-8FBCC54B01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万円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買電</c:v>
          </c:tx>
          <c:spPr>
            <a:solidFill>
              <a:srgbClr val="2F70B9"/>
            </a:solidFill>
          </c:spPr>
          <c:invertIfNegative val="1"/>
          <c:cat>
            <c:strRef>
              <c:f>'Chart Data'!$A$2:$A$13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19.789103999999998</c:v>
                </c:pt>
                <c:pt idx="1">
                  <c:v>11.064648999999999</c:v>
                </c:pt>
                <c:pt idx="2">
                  <c:v>30.534676999999999</c:v>
                </c:pt>
                <c:pt idx="3">
                  <c:v>4.8977959999999996</c:v>
                </c:pt>
                <c:pt idx="4">
                  <c:v>10.539751000000001</c:v>
                </c:pt>
                <c:pt idx="5">
                  <c:v>7.2880599999999998</c:v>
                </c:pt>
                <c:pt idx="6">
                  <c:v>2.6264780000000001</c:v>
                </c:pt>
                <c:pt idx="7">
                  <c:v>1.0118469999999999</c:v>
                </c:pt>
                <c:pt idx="8">
                  <c:v>11.456661</c:v>
                </c:pt>
                <c:pt idx="9">
                  <c:v>16.649630999999999</c:v>
                </c:pt>
                <c:pt idx="10">
                  <c:v>20.101724999999998</c:v>
                </c:pt>
                <c:pt idx="11">
                  <c:v>20.885470999999999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52-428D-8B03-6AD3AA4000BF}"/>
            </c:ext>
          </c:extLst>
        </c:ser>
        <c:ser>
          <c:idx val="1"/>
          <c:order val="1"/>
          <c:tx>
            <c:v>燃料</c:v>
          </c:tx>
          <c:spPr>
            <a:solidFill>
              <a:srgbClr val="C99021"/>
            </a:solidFill>
          </c:spPr>
          <c:invertIfNegative val="1"/>
          <c:cat>
            <c:strRef>
              <c:f>'Chart Data'!$C$2:$C$13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3.6317879999999998</c:v>
                </c:pt>
                <c:pt idx="1">
                  <c:v>3.7385220000000001</c:v>
                </c:pt>
                <c:pt idx="2">
                  <c:v>3.5954950000000001</c:v>
                </c:pt>
                <c:pt idx="3">
                  <c:v>4.2249080000000001</c:v>
                </c:pt>
                <c:pt idx="4">
                  <c:v>3.6469510000000001</c:v>
                </c:pt>
                <c:pt idx="5">
                  <c:v>3.6469510000000001</c:v>
                </c:pt>
                <c:pt idx="6">
                  <c:v>3.8527870000000002</c:v>
                </c:pt>
                <c:pt idx="7">
                  <c:v>3.6841940000000002</c:v>
                </c:pt>
                <c:pt idx="8">
                  <c:v>3.7836609999999999</c:v>
                </c:pt>
                <c:pt idx="9">
                  <c:v>3.6317879999999998</c:v>
                </c:pt>
                <c:pt idx="10">
                  <c:v>3.5303800000000001</c:v>
                </c:pt>
                <c:pt idx="11">
                  <c:v>3.8424269999999998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252-428D-8B03-6AD3AA4000BF}"/>
            </c:ext>
          </c:extLst>
        </c:ser>
        <c:ser>
          <c:idx val="2"/>
          <c:order val="2"/>
          <c:tx>
            <c:v>超過モデル費</c:v>
          </c:tx>
          <c:spPr>
            <a:solidFill>
              <a:srgbClr val="78589A"/>
            </a:solidFill>
          </c:spPr>
          <c:invertIfNegative val="1"/>
          <c:cat>
            <c:strRef>
              <c:f>'Chart Data'!$E$2:$E$13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52.232945000000001</c:v>
                </c:pt>
                <c:pt idx="1">
                  <c:v>50.586640000000003</c:v>
                </c:pt>
                <c:pt idx="2">
                  <c:v>165.95044899999999</c:v>
                </c:pt>
                <c:pt idx="3">
                  <c:v>2.232202</c:v>
                </c:pt>
                <c:pt idx="4">
                  <c:v>54.72222</c:v>
                </c:pt>
                <c:pt idx="5">
                  <c:v>34.639538999999999</c:v>
                </c:pt>
                <c:pt idx="6">
                  <c:v>0</c:v>
                </c:pt>
                <c:pt idx="7">
                  <c:v>1.069113</c:v>
                </c:pt>
                <c:pt idx="8">
                  <c:v>69.126720000000006</c:v>
                </c:pt>
                <c:pt idx="9">
                  <c:v>35.729336000000004</c:v>
                </c:pt>
                <c:pt idx="10">
                  <c:v>74.988344999999995</c:v>
                </c:pt>
                <c:pt idx="11">
                  <c:v>62.120134999999998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252-428D-8B03-6AD3AA4000BF}"/>
            </c:ext>
          </c:extLst>
        </c:ser>
        <c:ser>
          <c:idx val="3"/>
          <c:order val="3"/>
          <c:tx>
            <c:v>CO₂</c:v>
          </c:tx>
          <c:spPr>
            <a:solidFill>
              <a:srgbClr val="87949F"/>
            </a:solidFill>
          </c:spPr>
          <c:invertIfNegative val="1"/>
          <c:cat>
            <c:strRef>
              <c:f>'Chart Data'!$G$2:$G$13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0.392428</c:v>
                </c:pt>
                <c:pt idx="1">
                  <c:v>0.24886</c:v>
                </c:pt>
                <c:pt idx="2">
                  <c:v>0.57089500000000004</c:v>
                </c:pt>
                <c:pt idx="3">
                  <c:v>0.15446399999999999</c:v>
                </c:pt>
                <c:pt idx="4">
                  <c:v>0.238533</c:v>
                </c:pt>
                <c:pt idx="5">
                  <c:v>0.184339</c:v>
                </c:pt>
                <c:pt idx="6">
                  <c:v>0.110194</c:v>
                </c:pt>
                <c:pt idx="7">
                  <c:v>8.0377000000000004E-2</c:v>
                </c:pt>
                <c:pt idx="8">
                  <c:v>0.25617200000000001</c:v>
                </c:pt>
                <c:pt idx="9">
                  <c:v>0.34010299999999999</c:v>
                </c:pt>
                <c:pt idx="10">
                  <c:v>0.39589000000000002</c:v>
                </c:pt>
                <c:pt idx="11">
                  <c:v>0.41433199999999998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9252-428D-8B03-6AD3AA4000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1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ja-JP" altLang="en-US">
                    <a:latin typeface="Noto Sans JP"/>
                    <a:ea typeface="Noto Sans JP"/>
                    <a:cs typeface="Noto Sans JP"/>
                  </a:rPr>
                  <a:t>万円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4.9873284826738432E-2"/>
          <c:w val="0.87079646017699119"/>
          <c:h val="0.57383966244725737"/>
        </c:manualLayout>
      </c:layout>
      <c:scatterChart>
        <c:scatterStyle val="lineMarker"/>
        <c:varyColors val="1"/>
        <c:ser>
          <c:idx val="0"/>
          <c:order val="0"/>
          <c:tx>
            <c:v>3月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188.13643200000001</c:v>
                </c:pt>
                <c:pt idx="37">
                  <c:v>188.13643200000001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199.74199999999999</c:v>
                </c:pt>
                <c:pt idx="51">
                  <c:v>199.74199999999999</c:v>
                </c:pt>
                <c:pt idx="52">
                  <c:v>86.6</c:v>
                </c:pt>
                <c:pt idx="53">
                  <c:v>86.6</c:v>
                </c:pt>
                <c:pt idx="54">
                  <c:v>35.615000000000002</c:v>
                </c:pt>
                <c:pt idx="55">
                  <c:v>35.615000000000002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229.20037500000001</c:v>
                </c:pt>
                <c:pt idx="115">
                  <c:v>229.20037500000001</c:v>
                </c:pt>
                <c:pt idx="116">
                  <c:v>129.8501</c:v>
                </c:pt>
                <c:pt idx="117">
                  <c:v>129.8501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11.396442</c:v>
                </c:pt>
                <c:pt idx="169">
                  <c:v>11.396442</c:v>
                </c:pt>
                <c:pt idx="170">
                  <c:v>149.94342399999999</c:v>
                </c:pt>
                <c:pt idx="171">
                  <c:v>149.94342399999999</c:v>
                </c:pt>
                <c:pt idx="172">
                  <c:v>150</c:v>
                </c:pt>
                <c:pt idx="173">
                  <c:v>150</c:v>
                </c:pt>
                <c:pt idx="174">
                  <c:v>200</c:v>
                </c:pt>
                <c:pt idx="175">
                  <c:v>200</c:v>
                </c:pt>
                <c:pt idx="176">
                  <c:v>270</c:v>
                </c:pt>
                <c:pt idx="177">
                  <c:v>270</c:v>
                </c:pt>
                <c:pt idx="178">
                  <c:v>265.25899700000002</c:v>
                </c:pt>
                <c:pt idx="179">
                  <c:v>265.25899700000002</c:v>
                </c:pt>
                <c:pt idx="180">
                  <c:v>270</c:v>
                </c:pt>
                <c:pt idx="181">
                  <c:v>270</c:v>
                </c:pt>
                <c:pt idx="182">
                  <c:v>240</c:v>
                </c:pt>
                <c:pt idx="183">
                  <c:v>240</c:v>
                </c:pt>
                <c:pt idx="184">
                  <c:v>300.00009999999997</c:v>
                </c:pt>
                <c:pt idx="185">
                  <c:v>300.00009999999997</c:v>
                </c:pt>
                <c:pt idx="186">
                  <c:v>495.420525</c:v>
                </c:pt>
                <c:pt idx="187">
                  <c:v>495.420525</c:v>
                </c:pt>
                <c:pt idx="188">
                  <c:v>507.01925399999999</c:v>
                </c:pt>
                <c:pt idx="189">
                  <c:v>507.01925399999999</c:v>
                </c:pt>
                <c:pt idx="190">
                  <c:v>540</c:v>
                </c:pt>
                <c:pt idx="191">
                  <c:v>540</c:v>
                </c:pt>
                <c:pt idx="192">
                  <c:v>240</c:v>
                </c:pt>
                <c:pt idx="193">
                  <c:v>240</c:v>
                </c:pt>
                <c:pt idx="194">
                  <c:v>339.00440800000001</c:v>
                </c:pt>
                <c:pt idx="195">
                  <c:v>339.00440800000001</c:v>
                </c:pt>
                <c:pt idx="196">
                  <c:v>240.00020000000001</c:v>
                </c:pt>
                <c:pt idx="197">
                  <c:v>240.00020000000001</c:v>
                </c:pt>
                <c:pt idx="198">
                  <c:v>200</c:v>
                </c:pt>
                <c:pt idx="199">
                  <c:v>200</c:v>
                </c:pt>
                <c:pt idx="200">
                  <c:v>304.13687800000002</c:v>
                </c:pt>
                <c:pt idx="201">
                  <c:v>304.13687800000002</c:v>
                </c:pt>
                <c:pt idx="202">
                  <c:v>317.79017399999998</c:v>
                </c:pt>
                <c:pt idx="203">
                  <c:v>317.79017399999998</c:v>
                </c:pt>
                <c:pt idx="204">
                  <c:v>312.64957600000002</c:v>
                </c:pt>
                <c:pt idx="205">
                  <c:v>312.64957600000002</c:v>
                </c:pt>
                <c:pt idx="206">
                  <c:v>277.04614400000003</c:v>
                </c:pt>
                <c:pt idx="207">
                  <c:v>277.04614400000003</c:v>
                </c:pt>
                <c:pt idx="208">
                  <c:v>336.70569999999998</c:v>
                </c:pt>
                <c:pt idx="209">
                  <c:v>336.70569999999998</c:v>
                </c:pt>
                <c:pt idx="210">
                  <c:v>480</c:v>
                </c:pt>
                <c:pt idx="211">
                  <c:v>480</c:v>
                </c:pt>
                <c:pt idx="212">
                  <c:v>431.94459899999998</c:v>
                </c:pt>
                <c:pt idx="213">
                  <c:v>431.94459899999998</c:v>
                </c:pt>
                <c:pt idx="214">
                  <c:v>300.00009999999997</c:v>
                </c:pt>
                <c:pt idx="215">
                  <c:v>300.00009999999997</c:v>
                </c:pt>
                <c:pt idx="216">
                  <c:v>522.21094700000003</c:v>
                </c:pt>
                <c:pt idx="217">
                  <c:v>522.21094700000003</c:v>
                </c:pt>
                <c:pt idx="218">
                  <c:v>540</c:v>
                </c:pt>
                <c:pt idx="219">
                  <c:v>540</c:v>
                </c:pt>
                <c:pt idx="220">
                  <c:v>540</c:v>
                </c:pt>
                <c:pt idx="221">
                  <c:v>540</c:v>
                </c:pt>
                <c:pt idx="222">
                  <c:v>540</c:v>
                </c:pt>
                <c:pt idx="223">
                  <c:v>540</c:v>
                </c:pt>
                <c:pt idx="224">
                  <c:v>210.0001</c:v>
                </c:pt>
                <c:pt idx="225">
                  <c:v>210.0001</c:v>
                </c:pt>
                <c:pt idx="226">
                  <c:v>236.836769</c:v>
                </c:pt>
                <c:pt idx="227">
                  <c:v>236.836769</c:v>
                </c:pt>
                <c:pt idx="228">
                  <c:v>312.21104700000001</c:v>
                </c:pt>
                <c:pt idx="229">
                  <c:v>312.21104700000001</c:v>
                </c:pt>
                <c:pt idx="230">
                  <c:v>510.00009999999997</c:v>
                </c:pt>
                <c:pt idx="231">
                  <c:v>510.00009999999997</c:v>
                </c:pt>
                <c:pt idx="232">
                  <c:v>565.667779</c:v>
                </c:pt>
                <c:pt idx="233">
                  <c:v>565.667779</c:v>
                </c:pt>
                <c:pt idx="234">
                  <c:v>378.84378900000002</c:v>
                </c:pt>
                <c:pt idx="235">
                  <c:v>378.84378900000002</c:v>
                </c:pt>
                <c:pt idx="236">
                  <c:v>372.21106800000001</c:v>
                </c:pt>
                <c:pt idx="237">
                  <c:v>372.21106800000001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182.21134699999999</c:v>
                </c:pt>
                <c:pt idx="381">
                  <c:v>182.21134699999999</c:v>
                </c:pt>
                <c:pt idx="382">
                  <c:v>200</c:v>
                </c:pt>
                <c:pt idx="383">
                  <c:v>200</c:v>
                </c:pt>
                <c:pt idx="384">
                  <c:v>400.50126599999999</c:v>
                </c:pt>
                <c:pt idx="385">
                  <c:v>400.50126599999999</c:v>
                </c:pt>
                <c:pt idx="386">
                  <c:v>217.16334800000001</c:v>
                </c:pt>
                <c:pt idx="387">
                  <c:v>217.16334800000001</c:v>
                </c:pt>
                <c:pt idx="388">
                  <c:v>249.17158000000001</c:v>
                </c:pt>
                <c:pt idx="389">
                  <c:v>249.17158000000001</c:v>
                </c:pt>
                <c:pt idx="390">
                  <c:v>278.49161900000001</c:v>
                </c:pt>
                <c:pt idx="391">
                  <c:v>278.49161900000001</c:v>
                </c:pt>
                <c:pt idx="392">
                  <c:v>276.35403300000002</c:v>
                </c:pt>
                <c:pt idx="393">
                  <c:v>276.35403300000002</c:v>
                </c:pt>
                <c:pt idx="394">
                  <c:v>450.00009999999997</c:v>
                </c:pt>
                <c:pt idx="395">
                  <c:v>450.00009999999997</c:v>
                </c:pt>
                <c:pt idx="396">
                  <c:v>288.22711900000002</c:v>
                </c:pt>
                <c:pt idx="397">
                  <c:v>288.22711900000002</c:v>
                </c:pt>
                <c:pt idx="398">
                  <c:v>462.21114699999998</c:v>
                </c:pt>
                <c:pt idx="399">
                  <c:v>462.21114699999998</c:v>
                </c:pt>
                <c:pt idx="400">
                  <c:v>243.32008200000001</c:v>
                </c:pt>
                <c:pt idx="401">
                  <c:v>243.32008200000001</c:v>
                </c:pt>
                <c:pt idx="402">
                  <c:v>414.67086699999999</c:v>
                </c:pt>
                <c:pt idx="403">
                  <c:v>414.67086699999999</c:v>
                </c:pt>
                <c:pt idx="404">
                  <c:v>494.54394300000001</c:v>
                </c:pt>
                <c:pt idx="405">
                  <c:v>494.54394300000001</c:v>
                </c:pt>
                <c:pt idx="406">
                  <c:v>311.81213200000002</c:v>
                </c:pt>
                <c:pt idx="407">
                  <c:v>311.81213200000002</c:v>
                </c:pt>
                <c:pt idx="408">
                  <c:v>347.78967399999999</c:v>
                </c:pt>
                <c:pt idx="409">
                  <c:v>347.78967399999999</c:v>
                </c:pt>
                <c:pt idx="410">
                  <c:v>330.00009999999997</c:v>
                </c:pt>
                <c:pt idx="411">
                  <c:v>330.00009999999997</c:v>
                </c:pt>
                <c:pt idx="412">
                  <c:v>284.99947900000001</c:v>
                </c:pt>
                <c:pt idx="413">
                  <c:v>284.99947900000001</c:v>
                </c:pt>
                <c:pt idx="414">
                  <c:v>230.52496199999999</c:v>
                </c:pt>
                <c:pt idx="415">
                  <c:v>230.52496199999999</c:v>
                </c:pt>
                <c:pt idx="416">
                  <c:v>267.78892500000001</c:v>
                </c:pt>
                <c:pt idx="417">
                  <c:v>267.78892500000001</c:v>
                </c:pt>
                <c:pt idx="418">
                  <c:v>200.00013899999999</c:v>
                </c:pt>
                <c:pt idx="419">
                  <c:v>200.00013899999999</c:v>
                </c:pt>
                <c:pt idx="420">
                  <c:v>200</c:v>
                </c:pt>
                <c:pt idx="421">
                  <c:v>200</c:v>
                </c:pt>
                <c:pt idx="422">
                  <c:v>225.000182</c:v>
                </c:pt>
                <c:pt idx="423">
                  <c:v>225.000182</c:v>
                </c:pt>
                <c:pt idx="424">
                  <c:v>402.21136799999999</c:v>
                </c:pt>
                <c:pt idx="425">
                  <c:v>402.21136799999999</c:v>
                </c:pt>
                <c:pt idx="426">
                  <c:v>444.42137400000001</c:v>
                </c:pt>
                <c:pt idx="427">
                  <c:v>444.42137400000001</c:v>
                </c:pt>
                <c:pt idx="428">
                  <c:v>307.21107499999999</c:v>
                </c:pt>
                <c:pt idx="429">
                  <c:v>307.21107499999999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200</c:v>
                </c:pt>
                <c:pt idx="573">
                  <c:v>200</c:v>
                </c:pt>
                <c:pt idx="574">
                  <c:v>450.00040000000001</c:v>
                </c:pt>
                <c:pt idx="575">
                  <c:v>450.00040000000001</c:v>
                </c:pt>
                <c:pt idx="576">
                  <c:v>200</c:v>
                </c:pt>
                <c:pt idx="577">
                  <c:v>200</c:v>
                </c:pt>
                <c:pt idx="578">
                  <c:v>209.21388099999999</c:v>
                </c:pt>
                <c:pt idx="579">
                  <c:v>209.21388099999999</c:v>
                </c:pt>
                <c:pt idx="580">
                  <c:v>240.0001</c:v>
                </c:pt>
                <c:pt idx="581">
                  <c:v>240.0001</c:v>
                </c:pt>
                <c:pt idx="582">
                  <c:v>200</c:v>
                </c:pt>
                <c:pt idx="583">
                  <c:v>200</c:v>
                </c:pt>
                <c:pt idx="584">
                  <c:v>286.19188200000002</c:v>
                </c:pt>
                <c:pt idx="585">
                  <c:v>286.19188200000002</c:v>
                </c:pt>
                <c:pt idx="586">
                  <c:v>210.57872</c:v>
                </c:pt>
                <c:pt idx="587">
                  <c:v>210.57872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200</c:v>
                </c:pt>
                <c:pt idx="593">
                  <c:v>200</c:v>
                </c:pt>
                <c:pt idx="594">
                  <c:v>222.21114700000001</c:v>
                </c:pt>
                <c:pt idx="595">
                  <c:v>222.21114700000001</c:v>
                </c:pt>
                <c:pt idx="596">
                  <c:v>270</c:v>
                </c:pt>
                <c:pt idx="597">
                  <c:v>270</c:v>
                </c:pt>
                <c:pt idx="598">
                  <c:v>210</c:v>
                </c:pt>
                <c:pt idx="599">
                  <c:v>210</c:v>
                </c:pt>
                <c:pt idx="600">
                  <c:v>252.21062599999999</c:v>
                </c:pt>
                <c:pt idx="601">
                  <c:v>252.21062599999999</c:v>
                </c:pt>
                <c:pt idx="602">
                  <c:v>360</c:v>
                </c:pt>
                <c:pt idx="603">
                  <c:v>360</c:v>
                </c:pt>
                <c:pt idx="604">
                  <c:v>260.33633700000001</c:v>
                </c:pt>
                <c:pt idx="605">
                  <c:v>260.33633700000001</c:v>
                </c:pt>
                <c:pt idx="606">
                  <c:v>284.97211600000003</c:v>
                </c:pt>
                <c:pt idx="607">
                  <c:v>284.97211600000003</c:v>
                </c:pt>
                <c:pt idx="608">
                  <c:v>280.89785899999998</c:v>
                </c:pt>
                <c:pt idx="609">
                  <c:v>280.89785899999998</c:v>
                </c:pt>
                <c:pt idx="610">
                  <c:v>629.99990000000003</c:v>
                </c:pt>
                <c:pt idx="611">
                  <c:v>629.99990000000003</c:v>
                </c:pt>
                <c:pt idx="612">
                  <c:v>552.21062600000005</c:v>
                </c:pt>
                <c:pt idx="613">
                  <c:v>552.21062600000005</c:v>
                </c:pt>
                <c:pt idx="614">
                  <c:v>565.17221800000004</c:v>
                </c:pt>
                <c:pt idx="615">
                  <c:v>565.17221800000004</c:v>
                </c:pt>
                <c:pt idx="616">
                  <c:v>600</c:v>
                </c:pt>
                <c:pt idx="617">
                  <c:v>600</c:v>
                </c:pt>
                <c:pt idx="618">
                  <c:v>306.63304199999999</c:v>
                </c:pt>
                <c:pt idx="619">
                  <c:v>306.63304199999999</c:v>
                </c:pt>
                <c:pt idx="620">
                  <c:v>222.210847</c:v>
                </c:pt>
                <c:pt idx="621">
                  <c:v>222.210847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200</c:v>
                </c:pt>
                <c:pt idx="767">
                  <c:v>200</c:v>
                </c:pt>
                <c:pt idx="768">
                  <c:v>200</c:v>
                </c:pt>
                <c:pt idx="769">
                  <c:v>200</c:v>
                </c:pt>
                <c:pt idx="770">
                  <c:v>200</c:v>
                </c:pt>
                <c:pt idx="771">
                  <c:v>200</c:v>
                </c:pt>
                <c:pt idx="772">
                  <c:v>200</c:v>
                </c:pt>
                <c:pt idx="773">
                  <c:v>200</c:v>
                </c:pt>
                <c:pt idx="774">
                  <c:v>200</c:v>
                </c:pt>
                <c:pt idx="775">
                  <c:v>200</c:v>
                </c:pt>
                <c:pt idx="776">
                  <c:v>200</c:v>
                </c:pt>
                <c:pt idx="777">
                  <c:v>200</c:v>
                </c:pt>
                <c:pt idx="778">
                  <c:v>210.0001</c:v>
                </c:pt>
                <c:pt idx="779">
                  <c:v>210.0001</c:v>
                </c:pt>
                <c:pt idx="780">
                  <c:v>210.0001</c:v>
                </c:pt>
                <c:pt idx="781">
                  <c:v>210.0001</c:v>
                </c:pt>
                <c:pt idx="782">
                  <c:v>210</c:v>
                </c:pt>
                <c:pt idx="783">
                  <c:v>210</c:v>
                </c:pt>
                <c:pt idx="784">
                  <c:v>200</c:v>
                </c:pt>
                <c:pt idx="785">
                  <c:v>200</c:v>
                </c:pt>
                <c:pt idx="786">
                  <c:v>544.91723000000002</c:v>
                </c:pt>
                <c:pt idx="787">
                  <c:v>544.91723000000002</c:v>
                </c:pt>
                <c:pt idx="788">
                  <c:v>342.212289</c:v>
                </c:pt>
                <c:pt idx="789">
                  <c:v>342.212289</c:v>
                </c:pt>
                <c:pt idx="790">
                  <c:v>515.35391000000004</c:v>
                </c:pt>
                <c:pt idx="791">
                  <c:v>515.35391000000004</c:v>
                </c:pt>
                <c:pt idx="792">
                  <c:v>200</c:v>
                </c:pt>
                <c:pt idx="793">
                  <c:v>200</c:v>
                </c:pt>
                <c:pt idx="794">
                  <c:v>437.39519000000001</c:v>
                </c:pt>
                <c:pt idx="795">
                  <c:v>437.39519000000001</c:v>
                </c:pt>
                <c:pt idx="796">
                  <c:v>295.46929299999999</c:v>
                </c:pt>
                <c:pt idx="797">
                  <c:v>295.46929299999999</c:v>
                </c:pt>
                <c:pt idx="798">
                  <c:v>479.99979999999999</c:v>
                </c:pt>
                <c:pt idx="799">
                  <c:v>479.99979999999999</c:v>
                </c:pt>
                <c:pt idx="800">
                  <c:v>316.093323</c:v>
                </c:pt>
                <c:pt idx="801">
                  <c:v>316.093323</c:v>
                </c:pt>
                <c:pt idx="802">
                  <c:v>295.50712499999997</c:v>
                </c:pt>
                <c:pt idx="803">
                  <c:v>295.50712499999997</c:v>
                </c:pt>
                <c:pt idx="804">
                  <c:v>206.61957000000001</c:v>
                </c:pt>
                <c:pt idx="805">
                  <c:v>206.61957000000001</c:v>
                </c:pt>
                <c:pt idx="806">
                  <c:v>318.00043299999999</c:v>
                </c:pt>
                <c:pt idx="807">
                  <c:v>318.00043299999999</c:v>
                </c:pt>
                <c:pt idx="808">
                  <c:v>622.21046699999999</c:v>
                </c:pt>
                <c:pt idx="809">
                  <c:v>622.21046699999999</c:v>
                </c:pt>
                <c:pt idx="810">
                  <c:v>486.63220000000001</c:v>
                </c:pt>
                <c:pt idx="811">
                  <c:v>486.63220000000001</c:v>
                </c:pt>
                <c:pt idx="812">
                  <c:v>422.21206999999998</c:v>
                </c:pt>
                <c:pt idx="813">
                  <c:v>422.21206999999998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200</c:v>
                </c:pt>
                <c:pt idx="1159">
                  <c:v>200</c:v>
                </c:pt>
                <c:pt idx="1160">
                  <c:v>120.558024</c:v>
                </c:pt>
                <c:pt idx="1161">
                  <c:v>120.558024</c:v>
                </c:pt>
                <c:pt idx="1162">
                  <c:v>174.63044300000001</c:v>
                </c:pt>
                <c:pt idx="1163">
                  <c:v>174.63044300000001</c:v>
                </c:pt>
                <c:pt idx="1164">
                  <c:v>120.0003</c:v>
                </c:pt>
                <c:pt idx="1165">
                  <c:v>120.0003</c:v>
                </c:pt>
                <c:pt idx="1166">
                  <c:v>199.52479099999999</c:v>
                </c:pt>
                <c:pt idx="1167">
                  <c:v>199.52479099999999</c:v>
                </c:pt>
                <c:pt idx="1168">
                  <c:v>200</c:v>
                </c:pt>
                <c:pt idx="1169">
                  <c:v>200</c:v>
                </c:pt>
                <c:pt idx="1170">
                  <c:v>192.78806900000001</c:v>
                </c:pt>
                <c:pt idx="1171">
                  <c:v>192.78806900000001</c:v>
                </c:pt>
                <c:pt idx="1172">
                  <c:v>120.0001</c:v>
                </c:pt>
                <c:pt idx="1173">
                  <c:v>120.0001</c:v>
                </c:pt>
                <c:pt idx="1174">
                  <c:v>90.000100000000003</c:v>
                </c:pt>
                <c:pt idx="1175">
                  <c:v>90.000100000000003</c:v>
                </c:pt>
                <c:pt idx="1176">
                  <c:v>200</c:v>
                </c:pt>
                <c:pt idx="1177">
                  <c:v>200</c:v>
                </c:pt>
                <c:pt idx="1178">
                  <c:v>200</c:v>
                </c:pt>
                <c:pt idx="1179">
                  <c:v>200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192.41509400000001</c:v>
                </c:pt>
                <c:pt idx="1185">
                  <c:v>192.41509400000001</c:v>
                </c:pt>
                <c:pt idx="1186">
                  <c:v>170.940102</c:v>
                </c:pt>
                <c:pt idx="1187">
                  <c:v>170.940102</c:v>
                </c:pt>
                <c:pt idx="1188">
                  <c:v>200</c:v>
                </c:pt>
                <c:pt idx="1189">
                  <c:v>200</c:v>
                </c:pt>
                <c:pt idx="1190">
                  <c:v>200</c:v>
                </c:pt>
                <c:pt idx="1191">
                  <c:v>200</c:v>
                </c:pt>
                <c:pt idx="1192">
                  <c:v>150</c:v>
                </c:pt>
                <c:pt idx="1193">
                  <c:v>150</c:v>
                </c:pt>
                <c:pt idx="1194">
                  <c:v>200</c:v>
                </c:pt>
                <c:pt idx="1195">
                  <c:v>200</c:v>
                </c:pt>
                <c:pt idx="1196">
                  <c:v>192.21052599999999</c:v>
                </c:pt>
                <c:pt idx="1197">
                  <c:v>192.21052599999999</c:v>
                </c:pt>
                <c:pt idx="1198">
                  <c:v>181.15474699999999</c:v>
                </c:pt>
                <c:pt idx="1199">
                  <c:v>181.15474699999999</c:v>
                </c:pt>
                <c:pt idx="1200">
                  <c:v>199.15</c:v>
                </c:pt>
                <c:pt idx="1201">
                  <c:v>199.15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90-4606-8C6D-1BB4FF77A729}"/>
            </c:ext>
          </c:extLst>
        </c:ser>
        <c:ser>
          <c:idx val="1"/>
          <c:order val="1"/>
          <c:tx>
            <c:v>11月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200</c:v>
                </c:pt>
                <c:pt idx="25">
                  <c:v>200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196.57</c:v>
                </c:pt>
                <c:pt idx="51">
                  <c:v>196.57</c:v>
                </c:pt>
                <c:pt idx="52">
                  <c:v>141.5</c:v>
                </c:pt>
                <c:pt idx="53">
                  <c:v>141.5</c:v>
                </c:pt>
                <c:pt idx="54">
                  <c:v>35.35</c:v>
                </c:pt>
                <c:pt idx="55">
                  <c:v>35.35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200</c:v>
                </c:pt>
                <c:pt idx="197">
                  <c:v>200</c:v>
                </c:pt>
                <c:pt idx="198">
                  <c:v>200</c:v>
                </c:pt>
                <c:pt idx="199">
                  <c:v>200</c:v>
                </c:pt>
                <c:pt idx="200">
                  <c:v>200</c:v>
                </c:pt>
                <c:pt idx="201">
                  <c:v>200</c:v>
                </c:pt>
                <c:pt idx="202">
                  <c:v>200</c:v>
                </c:pt>
                <c:pt idx="203">
                  <c:v>200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253.99548300000001</c:v>
                </c:pt>
                <c:pt idx="209">
                  <c:v>253.99548300000001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216.64410799999999</c:v>
                </c:pt>
                <c:pt idx="219">
                  <c:v>216.64410799999999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205.94752199999999</c:v>
                </c:pt>
                <c:pt idx="225">
                  <c:v>205.94752199999999</c:v>
                </c:pt>
                <c:pt idx="226">
                  <c:v>200</c:v>
                </c:pt>
                <c:pt idx="227">
                  <c:v>200</c:v>
                </c:pt>
                <c:pt idx="228">
                  <c:v>200</c:v>
                </c:pt>
                <c:pt idx="229">
                  <c:v>200</c:v>
                </c:pt>
                <c:pt idx="230">
                  <c:v>200</c:v>
                </c:pt>
                <c:pt idx="231">
                  <c:v>200</c:v>
                </c:pt>
                <c:pt idx="232">
                  <c:v>290.91696400000001</c:v>
                </c:pt>
                <c:pt idx="233">
                  <c:v>290.91696400000001</c:v>
                </c:pt>
                <c:pt idx="234">
                  <c:v>200</c:v>
                </c:pt>
                <c:pt idx="235">
                  <c:v>200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69.883927999999997</c:v>
                </c:pt>
                <c:pt idx="381">
                  <c:v>69.883927999999997</c:v>
                </c:pt>
                <c:pt idx="382">
                  <c:v>300.00049999999999</c:v>
                </c:pt>
                <c:pt idx="383">
                  <c:v>300.00049999999999</c:v>
                </c:pt>
                <c:pt idx="384">
                  <c:v>216.54160300000001</c:v>
                </c:pt>
                <c:pt idx="385">
                  <c:v>216.54160300000001</c:v>
                </c:pt>
                <c:pt idx="386">
                  <c:v>240</c:v>
                </c:pt>
                <c:pt idx="387">
                  <c:v>240</c:v>
                </c:pt>
                <c:pt idx="388">
                  <c:v>180</c:v>
                </c:pt>
                <c:pt idx="389">
                  <c:v>180</c:v>
                </c:pt>
                <c:pt idx="390">
                  <c:v>200</c:v>
                </c:pt>
                <c:pt idx="391">
                  <c:v>200</c:v>
                </c:pt>
                <c:pt idx="392">
                  <c:v>240.00030000000001</c:v>
                </c:pt>
                <c:pt idx="393">
                  <c:v>240.00030000000001</c:v>
                </c:pt>
                <c:pt idx="394">
                  <c:v>441.07561900000002</c:v>
                </c:pt>
                <c:pt idx="395">
                  <c:v>441.07561900000002</c:v>
                </c:pt>
                <c:pt idx="396">
                  <c:v>320.60383999999999</c:v>
                </c:pt>
                <c:pt idx="397">
                  <c:v>320.60383999999999</c:v>
                </c:pt>
                <c:pt idx="398">
                  <c:v>400.85112299999997</c:v>
                </c:pt>
                <c:pt idx="399">
                  <c:v>400.85112299999997</c:v>
                </c:pt>
                <c:pt idx="400">
                  <c:v>220.89252400000001</c:v>
                </c:pt>
                <c:pt idx="401">
                  <c:v>220.89252400000001</c:v>
                </c:pt>
                <c:pt idx="402">
                  <c:v>200</c:v>
                </c:pt>
                <c:pt idx="403">
                  <c:v>200</c:v>
                </c:pt>
                <c:pt idx="404">
                  <c:v>200</c:v>
                </c:pt>
                <c:pt idx="405">
                  <c:v>200</c:v>
                </c:pt>
                <c:pt idx="406">
                  <c:v>246.12071399999999</c:v>
                </c:pt>
                <c:pt idx="407">
                  <c:v>246.12071399999999</c:v>
                </c:pt>
                <c:pt idx="408">
                  <c:v>210.00020000000001</c:v>
                </c:pt>
                <c:pt idx="409">
                  <c:v>210.00020000000001</c:v>
                </c:pt>
                <c:pt idx="410">
                  <c:v>230.21349699999999</c:v>
                </c:pt>
                <c:pt idx="411">
                  <c:v>230.21349699999999</c:v>
                </c:pt>
                <c:pt idx="412">
                  <c:v>210</c:v>
                </c:pt>
                <c:pt idx="413">
                  <c:v>210</c:v>
                </c:pt>
                <c:pt idx="414">
                  <c:v>300</c:v>
                </c:pt>
                <c:pt idx="415">
                  <c:v>300</c:v>
                </c:pt>
                <c:pt idx="416">
                  <c:v>234.422616</c:v>
                </c:pt>
                <c:pt idx="417">
                  <c:v>234.422616</c:v>
                </c:pt>
                <c:pt idx="418">
                  <c:v>234.42127400000001</c:v>
                </c:pt>
                <c:pt idx="419">
                  <c:v>234.42127400000001</c:v>
                </c:pt>
                <c:pt idx="420">
                  <c:v>200</c:v>
                </c:pt>
                <c:pt idx="421">
                  <c:v>200</c:v>
                </c:pt>
                <c:pt idx="422">
                  <c:v>413.08430700000002</c:v>
                </c:pt>
                <c:pt idx="423">
                  <c:v>413.08430700000002</c:v>
                </c:pt>
                <c:pt idx="424">
                  <c:v>583.67255699999998</c:v>
                </c:pt>
                <c:pt idx="425">
                  <c:v>583.67255699999998</c:v>
                </c:pt>
                <c:pt idx="426">
                  <c:v>312.40381400000001</c:v>
                </c:pt>
                <c:pt idx="427">
                  <c:v>312.40381400000001</c:v>
                </c:pt>
                <c:pt idx="428">
                  <c:v>282.21211099999999</c:v>
                </c:pt>
                <c:pt idx="429">
                  <c:v>282.21211099999999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130.67373799999999</c:v>
                </c:pt>
                <c:pt idx="597">
                  <c:v>130.67373799999999</c:v>
                </c:pt>
                <c:pt idx="598">
                  <c:v>200</c:v>
                </c:pt>
                <c:pt idx="599">
                  <c:v>200</c:v>
                </c:pt>
                <c:pt idx="600">
                  <c:v>200</c:v>
                </c:pt>
                <c:pt idx="601">
                  <c:v>200</c:v>
                </c:pt>
                <c:pt idx="602">
                  <c:v>168.666033</c:v>
                </c:pt>
                <c:pt idx="603">
                  <c:v>168.666033</c:v>
                </c:pt>
                <c:pt idx="604">
                  <c:v>173.52618000000001</c:v>
                </c:pt>
                <c:pt idx="605">
                  <c:v>173.52618000000001</c:v>
                </c:pt>
                <c:pt idx="606">
                  <c:v>199.999776</c:v>
                </c:pt>
                <c:pt idx="607">
                  <c:v>199.999776</c:v>
                </c:pt>
                <c:pt idx="608">
                  <c:v>200</c:v>
                </c:pt>
                <c:pt idx="609">
                  <c:v>200</c:v>
                </c:pt>
                <c:pt idx="610">
                  <c:v>120.000687</c:v>
                </c:pt>
                <c:pt idx="611">
                  <c:v>120.000687</c:v>
                </c:pt>
                <c:pt idx="612">
                  <c:v>132.21136799999999</c:v>
                </c:pt>
                <c:pt idx="613">
                  <c:v>132.21136799999999</c:v>
                </c:pt>
                <c:pt idx="614">
                  <c:v>190.191068</c:v>
                </c:pt>
                <c:pt idx="615">
                  <c:v>190.191068</c:v>
                </c:pt>
                <c:pt idx="616">
                  <c:v>200</c:v>
                </c:pt>
                <c:pt idx="617">
                  <c:v>200</c:v>
                </c:pt>
                <c:pt idx="618">
                  <c:v>200</c:v>
                </c:pt>
                <c:pt idx="619">
                  <c:v>200</c:v>
                </c:pt>
                <c:pt idx="620">
                  <c:v>200</c:v>
                </c:pt>
                <c:pt idx="621">
                  <c:v>200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143.81352999999999</c:v>
                </c:pt>
                <c:pt idx="761">
                  <c:v>143.81352999999999</c:v>
                </c:pt>
                <c:pt idx="762">
                  <c:v>240.00059999999999</c:v>
                </c:pt>
                <c:pt idx="763">
                  <c:v>240.00059999999999</c:v>
                </c:pt>
                <c:pt idx="764">
                  <c:v>373.85253399999999</c:v>
                </c:pt>
                <c:pt idx="765">
                  <c:v>373.85253399999999</c:v>
                </c:pt>
                <c:pt idx="766">
                  <c:v>325.83702</c:v>
                </c:pt>
                <c:pt idx="767">
                  <c:v>325.83702</c:v>
                </c:pt>
                <c:pt idx="768">
                  <c:v>300</c:v>
                </c:pt>
                <c:pt idx="769">
                  <c:v>300</c:v>
                </c:pt>
                <c:pt idx="770">
                  <c:v>378.00003299999997</c:v>
                </c:pt>
                <c:pt idx="771">
                  <c:v>378.00003299999997</c:v>
                </c:pt>
                <c:pt idx="772">
                  <c:v>233.24635799999999</c:v>
                </c:pt>
                <c:pt idx="773">
                  <c:v>233.24635799999999</c:v>
                </c:pt>
                <c:pt idx="774">
                  <c:v>240.0001</c:v>
                </c:pt>
                <c:pt idx="775">
                  <c:v>240.0001</c:v>
                </c:pt>
                <c:pt idx="776">
                  <c:v>391.11907300000001</c:v>
                </c:pt>
                <c:pt idx="777">
                  <c:v>391.11907300000001</c:v>
                </c:pt>
                <c:pt idx="778">
                  <c:v>310.24419699999999</c:v>
                </c:pt>
                <c:pt idx="779">
                  <c:v>310.24419699999999</c:v>
                </c:pt>
                <c:pt idx="780">
                  <c:v>259.51029399999999</c:v>
                </c:pt>
                <c:pt idx="781">
                  <c:v>259.51029399999999</c:v>
                </c:pt>
                <c:pt idx="782">
                  <c:v>360</c:v>
                </c:pt>
                <c:pt idx="783">
                  <c:v>360</c:v>
                </c:pt>
                <c:pt idx="784">
                  <c:v>200</c:v>
                </c:pt>
                <c:pt idx="785">
                  <c:v>200</c:v>
                </c:pt>
                <c:pt idx="786">
                  <c:v>330.00009999999997</c:v>
                </c:pt>
                <c:pt idx="787">
                  <c:v>330.00009999999997</c:v>
                </c:pt>
                <c:pt idx="788">
                  <c:v>200</c:v>
                </c:pt>
                <c:pt idx="789">
                  <c:v>200</c:v>
                </c:pt>
                <c:pt idx="790">
                  <c:v>249.641997</c:v>
                </c:pt>
                <c:pt idx="791">
                  <c:v>249.641997</c:v>
                </c:pt>
                <c:pt idx="792">
                  <c:v>404.42177400000003</c:v>
                </c:pt>
                <c:pt idx="793">
                  <c:v>404.42177400000003</c:v>
                </c:pt>
                <c:pt idx="794">
                  <c:v>209.323317</c:v>
                </c:pt>
                <c:pt idx="795">
                  <c:v>209.323317</c:v>
                </c:pt>
                <c:pt idx="796">
                  <c:v>252.210947</c:v>
                </c:pt>
                <c:pt idx="797">
                  <c:v>252.210947</c:v>
                </c:pt>
                <c:pt idx="798">
                  <c:v>245.68007</c:v>
                </c:pt>
                <c:pt idx="799">
                  <c:v>245.68007</c:v>
                </c:pt>
                <c:pt idx="800">
                  <c:v>235.652151</c:v>
                </c:pt>
                <c:pt idx="801">
                  <c:v>235.652151</c:v>
                </c:pt>
                <c:pt idx="802">
                  <c:v>732.21042599999998</c:v>
                </c:pt>
                <c:pt idx="803">
                  <c:v>732.21042599999998</c:v>
                </c:pt>
                <c:pt idx="804">
                  <c:v>719.673044</c:v>
                </c:pt>
                <c:pt idx="805">
                  <c:v>719.673044</c:v>
                </c:pt>
                <c:pt idx="806">
                  <c:v>540.00062100000002</c:v>
                </c:pt>
                <c:pt idx="807">
                  <c:v>540.00062100000002</c:v>
                </c:pt>
                <c:pt idx="808">
                  <c:v>569.99907900000005</c:v>
                </c:pt>
                <c:pt idx="809">
                  <c:v>569.99907900000005</c:v>
                </c:pt>
                <c:pt idx="810">
                  <c:v>594.42189499999995</c:v>
                </c:pt>
                <c:pt idx="811">
                  <c:v>594.42189499999995</c:v>
                </c:pt>
                <c:pt idx="812">
                  <c:v>300.00126299999999</c:v>
                </c:pt>
                <c:pt idx="813">
                  <c:v>300.00126299999999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108.700472</c:v>
                </c:pt>
                <c:pt idx="991">
                  <c:v>108.700472</c:v>
                </c:pt>
                <c:pt idx="992">
                  <c:v>106.735006</c:v>
                </c:pt>
                <c:pt idx="993">
                  <c:v>106.735006</c:v>
                </c:pt>
                <c:pt idx="994">
                  <c:v>111.78708899999999</c:v>
                </c:pt>
                <c:pt idx="995">
                  <c:v>111.78708899999999</c:v>
                </c:pt>
                <c:pt idx="996">
                  <c:v>180.57626300000001</c:v>
                </c:pt>
                <c:pt idx="997">
                  <c:v>180.57626300000001</c:v>
                </c:pt>
                <c:pt idx="998">
                  <c:v>148.67756800000001</c:v>
                </c:pt>
                <c:pt idx="999">
                  <c:v>148.67756800000001</c:v>
                </c:pt>
                <c:pt idx="1000">
                  <c:v>180.00042099999999</c:v>
                </c:pt>
                <c:pt idx="1001">
                  <c:v>180.00042099999999</c:v>
                </c:pt>
                <c:pt idx="1002">
                  <c:v>200</c:v>
                </c:pt>
                <c:pt idx="1003">
                  <c:v>200</c:v>
                </c:pt>
                <c:pt idx="1004">
                  <c:v>84.368998000000005</c:v>
                </c:pt>
                <c:pt idx="1005">
                  <c:v>84.368998000000005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90-4606-8C6D-1BB4FF77A729}"/>
            </c:ext>
          </c:extLst>
        </c:ser>
        <c:ser>
          <c:idx val="2"/>
          <c:order val="2"/>
          <c:tx>
            <c:v>課金閾値200 kW</c:v>
          </c:tx>
          <c:spPr>
            <a:ln w="14288">
              <a:solidFill>
                <a:srgbClr val="B95D4C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173.75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590-4606-8C6D-1BB4FF77A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74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630535166155078"/>
          <c:y val="5.6936264469831445E-2"/>
          <c:w val="0.74802259887005651"/>
          <c:h val="0.51252408477842004"/>
        </c:manualLayout>
      </c:layout>
      <c:scatterChart>
        <c:scatterStyle val="lineMarker"/>
        <c:varyColors val="1"/>
        <c:ser>
          <c:idx val="0"/>
          <c:order val="0"/>
          <c:tx>
            <c:v>受電電力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</c:numCache>
            </c:numRef>
          </c:xVal>
          <c:yVal>
            <c:numRef>
              <c:f>'Chart Data'!$B$2:$B$51</c:f>
              <c:numCache>
                <c:formatCode>0</c:formatCode>
                <c:ptCount val="50"/>
                <c:pt idx="0">
                  <c:v>210.57872</c:v>
                </c:pt>
                <c:pt idx="1">
                  <c:v>210.57872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222.21114700000001</c:v>
                </c:pt>
                <c:pt idx="9">
                  <c:v>222.21114700000001</c:v>
                </c:pt>
                <c:pt idx="10">
                  <c:v>270</c:v>
                </c:pt>
                <c:pt idx="11">
                  <c:v>270</c:v>
                </c:pt>
                <c:pt idx="12">
                  <c:v>210</c:v>
                </c:pt>
                <c:pt idx="13">
                  <c:v>210</c:v>
                </c:pt>
                <c:pt idx="14">
                  <c:v>252.21062599999999</c:v>
                </c:pt>
                <c:pt idx="15">
                  <c:v>252.21062599999999</c:v>
                </c:pt>
                <c:pt idx="16">
                  <c:v>360</c:v>
                </c:pt>
                <c:pt idx="17">
                  <c:v>360</c:v>
                </c:pt>
                <c:pt idx="18">
                  <c:v>260.33633700000001</c:v>
                </c:pt>
                <c:pt idx="19">
                  <c:v>260.33633700000001</c:v>
                </c:pt>
                <c:pt idx="20">
                  <c:v>284.97211600000003</c:v>
                </c:pt>
                <c:pt idx="21">
                  <c:v>284.97211600000003</c:v>
                </c:pt>
                <c:pt idx="22">
                  <c:v>280.89785899999998</c:v>
                </c:pt>
                <c:pt idx="23">
                  <c:v>280.89785899999998</c:v>
                </c:pt>
                <c:pt idx="24">
                  <c:v>629.99990000000003</c:v>
                </c:pt>
                <c:pt idx="25">
                  <c:v>629.99990000000003</c:v>
                </c:pt>
                <c:pt idx="26">
                  <c:v>552.21062600000005</c:v>
                </c:pt>
                <c:pt idx="27">
                  <c:v>552.21062600000005</c:v>
                </c:pt>
                <c:pt idx="28">
                  <c:v>565.17221800000004</c:v>
                </c:pt>
                <c:pt idx="29">
                  <c:v>565.17221800000004</c:v>
                </c:pt>
                <c:pt idx="30">
                  <c:v>600</c:v>
                </c:pt>
                <c:pt idx="31">
                  <c:v>600</c:v>
                </c:pt>
                <c:pt idx="32">
                  <c:v>306.63304199999999</c:v>
                </c:pt>
                <c:pt idx="33">
                  <c:v>306.63304199999999</c:v>
                </c:pt>
                <c:pt idx="34">
                  <c:v>222.210847</c:v>
                </c:pt>
                <c:pt idx="35">
                  <c:v>222.210847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D8-4DBE-AFA6-92E4698ECC8D}"/>
            </c:ext>
          </c:extLst>
        </c:ser>
        <c:ser>
          <c:idx val="1"/>
          <c:order val="1"/>
          <c:tx>
            <c:v>課金閾値</c:v>
          </c:tx>
          <c:spPr>
            <a:ln w="14288">
              <a:solidFill>
                <a:srgbClr val="B95D4C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6.25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5D8-4DBE-AFA6-92E4698EC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6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1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630535166155078"/>
          <c:y val="5.6936264469831445E-2"/>
          <c:w val="0.74802259887005651"/>
          <c:h val="0.51252408477842004"/>
        </c:manualLayout>
      </c:layout>
      <c:scatterChart>
        <c:scatterStyle val="lineMarker"/>
        <c:varyColors val="1"/>
        <c:ser>
          <c:idx val="0"/>
          <c:order val="0"/>
          <c:tx>
            <c:v>受電電力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</c:numCache>
            </c:numRef>
          </c:xVal>
          <c:yVal>
            <c:numRef>
              <c:f>'Chart Data'!$B$2:$B$51</c:f>
              <c:numCache>
                <c:formatCode>0</c:formatCode>
                <c:ptCount val="50"/>
                <c:pt idx="0">
                  <c:v>310.24419699999999</c:v>
                </c:pt>
                <c:pt idx="1">
                  <c:v>310.24419699999999</c:v>
                </c:pt>
                <c:pt idx="2">
                  <c:v>259.51029399999999</c:v>
                </c:pt>
                <c:pt idx="3">
                  <c:v>259.51029399999999</c:v>
                </c:pt>
                <c:pt idx="4">
                  <c:v>360</c:v>
                </c:pt>
                <c:pt idx="5">
                  <c:v>360</c:v>
                </c:pt>
                <c:pt idx="6">
                  <c:v>200</c:v>
                </c:pt>
                <c:pt idx="7">
                  <c:v>200</c:v>
                </c:pt>
                <c:pt idx="8">
                  <c:v>330.00009999999997</c:v>
                </c:pt>
                <c:pt idx="9">
                  <c:v>330.00009999999997</c:v>
                </c:pt>
                <c:pt idx="10">
                  <c:v>200</c:v>
                </c:pt>
                <c:pt idx="11">
                  <c:v>200</c:v>
                </c:pt>
                <c:pt idx="12">
                  <c:v>249.641997</c:v>
                </c:pt>
                <c:pt idx="13">
                  <c:v>249.641997</c:v>
                </c:pt>
                <c:pt idx="14">
                  <c:v>404.42177400000003</c:v>
                </c:pt>
                <c:pt idx="15">
                  <c:v>404.42177400000003</c:v>
                </c:pt>
                <c:pt idx="16">
                  <c:v>209.323317</c:v>
                </c:pt>
                <c:pt idx="17">
                  <c:v>209.323317</c:v>
                </c:pt>
                <c:pt idx="18">
                  <c:v>252.210947</c:v>
                </c:pt>
                <c:pt idx="19">
                  <c:v>252.210947</c:v>
                </c:pt>
                <c:pt idx="20">
                  <c:v>245.68007</c:v>
                </c:pt>
                <c:pt idx="21">
                  <c:v>245.68007</c:v>
                </c:pt>
                <c:pt idx="22">
                  <c:v>235.652151</c:v>
                </c:pt>
                <c:pt idx="23">
                  <c:v>235.652151</c:v>
                </c:pt>
                <c:pt idx="24">
                  <c:v>732.21042599999998</c:v>
                </c:pt>
                <c:pt idx="25">
                  <c:v>732.21042599999998</c:v>
                </c:pt>
                <c:pt idx="26">
                  <c:v>719.673044</c:v>
                </c:pt>
                <c:pt idx="27">
                  <c:v>719.673044</c:v>
                </c:pt>
                <c:pt idx="28">
                  <c:v>540.00062100000002</c:v>
                </c:pt>
                <c:pt idx="29">
                  <c:v>540.00062100000002</c:v>
                </c:pt>
                <c:pt idx="30">
                  <c:v>569.99907900000005</c:v>
                </c:pt>
                <c:pt idx="31">
                  <c:v>569.99907900000005</c:v>
                </c:pt>
                <c:pt idx="32">
                  <c:v>594.42189499999995</c:v>
                </c:pt>
                <c:pt idx="33">
                  <c:v>594.42189499999995</c:v>
                </c:pt>
                <c:pt idx="34">
                  <c:v>300.00126299999999</c:v>
                </c:pt>
                <c:pt idx="35">
                  <c:v>300.00126299999999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4CC-4C6E-8E0B-CDC95181420F}"/>
            </c:ext>
          </c:extLst>
        </c:ser>
        <c:ser>
          <c:idx val="1"/>
          <c:order val="1"/>
          <c:tx>
            <c:v>課金閾値</c:v>
          </c:tx>
          <c:spPr>
            <a:ln w="14288">
              <a:solidFill>
                <a:srgbClr val="B95D4C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6.25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4CC-4C6E-8E0B-CDC951814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6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1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初期残量</c:v>
          </c:tx>
          <c:spPr>
            <a:solidFill>
              <a:srgbClr val="87949F"/>
            </a:solidFill>
          </c:spPr>
          <c:invertIfNegative val="1"/>
          <c:cat>
            <c:strRef>
              <c:f>'Chart Data'!$A$2:$A$13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3000</c:v>
                </c:pt>
                <c:pt idx="5">
                  <c:v>3000</c:v>
                </c:pt>
                <c:pt idx="6">
                  <c:v>3000</c:v>
                </c:pt>
                <c:pt idx="7">
                  <c:v>3000</c:v>
                </c:pt>
                <c:pt idx="8">
                  <c:v>3000</c:v>
                </c:pt>
                <c:pt idx="9">
                  <c:v>3000</c:v>
                </c:pt>
                <c:pt idx="10">
                  <c:v>3000</c:v>
                </c:pt>
                <c:pt idx="11">
                  <c:v>3000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A71-4172-956B-50547E9EABAF}"/>
            </c:ext>
          </c:extLst>
        </c:ser>
        <c:ser>
          <c:idx val="1"/>
          <c:order val="1"/>
          <c:tx>
            <c:v>終端残量</c:v>
          </c:tx>
          <c:spPr>
            <a:solidFill>
              <a:srgbClr val="159A8C"/>
            </a:solidFill>
          </c:spPr>
          <c:invertIfNegative val="1"/>
          <c:cat>
            <c:strRef>
              <c:f>'Chart Data'!$C$2:$C$13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1200</c:v>
                </c:pt>
                <c:pt idx="1">
                  <c:v>2468.4074730000002</c:v>
                </c:pt>
                <c:pt idx="2">
                  <c:v>2468.1234589999999</c:v>
                </c:pt>
                <c:pt idx="3">
                  <c:v>1200</c:v>
                </c:pt>
                <c:pt idx="4">
                  <c:v>1489.2404329999999</c:v>
                </c:pt>
                <c:pt idx="5">
                  <c:v>2184.402791</c:v>
                </c:pt>
                <c:pt idx="6">
                  <c:v>2498.6048409999999</c:v>
                </c:pt>
                <c:pt idx="7">
                  <c:v>1200</c:v>
                </c:pt>
                <c:pt idx="8">
                  <c:v>2472.1497749999999</c:v>
                </c:pt>
                <c:pt idx="9">
                  <c:v>1577.5425720000001</c:v>
                </c:pt>
                <c:pt idx="10">
                  <c:v>1317.966126</c:v>
                </c:pt>
                <c:pt idx="11">
                  <c:v>1539.415598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A71-4172-956B-50547E9EA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kWh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Data'!$B$2:$B$1395</c:f>
              <c:numCache>
                <c:formatCode>0</c:formatCode>
                <c:ptCount val="1394"/>
                <c:pt idx="0">
                  <c:v>210.00030000000001</c:v>
                </c:pt>
                <c:pt idx="1">
                  <c:v>210.00030000000001</c:v>
                </c:pt>
                <c:pt idx="2">
                  <c:v>463.79073299999999</c:v>
                </c:pt>
                <c:pt idx="3">
                  <c:v>463.79073299999999</c:v>
                </c:pt>
                <c:pt idx="4">
                  <c:v>600.00009999999997</c:v>
                </c:pt>
                <c:pt idx="5">
                  <c:v>600.00009999999997</c:v>
                </c:pt>
                <c:pt idx="6">
                  <c:v>479.27804600000002</c:v>
                </c:pt>
                <c:pt idx="7">
                  <c:v>479.27804600000002</c:v>
                </c:pt>
                <c:pt idx="8">
                  <c:v>630</c:v>
                </c:pt>
                <c:pt idx="9">
                  <c:v>630</c:v>
                </c:pt>
                <c:pt idx="10">
                  <c:v>750.00009999999997</c:v>
                </c:pt>
                <c:pt idx="11">
                  <c:v>750.00009999999997</c:v>
                </c:pt>
                <c:pt idx="12">
                  <c:v>643.31429100000003</c:v>
                </c:pt>
                <c:pt idx="13">
                  <c:v>643.31429100000003</c:v>
                </c:pt>
                <c:pt idx="14">
                  <c:v>764.22476099999994</c:v>
                </c:pt>
                <c:pt idx="15">
                  <c:v>764.22476099999994</c:v>
                </c:pt>
                <c:pt idx="16">
                  <c:v>507.05505799999997</c:v>
                </c:pt>
                <c:pt idx="17">
                  <c:v>507.05505799999997</c:v>
                </c:pt>
                <c:pt idx="18">
                  <c:v>660.00042099999996</c:v>
                </c:pt>
                <c:pt idx="19">
                  <c:v>660.00042099999996</c:v>
                </c:pt>
                <c:pt idx="20">
                  <c:v>492.211547</c:v>
                </c:pt>
                <c:pt idx="21">
                  <c:v>492.211547</c:v>
                </c:pt>
                <c:pt idx="22">
                  <c:v>262.211026</c:v>
                </c:pt>
                <c:pt idx="23">
                  <c:v>262.211026</c:v>
                </c:pt>
                <c:pt idx="24">
                  <c:v>379.90997599999997</c:v>
                </c:pt>
                <c:pt idx="25">
                  <c:v>379.90997599999997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205.578205</c:v>
                </c:pt>
                <c:pt idx="33">
                  <c:v>205.578205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150</c:v>
                </c:pt>
                <c:pt idx="53">
                  <c:v>150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1E-4</c:v>
                </c:pt>
                <c:pt idx="71">
                  <c:v>1E-4</c:v>
                </c:pt>
                <c:pt idx="72">
                  <c:v>72.424880999999999</c:v>
                </c:pt>
                <c:pt idx="73">
                  <c:v>72.424880999999999</c:v>
                </c:pt>
                <c:pt idx="74">
                  <c:v>1E-4</c:v>
                </c:pt>
                <c:pt idx="75">
                  <c:v>1E-4</c:v>
                </c:pt>
                <c:pt idx="76">
                  <c:v>1E-4</c:v>
                </c:pt>
                <c:pt idx="77">
                  <c:v>1E-4</c:v>
                </c:pt>
                <c:pt idx="78">
                  <c:v>90</c:v>
                </c:pt>
                <c:pt idx="79">
                  <c:v>90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1E-4</c:v>
                </c:pt>
                <c:pt idx="89">
                  <c:v>1E-4</c:v>
                </c:pt>
                <c:pt idx="90">
                  <c:v>90</c:v>
                </c:pt>
                <c:pt idx="91">
                  <c:v>90</c:v>
                </c:pt>
                <c:pt idx="92">
                  <c:v>19.993117999999999</c:v>
                </c:pt>
                <c:pt idx="93">
                  <c:v>19.993117999999999</c:v>
                </c:pt>
                <c:pt idx="94">
                  <c:v>60</c:v>
                </c:pt>
                <c:pt idx="95">
                  <c:v>60</c:v>
                </c:pt>
                <c:pt idx="96">
                  <c:v>150</c:v>
                </c:pt>
                <c:pt idx="97">
                  <c:v>150</c:v>
                </c:pt>
                <c:pt idx="98">
                  <c:v>60.000100000000003</c:v>
                </c:pt>
                <c:pt idx="99">
                  <c:v>60.000100000000003</c:v>
                </c:pt>
                <c:pt idx="100">
                  <c:v>1E-4</c:v>
                </c:pt>
                <c:pt idx="101">
                  <c:v>1E-4</c:v>
                </c:pt>
                <c:pt idx="102">
                  <c:v>1E-4</c:v>
                </c:pt>
                <c:pt idx="103">
                  <c:v>1E-4</c:v>
                </c:pt>
                <c:pt idx="104">
                  <c:v>17.092483000000001</c:v>
                </c:pt>
                <c:pt idx="105">
                  <c:v>17.092483000000001</c:v>
                </c:pt>
                <c:pt idx="106">
                  <c:v>60</c:v>
                </c:pt>
                <c:pt idx="107">
                  <c:v>60</c:v>
                </c:pt>
                <c:pt idx="108">
                  <c:v>1E-4</c:v>
                </c:pt>
                <c:pt idx="109">
                  <c:v>1E-4</c:v>
                </c:pt>
                <c:pt idx="110">
                  <c:v>47.789574000000002</c:v>
                </c:pt>
                <c:pt idx="111">
                  <c:v>47.789574000000002</c:v>
                </c:pt>
                <c:pt idx="112">
                  <c:v>120.000421</c:v>
                </c:pt>
                <c:pt idx="113">
                  <c:v>120.000421</c:v>
                </c:pt>
                <c:pt idx="114">
                  <c:v>96.110429999999994</c:v>
                </c:pt>
                <c:pt idx="115">
                  <c:v>96.110429999999994</c:v>
                </c:pt>
                <c:pt idx="116">
                  <c:v>179.806388</c:v>
                </c:pt>
                <c:pt idx="117">
                  <c:v>179.806388</c:v>
                </c:pt>
                <c:pt idx="118">
                  <c:v>90</c:v>
                </c:pt>
                <c:pt idx="119">
                  <c:v>90</c:v>
                </c:pt>
                <c:pt idx="120">
                  <c:v>52.245100000000001</c:v>
                </c:pt>
                <c:pt idx="121">
                  <c:v>52.245100000000001</c:v>
                </c:pt>
                <c:pt idx="122">
                  <c:v>119.066</c:v>
                </c:pt>
                <c:pt idx="123">
                  <c:v>119.066</c:v>
                </c:pt>
                <c:pt idx="124">
                  <c:v>0</c:v>
                </c:pt>
                <c:pt idx="125">
                  <c:v>0</c:v>
                </c:pt>
                <c:pt idx="126">
                  <c:v>59.54</c:v>
                </c:pt>
                <c:pt idx="127">
                  <c:v>59.54</c:v>
                </c:pt>
                <c:pt idx="128">
                  <c:v>1E-4</c:v>
                </c:pt>
                <c:pt idx="129">
                  <c:v>1E-4</c:v>
                </c:pt>
                <c:pt idx="130">
                  <c:v>8.2149000000000001</c:v>
                </c:pt>
                <c:pt idx="131">
                  <c:v>8.2149000000000001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60</c:v>
                </c:pt>
                <c:pt idx="163">
                  <c:v>60</c:v>
                </c:pt>
                <c:pt idx="164">
                  <c:v>60.000100000000003</c:v>
                </c:pt>
                <c:pt idx="165">
                  <c:v>60.000100000000003</c:v>
                </c:pt>
                <c:pt idx="166">
                  <c:v>16.055296999999999</c:v>
                </c:pt>
                <c:pt idx="167">
                  <c:v>16.055296999999999</c:v>
                </c:pt>
                <c:pt idx="168">
                  <c:v>150.0001</c:v>
                </c:pt>
                <c:pt idx="169">
                  <c:v>150.0001</c:v>
                </c:pt>
                <c:pt idx="170">
                  <c:v>90.000100000000003</c:v>
                </c:pt>
                <c:pt idx="171">
                  <c:v>90.000100000000003</c:v>
                </c:pt>
                <c:pt idx="172">
                  <c:v>150</c:v>
                </c:pt>
                <c:pt idx="173">
                  <c:v>150</c:v>
                </c:pt>
                <c:pt idx="174">
                  <c:v>150</c:v>
                </c:pt>
                <c:pt idx="175">
                  <c:v>150</c:v>
                </c:pt>
                <c:pt idx="176">
                  <c:v>218.75994800000001</c:v>
                </c:pt>
                <c:pt idx="177">
                  <c:v>218.75994800000001</c:v>
                </c:pt>
                <c:pt idx="178">
                  <c:v>189.02712299999999</c:v>
                </c:pt>
                <c:pt idx="179">
                  <c:v>189.02712299999999</c:v>
                </c:pt>
                <c:pt idx="180">
                  <c:v>447.42992800000002</c:v>
                </c:pt>
                <c:pt idx="181">
                  <c:v>447.42992800000002</c:v>
                </c:pt>
                <c:pt idx="182">
                  <c:v>587.73134700000003</c:v>
                </c:pt>
                <c:pt idx="183">
                  <c:v>587.73134700000003</c:v>
                </c:pt>
                <c:pt idx="184">
                  <c:v>605.58759699999996</c:v>
                </c:pt>
                <c:pt idx="185">
                  <c:v>605.58759699999996</c:v>
                </c:pt>
                <c:pt idx="186">
                  <c:v>810</c:v>
                </c:pt>
                <c:pt idx="187">
                  <c:v>810</c:v>
                </c:pt>
                <c:pt idx="188">
                  <c:v>360.00049999999999</c:v>
                </c:pt>
                <c:pt idx="189">
                  <c:v>360.00049999999999</c:v>
                </c:pt>
                <c:pt idx="190">
                  <c:v>216.917294</c:v>
                </c:pt>
                <c:pt idx="191">
                  <c:v>216.917294</c:v>
                </c:pt>
                <c:pt idx="192">
                  <c:v>300</c:v>
                </c:pt>
                <c:pt idx="193">
                  <c:v>300</c:v>
                </c:pt>
                <c:pt idx="194">
                  <c:v>270</c:v>
                </c:pt>
                <c:pt idx="195">
                  <c:v>270</c:v>
                </c:pt>
                <c:pt idx="196">
                  <c:v>210</c:v>
                </c:pt>
                <c:pt idx="197">
                  <c:v>210</c:v>
                </c:pt>
                <c:pt idx="198">
                  <c:v>200</c:v>
                </c:pt>
                <c:pt idx="199">
                  <c:v>200</c:v>
                </c:pt>
                <c:pt idx="200">
                  <c:v>200</c:v>
                </c:pt>
                <c:pt idx="201">
                  <c:v>200</c:v>
                </c:pt>
                <c:pt idx="202">
                  <c:v>307.93111699999997</c:v>
                </c:pt>
                <c:pt idx="203">
                  <c:v>307.93111699999997</c:v>
                </c:pt>
                <c:pt idx="204">
                  <c:v>320.33558099999999</c:v>
                </c:pt>
                <c:pt idx="205">
                  <c:v>320.33558099999999</c:v>
                </c:pt>
                <c:pt idx="206">
                  <c:v>210.0001</c:v>
                </c:pt>
                <c:pt idx="207">
                  <c:v>210.0001</c:v>
                </c:pt>
                <c:pt idx="208">
                  <c:v>299.99987900000002</c:v>
                </c:pt>
                <c:pt idx="209">
                  <c:v>299.99987900000002</c:v>
                </c:pt>
                <c:pt idx="210">
                  <c:v>420.00020000000001</c:v>
                </c:pt>
                <c:pt idx="211">
                  <c:v>420.00020000000001</c:v>
                </c:pt>
                <c:pt idx="212">
                  <c:v>349.04042199999998</c:v>
                </c:pt>
                <c:pt idx="213">
                  <c:v>349.04042199999998</c:v>
                </c:pt>
                <c:pt idx="214">
                  <c:v>342.21114699999998</c:v>
                </c:pt>
                <c:pt idx="215">
                  <c:v>342.21114699999998</c:v>
                </c:pt>
                <c:pt idx="216">
                  <c:v>719.99947899999995</c:v>
                </c:pt>
                <c:pt idx="217">
                  <c:v>719.99947899999995</c:v>
                </c:pt>
                <c:pt idx="218">
                  <c:v>616.90727100000004</c:v>
                </c:pt>
                <c:pt idx="219">
                  <c:v>616.90727100000004</c:v>
                </c:pt>
                <c:pt idx="220">
                  <c:v>480.89429999999999</c:v>
                </c:pt>
                <c:pt idx="221">
                  <c:v>480.89429999999999</c:v>
                </c:pt>
                <c:pt idx="222">
                  <c:v>386.28159299999999</c:v>
                </c:pt>
                <c:pt idx="223">
                  <c:v>386.28159299999999</c:v>
                </c:pt>
                <c:pt idx="224">
                  <c:v>462.21000500000002</c:v>
                </c:pt>
                <c:pt idx="225">
                  <c:v>462.21000500000002</c:v>
                </c:pt>
                <c:pt idx="226">
                  <c:v>268.279991</c:v>
                </c:pt>
                <c:pt idx="227">
                  <c:v>268.279991</c:v>
                </c:pt>
                <c:pt idx="228">
                  <c:v>293.68003299999998</c:v>
                </c:pt>
                <c:pt idx="229">
                  <c:v>293.68003299999998</c:v>
                </c:pt>
                <c:pt idx="230">
                  <c:v>398.01786199999998</c:v>
                </c:pt>
                <c:pt idx="231">
                  <c:v>398.01786199999998</c:v>
                </c:pt>
                <c:pt idx="232">
                  <c:v>331.46781700000003</c:v>
                </c:pt>
                <c:pt idx="233">
                  <c:v>331.46781700000003</c:v>
                </c:pt>
                <c:pt idx="234">
                  <c:v>282.56235099999998</c:v>
                </c:pt>
                <c:pt idx="235">
                  <c:v>282.56235099999998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1E-4</c:v>
                </c:pt>
                <c:pt idx="265">
                  <c:v>1E-4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1E-4</c:v>
                </c:pt>
                <c:pt idx="275">
                  <c:v>1E-4</c:v>
                </c:pt>
                <c:pt idx="276">
                  <c:v>44.975185000000003</c:v>
                </c:pt>
                <c:pt idx="277">
                  <c:v>44.975185000000003</c:v>
                </c:pt>
                <c:pt idx="278">
                  <c:v>0</c:v>
                </c:pt>
                <c:pt idx="279">
                  <c:v>0</c:v>
                </c:pt>
                <c:pt idx="280">
                  <c:v>60</c:v>
                </c:pt>
                <c:pt idx="281">
                  <c:v>60</c:v>
                </c:pt>
                <c:pt idx="282">
                  <c:v>1E-4</c:v>
                </c:pt>
                <c:pt idx="283">
                  <c:v>1E-4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1E-4</c:v>
                </c:pt>
                <c:pt idx="293">
                  <c:v>1E-4</c:v>
                </c:pt>
                <c:pt idx="294">
                  <c:v>0</c:v>
                </c:pt>
                <c:pt idx="295">
                  <c:v>0</c:v>
                </c:pt>
                <c:pt idx="296">
                  <c:v>1E-4</c:v>
                </c:pt>
                <c:pt idx="297">
                  <c:v>1E-4</c:v>
                </c:pt>
                <c:pt idx="298">
                  <c:v>63.110017999999997</c:v>
                </c:pt>
                <c:pt idx="299">
                  <c:v>63.110017999999997</c:v>
                </c:pt>
                <c:pt idx="300">
                  <c:v>2.9999999999999997E-4</c:v>
                </c:pt>
                <c:pt idx="301">
                  <c:v>2.9999999999999997E-4</c:v>
                </c:pt>
                <c:pt idx="302">
                  <c:v>2.0000000000000001E-4</c:v>
                </c:pt>
                <c:pt idx="303">
                  <c:v>2.0000000000000001E-4</c:v>
                </c:pt>
                <c:pt idx="304">
                  <c:v>3.623421</c:v>
                </c:pt>
                <c:pt idx="305">
                  <c:v>3.623421</c:v>
                </c:pt>
                <c:pt idx="306">
                  <c:v>0</c:v>
                </c:pt>
                <c:pt idx="307">
                  <c:v>0</c:v>
                </c:pt>
                <c:pt idx="308">
                  <c:v>30</c:v>
                </c:pt>
                <c:pt idx="309">
                  <c:v>30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1E-4</c:v>
                </c:pt>
                <c:pt idx="317">
                  <c:v>1E-4</c:v>
                </c:pt>
                <c:pt idx="318">
                  <c:v>1E-4</c:v>
                </c:pt>
                <c:pt idx="319">
                  <c:v>1E-4</c:v>
                </c:pt>
                <c:pt idx="320">
                  <c:v>16.055097</c:v>
                </c:pt>
                <c:pt idx="321">
                  <c:v>16.055097</c:v>
                </c:pt>
                <c:pt idx="322">
                  <c:v>9.3214790000000001</c:v>
                </c:pt>
                <c:pt idx="323">
                  <c:v>9.3214790000000001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60</c:v>
                </c:pt>
                <c:pt idx="355">
                  <c:v>60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157.680373</c:v>
                </c:pt>
                <c:pt idx="361">
                  <c:v>157.680373</c:v>
                </c:pt>
                <c:pt idx="362">
                  <c:v>159.80582999999999</c:v>
                </c:pt>
                <c:pt idx="363">
                  <c:v>159.80582999999999</c:v>
                </c:pt>
                <c:pt idx="364">
                  <c:v>180</c:v>
                </c:pt>
                <c:pt idx="365">
                  <c:v>180</c:v>
                </c:pt>
                <c:pt idx="366">
                  <c:v>162.210947</c:v>
                </c:pt>
                <c:pt idx="367">
                  <c:v>162.210947</c:v>
                </c:pt>
                <c:pt idx="368">
                  <c:v>0</c:v>
                </c:pt>
                <c:pt idx="369">
                  <c:v>0</c:v>
                </c:pt>
                <c:pt idx="370">
                  <c:v>180.00032100000001</c:v>
                </c:pt>
                <c:pt idx="371">
                  <c:v>180.00032100000001</c:v>
                </c:pt>
                <c:pt idx="372">
                  <c:v>333.91966100000002</c:v>
                </c:pt>
                <c:pt idx="373">
                  <c:v>333.91966100000002</c:v>
                </c:pt>
                <c:pt idx="374">
                  <c:v>570.00009999999997</c:v>
                </c:pt>
                <c:pt idx="375">
                  <c:v>570.00009999999997</c:v>
                </c:pt>
                <c:pt idx="376">
                  <c:v>540.24577599999998</c:v>
                </c:pt>
                <c:pt idx="377">
                  <c:v>540.24577599999998</c:v>
                </c:pt>
                <c:pt idx="378">
                  <c:v>725.01538500000004</c:v>
                </c:pt>
                <c:pt idx="379">
                  <c:v>725.01538500000004</c:v>
                </c:pt>
                <c:pt idx="380">
                  <c:v>870</c:v>
                </c:pt>
                <c:pt idx="381">
                  <c:v>870</c:v>
                </c:pt>
                <c:pt idx="382">
                  <c:v>900</c:v>
                </c:pt>
                <c:pt idx="383">
                  <c:v>900</c:v>
                </c:pt>
                <c:pt idx="384">
                  <c:v>900</c:v>
                </c:pt>
                <c:pt idx="385">
                  <c:v>900</c:v>
                </c:pt>
                <c:pt idx="386">
                  <c:v>810</c:v>
                </c:pt>
                <c:pt idx="387">
                  <c:v>810</c:v>
                </c:pt>
                <c:pt idx="388">
                  <c:v>218.125776</c:v>
                </c:pt>
                <c:pt idx="389">
                  <c:v>218.125776</c:v>
                </c:pt>
                <c:pt idx="390">
                  <c:v>302.92001800000003</c:v>
                </c:pt>
                <c:pt idx="391">
                  <c:v>302.92001800000003</c:v>
                </c:pt>
                <c:pt idx="392">
                  <c:v>200</c:v>
                </c:pt>
                <c:pt idx="393">
                  <c:v>200</c:v>
                </c:pt>
                <c:pt idx="394">
                  <c:v>200</c:v>
                </c:pt>
                <c:pt idx="395">
                  <c:v>200</c:v>
                </c:pt>
                <c:pt idx="396">
                  <c:v>200</c:v>
                </c:pt>
                <c:pt idx="397">
                  <c:v>200</c:v>
                </c:pt>
                <c:pt idx="398">
                  <c:v>200</c:v>
                </c:pt>
                <c:pt idx="399">
                  <c:v>200</c:v>
                </c:pt>
                <c:pt idx="400">
                  <c:v>270.00020000000001</c:v>
                </c:pt>
                <c:pt idx="401">
                  <c:v>270.00020000000001</c:v>
                </c:pt>
                <c:pt idx="402">
                  <c:v>200</c:v>
                </c:pt>
                <c:pt idx="403">
                  <c:v>200</c:v>
                </c:pt>
                <c:pt idx="404">
                  <c:v>207.81377599999999</c:v>
                </c:pt>
                <c:pt idx="405">
                  <c:v>207.81377599999999</c:v>
                </c:pt>
                <c:pt idx="406">
                  <c:v>210</c:v>
                </c:pt>
                <c:pt idx="407">
                  <c:v>210</c:v>
                </c:pt>
                <c:pt idx="408">
                  <c:v>200</c:v>
                </c:pt>
                <c:pt idx="409">
                  <c:v>200</c:v>
                </c:pt>
                <c:pt idx="410">
                  <c:v>301.32073600000001</c:v>
                </c:pt>
                <c:pt idx="411">
                  <c:v>301.32073600000001</c:v>
                </c:pt>
                <c:pt idx="412">
                  <c:v>200</c:v>
                </c:pt>
                <c:pt idx="413">
                  <c:v>200</c:v>
                </c:pt>
                <c:pt idx="414">
                  <c:v>200</c:v>
                </c:pt>
                <c:pt idx="415">
                  <c:v>200</c:v>
                </c:pt>
                <c:pt idx="416">
                  <c:v>200</c:v>
                </c:pt>
                <c:pt idx="417">
                  <c:v>200</c:v>
                </c:pt>
                <c:pt idx="418">
                  <c:v>432.21136799999999</c:v>
                </c:pt>
                <c:pt idx="419">
                  <c:v>432.21136799999999</c:v>
                </c:pt>
                <c:pt idx="420">
                  <c:v>222.21062599999999</c:v>
                </c:pt>
                <c:pt idx="421">
                  <c:v>222.21062599999999</c:v>
                </c:pt>
                <c:pt idx="422">
                  <c:v>209.45364799999999</c:v>
                </c:pt>
                <c:pt idx="423">
                  <c:v>209.45364799999999</c:v>
                </c:pt>
                <c:pt idx="424">
                  <c:v>206.886572</c:v>
                </c:pt>
                <c:pt idx="425">
                  <c:v>206.886572</c:v>
                </c:pt>
                <c:pt idx="426">
                  <c:v>345.37714699999998</c:v>
                </c:pt>
                <c:pt idx="427">
                  <c:v>345.37714699999998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14.975285</c:v>
                </c:pt>
                <c:pt idx="457">
                  <c:v>14.975285</c:v>
                </c:pt>
                <c:pt idx="458">
                  <c:v>60</c:v>
                </c:pt>
                <c:pt idx="459">
                  <c:v>60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17.134450000000001</c:v>
                </c:pt>
                <c:pt idx="473">
                  <c:v>17.134450000000001</c:v>
                </c:pt>
                <c:pt idx="474">
                  <c:v>14.261786000000001</c:v>
                </c:pt>
                <c:pt idx="475">
                  <c:v>14.261786000000001</c:v>
                </c:pt>
                <c:pt idx="476">
                  <c:v>1E-4</c:v>
                </c:pt>
                <c:pt idx="477">
                  <c:v>1E-4</c:v>
                </c:pt>
                <c:pt idx="478">
                  <c:v>17.003454999999999</c:v>
                </c:pt>
                <c:pt idx="479">
                  <c:v>17.003454999999999</c:v>
                </c:pt>
                <c:pt idx="480">
                  <c:v>30.0001</c:v>
                </c:pt>
                <c:pt idx="481">
                  <c:v>30.0001</c:v>
                </c:pt>
                <c:pt idx="482">
                  <c:v>12.210005000000001</c:v>
                </c:pt>
                <c:pt idx="483">
                  <c:v>12.210005000000001</c:v>
                </c:pt>
                <c:pt idx="484">
                  <c:v>120.0001</c:v>
                </c:pt>
                <c:pt idx="485">
                  <c:v>120.0001</c:v>
                </c:pt>
                <c:pt idx="486">
                  <c:v>118.26562300000001</c:v>
                </c:pt>
                <c:pt idx="487">
                  <c:v>118.26562300000001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60.000520999999999</c:v>
                </c:pt>
                <c:pt idx="497">
                  <c:v>60.000520999999999</c:v>
                </c:pt>
                <c:pt idx="498">
                  <c:v>150</c:v>
                </c:pt>
                <c:pt idx="499">
                  <c:v>150</c:v>
                </c:pt>
                <c:pt idx="500">
                  <c:v>90.668754000000007</c:v>
                </c:pt>
                <c:pt idx="501">
                  <c:v>90.668754000000007</c:v>
                </c:pt>
                <c:pt idx="502">
                  <c:v>90.000100000000003</c:v>
                </c:pt>
                <c:pt idx="503">
                  <c:v>90.000100000000003</c:v>
                </c:pt>
                <c:pt idx="504">
                  <c:v>70.496637000000007</c:v>
                </c:pt>
                <c:pt idx="505">
                  <c:v>70.496637000000007</c:v>
                </c:pt>
                <c:pt idx="506">
                  <c:v>1E-4</c:v>
                </c:pt>
                <c:pt idx="507">
                  <c:v>1E-4</c:v>
                </c:pt>
                <c:pt idx="508">
                  <c:v>35.212321000000003</c:v>
                </c:pt>
                <c:pt idx="509">
                  <c:v>35.212321000000003</c:v>
                </c:pt>
                <c:pt idx="510">
                  <c:v>0</c:v>
                </c:pt>
                <c:pt idx="511">
                  <c:v>0</c:v>
                </c:pt>
                <c:pt idx="512">
                  <c:v>5.2099999999999998E-4</c:v>
                </c:pt>
                <c:pt idx="513">
                  <c:v>5.2099999999999998E-4</c:v>
                </c:pt>
                <c:pt idx="514">
                  <c:v>4.2099999999999999E-4</c:v>
                </c:pt>
                <c:pt idx="515">
                  <c:v>4.2099999999999999E-4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60</c:v>
                </c:pt>
                <c:pt idx="549">
                  <c:v>60</c:v>
                </c:pt>
                <c:pt idx="550">
                  <c:v>57.312550999999999</c:v>
                </c:pt>
                <c:pt idx="551">
                  <c:v>57.312550999999999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60</c:v>
                </c:pt>
                <c:pt idx="559">
                  <c:v>60</c:v>
                </c:pt>
                <c:pt idx="560">
                  <c:v>120</c:v>
                </c:pt>
                <c:pt idx="561">
                  <c:v>120</c:v>
                </c:pt>
                <c:pt idx="562">
                  <c:v>150</c:v>
                </c:pt>
                <c:pt idx="563">
                  <c:v>150</c:v>
                </c:pt>
                <c:pt idx="564">
                  <c:v>189.441498</c:v>
                </c:pt>
                <c:pt idx="565">
                  <c:v>189.441498</c:v>
                </c:pt>
                <c:pt idx="566">
                  <c:v>480.00009999999997</c:v>
                </c:pt>
                <c:pt idx="567">
                  <c:v>480.00009999999997</c:v>
                </c:pt>
                <c:pt idx="568">
                  <c:v>582.77045399999997</c:v>
                </c:pt>
                <c:pt idx="569">
                  <c:v>582.77045399999997</c:v>
                </c:pt>
                <c:pt idx="570">
                  <c:v>651.85106900000005</c:v>
                </c:pt>
                <c:pt idx="571">
                  <c:v>651.85106900000005</c:v>
                </c:pt>
                <c:pt idx="572">
                  <c:v>531.05302500000005</c:v>
                </c:pt>
                <c:pt idx="573">
                  <c:v>531.05302500000005</c:v>
                </c:pt>
                <c:pt idx="574">
                  <c:v>588.210598</c:v>
                </c:pt>
                <c:pt idx="575">
                  <c:v>588.210598</c:v>
                </c:pt>
                <c:pt idx="576">
                  <c:v>660.00009999999997</c:v>
                </c:pt>
                <c:pt idx="577">
                  <c:v>660.00009999999997</c:v>
                </c:pt>
                <c:pt idx="578">
                  <c:v>654.25614900000005</c:v>
                </c:pt>
                <c:pt idx="579">
                  <c:v>654.25614900000005</c:v>
                </c:pt>
                <c:pt idx="580">
                  <c:v>780.00009999999997</c:v>
                </c:pt>
                <c:pt idx="581">
                  <c:v>780.00009999999997</c:v>
                </c:pt>
                <c:pt idx="582">
                  <c:v>764.91835100000003</c:v>
                </c:pt>
                <c:pt idx="583">
                  <c:v>764.91835100000003</c:v>
                </c:pt>
                <c:pt idx="584">
                  <c:v>532.77660200000003</c:v>
                </c:pt>
                <c:pt idx="585">
                  <c:v>532.77660200000003</c:v>
                </c:pt>
                <c:pt idx="586">
                  <c:v>750</c:v>
                </c:pt>
                <c:pt idx="587">
                  <c:v>750</c:v>
                </c:pt>
                <c:pt idx="588">
                  <c:v>595.35482400000001</c:v>
                </c:pt>
                <c:pt idx="589">
                  <c:v>595.35482400000001</c:v>
                </c:pt>
                <c:pt idx="590">
                  <c:v>200</c:v>
                </c:pt>
                <c:pt idx="591">
                  <c:v>200</c:v>
                </c:pt>
                <c:pt idx="592">
                  <c:v>200</c:v>
                </c:pt>
                <c:pt idx="593">
                  <c:v>200</c:v>
                </c:pt>
                <c:pt idx="594">
                  <c:v>200</c:v>
                </c:pt>
                <c:pt idx="595">
                  <c:v>200</c:v>
                </c:pt>
                <c:pt idx="596">
                  <c:v>200</c:v>
                </c:pt>
                <c:pt idx="597">
                  <c:v>200</c:v>
                </c:pt>
                <c:pt idx="598">
                  <c:v>200</c:v>
                </c:pt>
                <c:pt idx="599">
                  <c:v>200</c:v>
                </c:pt>
                <c:pt idx="600">
                  <c:v>200</c:v>
                </c:pt>
                <c:pt idx="601">
                  <c:v>200</c:v>
                </c:pt>
                <c:pt idx="602">
                  <c:v>200</c:v>
                </c:pt>
                <c:pt idx="603">
                  <c:v>200</c:v>
                </c:pt>
                <c:pt idx="604">
                  <c:v>189.69175200000001</c:v>
                </c:pt>
                <c:pt idx="605">
                  <c:v>189.69175200000001</c:v>
                </c:pt>
                <c:pt idx="606">
                  <c:v>120.000721</c:v>
                </c:pt>
                <c:pt idx="607">
                  <c:v>120.000721</c:v>
                </c:pt>
                <c:pt idx="608">
                  <c:v>199.999279</c:v>
                </c:pt>
                <c:pt idx="609">
                  <c:v>199.999279</c:v>
                </c:pt>
                <c:pt idx="610">
                  <c:v>87.296113000000005</c:v>
                </c:pt>
                <c:pt idx="611">
                  <c:v>87.296113000000005</c:v>
                </c:pt>
                <c:pt idx="612">
                  <c:v>170.0001</c:v>
                </c:pt>
                <c:pt idx="613">
                  <c:v>170.0001</c:v>
                </c:pt>
                <c:pt idx="614">
                  <c:v>200</c:v>
                </c:pt>
                <c:pt idx="615">
                  <c:v>200</c:v>
                </c:pt>
                <c:pt idx="616">
                  <c:v>199.999751</c:v>
                </c:pt>
                <c:pt idx="617">
                  <c:v>199.999751</c:v>
                </c:pt>
                <c:pt idx="618">
                  <c:v>200</c:v>
                </c:pt>
                <c:pt idx="619">
                  <c:v>200</c:v>
                </c:pt>
                <c:pt idx="620">
                  <c:v>145.471576</c:v>
                </c:pt>
                <c:pt idx="621">
                  <c:v>145.471576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14.975384999999999</c:v>
                </c:pt>
                <c:pt idx="647">
                  <c:v>14.975384999999999</c:v>
                </c:pt>
                <c:pt idx="648">
                  <c:v>1E-4</c:v>
                </c:pt>
                <c:pt idx="649">
                  <c:v>1E-4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1E-4</c:v>
                </c:pt>
                <c:pt idx="659">
                  <c:v>1E-4</c:v>
                </c:pt>
                <c:pt idx="660">
                  <c:v>91.940655000000007</c:v>
                </c:pt>
                <c:pt idx="661">
                  <c:v>91.940655000000007</c:v>
                </c:pt>
                <c:pt idx="662">
                  <c:v>1E-4</c:v>
                </c:pt>
                <c:pt idx="663">
                  <c:v>1E-4</c:v>
                </c:pt>
                <c:pt idx="664">
                  <c:v>22.490652999999998</c:v>
                </c:pt>
                <c:pt idx="665">
                  <c:v>22.490652999999998</c:v>
                </c:pt>
                <c:pt idx="666">
                  <c:v>1E-4</c:v>
                </c:pt>
                <c:pt idx="667">
                  <c:v>1E-4</c:v>
                </c:pt>
                <c:pt idx="668">
                  <c:v>0</c:v>
                </c:pt>
                <c:pt idx="669">
                  <c:v>0</c:v>
                </c:pt>
                <c:pt idx="670">
                  <c:v>59.999899999999997</c:v>
                </c:pt>
                <c:pt idx="671">
                  <c:v>59.999899999999997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14.261265</c:v>
                </c:pt>
                <c:pt idx="677">
                  <c:v>14.261265</c:v>
                </c:pt>
                <c:pt idx="678">
                  <c:v>0</c:v>
                </c:pt>
                <c:pt idx="679">
                  <c:v>0</c:v>
                </c:pt>
                <c:pt idx="680">
                  <c:v>60.000421000000003</c:v>
                </c:pt>
                <c:pt idx="681">
                  <c:v>60.000421000000003</c:v>
                </c:pt>
                <c:pt idx="682">
                  <c:v>60</c:v>
                </c:pt>
                <c:pt idx="683">
                  <c:v>60</c:v>
                </c:pt>
                <c:pt idx="684">
                  <c:v>60</c:v>
                </c:pt>
                <c:pt idx="685">
                  <c:v>60</c:v>
                </c:pt>
                <c:pt idx="686">
                  <c:v>17.134550000000001</c:v>
                </c:pt>
                <c:pt idx="687">
                  <c:v>17.134550000000001</c:v>
                </c:pt>
                <c:pt idx="688">
                  <c:v>5.2099999999999998E-4</c:v>
                </c:pt>
                <c:pt idx="689">
                  <c:v>5.2099999999999998E-4</c:v>
                </c:pt>
                <c:pt idx="690">
                  <c:v>1E-4</c:v>
                </c:pt>
                <c:pt idx="691">
                  <c:v>1E-4</c:v>
                </c:pt>
                <c:pt idx="692">
                  <c:v>0</c:v>
                </c:pt>
                <c:pt idx="693">
                  <c:v>0</c:v>
                </c:pt>
                <c:pt idx="694">
                  <c:v>12.210426</c:v>
                </c:pt>
                <c:pt idx="695">
                  <c:v>12.210426</c:v>
                </c:pt>
                <c:pt idx="696">
                  <c:v>59.999899999999997</c:v>
                </c:pt>
                <c:pt idx="697">
                  <c:v>59.999899999999997</c:v>
                </c:pt>
                <c:pt idx="698">
                  <c:v>1E-4</c:v>
                </c:pt>
                <c:pt idx="699">
                  <c:v>1E-4</c:v>
                </c:pt>
                <c:pt idx="700">
                  <c:v>60</c:v>
                </c:pt>
                <c:pt idx="701">
                  <c:v>60</c:v>
                </c:pt>
                <c:pt idx="702">
                  <c:v>0</c:v>
                </c:pt>
                <c:pt idx="703">
                  <c:v>0</c:v>
                </c:pt>
                <c:pt idx="704">
                  <c:v>30.467047000000001</c:v>
                </c:pt>
                <c:pt idx="705">
                  <c:v>30.467047000000001</c:v>
                </c:pt>
                <c:pt idx="706">
                  <c:v>11.744</c:v>
                </c:pt>
                <c:pt idx="707">
                  <c:v>11.744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60</c:v>
                </c:pt>
                <c:pt idx="745">
                  <c:v>60</c:v>
                </c:pt>
                <c:pt idx="746">
                  <c:v>39.125990999999999</c:v>
                </c:pt>
                <c:pt idx="747">
                  <c:v>39.125990999999999</c:v>
                </c:pt>
                <c:pt idx="748">
                  <c:v>90</c:v>
                </c:pt>
                <c:pt idx="749">
                  <c:v>90</c:v>
                </c:pt>
                <c:pt idx="750">
                  <c:v>210</c:v>
                </c:pt>
                <c:pt idx="751">
                  <c:v>210</c:v>
                </c:pt>
                <c:pt idx="752">
                  <c:v>180</c:v>
                </c:pt>
                <c:pt idx="753">
                  <c:v>180</c:v>
                </c:pt>
                <c:pt idx="754">
                  <c:v>185.52663799999999</c:v>
                </c:pt>
                <c:pt idx="755">
                  <c:v>185.52663799999999</c:v>
                </c:pt>
                <c:pt idx="756">
                  <c:v>390</c:v>
                </c:pt>
                <c:pt idx="757">
                  <c:v>390</c:v>
                </c:pt>
                <c:pt idx="758">
                  <c:v>295.41427700000003</c:v>
                </c:pt>
                <c:pt idx="759">
                  <c:v>295.41427700000003</c:v>
                </c:pt>
                <c:pt idx="760">
                  <c:v>629.99986000000001</c:v>
                </c:pt>
                <c:pt idx="761">
                  <c:v>629.99986000000001</c:v>
                </c:pt>
                <c:pt idx="762">
                  <c:v>750</c:v>
                </c:pt>
                <c:pt idx="763">
                  <c:v>750</c:v>
                </c:pt>
                <c:pt idx="764">
                  <c:v>810</c:v>
                </c:pt>
                <c:pt idx="765">
                  <c:v>810</c:v>
                </c:pt>
                <c:pt idx="766">
                  <c:v>780</c:v>
                </c:pt>
                <c:pt idx="767">
                  <c:v>780</c:v>
                </c:pt>
                <c:pt idx="768">
                  <c:v>528.09256200000004</c:v>
                </c:pt>
                <c:pt idx="769">
                  <c:v>528.09256200000004</c:v>
                </c:pt>
                <c:pt idx="770">
                  <c:v>620.33528100000001</c:v>
                </c:pt>
                <c:pt idx="771">
                  <c:v>620.33528100000001</c:v>
                </c:pt>
                <c:pt idx="772">
                  <c:v>568.57858899999997</c:v>
                </c:pt>
                <c:pt idx="773">
                  <c:v>568.57858899999997</c:v>
                </c:pt>
                <c:pt idx="774">
                  <c:v>623.82221600000003</c:v>
                </c:pt>
                <c:pt idx="775">
                  <c:v>623.82221600000003</c:v>
                </c:pt>
                <c:pt idx="776">
                  <c:v>493.30633599999999</c:v>
                </c:pt>
                <c:pt idx="777">
                  <c:v>493.30633599999999</c:v>
                </c:pt>
                <c:pt idx="778">
                  <c:v>668.39997800000003</c:v>
                </c:pt>
                <c:pt idx="779">
                  <c:v>668.39997800000003</c:v>
                </c:pt>
                <c:pt idx="780">
                  <c:v>518.46631300000001</c:v>
                </c:pt>
                <c:pt idx="781">
                  <c:v>518.46631300000001</c:v>
                </c:pt>
                <c:pt idx="782">
                  <c:v>349.20524899999998</c:v>
                </c:pt>
                <c:pt idx="783">
                  <c:v>349.20524899999998</c:v>
                </c:pt>
                <c:pt idx="784">
                  <c:v>229.84187800000001</c:v>
                </c:pt>
                <c:pt idx="785">
                  <c:v>229.84187800000001</c:v>
                </c:pt>
                <c:pt idx="786">
                  <c:v>130.665244</c:v>
                </c:pt>
                <c:pt idx="787">
                  <c:v>130.665244</c:v>
                </c:pt>
                <c:pt idx="788">
                  <c:v>247.07817900000001</c:v>
                </c:pt>
                <c:pt idx="789">
                  <c:v>247.07817900000001</c:v>
                </c:pt>
                <c:pt idx="790">
                  <c:v>90.000200000000007</c:v>
                </c:pt>
                <c:pt idx="791">
                  <c:v>90.000200000000007</c:v>
                </c:pt>
                <c:pt idx="792">
                  <c:v>124.420232</c:v>
                </c:pt>
                <c:pt idx="793">
                  <c:v>124.420232</c:v>
                </c:pt>
                <c:pt idx="794">
                  <c:v>166.16990899999999</c:v>
                </c:pt>
                <c:pt idx="795">
                  <c:v>166.16990899999999</c:v>
                </c:pt>
                <c:pt idx="796">
                  <c:v>200</c:v>
                </c:pt>
                <c:pt idx="797">
                  <c:v>200</c:v>
                </c:pt>
                <c:pt idx="798">
                  <c:v>167.313795</c:v>
                </c:pt>
                <c:pt idx="799">
                  <c:v>167.313795</c:v>
                </c:pt>
                <c:pt idx="800">
                  <c:v>200</c:v>
                </c:pt>
                <c:pt idx="801">
                  <c:v>200</c:v>
                </c:pt>
                <c:pt idx="802">
                  <c:v>168.68912900000001</c:v>
                </c:pt>
                <c:pt idx="803">
                  <c:v>168.68912900000001</c:v>
                </c:pt>
                <c:pt idx="804">
                  <c:v>163.521398</c:v>
                </c:pt>
                <c:pt idx="805">
                  <c:v>163.521398</c:v>
                </c:pt>
                <c:pt idx="806">
                  <c:v>200</c:v>
                </c:pt>
                <c:pt idx="807">
                  <c:v>200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30</c:v>
                </c:pt>
                <c:pt idx="847">
                  <c:v>30</c:v>
                </c:pt>
                <c:pt idx="848">
                  <c:v>0</c:v>
                </c:pt>
                <c:pt idx="849">
                  <c:v>0</c:v>
                </c:pt>
                <c:pt idx="850">
                  <c:v>30</c:v>
                </c:pt>
                <c:pt idx="851">
                  <c:v>30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1E-4</c:v>
                </c:pt>
                <c:pt idx="869">
                  <c:v>1E-4</c:v>
                </c:pt>
                <c:pt idx="870">
                  <c:v>60</c:v>
                </c:pt>
                <c:pt idx="871">
                  <c:v>60</c:v>
                </c:pt>
                <c:pt idx="872">
                  <c:v>1E-4</c:v>
                </c:pt>
                <c:pt idx="873">
                  <c:v>1E-4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15.340418</c:v>
                </c:pt>
                <c:pt idx="879">
                  <c:v>15.340418</c:v>
                </c:pt>
                <c:pt idx="880">
                  <c:v>60.000100000000003</c:v>
                </c:pt>
                <c:pt idx="881">
                  <c:v>60.000100000000003</c:v>
                </c:pt>
                <c:pt idx="882">
                  <c:v>106.05519700000001</c:v>
                </c:pt>
                <c:pt idx="883">
                  <c:v>106.05519700000001</c:v>
                </c:pt>
                <c:pt idx="884">
                  <c:v>60</c:v>
                </c:pt>
                <c:pt idx="885">
                  <c:v>60</c:v>
                </c:pt>
                <c:pt idx="886">
                  <c:v>17.134550000000001</c:v>
                </c:pt>
                <c:pt idx="887">
                  <c:v>17.134550000000001</c:v>
                </c:pt>
                <c:pt idx="888">
                  <c:v>0</c:v>
                </c:pt>
                <c:pt idx="889">
                  <c:v>0</c:v>
                </c:pt>
                <c:pt idx="890">
                  <c:v>45.210044000000003</c:v>
                </c:pt>
                <c:pt idx="891">
                  <c:v>45.210044000000003</c:v>
                </c:pt>
                <c:pt idx="892">
                  <c:v>1E-4</c:v>
                </c:pt>
                <c:pt idx="893">
                  <c:v>1E-4</c:v>
                </c:pt>
                <c:pt idx="894">
                  <c:v>1E-4</c:v>
                </c:pt>
                <c:pt idx="895">
                  <c:v>1E-4</c:v>
                </c:pt>
                <c:pt idx="896">
                  <c:v>16.055396999999999</c:v>
                </c:pt>
                <c:pt idx="897">
                  <c:v>16.055396999999999</c:v>
                </c:pt>
                <c:pt idx="898">
                  <c:v>13.055899999999999</c:v>
                </c:pt>
                <c:pt idx="899">
                  <c:v>13.055899999999999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16.055097</c:v>
                </c:pt>
                <c:pt idx="937">
                  <c:v>16.055097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60</c:v>
                </c:pt>
                <c:pt idx="943">
                  <c:v>60</c:v>
                </c:pt>
                <c:pt idx="944">
                  <c:v>90</c:v>
                </c:pt>
                <c:pt idx="945">
                  <c:v>90</c:v>
                </c:pt>
                <c:pt idx="946">
                  <c:v>150</c:v>
                </c:pt>
                <c:pt idx="947">
                  <c:v>150</c:v>
                </c:pt>
                <c:pt idx="948">
                  <c:v>240</c:v>
                </c:pt>
                <c:pt idx="949">
                  <c:v>240</c:v>
                </c:pt>
                <c:pt idx="950">
                  <c:v>450</c:v>
                </c:pt>
                <c:pt idx="951">
                  <c:v>450</c:v>
                </c:pt>
                <c:pt idx="952">
                  <c:v>645.51367200000004</c:v>
                </c:pt>
                <c:pt idx="953">
                  <c:v>645.51367200000004</c:v>
                </c:pt>
                <c:pt idx="954">
                  <c:v>750</c:v>
                </c:pt>
                <c:pt idx="955">
                  <c:v>750</c:v>
                </c:pt>
                <c:pt idx="956">
                  <c:v>810</c:v>
                </c:pt>
                <c:pt idx="957">
                  <c:v>810</c:v>
                </c:pt>
                <c:pt idx="958">
                  <c:v>771.74392</c:v>
                </c:pt>
                <c:pt idx="959">
                  <c:v>771.74392</c:v>
                </c:pt>
                <c:pt idx="960">
                  <c:v>700.11709699999994</c:v>
                </c:pt>
                <c:pt idx="961">
                  <c:v>700.11709699999994</c:v>
                </c:pt>
                <c:pt idx="962">
                  <c:v>816.63494700000001</c:v>
                </c:pt>
                <c:pt idx="963">
                  <c:v>816.63494700000001</c:v>
                </c:pt>
                <c:pt idx="964">
                  <c:v>814.72344899999996</c:v>
                </c:pt>
                <c:pt idx="965">
                  <c:v>814.72344899999996</c:v>
                </c:pt>
                <c:pt idx="966">
                  <c:v>666.19472099999996</c:v>
                </c:pt>
                <c:pt idx="967">
                  <c:v>666.19472099999996</c:v>
                </c:pt>
                <c:pt idx="968">
                  <c:v>622.86576200000002</c:v>
                </c:pt>
                <c:pt idx="969">
                  <c:v>622.86576200000002</c:v>
                </c:pt>
                <c:pt idx="970">
                  <c:v>750</c:v>
                </c:pt>
                <c:pt idx="971">
                  <c:v>750</c:v>
                </c:pt>
                <c:pt idx="972">
                  <c:v>552.33689800000002</c:v>
                </c:pt>
                <c:pt idx="973">
                  <c:v>552.33689800000002</c:v>
                </c:pt>
                <c:pt idx="974">
                  <c:v>585.84417499999995</c:v>
                </c:pt>
                <c:pt idx="975">
                  <c:v>585.84417499999995</c:v>
                </c:pt>
                <c:pt idx="976">
                  <c:v>228.85224700000001</c:v>
                </c:pt>
                <c:pt idx="977">
                  <c:v>228.85224700000001</c:v>
                </c:pt>
                <c:pt idx="978">
                  <c:v>317.894453</c:v>
                </c:pt>
                <c:pt idx="979">
                  <c:v>317.894453</c:v>
                </c:pt>
                <c:pt idx="980">
                  <c:v>200</c:v>
                </c:pt>
                <c:pt idx="981">
                  <c:v>200</c:v>
                </c:pt>
                <c:pt idx="982">
                  <c:v>180.0001</c:v>
                </c:pt>
                <c:pt idx="983">
                  <c:v>180.0001</c:v>
                </c:pt>
                <c:pt idx="984">
                  <c:v>200</c:v>
                </c:pt>
                <c:pt idx="985">
                  <c:v>200</c:v>
                </c:pt>
                <c:pt idx="986">
                  <c:v>121.515135</c:v>
                </c:pt>
                <c:pt idx="987">
                  <c:v>121.515135</c:v>
                </c:pt>
                <c:pt idx="988">
                  <c:v>90</c:v>
                </c:pt>
                <c:pt idx="989">
                  <c:v>90</c:v>
                </c:pt>
                <c:pt idx="990">
                  <c:v>0</c:v>
                </c:pt>
                <c:pt idx="991">
                  <c:v>0</c:v>
                </c:pt>
                <c:pt idx="992">
                  <c:v>72.491287</c:v>
                </c:pt>
                <c:pt idx="993">
                  <c:v>72.491287</c:v>
                </c:pt>
                <c:pt idx="994">
                  <c:v>180.0001</c:v>
                </c:pt>
                <c:pt idx="995">
                  <c:v>180.0001</c:v>
                </c:pt>
                <c:pt idx="996">
                  <c:v>149.999379</c:v>
                </c:pt>
                <c:pt idx="997">
                  <c:v>149.999379</c:v>
                </c:pt>
                <c:pt idx="998">
                  <c:v>162.21072599999999</c:v>
                </c:pt>
                <c:pt idx="999">
                  <c:v>162.21072599999999</c:v>
                </c:pt>
                <c:pt idx="1000">
                  <c:v>200</c:v>
                </c:pt>
                <c:pt idx="1001">
                  <c:v>200</c:v>
                </c:pt>
                <c:pt idx="1002">
                  <c:v>199.133498</c:v>
                </c:pt>
                <c:pt idx="1003">
                  <c:v>199.133498</c:v>
                </c:pt>
                <c:pt idx="1004">
                  <c:v>200</c:v>
                </c:pt>
                <c:pt idx="1005">
                  <c:v>200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30</c:v>
                </c:pt>
                <c:pt idx="1115">
                  <c:v>30</c:v>
                </c:pt>
                <c:pt idx="1116">
                  <c:v>0</c:v>
                </c:pt>
                <c:pt idx="1117">
                  <c:v>0</c:v>
                </c:pt>
                <c:pt idx="1118">
                  <c:v>1E-4</c:v>
                </c:pt>
                <c:pt idx="1119">
                  <c:v>1E-4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76.055296999999996</c:v>
                </c:pt>
                <c:pt idx="1129">
                  <c:v>76.055296999999996</c:v>
                </c:pt>
                <c:pt idx="1130">
                  <c:v>0</c:v>
                </c:pt>
                <c:pt idx="1131">
                  <c:v>0</c:v>
                </c:pt>
                <c:pt idx="1132">
                  <c:v>60</c:v>
                </c:pt>
                <c:pt idx="1133">
                  <c:v>60</c:v>
                </c:pt>
                <c:pt idx="1134">
                  <c:v>90</c:v>
                </c:pt>
                <c:pt idx="1135">
                  <c:v>90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47.295921999999997</c:v>
                </c:pt>
                <c:pt idx="1145">
                  <c:v>47.295921999999997</c:v>
                </c:pt>
                <c:pt idx="1146">
                  <c:v>255.726573</c:v>
                </c:pt>
                <c:pt idx="1147">
                  <c:v>255.726573</c:v>
                </c:pt>
                <c:pt idx="1148">
                  <c:v>390</c:v>
                </c:pt>
                <c:pt idx="1149">
                  <c:v>390</c:v>
                </c:pt>
                <c:pt idx="1150">
                  <c:v>270</c:v>
                </c:pt>
                <c:pt idx="1151">
                  <c:v>270</c:v>
                </c:pt>
                <c:pt idx="1152">
                  <c:v>484.26900000000001</c:v>
                </c:pt>
                <c:pt idx="1153">
                  <c:v>484.26900000000001</c:v>
                </c:pt>
                <c:pt idx="1154">
                  <c:v>698.98281799999995</c:v>
                </c:pt>
                <c:pt idx="1155">
                  <c:v>698.98281799999995</c:v>
                </c:pt>
                <c:pt idx="1156">
                  <c:v>750</c:v>
                </c:pt>
                <c:pt idx="1157">
                  <c:v>750</c:v>
                </c:pt>
                <c:pt idx="1158">
                  <c:v>707.28141300000004</c:v>
                </c:pt>
                <c:pt idx="1159">
                  <c:v>707.28141300000004</c:v>
                </c:pt>
                <c:pt idx="1160">
                  <c:v>180.00094200000001</c:v>
                </c:pt>
                <c:pt idx="1161">
                  <c:v>180.00094200000001</c:v>
                </c:pt>
                <c:pt idx="1162">
                  <c:v>330</c:v>
                </c:pt>
                <c:pt idx="1163">
                  <c:v>330</c:v>
                </c:pt>
                <c:pt idx="1164">
                  <c:v>330.00009999999997</c:v>
                </c:pt>
                <c:pt idx="1165">
                  <c:v>330.00009999999997</c:v>
                </c:pt>
                <c:pt idx="1166">
                  <c:v>270</c:v>
                </c:pt>
                <c:pt idx="1167">
                  <c:v>270</c:v>
                </c:pt>
                <c:pt idx="1168">
                  <c:v>120</c:v>
                </c:pt>
                <c:pt idx="1169">
                  <c:v>120</c:v>
                </c:pt>
                <c:pt idx="1170">
                  <c:v>120</c:v>
                </c:pt>
                <c:pt idx="1171">
                  <c:v>120</c:v>
                </c:pt>
                <c:pt idx="1172">
                  <c:v>120</c:v>
                </c:pt>
                <c:pt idx="1173">
                  <c:v>120</c:v>
                </c:pt>
                <c:pt idx="1174">
                  <c:v>182.70762500000001</c:v>
                </c:pt>
                <c:pt idx="1175">
                  <c:v>182.70762500000001</c:v>
                </c:pt>
                <c:pt idx="1176">
                  <c:v>192.21062599999999</c:v>
                </c:pt>
                <c:pt idx="1177">
                  <c:v>192.21062599999999</c:v>
                </c:pt>
                <c:pt idx="1178">
                  <c:v>330.00042100000002</c:v>
                </c:pt>
                <c:pt idx="1179">
                  <c:v>330.00042100000002</c:v>
                </c:pt>
                <c:pt idx="1180">
                  <c:v>127.218096</c:v>
                </c:pt>
                <c:pt idx="1181">
                  <c:v>127.218096</c:v>
                </c:pt>
                <c:pt idx="1182">
                  <c:v>120</c:v>
                </c:pt>
                <c:pt idx="1183">
                  <c:v>120</c:v>
                </c:pt>
                <c:pt idx="1184">
                  <c:v>418.27875499999999</c:v>
                </c:pt>
                <c:pt idx="1185">
                  <c:v>418.27875499999999</c:v>
                </c:pt>
                <c:pt idx="1186">
                  <c:v>598.27946999999995</c:v>
                </c:pt>
                <c:pt idx="1187">
                  <c:v>598.27946999999995</c:v>
                </c:pt>
                <c:pt idx="1188">
                  <c:v>584.83521299999995</c:v>
                </c:pt>
                <c:pt idx="1189">
                  <c:v>584.83521299999995</c:v>
                </c:pt>
                <c:pt idx="1190">
                  <c:v>492.21198900000002</c:v>
                </c:pt>
                <c:pt idx="1191">
                  <c:v>492.21198900000002</c:v>
                </c:pt>
                <c:pt idx="1192">
                  <c:v>184.66429199999999</c:v>
                </c:pt>
                <c:pt idx="1193">
                  <c:v>184.66429199999999</c:v>
                </c:pt>
                <c:pt idx="1194">
                  <c:v>462.21094699999998</c:v>
                </c:pt>
                <c:pt idx="1195">
                  <c:v>462.21094699999998</c:v>
                </c:pt>
                <c:pt idx="1196">
                  <c:v>420</c:v>
                </c:pt>
                <c:pt idx="1197">
                  <c:v>420</c:v>
                </c:pt>
                <c:pt idx="1198">
                  <c:v>359.99990000000003</c:v>
                </c:pt>
                <c:pt idx="1199">
                  <c:v>359.99990000000003</c:v>
                </c:pt>
                <c:pt idx="1200">
                  <c:v>139.14616100000001</c:v>
                </c:pt>
                <c:pt idx="1201">
                  <c:v>139.14616100000001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30</c:v>
                </c:pt>
                <c:pt idx="1305">
                  <c:v>30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30</c:v>
                </c:pt>
                <c:pt idx="1311">
                  <c:v>30</c:v>
                </c:pt>
                <c:pt idx="1312">
                  <c:v>60</c:v>
                </c:pt>
                <c:pt idx="1313">
                  <c:v>60</c:v>
                </c:pt>
                <c:pt idx="1314">
                  <c:v>32.109730999999996</c:v>
                </c:pt>
                <c:pt idx="1315">
                  <c:v>32.109730999999996</c:v>
                </c:pt>
                <c:pt idx="1316">
                  <c:v>90</c:v>
                </c:pt>
                <c:pt idx="1317">
                  <c:v>90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132.210126</c:v>
                </c:pt>
                <c:pt idx="1323">
                  <c:v>132.210126</c:v>
                </c:pt>
                <c:pt idx="1324">
                  <c:v>146.379716</c:v>
                </c:pt>
                <c:pt idx="1325">
                  <c:v>146.379716</c:v>
                </c:pt>
                <c:pt idx="1326">
                  <c:v>240</c:v>
                </c:pt>
                <c:pt idx="1327">
                  <c:v>240</c:v>
                </c:pt>
                <c:pt idx="1328">
                  <c:v>2.0000000000000001E-4</c:v>
                </c:pt>
                <c:pt idx="1329">
                  <c:v>2.0000000000000001E-4</c:v>
                </c:pt>
                <c:pt idx="1330">
                  <c:v>109.67591400000001</c:v>
                </c:pt>
                <c:pt idx="1331">
                  <c:v>109.67591400000001</c:v>
                </c:pt>
                <c:pt idx="1332">
                  <c:v>90</c:v>
                </c:pt>
                <c:pt idx="1333">
                  <c:v>90</c:v>
                </c:pt>
                <c:pt idx="1334">
                  <c:v>210</c:v>
                </c:pt>
                <c:pt idx="1335">
                  <c:v>210</c:v>
                </c:pt>
                <c:pt idx="1336">
                  <c:v>237.62723299999999</c:v>
                </c:pt>
                <c:pt idx="1337">
                  <c:v>237.62723299999999</c:v>
                </c:pt>
                <c:pt idx="1338">
                  <c:v>360.00009999999997</c:v>
                </c:pt>
                <c:pt idx="1339">
                  <c:v>360.00009999999997</c:v>
                </c:pt>
                <c:pt idx="1340">
                  <c:v>194.753015</c:v>
                </c:pt>
                <c:pt idx="1341">
                  <c:v>194.753015</c:v>
                </c:pt>
                <c:pt idx="1342">
                  <c:v>150</c:v>
                </c:pt>
                <c:pt idx="1343">
                  <c:v>150</c:v>
                </c:pt>
                <c:pt idx="1344">
                  <c:v>215.58415600000001</c:v>
                </c:pt>
                <c:pt idx="1345">
                  <c:v>215.58415600000001</c:v>
                </c:pt>
                <c:pt idx="1346">
                  <c:v>300</c:v>
                </c:pt>
                <c:pt idx="1347">
                  <c:v>300</c:v>
                </c:pt>
                <c:pt idx="1348">
                  <c:v>340.00040000000001</c:v>
                </c:pt>
                <c:pt idx="1349">
                  <c:v>340.00040000000001</c:v>
                </c:pt>
                <c:pt idx="1350">
                  <c:v>360</c:v>
                </c:pt>
                <c:pt idx="1351">
                  <c:v>360</c:v>
                </c:pt>
                <c:pt idx="1352">
                  <c:v>270</c:v>
                </c:pt>
                <c:pt idx="1353">
                  <c:v>270</c:v>
                </c:pt>
                <c:pt idx="1354">
                  <c:v>360.91616399999998</c:v>
                </c:pt>
                <c:pt idx="1355">
                  <c:v>360.91616399999998</c:v>
                </c:pt>
                <c:pt idx="1356">
                  <c:v>469.99959999999999</c:v>
                </c:pt>
                <c:pt idx="1357">
                  <c:v>469.99959999999999</c:v>
                </c:pt>
                <c:pt idx="1358">
                  <c:v>508.09045200000003</c:v>
                </c:pt>
                <c:pt idx="1359">
                  <c:v>508.09045200000003</c:v>
                </c:pt>
                <c:pt idx="1360">
                  <c:v>478.80922800000002</c:v>
                </c:pt>
                <c:pt idx="1361">
                  <c:v>478.80922800000002</c:v>
                </c:pt>
                <c:pt idx="1362">
                  <c:v>349.37580600000001</c:v>
                </c:pt>
                <c:pt idx="1363">
                  <c:v>349.37580600000001</c:v>
                </c:pt>
                <c:pt idx="1364">
                  <c:v>330.00009999999997</c:v>
                </c:pt>
                <c:pt idx="1365">
                  <c:v>330.00009999999997</c:v>
                </c:pt>
                <c:pt idx="1366">
                  <c:v>200</c:v>
                </c:pt>
                <c:pt idx="1367">
                  <c:v>200</c:v>
                </c:pt>
                <c:pt idx="1368">
                  <c:v>200</c:v>
                </c:pt>
                <c:pt idx="1369">
                  <c:v>200</c:v>
                </c:pt>
                <c:pt idx="1370">
                  <c:v>200</c:v>
                </c:pt>
                <c:pt idx="1371">
                  <c:v>200</c:v>
                </c:pt>
                <c:pt idx="1372">
                  <c:v>200</c:v>
                </c:pt>
                <c:pt idx="1373">
                  <c:v>200</c:v>
                </c:pt>
                <c:pt idx="1374">
                  <c:v>164.51966300000001</c:v>
                </c:pt>
                <c:pt idx="1375">
                  <c:v>164.51966300000001</c:v>
                </c:pt>
                <c:pt idx="1376">
                  <c:v>200</c:v>
                </c:pt>
                <c:pt idx="1377">
                  <c:v>200</c:v>
                </c:pt>
                <c:pt idx="1378">
                  <c:v>200</c:v>
                </c:pt>
                <c:pt idx="1379">
                  <c:v>200</c:v>
                </c:pt>
                <c:pt idx="1380">
                  <c:v>200</c:v>
                </c:pt>
                <c:pt idx="1381">
                  <c:v>200</c:v>
                </c:pt>
                <c:pt idx="1382">
                  <c:v>200</c:v>
                </c:pt>
                <c:pt idx="1383">
                  <c:v>200</c:v>
                </c:pt>
                <c:pt idx="1384">
                  <c:v>200</c:v>
                </c:pt>
                <c:pt idx="1385">
                  <c:v>200</c:v>
                </c:pt>
                <c:pt idx="1386">
                  <c:v>200</c:v>
                </c:pt>
                <c:pt idx="1387">
                  <c:v>200</c:v>
                </c:pt>
                <c:pt idx="1388">
                  <c:v>200</c:v>
                </c:pt>
                <c:pt idx="1389">
                  <c:v>200</c:v>
                </c:pt>
                <c:pt idx="1390">
                  <c:v>200</c:v>
                </c:pt>
                <c:pt idx="1391">
                  <c:v>200</c:v>
                </c:pt>
                <c:pt idx="1392">
                  <c:v>200</c:v>
                </c:pt>
                <c:pt idx="1393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32-4179-9716-21C7C2F6F644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Data'!$D$2:$D$1395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1.9963599999999999</c:v>
                </c:pt>
                <c:pt idx="25">
                  <c:v>1.9963599999999999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205.578205</c:v>
                </c:pt>
                <c:pt idx="33">
                  <c:v>205.578205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150</c:v>
                </c:pt>
                <c:pt idx="53">
                  <c:v>150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200</c:v>
                </c:pt>
                <c:pt idx="187">
                  <c:v>200</c:v>
                </c:pt>
                <c:pt idx="188">
                  <c:v>360.00049999999999</c:v>
                </c:pt>
                <c:pt idx="189">
                  <c:v>360.00049999999999</c:v>
                </c:pt>
                <c:pt idx="190">
                  <c:v>216.917294</c:v>
                </c:pt>
                <c:pt idx="191">
                  <c:v>216.917294</c:v>
                </c:pt>
                <c:pt idx="192">
                  <c:v>300</c:v>
                </c:pt>
                <c:pt idx="193">
                  <c:v>300</c:v>
                </c:pt>
                <c:pt idx="194">
                  <c:v>270</c:v>
                </c:pt>
                <c:pt idx="195">
                  <c:v>270</c:v>
                </c:pt>
                <c:pt idx="196">
                  <c:v>210</c:v>
                </c:pt>
                <c:pt idx="197">
                  <c:v>210</c:v>
                </c:pt>
                <c:pt idx="198">
                  <c:v>200</c:v>
                </c:pt>
                <c:pt idx="199">
                  <c:v>200</c:v>
                </c:pt>
                <c:pt idx="200">
                  <c:v>200</c:v>
                </c:pt>
                <c:pt idx="201">
                  <c:v>200</c:v>
                </c:pt>
                <c:pt idx="202">
                  <c:v>307.93111699999997</c:v>
                </c:pt>
                <c:pt idx="203">
                  <c:v>307.93111699999997</c:v>
                </c:pt>
                <c:pt idx="204">
                  <c:v>320.33558099999999</c:v>
                </c:pt>
                <c:pt idx="205">
                  <c:v>320.33558099999999</c:v>
                </c:pt>
                <c:pt idx="206">
                  <c:v>210.0001</c:v>
                </c:pt>
                <c:pt idx="207">
                  <c:v>210.0001</c:v>
                </c:pt>
                <c:pt idx="208">
                  <c:v>299.99987900000002</c:v>
                </c:pt>
                <c:pt idx="209">
                  <c:v>299.99987900000002</c:v>
                </c:pt>
                <c:pt idx="210">
                  <c:v>420.00020000000001</c:v>
                </c:pt>
                <c:pt idx="211">
                  <c:v>420.00020000000001</c:v>
                </c:pt>
                <c:pt idx="212">
                  <c:v>349.04042199999998</c:v>
                </c:pt>
                <c:pt idx="213">
                  <c:v>349.04042199999998</c:v>
                </c:pt>
                <c:pt idx="214">
                  <c:v>342.21114699999998</c:v>
                </c:pt>
                <c:pt idx="215">
                  <c:v>342.21114699999998</c:v>
                </c:pt>
                <c:pt idx="216">
                  <c:v>719.99947899999995</c:v>
                </c:pt>
                <c:pt idx="217">
                  <c:v>719.99947899999995</c:v>
                </c:pt>
                <c:pt idx="218">
                  <c:v>616.90727100000004</c:v>
                </c:pt>
                <c:pt idx="219">
                  <c:v>616.90727100000004</c:v>
                </c:pt>
                <c:pt idx="220">
                  <c:v>480.89429999999999</c:v>
                </c:pt>
                <c:pt idx="221">
                  <c:v>480.89429999999999</c:v>
                </c:pt>
                <c:pt idx="222">
                  <c:v>386.28159299999999</c:v>
                </c:pt>
                <c:pt idx="223">
                  <c:v>386.28159299999999</c:v>
                </c:pt>
                <c:pt idx="224">
                  <c:v>462.21000500000002</c:v>
                </c:pt>
                <c:pt idx="225">
                  <c:v>462.21000500000002</c:v>
                </c:pt>
                <c:pt idx="226">
                  <c:v>268.279991</c:v>
                </c:pt>
                <c:pt idx="227">
                  <c:v>268.279991</c:v>
                </c:pt>
                <c:pt idx="228">
                  <c:v>293.68003299999998</c:v>
                </c:pt>
                <c:pt idx="229">
                  <c:v>293.68003299999998</c:v>
                </c:pt>
                <c:pt idx="230">
                  <c:v>398.01786199999998</c:v>
                </c:pt>
                <c:pt idx="231">
                  <c:v>398.01786199999998</c:v>
                </c:pt>
                <c:pt idx="232">
                  <c:v>331.46781700000003</c:v>
                </c:pt>
                <c:pt idx="233">
                  <c:v>331.46781700000003</c:v>
                </c:pt>
                <c:pt idx="234">
                  <c:v>282.56235099999998</c:v>
                </c:pt>
                <c:pt idx="235">
                  <c:v>282.56235099999998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200.000621</c:v>
                </c:pt>
                <c:pt idx="387">
                  <c:v>200.000621</c:v>
                </c:pt>
                <c:pt idx="388">
                  <c:v>218.125776</c:v>
                </c:pt>
                <c:pt idx="389">
                  <c:v>218.125776</c:v>
                </c:pt>
                <c:pt idx="390">
                  <c:v>302.92001800000003</c:v>
                </c:pt>
                <c:pt idx="391">
                  <c:v>302.92001800000003</c:v>
                </c:pt>
                <c:pt idx="392">
                  <c:v>200</c:v>
                </c:pt>
                <c:pt idx="393">
                  <c:v>200</c:v>
                </c:pt>
                <c:pt idx="394">
                  <c:v>200</c:v>
                </c:pt>
                <c:pt idx="395">
                  <c:v>200</c:v>
                </c:pt>
                <c:pt idx="396">
                  <c:v>200</c:v>
                </c:pt>
                <c:pt idx="397">
                  <c:v>200</c:v>
                </c:pt>
                <c:pt idx="398">
                  <c:v>200</c:v>
                </c:pt>
                <c:pt idx="399">
                  <c:v>200</c:v>
                </c:pt>
                <c:pt idx="400">
                  <c:v>270.00020000000001</c:v>
                </c:pt>
                <c:pt idx="401">
                  <c:v>270.00020000000001</c:v>
                </c:pt>
                <c:pt idx="402">
                  <c:v>200</c:v>
                </c:pt>
                <c:pt idx="403">
                  <c:v>200</c:v>
                </c:pt>
                <c:pt idx="404">
                  <c:v>207.81377599999999</c:v>
                </c:pt>
                <c:pt idx="405">
                  <c:v>207.81377599999999</c:v>
                </c:pt>
                <c:pt idx="406">
                  <c:v>210</c:v>
                </c:pt>
                <c:pt idx="407">
                  <c:v>210</c:v>
                </c:pt>
                <c:pt idx="408">
                  <c:v>200</c:v>
                </c:pt>
                <c:pt idx="409">
                  <c:v>200</c:v>
                </c:pt>
                <c:pt idx="410">
                  <c:v>301.32073600000001</c:v>
                </c:pt>
                <c:pt idx="411">
                  <c:v>301.32073600000001</c:v>
                </c:pt>
                <c:pt idx="412">
                  <c:v>200</c:v>
                </c:pt>
                <c:pt idx="413">
                  <c:v>200</c:v>
                </c:pt>
                <c:pt idx="414">
                  <c:v>200</c:v>
                </c:pt>
                <c:pt idx="415">
                  <c:v>200</c:v>
                </c:pt>
                <c:pt idx="416">
                  <c:v>200</c:v>
                </c:pt>
                <c:pt idx="417">
                  <c:v>200</c:v>
                </c:pt>
                <c:pt idx="418">
                  <c:v>432.21136799999999</c:v>
                </c:pt>
                <c:pt idx="419">
                  <c:v>432.21136799999999</c:v>
                </c:pt>
                <c:pt idx="420">
                  <c:v>222.21062599999999</c:v>
                </c:pt>
                <c:pt idx="421">
                  <c:v>222.21062599999999</c:v>
                </c:pt>
                <c:pt idx="422">
                  <c:v>209.45364799999999</c:v>
                </c:pt>
                <c:pt idx="423">
                  <c:v>209.45364799999999</c:v>
                </c:pt>
                <c:pt idx="424">
                  <c:v>206.886572</c:v>
                </c:pt>
                <c:pt idx="425">
                  <c:v>206.886572</c:v>
                </c:pt>
                <c:pt idx="426">
                  <c:v>345.37714699999998</c:v>
                </c:pt>
                <c:pt idx="427">
                  <c:v>345.37714699999998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200</c:v>
                </c:pt>
                <c:pt idx="593">
                  <c:v>200</c:v>
                </c:pt>
                <c:pt idx="594">
                  <c:v>200</c:v>
                </c:pt>
                <c:pt idx="595">
                  <c:v>200</c:v>
                </c:pt>
                <c:pt idx="596">
                  <c:v>200</c:v>
                </c:pt>
                <c:pt idx="597">
                  <c:v>200</c:v>
                </c:pt>
                <c:pt idx="598">
                  <c:v>200</c:v>
                </c:pt>
                <c:pt idx="599">
                  <c:v>200</c:v>
                </c:pt>
                <c:pt idx="600">
                  <c:v>200</c:v>
                </c:pt>
                <c:pt idx="601">
                  <c:v>200</c:v>
                </c:pt>
                <c:pt idx="602">
                  <c:v>200</c:v>
                </c:pt>
                <c:pt idx="603">
                  <c:v>200</c:v>
                </c:pt>
                <c:pt idx="604">
                  <c:v>189.69175200000001</c:v>
                </c:pt>
                <c:pt idx="605">
                  <c:v>189.69175200000001</c:v>
                </c:pt>
                <c:pt idx="606">
                  <c:v>120.000721</c:v>
                </c:pt>
                <c:pt idx="607">
                  <c:v>120.000721</c:v>
                </c:pt>
                <c:pt idx="608">
                  <c:v>199.999279</c:v>
                </c:pt>
                <c:pt idx="609">
                  <c:v>199.999279</c:v>
                </c:pt>
                <c:pt idx="610">
                  <c:v>87.296113000000005</c:v>
                </c:pt>
                <c:pt idx="611">
                  <c:v>87.296113000000005</c:v>
                </c:pt>
                <c:pt idx="612">
                  <c:v>170.0001</c:v>
                </c:pt>
                <c:pt idx="613">
                  <c:v>170.0001</c:v>
                </c:pt>
                <c:pt idx="614">
                  <c:v>200</c:v>
                </c:pt>
                <c:pt idx="615">
                  <c:v>200</c:v>
                </c:pt>
                <c:pt idx="616">
                  <c:v>199.999751</c:v>
                </c:pt>
                <c:pt idx="617">
                  <c:v>199.999751</c:v>
                </c:pt>
                <c:pt idx="618">
                  <c:v>200</c:v>
                </c:pt>
                <c:pt idx="619">
                  <c:v>200</c:v>
                </c:pt>
                <c:pt idx="620">
                  <c:v>145.471576</c:v>
                </c:pt>
                <c:pt idx="621">
                  <c:v>145.471576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166.16990899999999</c:v>
                </c:pt>
                <c:pt idx="795">
                  <c:v>166.16990899999999</c:v>
                </c:pt>
                <c:pt idx="796">
                  <c:v>200</c:v>
                </c:pt>
                <c:pt idx="797">
                  <c:v>200</c:v>
                </c:pt>
                <c:pt idx="798">
                  <c:v>167.313795</c:v>
                </c:pt>
                <c:pt idx="799">
                  <c:v>167.313795</c:v>
                </c:pt>
                <c:pt idx="800">
                  <c:v>200</c:v>
                </c:pt>
                <c:pt idx="801">
                  <c:v>200</c:v>
                </c:pt>
                <c:pt idx="802">
                  <c:v>168.68912900000001</c:v>
                </c:pt>
                <c:pt idx="803">
                  <c:v>168.68912900000001</c:v>
                </c:pt>
                <c:pt idx="804">
                  <c:v>163.521398</c:v>
                </c:pt>
                <c:pt idx="805">
                  <c:v>163.521398</c:v>
                </c:pt>
                <c:pt idx="806">
                  <c:v>200</c:v>
                </c:pt>
                <c:pt idx="807">
                  <c:v>200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200</c:v>
                </c:pt>
                <c:pt idx="981">
                  <c:v>200</c:v>
                </c:pt>
                <c:pt idx="982">
                  <c:v>180.0001</c:v>
                </c:pt>
                <c:pt idx="983">
                  <c:v>180.0001</c:v>
                </c:pt>
                <c:pt idx="984">
                  <c:v>200</c:v>
                </c:pt>
                <c:pt idx="985">
                  <c:v>200</c:v>
                </c:pt>
                <c:pt idx="986">
                  <c:v>121.515135</c:v>
                </c:pt>
                <c:pt idx="987">
                  <c:v>121.515135</c:v>
                </c:pt>
                <c:pt idx="988">
                  <c:v>90</c:v>
                </c:pt>
                <c:pt idx="989">
                  <c:v>90</c:v>
                </c:pt>
                <c:pt idx="990">
                  <c:v>0</c:v>
                </c:pt>
                <c:pt idx="991">
                  <c:v>0</c:v>
                </c:pt>
                <c:pt idx="992">
                  <c:v>72.491287</c:v>
                </c:pt>
                <c:pt idx="993">
                  <c:v>72.491287</c:v>
                </c:pt>
                <c:pt idx="994">
                  <c:v>180.0001</c:v>
                </c:pt>
                <c:pt idx="995">
                  <c:v>180.0001</c:v>
                </c:pt>
                <c:pt idx="996">
                  <c:v>149.999379</c:v>
                </c:pt>
                <c:pt idx="997">
                  <c:v>149.999379</c:v>
                </c:pt>
                <c:pt idx="998">
                  <c:v>162.21072599999999</c:v>
                </c:pt>
                <c:pt idx="999">
                  <c:v>162.21072599999999</c:v>
                </c:pt>
                <c:pt idx="1000">
                  <c:v>200</c:v>
                </c:pt>
                <c:pt idx="1001">
                  <c:v>200</c:v>
                </c:pt>
                <c:pt idx="1002">
                  <c:v>199.133498</c:v>
                </c:pt>
                <c:pt idx="1003">
                  <c:v>199.133498</c:v>
                </c:pt>
                <c:pt idx="1004">
                  <c:v>200</c:v>
                </c:pt>
                <c:pt idx="1005">
                  <c:v>200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96.817227000000003</c:v>
                </c:pt>
                <c:pt idx="1365">
                  <c:v>96.817227000000003</c:v>
                </c:pt>
                <c:pt idx="1366">
                  <c:v>200</c:v>
                </c:pt>
                <c:pt idx="1367">
                  <c:v>200</c:v>
                </c:pt>
                <c:pt idx="1368">
                  <c:v>200</c:v>
                </c:pt>
                <c:pt idx="1369">
                  <c:v>200</c:v>
                </c:pt>
                <c:pt idx="1370">
                  <c:v>200</c:v>
                </c:pt>
                <c:pt idx="1371">
                  <c:v>200</c:v>
                </c:pt>
                <c:pt idx="1372">
                  <c:v>200</c:v>
                </c:pt>
                <c:pt idx="1373">
                  <c:v>200</c:v>
                </c:pt>
                <c:pt idx="1374">
                  <c:v>164.51966300000001</c:v>
                </c:pt>
                <c:pt idx="1375">
                  <c:v>164.51966300000001</c:v>
                </c:pt>
                <c:pt idx="1376">
                  <c:v>200</c:v>
                </c:pt>
                <c:pt idx="1377">
                  <c:v>200</c:v>
                </c:pt>
                <c:pt idx="1378">
                  <c:v>200</c:v>
                </c:pt>
                <c:pt idx="1379">
                  <c:v>200</c:v>
                </c:pt>
                <c:pt idx="1380">
                  <c:v>200</c:v>
                </c:pt>
                <c:pt idx="1381">
                  <c:v>200</c:v>
                </c:pt>
                <c:pt idx="1382">
                  <c:v>200</c:v>
                </c:pt>
                <c:pt idx="1383">
                  <c:v>200</c:v>
                </c:pt>
                <c:pt idx="1384">
                  <c:v>200</c:v>
                </c:pt>
                <c:pt idx="1385">
                  <c:v>200</c:v>
                </c:pt>
                <c:pt idx="1386">
                  <c:v>200</c:v>
                </c:pt>
                <c:pt idx="1387">
                  <c:v>200</c:v>
                </c:pt>
                <c:pt idx="1388">
                  <c:v>200</c:v>
                </c:pt>
                <c:pt idx="1389">
                  <c:v>200</c:v>
                </c:pt>
                <c:pt idx="1390">
                  <c:v>200</c:v>
                </c:pt>
                <c:pt idx="1391">
                  <c:v>200</c:v>
                </c:pt>
                <c:pt idx="1392">
                  <c:v>200</c:v>
                </c:pt>
                <c:pt idx="1393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932-4179-9716-21C7C2F6F644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Data'!$F$2:$F$1395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5.0999999999999996</c:v>
                </c:pt>
                <c:pt idx="57">
                  <c:v>5.0999999999999996</c:v>
                </c:pt>
                <c:pt idx="58">
                  <c:v>22.1</c:v>
                </c:pt>
                <c:pt idx="59">
                  <c:v>22.1</c:v>
                </c:pt>
                <c:pt idx="60">
                  <c:v>21.25</c:v>
                </c:pt>
                <c:pt idx="61">
                  <c:v>21.25</c:v>
                </c:pt>
                <c:pt idx="62">
                  <c:v>34.85</c:v>
                </c:pt>
                <c:pt idx="63">
                  <c:v>34.85</c:v>
                </c:pt>
                <c:pt idx="64">
                  <c:v>54.4</c:v>
                </c:pt>
                <c:pt idx="65">
                  <c:v>54.4</c:v>
                </c:pt>
                <c:pt idx="66">
                  <c:v>78.2</c:v>
                </c:pt>
                <c:pt idx="67">
                  <c:v>78.2</c:v>
                </c:pt>
                <c:pt idx="68">
                  <c:v>130.9</c:v>
                </c:pt>
                <c:pt idx="69">
                  <c:v>130.9</c:v>
                </c:pt>
                <c:pt idx="70">
                  <c:v>138.55000000000001</c:v>
                </c:pt>
                <c:pt idx="71">
                  <c:v>138.55000000000001</c:v>
                </c:pt>
                <c:pt idx="72">
                  <c:v>146.19999999999999</c:v>
                </c:pt>
                <c:pt idx="73">
                  <c:v>146.19999999999999</c:v>
                </c:pt>
                <c:pt idx="74">
                  <c:v>193.8</c:v>
                </c:pt>
                <c:pt idx="75">
                  <c:v>193.8</c:v>
                </c:pt>
                <c:pt idx="76">
                  <c:v>194.65</c:v>
                </c:pt>
                <c:pt idx="77">
                  <c:v>194.65</c:v>
                </c:pt>
                <c:pt idx="78">
                  <c:v>227.8</c:v>
                </c:pt>
                <c:pt idx="79">
                  <c:v>227.8</c:v>
                </c:pt>
                <c:pt idx="80">
                  <c:v>217.6</c:v>
                </c:pt>
                <c:pt idx="81">
                  <c:v>217.6</c:v>
                </c:pt>
                <c:pt idx="82">
                  <c:v>190.4</c:v>
                </c:pt>
                <c:pt idx="83">
                  <c:v>190.4</c:v>
                </c:pt>
                <c:pt idx="84">
                  <c:v>249.05</c:v>
                </c:pt>
                <c:pt idx="85">
                  <c:v>249.05</c:v>
                </c:pt>
                <c:pt idx="86">
                  <c:v>178.5</c:v>
                </c:pt>
                <c:pt idx="87">
                  <c:v>178.5</c:v>
                </c:pt>
                <c:pt idx="88">
                  <c:v>176.8</c:v>
                </c:pt>
                <c:pt idx="89">
                  <c:v>176.8</c:v>
                </c:pt>
                <c:pt idx="90">
                  <c:v>362.1</c:v>
                </c:pt>
                <c:pt idx="91">
                  <c:v>362.1</c:v>
                </c:pt>
                <c:pt idx="92">
                  <c:v>395.25</c:v>
                </c:pt>
                <c:pt idx="93">
                  <c:v>395.25</c:v>
                </c:pt>
                <c:pt idx="94">
                  <c:v>420.75</c:v>
                </c:pt>
                <c:pt idx="95">
                  <c:v>420.75</c:v>
                </c:pt>
                <c:pt idx="96">
                  <c:v>265.2</c:v>
                </c:pt>
                <c:pt idx="97">
                  <c:v>265.2</c:v>
                </c:pt>
                <c:pt idx="98">
                  <c:v>97.75</c:v>
                </c:pt>
                <c:pt idx="99">
                  <c:v>97.75</c:v>
                </c:pt>
                <c:pt idx="100">
                  <c:v>139.4</c:v>
                </c:pt>
                <c:pt idx="101">
                  <c:v>139.4</c:v>
                </c:pt>
                <c:pt idx="102">
                  <c:v>131.75</c:v>
                </c:pt>
                <c:pt idx="103">
                  <c:v>131.75</c:v>
                </c:pt>
                <c:pt idx="104">
                  <c:v>113.9</c:v>
                </c:pt>
                <c:pt idx="105">
                  <c:v>113.9</c:v>
                </c:pt>
                <c:pt idx="106">
                  <c:v>156.4</c:v>
                </c:pt>
                <c:pt idx="107">
                  <c:v>156.4</c:v>
                </c:pt>
                <c:pt idx="108">
                  <c:v>136.85</c:v>
                </c:pt>
                <c:pt idx="109">
                  <c:v>136.85</c:v>
                </c:pt>
                <c:pt idx="110">
                  <c:v>131.75</c:v>
                </c:pt>
                <c:pt idx="111">
                  <c:v>131.75</c:v>
                </c:pt>
                <c:pt idx="112">
                  <c:v>98.6</c:v>
                </c:pt>
                <c:pt idx="113">
                  <c:v>98.6</c:v>
                </c:pt>
                <c:pt idx="114">
                  <c:v>117.3</c:v>
                </c:pt>
                <c:pt idx="115">
                  <c:v>117.3</c:v>
                </c:pt>
                <c:pt idx="116">
                  <c:v>136</c:v>
                </c:pt>
                <c:pt idx="117">
                  <c:v>136</c:v>
                </c:pt>
                <c:pt idx="118">
                  <c:v>71.400000000000006</c:v>
                </c:pt>
                <c:pt idx="119">
                  <c:v>71.400000000000006</c:v>
                </c:pt>
                <c:pt idx="120">
                  <c:v>33.15</c:v>
                </c:pt>
                <c:pt idx="121">
                  <c:v>33.15</c:v>
                </c:pt>
                <c:pt idx="122">
                  <c:v>22.1</c:v>
                </c:pt>
                <c:pt idx="123">
                  <c:v>22.1</c:v>
                </c:pt>
                <c:pt idx="124">
                  <c:v>10.199999999999999</c:v>
                </c:pt>
                <c:pt idx="125">
                  <c:v>10.199999999999999</c:v>
                </c:pt>
                <c:pt idx="126">
                  <c:v>5.0999999999999996</c:v>
                </c:pt>
                <c:pt idx="127">
                  <c:v>5.0999999999999996</c:v>
                </c:pt>
                <c:pt idx="128">
                  <c:v>8.5</c:v>
                </c:pt>
                <c:pt idx="129">
                  <c:v>8.5</c:v>
                </c:pt>
                <c:pt idx="130">
                  <c:v>1.7</c:v>
                </c:pt>
                <c:pt idx="131">
                  <c:v>1.7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6.8</c:v>
                </c:pt>
                <c:pt idx="249">
                  <c:v>6.8</c:v>
                </c:pt>
                <c:pt idx="250">
                  <c:v>21.25</c:v>
                </c:pt>
                <c:pt idx="251">
                  <c:v>21.25</c:v>
                </c:pt>
                <c:pt idx="252">
                  <c:v>29.75</c:v>
                </c:pt>
                <c:pt idx="253">
                  <c:v>29.75</c:v>
                </c:pt>
                <c:pt idx="254">
                  <c:v>35.700000000000003</c:v>
                </c:pt>
                <c:pt idx="255">
                  <c:v>35.700000000000003</c:v>
                </c:pt>
                <c:pt idx="256">
                  <c:v>45.9</c:v>
                </c:pt>
                <c:pt idx="257">
                  <c:v>45.9</c:v>
                </c:pt>
                <c:pt idx="258">
                  <c:v>63.75</c:v>
                </c:pt>
                <c:pt idx="259">
                  <c:v>63.75</c:v>
                </c:pt>
                <c:pt idx="260">
                  <c:v>76.5</c:v>
                </c:pt>
                <c:pt idx="261">
                  <c:v>76.5</c:v>
                </c:pt>
                <c:pt idx="262">
                  <c:v>87.55</c:v>
                </c:pt>
                <c:pt idx="263">
                  <c:v>87.55</c:v>
                </c:pt>
                <c:pt idx="264">
                  <c:v>169.15</c:v>
                </c:pt>
                <c:pt idx="265">
                  <c:v>169.15</c:v>
                </c:pt>
                <c:pt idx="266">
                  <c:v>156.4</c:v>
                </c:pt>
                <c:pt idx="267">
                  <c:v>156.4</c:v>
                </c:pt>
                <c:pt idx="268">
                  <c:v>102</c:v>
                </c:pt>
                <c:pt idx="269">
                  <c:v>102</c:v>
                </c:pt>
                <c:pt idx="270">
                  <c:v>119</c:v>
                </c:pt>
                <c:pt idx="271">
                  <c:v>119</c:v>
                </c:pt>
                <c:pt idx="272">
                  <c:v>147.9</c:v>
                </c:pt>
                <c:pt idx="273">
                  <c:v>147.9</c:v>
                </c:pt>
                <c:pt idx="274">
                  <c:v>189.55</c:v>
                </c:pt>
                <c:pt idx="275">
                  <c:v>189.55</c:v>
                </c:pt>
                <c:pt idx="276">
                  <c:v>182.75</c:v>
                </c:pt>
                <c:pt idx="277">
                  <c:v>182.75</c:v>
                </c:pt>
                <c:pt idx="278">
                  <c:v>180.2</c:v>
                </c:pt>
                <c:pt idx="279">
                  <c:v>180.2</c:v>
                </c:pt>
                <c:pt idx="280">
                  <c:v>224.4</c:v>
                </c:pt>
                <c:pt idx="281">
                  <c:v>224.4</c:v>
                </c:pt>
                <c:pt idx="282">
                  <c:v>283.05</c:v>
                </c:pt>
                <c:pt idx="283">
                  <c:v>283.05</c:v>
                </c:pt>
                <c:pt idx="284">
                  <c:v>413.95</c:v>
                </c:pt>
                <c:pt idx="285">
                  <c:v>413.95</c:v>
                </c:pt>
                <c:pt idx="286">
                  <c:v>407.15</c:v>
                </c:pt>
                <c:pt idx="287">
                  <c:v>407.15</c:v>
                </c:pt>
                <c:pt idx="288">
                  <c:v>439.45</c:v>
                </c:pt>
                <c:pt idx="289">
                  <c:v>439.45</c:v>
                </c:pt>
                <c:pt idx="290">
                  <c:v>412.25</c:v>
                </c:pt>
                <c:pt idx="291">
                  <c:v>412.25</c:v>
                </c:pt>
                <c:pt idx="292">
                  <c:v>420.75</c:v>
                </c:pt>
                <c:pt idx="293">
                  <c:v>420.75</c:v>
                </c:pt>
                <c:pt idx="294">
                  <c:v>384.2</c:v>
                </c:pt>
                <c:pt idx="295">
                  <c:v>384.2</c:v>
                </c:pt>
                <c:pt idx="296">
                  <c:v>341.7</c:v>
                </c:pt>
                <c:pt idx="297">
                  <c:v>341.7</c:v>
                </c:pt>
                <c:pt idx="298">
                  <c:v>331.5</c:v>
                </c:pt>
                <c:pt idx="299">
                  <c:v>331.5</c:v>
                </c:pt>
                <c:pt idx="300">
                  <c:v>321.3</c:v>
                </c:pt>
                <c:pt idx="301">
                  <c:v>321.3</c:v>
                </c:pt>
                <c:pt idx="302">
                  <c:v>303.45</c:v>
                </c:pt>
                <c:pt idx="303">
                  <c:v>303.45</c:v>
                </c:pt>
                <c:pt idx="304">
                  <c:v>312.8</c:v>
                </c:pt>
                <c:pt idx="305">
                  <c:v>312.8</c:v>
                </c:pt>
                <c:pt idx="306">
                  <c:v>290.7</c:v>
                </c:pt>
                <c:pt idx="307">
                  <c:v>290.7</c:v>
                </c:pt>
                <c:pt idx="308">
                  <c:v>259.25</c:v>
                </c:pt>
                <c:pt idx="309">
                  <c:v>259.25</c:v>
                </c:pt>
                <c:pt idx="310">
                  <c:v>226.1</c:v>
                </c:pt>
                <c:pt idx="311">
                  <c:v>226.1</c:v>
                </c:pt>
                <c:pt idx="312">
                  <c:v>172.55</c:v>
                </c:pt>
                <c:pt idx="313">
                  <c:v>172.55</c:v>
                </c:pt>
                <c:pt idx="314">
                  <c:v>128.35</c:v>
                </c:pt>
                <c:pt idx="315">
                  <c:v>128.35</c:v>
                </c:pt>
                <c:pt idx="316">
                  <c:v>86.7</c:v>
                </c:pt>
                <c:pt idx="317">
                  <c:v>86.7</c:v>
                </c:pt>
                <c:pt idx="318">
                  <c:v>43.35</c:v>
                </c:pt>
                <c:pt idx="319">
                  <c:v>43.35</c:v>
                </c:pt>
                <c:pt idx="320">
                  <c:v>28.05</c:v>
                </c:pt>
                <c:pt idx="321">
                  <c:v>28.05</c:v>
                </c:pt>
                <c:pt idx="322">
                  <c:v>14.45</c:v>
                </c:pt>
                <c:pt idx="323">
                  <c:v>14.45</c:v>
                </c:pt>
                <c:pt idx="324">
                  <c:v>1.7</c:v>
                </c:pt>
                <c:pt idx="325">
                  <c:v>1.7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0.85</c:v>
                </c:pt>
                <c:pt idx="439">
                  <c:v>0.85</c:v>
                </c:pt>
                <c:pt idx="440">
                  <c:v>16.149999999999999</c:v>
                </c:pt>
                <c:pt idx="441">
                  <c:v>16.149999999999999</c:v>
                </c:pt>
                <c:pt idx="442">
                  <c:v>44.2</c:v>
                </c:pt>
                <c:pt idx="443">
                  <c:v>44.2</c:v>
                </c:pt>
                <c:pt idx="444">
                  <c:v>78.2</c:v>
                </c:pt>
                <c:pt idx="445">
                  <c:v>78.2</c:v>
                </c:pt>
                <c:pt idx="446">
                  <c:v>113.9</c:v>
                </c:pt>
                <c:pt idx="447">
                  <c:v>113.9</c:v>
                </c:pt>
                <c:pt idx="448">
                  <c:v>151.30000000000001</c:v>
                </c:pt>
                <c:pt idx="449">
                  <c:v>151.30000000000001</c:v>
                </c:pt>
                <c:pt idx="450">
                  <c:v>188.7</c:v>
                </c:pt>
                <c:pt idx="451">
                  <c:v>188.7</c:v>
                </c:pt>
                <c:pt idx="452">
                  <c:v>225.25</c:v>
                </c:pt>
                <c:pt idx="453">
                  <c:v>225.25</c:v>
                </c:pt>
                <c:pt idx="454">
                  <c:v>260.95</c:v>
                </c:pt>
                <c:pt idx="455">
                  <c:v>260.95</c:v>
                </c:pt>
                <c:pt idx="456">
                  <c:v>294.10000000000002</c:v>
                </c:pt>
                <c:pt idx="457">
                  <c:v>294.10000000000002</c:v>
                </c:pt>
                <c:pt idx="458">
                  <c:v>325.55</c:v>
                </c:pt>
                <c:pt idx="459">
                  <c:v>325.55</c:v>
                </c:pt>
                <c:pt idx="460">
                  <c:v>354.45</c:v>
                </c:pt>
                <c:pt idx="461">
                  <c:v>354.45</c:v>
                </c:pt>
                <c:pt idx="462">
                  <c:v>380.8</c:v>
                </c:pt>
                <c:pt idx="463">
                  <c:v>380.8</c:v>
                </c:pt>
                <c:pt idx="464">
                  <c:v>403.75</c:v>
                </c:pt>
                <c:pt idx="465">
                  <c:v>403.75</c:v>
                </c:pt>
                <c:pt idx="466">
                  <c:v>423.3</c:v>
                </c:pt>
                <c:pt idx="467">
                  <c:v>423.3</c:v>
                </c:pt>
                <c:pt idx="468">
                  <c:v>440.3</c:v>
                </c:pt>
                <c:pt idx="469">
                  <c:v>440.3</c:v>
                </c:pt>
                <c:pt idx="470">
                  <c:v>453.9</c:v>
                </c:pt>
                <c:pt idx="471">
                  <c:v>453.9</c:v>
                </c:pt>
                <c:pt idx="472">
                  <c:v>464.1</c:v>
                </c:pt>
                <c:pt idx="473">
                  <c:v>464.1</c:v>
                </c:pt>
                <c:pt idx="474">
                  <c:v>470.9</c:v>
                </c:pt>
                <c:pt idx="475">
                  <c:v>470.9</c:v>
                </c:pt>
                <c:pt idx="476">
                  <c:v>474.3</c:v>
                </c:pt>
                <c:pt idx="477">
                  <c:v>474.3</c:v>
                </c:pt>
                <c:pt idx="478">
                  <c:v>437.75</c:v>
                </c:pt>
                <c:pt idx="479">
                  <c:v>437.75</c:v>
                </c:pt>
                <c:pt idx="480">
                  <c:v>374</c:v>
                </c:pt>
                <c:pt idx="481">
                  <c:v>374</c:v>
                </c:pt>
                <c:pt idx="482">
                  <c:v>278.8</c:v>
                </c:pt>
                <c:pt idx="483">
                  <c:v>278.8</c:v>
                </c:pt>
                <c:pt idx="484">
                  <c:v>383.35</c:v>
                </c:pt>
                <c:pt idx="485">
                  <c:v>383.35</c:v>
                </c:pt>
                <c:pt idx="486">
                  <c:v>405.45</c:v>
                </c:pt>
                <c:pt idx="487">
                  <c:v>405.45</c:v>
                </c:pt>
                <c:pt idx="488">
                  <c:v>367.2</c:v>
                </c:pt>
                <c:pt idx="489">
                  <c:v>367.2</c:v>
                </c:pt>
                <c:pt idx="490">
                  <c:v>330.65</c:v>
                </c:pt>
                <c:pt idx="491">
                  <c:v>330.65</c:v>
                </c:pt>
                <c:pt idx="492">
                  <c:v>238</c:v>
                </c:pt>
                <c:pt idx="493">
                  <c:v>238</c:v>
                </c:pt>
                <c:pt idx="494">
                  <c:v>198.9</c:v>
                </c:pt>
                <c:pt idx="495">
                  <c:v>198.9</c:v>
                </c:pt>
                <c:pt idx="496">
                  <c:v>190.4</c:v>
                </c:pt>
                <c:pt idx="497">
                  <c:v>190.4</c:v>
                </c:pt>
                <c:pt idx="498">
                  <c:v>215.9</c:v>
                </c:pt>
                <c:pt idx="499">
                  <c:v>215.9</c:v>
                </c:pt>
                <c:pt idx="500">
                  <c:v>178.5</c:v>
                </c:pt>
                <c:pt idx="501">
                  <c:v>178.5</c:v>
                </c:pt>
                <c:pt idx="502">
                  <c:v>139.4</c:v>
                </c:pt>
                <c:pt idx="503">
                  <c:v>139.4</c:v>
                </c:pt>
                <c:pt idx="504">
                  <c:v>151.30000000000001</c:v>
                </c:pt>
                <c:pt idx="505">
                  <c:v>151.30000000000001</c:v>
                </c:pt>
                <c:pt idx="506">
                  <c:v>128.35</c:v>
                </c:pt>
                <c:pt idx="507">
                  <c:v>128.35</c:v>
                </c:pt>
                <c:pt idx="508">
                  <c:v>82.45</c:v>
                </c:pt>
                <c:pt idx="509">
                  <c:v>82.45</c:v>
                </c:pt>
                <c:pt idx="510">
                  <c:v>49.3</c:v>
                </c:pt>
                <c:pt idx="511">
                  <c:v>49.3</c:v>
                </c:pt>
                <c:pt idx="512">
                  <c:v>39.1</c:v>
                </c:pt>
                <c:pt idx="513">
                  <c:v>39.1</c:v>
                </c:pt>
                <c:pt idx="514">
                  <c:v>17.850000000000001</c:v>
                </c:pt>
                <c:pt idx="515">
                  <c:v>17.850000000000001</c:v>
                </c:pt>
                <c:pt idx="516">
                  <c:v>1.7</c:v>
                </c:pt>
                <c:pt idx="517">
                  <c:v>1.7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15.3</c:v>
                </c:pt>
                <c:pt idx="633">
                  <c:v>15.3</c:v>
                </c:pt>
                <c:pt idx="634">
                  <c:v>45.9</c:v>
                </c:pt>
                <c:pt idx="635">
                  <c:v>45.9</c:v>
                </c:pt>
                <c:pt idx="636">
                  <c:v>80.75</c:v>
                </c:pt>
                <c:pt idx="637">
                  <c:v>80.75</c:v>
                </c:pt>
                <c:pt idx="638">
                  <c:v>117.3</c:v>
                </c:pt>
                <c:pt idx="639">
                  <c:v>117.3</c:v>
                </c:pt>
                <c:pt idx="640">
                  <c:v>155.55000000000001</c:v>
                </c:pt>
                <c:pt idx="641">
                  <c:v>155.55000000000001</c:v>
                </c:pt>
                <c:pt idx="642">
                  <c:v>192.1</c:v>
                </c:pt>
                <c:pt idx="643">
                  <c:v>192.1</c:v>
                </c:pt>
                <c:pt idx="644">
                  <c:v>228.65</c:v>
                </c:pt>
                <c:pt idx="645">
                  <c:v>228.65</c:v>
                </c:pt>
                <c:pt idx="646">
                  <c:v>264.35000000000002</c:v>
                </c:pt>
                <c:pt idx="647">
                  <c:v>264.35000000000002</c:v>
                </c:pt>
                <c:pt idx="648">
                  <c:v>295.8</c:v>
                </c:pt>
                <c:pt idx="649">
                  <c:v>295.8</c:v>
                </c:pt>
                <c:pt idx="650">
                  <c:v>327.25</c:v>
                </c:pt>
                <c:pt idx="651">
                  <c:v>327.25</c:v>
                </c:pt>
                <c:pt idx="652">
                  <c:v>355.3</c:v>
                </c:pt>
                <c:pt idx="653">
                  <c:v>355.3</c:v>
                </c:pt>
                <c:pt idx="654">
                  <c:v>380.8</c:v>
                </c:pt>
                <c:pt idx="655">
                  <c:v>380.8</c:v>
                </c:pt>
                <c:pt idx="656">
                  <c:v>403.75</c:v>
                </c:pt>
                <c:pt idx="657">
                  <c:v>403.75</c:v>
                </c:pt>
                <c:pt idx="658">
                  <c:v>423.3</c:v>
                </c:pt>
                <c:pt idx="659">
                  <c:v>423.3</c:v>
                </c:pt>
                <c:pt idx="660">
                  <c:v>439.45</c:v>
                </c:pt>
                <c:pt idx="661">
                  <c:v>439.45</c:v>
                </c:pt>
                <c:pt idx="662">
                  <c:v>453.05</c:v>
                </c:pt>
                <c:pt idx="663">
                  <c:v>453.05</c:v>
                </c:pt>
                <c:pt idx="664">
                  <c:v>463.25</c:v>
                </c:pt>
                <c:pt idx="665">
                  <c:v>463.25</c:v>
                </c:pt>
                <c:pt idx="666">
                  <c:v>470.05</c:v>
                </c:pt>
                <c:pt idx="667">
                  <c:v>470.05</c:v>
                </c:pt>
                <c:pt idx="668">
                  <c:v>473.45</c:v>
                </c:pt>
                <c:pt idx="669">
                  <c:v>473.45</c:v>
                </c:pt>
                <c:pt idx="670">
                  <c:v>473.45</c:v>
                </c:pt>
                <c:pt idx="671">
                  <c:v>473.45</c:v>
                </c:pt>
                <c:pt idx="672">
                  <c:v>470.9</c:v>
                </c:pt>
                <c:pt idx="673">
                  <c:v>470.9</c:v>
                </c:pt>
                <c:pt idx="674">
                  <c:v>464.1</c:v>
                </c:pt>
                <c:pt idx="675">
                  <c:v>464.1</c:v>
                </c:pt>
                <c:pt idx="676">
                  <c:v>454.75</c:v>
                </c:pt>
                <c:pt idx="677">
                  <c:v>454.75</c:v>
                </c:pt>
                <c:pt idx="678">
                  <c:v>442</c:v>
                </c:pt>
                <c:pt idx="679">
                  <c:v>442</c:v>
                </c:pt>
                <c:pt idx="680">
                  <c:v>423.3</c:v>
                </c:pt>
                <c:pt idx="681">
                  <c:v>423.3</c:v>
                </c:pt>
                <c:pt idx="682">
                  <c:v>397.8</c:v>
                </c:pt>
                <c:pt idx="683">
                  <c:v>397.8</c:v>
                </c:pt>
                <c:pt idx="684">
                  <c:v>370.6</c:v>
                </c:pt>
                <c:pt idx="685">
                  <c:v>370.6</c:v>
                </c:pt>
                <c:pt idx="686">
                  <c:v>361.25</c:v>
                </c:pt>
                <c:pt idx="687">
                  <c:v>361.25</c:v>
                </c:pt>
                <c:pt idx="688">
                  <c:v>334.05</c:v>
                </c:pt>
                <c:pt idx="689">
                  <c:v>334.05</c:v>
                </c:pt>
                <c:pt idx="690">
                  <c:v>305.14999999999998</c:v>
                </c:pt>
                <c:pt idx="691">
                  <c:v>305.14999999999998</c:v>
                </c:pt>
                <c:pt idx="692">
                  <c:v>273.7</c:v>
                </c:pt>
                <c:pt idx="693">
                  <c:v>273.7</c:v>
                </c:pt>
                <c:pt idx="694">
                  <c:v>239.7</c:v>
                </c:pt>
                <c:pt idx="695">
                  <c:v>239.7</c:v>
                </c:pt>
                <c:pt idx="696">
                  <c:v>204.85</c:v>
                </c:pt>
                <c:pt idx="697">
                  <c:v>204.85</c:v>
                </c:pt>
                <c:pt idx="698">
                  <c:v>161.5</c:v>
                </c:pt>
                <c:pt idx="699">
                  <c:v>161.5</c:v>
                </c:pt>
                <c:pt idx="700">
                  <c:v>112.2</c:v>
                </c:pt>
                <c:pt idx="701">
                  <c:v>112.2</c:v>
                </c:pt>
                <c:pt idx="702">
                  <c:v>77.349999999999994</c:v>
                </c:pt>
                <c:pt idx="703">
                  <c:v>77.349999999999994</c:v>
                </c:pt>
                <c:pt idx="704">
                  <c:v>51.85</c:v>
                </c:pt>
                <c:pt idx="705">
                  <c:v>51.85</c:v>
                </c:pt>
                <c:pt idx="706">
                  <c:v>19.55</c:v>
                </c:pt>
                <c:pt idx="707">
                  <c:v>19.55</c:v>
                </c:pt>
                <c:pt idx="708">
                  <c:v>2.5499999999999998</c:v>
                </c:pt>
                <c:pt idx="709">
                  <c:v>2.5499999999999998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12.75</c:v>
                </c:pt>
                <c:pt idx="825">
                  <c:v>12.75</c:v>
                </c:pt>
                <c:pt idx="826">
                  <c:v>44.2</c:v>
                </c:pt>
                <c:pt idx="827">
                  <c:v>44.2</c:v>
                </c:pt>
                <c:pt idx="828">
                  <c:v>79.05</c:v>
                </c:pt>
                <c:pt idx="829">
                  <c:v>79.05</c:v>
                </c:pt>
                <c:pt idx="830">
                  <c:v>116.45</c:v>
                </c:pt>
                <c:pt idx="831">
                  <c:v>116.45</c:v>
                </c:pt>
                <c:pt idx="832">
                  <c:v>155.55000000000001</c:v>
                </c:pt>
                <c:pt idx="833">
                  <c:v>155.55000000000001</c:v>
                </c:pt>
                <c:pt idx="834">
                  <c:v>194.65</c:v>
                </c:pt>
                <c:pt idx="835">
                  <c:v>194.65</c:v>
                </c:pt>
                <c:pt idx="836">
                  <c:v>232.05</c:v>
                </c:pt>
                <c:pt idx="837">
                  <c:v>232.05</c:v>
                </c:pt>
                <c:pt idx="838">
                  <c:v>267.75</c:v>
                </c:pt>
                <c:pt idx="839">
                  <c:v>267.75</c:v>
                </c:pt>
                <c:pt idx="840">
                  <c:v>300.89999999999998</c:v>
                </c:pt>
                <c:pt idx="841">
                  <c:v>300.89999999999998</c:v>
                </c:pt>
                <c:pt idx="842">
                  <c:v>332.35</c:v>
                </c:pt>
                <c:pt idx="843">
                  <c:v>332.35</c:v>
                </c:pt>
                <c:pt idx="844">
                  <c:v>361.25</c:v>
                </c:pt>
                <c:pt idx="845">
                  <c:v>361.25</c:v>
                </c:pt>
                <c:pt idx="846">
                  <c:v>387.6</c:v>
                </c:pt>
                <c:pt idx="847">
                  <c:v>387.6</c:v>
                </c:pt>
                <c:pt idx="848">
                  <c:v>410.55</c:v>
                </c:pt>
                <c:pt idx="849">
                  <c:v>410.55</c:v>
                </c:pt>
                <c:pt idx="850">
                  <c:v>430.95</c:v>
                </c:pt>
                <c:pt idx="851">
                  <c:v>430.95</c:v>
                </c:pt>
                <c:pt idx="852">
                  <c:v>447.95</c:v>
                </c:pt>
                <c:pt idx="853">
                  <c:v>447.95</c:v>
                </c:pt>
                <c:pt idx="854">
                  <c:v>462.4</c:v>
                </c:pt>
                <c:pt idx="855">
                  <c:v>462.4</c:v>
                </c:pt>
                <c:pt idx="856">
                  <c:v>473.45</c:v>
                </c:pt>
                <c:pt idx="857">
                  <c:v>473.45</c:v>
                </c:pt>
                <c:pt idx="858">
                  <c:v>481.1</c:v>
                </c:pt>
                <c:pt idx="859">
                  <c:v>481.1</c:v>
                </c:pt>
                <c:pt idx="860">
                  <c:v>486.2</c:v>
                </c:pt>
                <c:pt idx="861">
                  <c:v>486.2</c:v>
                </c:pt>
                <c:pt idx="862">
                  <c:v>487.05</c:v>
                </c:pt>
                <c:pt idx="863">
                  <c:v>487.05</c:v>
                </c:pt>
                <c:pt idx="864">
                  <c:v>485.35</c:v>
                </c:pt>
                <c:pt idx="865">
                  <c:v>485.35</c:v>
                </c:pt>
                <c:pt idx="866">
                  <c:v>479.4</c:v>
                </c:pt>
                <c:pt idx="867">
                  <c:v>479.4</c:v>
                </c:pt>
                <c:pt idx="868">
                  <c:v>470.05</c:v>
                </c:pt>
                <c:pt idx="869">
                  <c:v>470.05</c:v>
                </c:pt>
                <c:pt idx="870">
                  <c:v>457.3</c:v>
                </c:pt>
                <c:pt idx="871">
                  <c:v>457.3</c:v>
                </c:pt>
                <c:pt idx="872">
                  <c:v>442</c:v>
                </c:pt>
                <c:pt idx="873">
                  <c:v>442</c:v>
                </c:pt>
                <c:pt idx="874">
                  <c:v>422.45</c:v>
                </c:pt>
                <c:pt idx="875">
                  <c:v>422.45</c:v>
                </c:pt>
                <c:pt idx="876">
                  <c:v>400.35</c:v>
                </c:pt>
                <c:pt idx="877">
                  <c:v>400.35</c:v>
                </c:pt>
                <c:pt idx="878">
                  <c:v>374.85</c:v>
                </c:pt>
                <c:pt idx="879">
                  <c:v>374.85</c:v>
                </c:pt>
                <c:pt idx="880">
                  <c:v>347.65</c:v>
                </c:pt>
                <c:pt idx="881">
                  <c:v>347.65</c:v>
                </c:pt>
                <c:pt idx="882">
                  <c:v>317.05</c:v>
                </c:pt>
                <c:pt idx="883">
                  <c:v>317.05</c:v>
                </c:pt>
                <c:pt idx="884">
                  <c:v>284.75</c:v>
                </c:pt>
                <c:pt idx="885">
                  <c:v>284.75</c:v>
                </c:pt>
                <c:pt idx="886">
                  <c:v>249.9</c:v>
                </c:pt>
                <c:pt idx="887">
                  <c:v>249.9</c:v>
                </c:pt>
                <c:pt idx="888">
                  <c:v>214.2</c:v>
                </c:pt>
                <c:pt idx="889">
                  <c:v>214.2</c:v>
                </c:pt>
                <c:pt idx="890">
                  <c:v>176.8</c:v>
                </c:pt>
                <c:pt idx="891">
                  <c:v>176.8</c:v>
                </c:pt>
                <c:pt idx="892">
                  <c:v>119</c:v>
                </c:pt>
                <c:pt idx="893">
                  <c:v>119</c:v>
                </c:pt>
                <c:pt idx="894">
                  <c:v>85</c:v>
                </c:pt>
                <c:pt idx="895">
                  <c:v>85</c:v>
                </c:pt>
                <c:pt idx="896">
                  <c:v>59.5</c:v>
                </c:pt>
                <c:pt idx="897">
                  <c:v>59.5</c:v>
                </c:pt>
                <c:pt idx="898">
                  <c:v>22.95</c:v>
                </c:pt>
                <c:pt idx="899">
                  <c:v>22.95</c:v>
                </c:pt>
                <c:pt idx="900">
                  <c:v>3.4</c:v>
                </c:pt>
                <c:pt idx="901">
                  <c:v>3.4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0.85</c:v>
                </c:pt>
                <c:pt idx="1015">
                  <c:v>0.85</c:v>
                </c:pt>
                <c:pt idx="1016">
                  <c:v>17.850000000000001</c:v>
                </c:pt>
                <c:pt idx="1017">
                  <c:v>17.850000000000001</c:v>
                </c:pt>
                <c:pt idx="1018">
                  <c:v>49.3</c:v>
                </c:pt>
                <c:pt idx="1019">
                  <c:v>49.3</c:v>
                </c:pt>
                <c:pt idx="1020">
                  <c:v>85</c:v>
                </c:pt>
                <c:pt idx="1021">
                  <c:v>85</c:v>
                </c:pt>
                <c:pt idx="1022">
                  <c:v>110.5</c:v>
                </c:pt>
                <c:pt idx="1023">
                  <c:v>110.5</c:v>
                </c:pt>
                <c:pt idx="1024">
                  <c:v>160.65</c:v>
                </c:pt>
                <c:pt idx="1025">
                  <c:v>160.65</c:v>
                </c:pt>
                <c:pt idx="1026">
                  <c:v>198.9</c:v>
                </c:pt>
                <c:pt idx="1027">
                  <c:v>198.9</c:v>
                </c:pt>
                <c:pt idx="1028">
                  <c:v>235.45</c:v>
                </c:pt>
                <c:pt idx="1029">
                  <c:v>235.45</c:v>
                </c:pt>
                <c:pt idx="1030">
                  <c:v>271.14999999999998</c:v>
                </c:pt>
                <c:pt idx="1031">
                  <c:v>271.14999999999998</c:v>
                </c:pt>
                <c:pt idx="1032">
                  <c:v>303.45</c:v>
                </c:pt>
                <c:pt idx="1033">
                  <c:v>303.45</c:v>
                </c:pt>
                <c:pt idx="1034">
                  <c:v>334.9</c:v>
                </c:pt>
                <c:pt idx="1035">
                  <c:v>334.9</c:v>
                </c:pt>
                <c:pt idx="1036">
                  <c:v>363.8</c:v>
                </c:pt>
                <c:pt idx="1037">
                  <c:v>363.8</c:v>
                </c:pt>
                <c:pt idx="1038">
                  <c:v>390.15</c:v>
                </c:pt>
                <c:pt idx="1039">
                  <c:v>390.15</c:v>
                </c:pt>
                <c:pt idx="1040">
                  <c:v>413.95</c:v>
                </c:pt>
                <c:pt idx="1041">
                  <c:v>413.95</c:v>
                </c:pt>
                <c:pt idx="1042">
                  <c:v>434.35</c:v>
                </c:pt>
                <c:pt idx="1043">
                  <c:v>434.35</c:v>
                </c:pt>
                <c:pt idx="1044">
                  <c:v>452.2</c:v>
                </c:pt>
                <c:pt idx="1045">
                  <c:v>452.2</c:v>
                </c:pt>
                <c:pt idx="1046">
                  <c:v>465.8</c:v>
                </c:pt>
                <c:pt idx="1047">
                  <c:v>465.8</c:v>
                </c:pt>
                <c:pt idx="1048">
                  <c:v>476.85</c:v>
                </c:pt>
                <c:pt idx="1049">
                  <c:v>476.85</c:v>
                </c:pt>
                <c:pt idx="1050">
                  <c:v>484.5</c:v>
                </c:pt>
                <c:pt idx="1051">
                  <c:v>484.5</c:v>
                </c:pt>
                <c:pt idx="1052">
                  <c:v>488.75</c:v>
                </c:pt>
                <c:pt idx="1053">
                  <c:v>488.75</c:v>
                </c:pt>
                <c:pt idx="1054">
                  <c:v>488.75</c:v>
                </c:pt>
                <c:pt idx="1055">
                  <c:v>488.75</c:v>
                </c:pt>
                <c:pt idx="1056">
                  <c:v>486.2</c:v>
                </c:pt>
                <c:pt idx="1057">
                  <c:v>486.2</c:v>
                </c:pt>
                <c:pt idx="1058">
                  <c:v>479.4</c:v>
                </c:pt>
                <c:pt idx="1059">
                  <c:v>479.4</c:v>
                </c:pt>
                <c:pt idx="1060">
                  <c:v>470.05</c:v>
                </c:pt>
                <c:pt idx="1061">
                  <c:v>470.05</c:v>
                </c:pt>
                <c:pt idx="1062">
                  <c:v>456.45</c:v>
                </c:pt>
                <c:pt idx="1063">
                  <c:v>456.45</c:v>
                </c:pt>
                <c:pt idx="1064">
                  <c:v>439.45</c:v>
                </c:pt>
                <c:pt idx="1065">
                  <c:v>439.45</c:v>
                </c:pt>
                <c:pt idx="1066">
                  <c:v>419.9</c:v>
                </c:pt>
                <c:pt idx="1067">
                  <c:v>419.9</c:v>
                </c:pt>
                <c:pt idx="1068">
                  <c:v>397.8</c:v>
                </c:pt>
                <c:pt idx="1069">
                  <c:v>397.8</c:v>
                </c:pt>
                <c:pt idx="1070">
                  <c:v>372.3</c:v>
                </c:pt>
                <c:pt idx="1071">
                  <c:v>372.3</c:v>
                </c:pt>
                <c:pt idx="1072">
                  <c:v>345.1</c:v>
                </c:pt>
                <c:pt idx="1073">
                  <c:v>345.1</c:v>
                </c:pt>
                <c:pt idx="1074">
                  <c:v>314.5</c:v>
                </c:pt>
                <c:pt idx="1075">
                  <c:v>314.5</c:v>
                </c:pt>
                <c:pt idx="1076">
                  <c:v>282.2</c:v>
                </c:pt>
                <c:pt idx="1077">
                  <c:v>282.2</c:v>
                </c:pt>
                <c:pt idx="1078">
                  <c:v>247.35</c:v>
                </c:pt>
                <c:pt idx="1079">
                  <c:v>247.35</c:v>
                </c:pt>
                <c:pt idx="1080">
                  <c:v>211.65</c:v>
                </c:pt>
                <c:pt idx="1081">
                  <c:v>211.65</c:v>
                </c:pt>
                <c:pt idx="1082">
                  <c:v>174.25</c:v>
                </c:pt>
                <c:pt idx="1083">
                  <c:v>174.25</c:v>
                </c:pt>
                <c:pt idx="1084">
                  <c:v>118.15</c:v>
                </c:pt>
                <c:pt idx="1085">
                  <c:v>118.15</c:v>
                </c:pt>
                <c:pt idx="1086">
                  <c:v>83.3</c:v>
                </c:pt>
                <c:pt idx="1087">
                  <c:v>83.3</c:v>
                </c:pt>
                <c:pt idx="1088">
                  <c:v>58.65</c:v>
                </c:pt>
                <c:pt idx="1089">
                  <c:v>58.65</c:v>
                </c:pt>
                <c:pt idx="1090">
                  <c:v>22.95</c:v>
                </c:pt>
                <c:pt idx="1091">
                  <c:v>22.95</c:v>
                </c:pt>
                <c:pt idx="1092">
                  <c:v>4.25</c:v>
                </c:pt>
                <c:pt idx="1093">
                  <c:v>4.25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2.5499999999999998</c:v>
                </c:pt>
                <c:pt idx="1209">
                  <c:v>2.5499999999999998</c:v>
                </c:pt>
                <c:pt idx="1210">
                  <c:v>15.3</c:v>
                </c:pt>
                <c:pt idx="1211">
                  <c:v>15.3</c:v>
                </c:pt>
                <c:pt idx="1212">
                  <c:v>20.399999999999999</c:v>
                </c:pt>
                <c:pt idx="1213">
                  <c:v>20.399999999999999</c:v>
                </c:pt>
                <c:pt idx="1214">
                  <c:v>33.15</c:v>
                </c:pt>
                <c:pt idx="1215">
                  <c:v>33.15</c:v>
                </c:pt>
                <c:pt idx="1216">
                  <c:v>45.9</c:v>
                </c:pt>
                <c:pt idx="1217">
                  <c:v>45.9</c:v>
                </c:pt>
                <c:pt idx="1218">
                  <c:v>55.25</c:v>
                </c:pt>
                <c:pt idx="1219">
                  <c:v>55.25</c:v>
                </c:pt>
                <c:pt idx="1220">
                  <c:v>82.45</c:v>
                </c:pt>
                <c:pt idx="1221">
                  <c:v>82.45</c:v>
                </c:pt>
                <c:pt idx="1222">
                  <c:v>107.1</c:v>
                </c:pt>
                <c:pt idx="1223">
                  <c:v>107.1</c:v>
                </c:pt>
                <c:pt idx="1224">
                  <c:v>106.25</c:v>
                </c:pt>
                <c:pt idx="1225">
                  <c:v>106.25</c:v>
                </c:pt>
                <c:pt idx="1226">
                  <c:v>122.4</c:v>
                </c:pt>
                <c:pt idx="1227">
                  <c:v>122.4</c:v>
                </c:pt>
                <c:pt idx="1228">
                  <c:v>136.85</c:v>
                </c:pt>
                <c:pt idx="1229">
                  <c:v>136.85</c:v>
                </c:pt>
                <c:pt idx="1230">
                  <c:v>124.95</c:v>
                </c:pt>
                <c:pt idx="1231">
                  <c:v>124.95</c:v>
                </c:pt>
                <c:pt idx="1232">
                  <c:v>159.80000000000001</c:v>
                </c:pt>
                <c:pt idx="1233">
                  <c:v>159.80000000000001</c:v>
                </c:pt>
                <c:pt idx="1234">
                  <c:v>170.85</c:v>
                </c:pt>
                <c:pt idx="1235">
                  <c:v>170.85</c:v>
                </c:pt>
                <c:pt idx="1236">
                  <c:v>203.15</c:v>
                </c:pt>
                <c:pt idx="1237">
                  <c:v>203.15</c:v>
                </c:pt>
                <c:pt idx="1238">
                  <c:v>279.64999999999998</c:v>
                </c:pt>
                <c:pt idx="1239">
                  <c:v>279.64999999999998</c:v>
                </c:pt>
                <c:pt idx="1240">
                  <c:v>235.45</c:v>
                </c:pt>
                <c:pt idx="1241">
                  <c:v>235.45</c:v>
                </c:pt>
                <c:pt idx="1242">
                  <c:v>199.75</c:v>
                </c:pt>
                <c:pt idx="1243">
                  <c:v>199.75</c:v>
                </c:pt>
                <c:pt idx="1244">
                  <c:v>249.9</c:v>
                </c:pt>
                <c:pt idx="1245">
                  <c:v>249.9</c:v>
                </c:pt>
                <c:pt idx="1246">
                  <c:v>367.2</c:v>
                </c:pt>
                <c:pt idx="1247">
                  <c:v>367.2</c:v>
                </c:pt>
                <c:pt idx="1248">
                  <c:v>301.75</c:v>
                </c:pt>
                <c:pt idx="1249">
                  <c:v>301.75</c:v>
                </c:pt>
                <c:pt idx="1250">
                  <c:v>271.14999999999998</c:v>
                </c:pt>
                <c:pt idx="1251">
                  <c:v>271.14999999999998</c:v>
                </c:pt>
                <c:pt idx="1252">
                  <c:v>181.05</c:v>
                </c:pt>
                <c:pt idx="1253">
                  <c:v>181.05</c:v>
                </c:pt>
                <c:pt idx="1254">
                  <c:v>233.75</c:v>
                </c:pt>
                <c:pt idx="1255">
                  <c:v>233.75</c:v>
                </c:pt>
                <c:pt idx="1256">
                  <c:v>297.5</c:v>
                </c:pt>
                <c:pt idx="1257">
                  <c:v>297.5</c:v>
                </c:pt>
                <c:pt idx="1258">
                  <c:v>388.45</c:v>
                </c:pt>
                <c:pt idx="1259">
                  <c:v>388.45</c:v>
                </c:pt>
                <c:pt idx="1260">
                  <c:v>344.25</c:v>
                </c:pt>
                <c:pt idx="1261">
                  <c:v>344.25</c:v>
                </c:pt>
                <c:pt idx="1262">
                  <c:v>285.60000000000002</c:v>
                </c:pt>
                <c:pt idx="1263">
                  <c:v>285.60000000000002</c:v>
                </c:pt>
                <c:pt idx="1264">
                  <c:v>260.10000000000002</c:v>
                </c:pt>
                <c:pt idx="1265">
                  <c:v>260.10000000000002</c:v>
                </c:pt>
                <c:pt idx="1266">
                  <c:v>214.2</c:v>
                </c:pt>
                <c:pt idx="1267">
                  <c:v>214.2</c:v>
                </c:pt>
                <c:pt idx="1268">
                  <c:v>163.19999999999999</c:v>
                </c:pt>
                <c:pt idx="1269">
                  <c:v>163.19999999999999</c:v>
                </c:pt>
                <c:pt idx="1270">
                  <c:v>127.5</c:v>
                </c:pt>
                <c:pt idx="1271">
                  <c:v>127.5</c:v>
                </c:pt>
                <c:pt idx="1272">
                  <c:v>87.55</c:v>
                </c:pt>
                <c:pt idx="1273">
                  <c:v>87.55</c:v>
                </c:pt>
                <c:pt idx="1274">
                  <c:v>64.599999999999994</c:v>
                </c:pt>
                <c:pt idx="1275">
                  <c:v>64.599999999999994</c:v>
                </c:pt>
                <c:pt idx="1276">
                  <c:v>54.4</c:v>
                </c:pt>
                <c:pt idx="1277">
                  <c:v>54.4</c:v>
                </c:pt>
                <c:pt idx="1278">
                  <c:v>32.299999999999997</c:v>
                </c:pt>
                <c:pt idx="1279">
                  <c:v>32.299999999999997</c:v>
                </c:pt>
                <c:pt idx="1280">
                  <c:v>17.850000000000001</c:v>
                </c:pt>
                <c:pt idx="1281">
                  <c:v>17.850000000000001</c:v>
                </c:pt>
                <c:pt idx="1282">
                  <c:v>6.8</c:v>
                </c:pt>
                <c:pt idx="1283">
                  <c:v>6.8</c:v>
                </c:pt>
                <c:pt idx="1284">
                  <c:v>0.85</c:v>
                </c:pt>
                <c:pt idx="1285">
                  <c:v>0.85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932-4179-9716-21C7C2F6F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Data'!$B$2:$B$699</c:f>
              <c:numCache>
                <c:formatCode>0</c:formatCode>
                <c:ptCount val="698"/>
                <c:pt idx="0">
                  <c:v>38.112900000000003</c:v>
                </c:pt>
                <c:pt idx="1">
                  <c:v>38.112900000000003</c:v>
                </c:pt>
                <c:pt idx="2">
                  <c:v>38.1372</c:v>
                </c:pt>
                <c:pt idx="3">
                  <c:v>38.1372</c:v>
                </c:pt>
                <c:pt idx="4">
                  <c:v>38.1372</c:v>
                </c:pt>
                <c:pt idx="5">
                  <c:v>42.675417000000003</c:v>
                </c:pt>
                <c:pt idx="6">
                  <c:v>49.482740999999997</c:v>
                </c:pt>
                <c:pt idx="7">
                  <c:v>52.770645999999999</c:v>
                </c:pt>
                <c:pt idx="8">
                  <c:v>59.577970999999998</c:v>
                </c:pt>
                <c:pt idx="9">
                  <c:v>61.847087000000002</c:v>
                </c:pt>
                <c:pt idx="10">
                  <c:v>63.097391000000002</c:v>
                </c:pt>
                <c:pt idx="11">
                  <c:v>63.097391000000002</c:v>
                </c:pt>
                <c:pt idx="12">
                  <c:v>63.097391000000002</c:v>
                </c:pt>
                <c:pt idx="13">
                  <c:v>63.809007999999999</c:v>
                </c:pt>
                <c:pt idx="14">
                  <c:v>63.809007999999999</c:v>
                </c:pt>
                <c:pt idx="15">
                  <c:v>65.039786000000007</c:v>
                </c:pt>
                <c:pt idx="16">
                  <c:v>65.039786000000007</c:v>
                </c:pt>
                <c:pt idx="17">
                  <c:v>65.039794000000001</c:v>
                </c:pt>
                <c:pt idx="18">
                  <c:v>69.474000000000004</c:v>
                </c:pt>
                <c:pt idx="19">
                  <c:v>69.474000000000004</c:v>
                </c:pt>
                <c:pt idx="20">
                  <c:v>69.474000000000004</c:v>
                </c:pt>
                <c:pt idx="21">
                  <c:v>69.474000000000004</c:v>
                </c:pt>
                <c:pt idx="22">
                  <c:v>69.474000000000004</c:v>
                </c:pt>
                <c:pt idx="23">
                  <c:v>69.474000000000004</c:v>
                </c:pt>
                <c:pt idx="24">
                  <c:v>69.474000000000004</c:v>
                </c:pt>
                <c:pt idx="25">
                  <c:v>68.372557999999998</c:v>
                </c:pt>
                <c:pt idx="26">
                  <c:v>67.090030999999996</c:v>
                </c:pt>
                <c:pt idx="27">
                  <c:v>66.662521999999996</c:v>
                </c:pt>
                <c:pt idx="28">
                  <c:v>66.662521999999996</c:v>
                </c:pt>
                <c:pt idx="29">
                  <c:v>63.644942</c:v>
                </c:pt>
                <c:pt idx="30">
                  <c:v>62.928496000000003</c:v>
                </c:pt>
                <c:pt idx="31">
                  <c:v>61.73442</c:v>
                </c:pt>
                <c:pt idx="32">
                  <c:v>61.336393999999999</c:v>
                </c:pt>
                <c:pt idx="33">
                  <c:v>61.336393999999999</c:v>
                </c:pt>
                <c:pt idx="34">
                  <c:v>61.336393999999999</c:v>
                </c:pt>
                <c:pt idx="35">
                  <c:v>61.336393999999999</c:v>
                </c:pt>
                <c:pt idx="36">
                  <c:v>61.336393999999999</c:v>
                </c:pt>
                <c:pt idx="37">
                  <c:v>61.336393999999999</c:v>
                </c:pt>
                <c:pt idx="38">
                  <c:v>61.336393999999999</c:v>
                </c:pt>
                <c:pt idx="39">
                  <c:v>61.336393999999999</c:v>
                </c:pt>
                <c:pt idx="40">
                  <c:v>61.336393999999999</c:v>
                </c:pt>
                <c:pt idx="41">
                  <c:v>61.336393999999999</c:v>
                </c:pt>
                <c:pt idx="42">
                  <c:v>61.336393999999999</c:v>
                </c:pt>
                <c:pt idx="43">
                  <c:v>60.162455000000001</c:v>
                </c:pt>
                <c:pt idx="44">
                  <c:v>58.898212000000001</c:v>
                </c:pt>
                <c:pt idx="45">
                  <c:v>58.395282000000002</c:v>
                </c:pt>
                <c:pt idx="46">
                  <c:v>58.395282000000002</c:v>
                </c:pt>
                <c:pt idx="47">
                  <c:v>58.395282000000002</c:v>
                </c:pt>
                <c:pt idx="48">
                  <c:v>60.516229000000003</c:v>
                </c:pt>
                <c:pt idx="49">
                  <c:v>61.363683000000002</c:v>
                </c:pt>
                <c:pt idx="50">
                  <c:v>60.582211999999998</c:v>
                </c:pt>
                <c:pt idx="51">
                  <c:v>60.582211999999998</c:v>
                </c:pt>
                <c:pt idx="52">
                  <c:v>60.582211999999998</c:v>
                </c:pt>
                <c:pt idx="53">
                  <c:v>60.582211999999998</c:v>
                </c:pt>
                <c:pt idx="54">
                  <c:v>60.085062999999998</c:v>
                </c:pt>
                <c:pt idx="55">
                  <c:v>59.491881999999997</c:v>
                </c:pt>
                <c:pt idx="56">
                  <c:v>58.500777999999997</c:v>
                </c:pt>
                <c:pt idx="57">
                  <c:v>57.261898000000002</c:v>
                </c:pt>
                <c:pt idx="58">
                  <c:v>56.023018</c:v>
                </c:pt>
                <c:pt idx="59">
                  <c:v>55.610058000000002</c:v>
                </c:pt>
                <c:pt idx="60">
                  <c:v>54.886792999999997</c:v>
                </c:pt>
                <c:pt idx="61">
                  <c:v>54.185039000000003</c:v>
                </c:pt>
                <c:pt idx="62">
                  <c:v>53.132406000000003</c:v>
                </c:pt>
                <c:pt idx="63">
                  <c:v>52.079774</c:v>
                </c:pt>
                <c:pt idx="64">
                  <c:v>51.027141999999998</c:v>
                </c:pt>
                <c:pt idx="65">
                  <c:v>50.801693</c:v>
                </c:pt>
                <c:pt idx="66">
                  <c:v>49.637146000000001</c:v>
                </c:pt>
                <c:pt idx="67">
                  <c:v>48.472599000000002</c:v>
                </c:pt>
                <c:pt idx="68">
                  <c:v>47.308050999999999</c:v>
                </c:pt>
                <c:pt idx="69">
                  <c:v>47.075142</c:v>
                </c:pt>
                <c:pt idx="70">
                  <c:v>46.022509999999997</c:v>
                </c:pt>
                <c:pt idx="71">
                  <c:v>44.969876999999997</c:v>
                </c:pt>
                <c:pt idx="72">
                  <c:v>43.917245000000001</c:v>
                </c:pt>
                <c:pt idx="73">
                  <c:v>43.145314999999997</c:v>
                </c:pt>
                <c:pt idx="74">
                  <c:v>42.693939999999998</c:v>
                </c:pt>
                <c:pt idx="75">
                  <c:v>41.339815000000002</c:v>
                </c:pt>
                <c:pt idx="76">
                  <c:v>39.985689999999998</c:v>
                </c:pt>
                <c:pt idx="77">
                  <c:v>39.263489999999997</c:v>
                </c:pt>
                <c:pt idx="78">
                  <c:v>38.356606999999997</c:v>
                </c:pt>
                <c:pt idx="79">
                  <c:v>37.223002999999999</c:v>
                </c:pt>
                <c:pt idx="80">
                  <c:v>36.089399</c:v>
                </c:pt>
                <c:pt idx="81">
                  <c:v>35.333663000000001</c:v>
                </c:pt>
                <c:pt idx="82">
                  <c:v>34.516437000000003</c:v>
                </c:pt>
                <c:pt idx="83">
                  <c:v>32.984138000000002</c:v>
                </c:pt>
                <c:pt idx="84">
                  <c:v>31.451839</c:v>
                </c:pt>
                <c:pt idx="85">
                  <c:v>31.038879999999999</c:v>
                </c:pt>
                <c:pt idx="86">
                  <c:v>29.800003</c:v>
                </c:pt>
                <c:pt idx="87">
                  <c:v>28.561126000000002</c:v>
                </c:pt>
                <c:pt idx="88">
                  <c:v>27.570024</c:v>
                </c:pt>
                <c:pt idx="89">
                  <c:v>27.570024</c:v>
                </c:pt>
                <c:pt idx="90">
                  <c:v>26.211476000000001</c:v>
                </c:pt>
                <c:pt idx="91">
                  <c:v>25.708545999999998</c:v>
                </c:pt>
                <c:pt idx="92">
                  <c:v>28.188783999999998</c:v>
                </c:pt>
                <c:pt idx="93">
                  <c:v>26.934740000000001</c:v>
                </c:pt>
                <c:pt idx="94">
                  <c:v>26.431809999999999</c:v>
                </c:pt>
                <c:pt idx="95">
                  <c:v>26.431809999999999</c:v>
                </c:pt>
                <c:pt idx="96">
                  <c:v>26.431809999999999</c:v>
                </c:pt>
                <c:pt idx="97">
                  <c:v>26.431809999999999</c:v>
                </c:pt>
                <c:pt idx="98">
                  <c:v>26.431809999999999</c:v>
                </c:pt>
                <c:pt idx="99">
                  <c:v>26.431809999999999</c:v>
                </c:pt>
                <c:pt idx="100">
                  <c:v>26.431809999999999</c:v>
                </c:pt>
                <c:pt idx="101">
                  <c:v>28.700918000000001</c:v>
                </c:pt>
                <c:pt idx="102">
                  <c:v>28.700918000000001</c:v>
                </c:pt>
                <c:pt idx="103">
                  <c:v>28.700918000000001</c:v>
                </c:pt>
                <c:pt idx="104">
                  <c:v>28.700918000000001</c:v>
                </c:pt>
                <c:pt idx="105">
                  <c:v>33.239134999999997</c:v>
                </c:pt>
                <c:pt idx="106">
                  <c:v>40.046460000000003</c:v>
                </c:pt>
                <c:pt idx="107">
                  <c:v>40.079594999999998</c:v>
                </c:pt>
                <c:pt idx="108">
                  <c:v>40.079594999999998</c:v>
                </c:pt>
                <c:pt idx="109">
                  <c:v>44.617772000000002</c:v>
                </c:pt>
                <c:pt idx="110">
                  <c:v>51.425097000000001</c:v>
                </c:pt>
                <c:pt idx="111">
                  <c:v>58.232422</c:v>
                </c:pt>
                <c:pt idx="112">
                  <c:v>60.501520999999997</c:v>
                </c:pt>
                <c:pt idx="113">
                  <c:v>67.308846000000003</c:v>
                </c:pt>
                <c:pt idx="114">
                  <c:v>74.116170999999994</c:v>
                </c:pt>
                <c:pt idx="115">
                  <c:v>76.385350000000003</c:v>
                </c:pt>
                <c:pt idx="116">
                  <c:v>79.999967999999996</c:v>
                </c:pt>
                <c:pt idx="117">
                  <c:v>84.538184999999999</c:v>
                </c:pt>
                <c:pt idx="118">
                  <c:v>85.461791000000005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82.133065999999999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75.115208999999993</c:v>
                </c:pt>
                <c:pt idx="136">
                  <c:v>74.144752999999994</c:v>
                </c:pt>
                <c:pt idx="137">
                  <c:v>73.104979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71.200429999999997</c:v>
                </c:pt>
                <c:pt idx="141">
                  <c:v>70.035882999999998</c:v>
                </c:pt>
                <c:pt idx="142">
                  <c:v>68.871335000000002</c:v>
                </c:pt>
                <c:pt idx="143">
                  <c:v>67.972465</c:v>
                </c:pt>
                <c:pt idx="144">
                  <c:v>67.228953000000004</c:v>
                </c:pt>
                <c:pt idx="145">
                  <c:v>65.974751999999995</c:v>
                </c:pt>
                <c:pt idx="146">
                  <c:v>64.720551999999998</c:v>
                </c:pt>
                <c:pt idx="147">
                  <c:v>64.198098000000002</c:v>
                </c:pt>
                <c:pt idx="148">
                  <c:v>63.421733000000003</c:v>
                </c:pt>
                <c:pt idx="149">
                  <c:v>62.323340999999999</c:v>
                </c:pt>
                <c:pt idx="150">
                  <c:v>61.084460999999997</c:v>
                </c:pt>
                <c:pt idx="151">
                  <c:v>60.455826000000002</c:v>
                </c:pt>
                <c:pt idx="152">
                  <c:v>59.491906</c:v>
                </c:pt>
                <c:pt idx="153">
                  <c:v>58.447071000000001</c:v>
                </c:pt>
                <c:pt idx="154">
                  <c:v>57.334856000000002</c:v>
                </c:pt>
                <c:pt idx="155">
                  <c:v>56.436002000000002</c:v>
                </c:pt>
                <c:pt idx="156">
                  <c:v>55.610081999999998</c:v>
                </c:pt>
                <c:pt idx="157">
                  <c:v>54.842058000000002</c:v>
                </c:pt>
                <c:pt idx="158">
                  <c:v>53.603178</c:v>
                </c:pt>
                <c:pt idx="159">
                  <c:v>52.859850000000002</c:v>
                </c:pt>
                <c:pt idx="160">
                  <c:v>52.859850000000002</c:v>
                </c:pt>
                <c:pt idx="161">
                  <c:v>51.807217000000001</c:v>
                </c:pt>
                <c:pt idx="162">
                  <c:v>50.754584999999999</c:v>
                </c:pt>
                <c:pt idx="163">
                  <c:v>49.701953000000003</c:v>
                </c:pt>
                <c:pt idx="164">
                  <c:v>48.930022999999998</c:v>
                </c:pt>
                <c:pt idx="165">
                  <c:v>48.464204000000002</c:v>
                </c:pt>
                <c:pt idx="166">
                  <c:v>47.299655999999999</c:v>
                </c:pt>
                <c:pt idx="167">
                  <c:v>46.135109</c:v>
                </c:pt>
                <c:pt idx="168">
                  <c:v>45.048197999999999</c:v>
                </c:pt>
                <c:pt idx="169">
                  <c:v>44.697321000000002</c:v>
                </c:pt>
                <c:pt idx="170">
                  <c:v>43.644688000000002</c:v>
                </c:pt>
                <c:pt idx="171">
                  <c:v>42.592055999999999</c:v>
                </c:pt>
                <c:pt idx="172">
                  <c:v>41.539423999999997</c:v>
                </c:pt>
                <c:pt idx="173">
                  <c:v>41.118371000000003</c:v>
                </c:pt>
                <c:pt idx="174">
                  <c:v>41.118371000000003</c:v>
                </c:pt>
                <c:pt idx="175">
                  <c:v>41.118371000000003</c:v>
                </c:pt>
                <c:pt idx="176">
                  <c:v>40.083824</c:v>
                </c:pt>
                <c:pt idx="177">
                  <c:v>39.741165000000002</c:v>
                </c:pt>
                <c:pt idx="178">
                  <c:v>38.513094000000002</c:v>
                </c:pt>
                <c:pt idx="179">
                  <c:v>37.285023000000002</c:v>
                </c:pt>
                <c:pt idx="180">
                  <c:v>36.056952000000003</c:v>
                </c:pt>
                <c:pt idx="181">
                  <c:v>35.534433</c:v>
                </c:pt>
                <c:pt idx="182">
                  <c:v>34.698402999999999</c:v>
                </c:pt>
                <c:pt idx="183">
                  <c:v>34.345832999999999</c:v>
                </c:pt>
                <c:pt idx="184">
                  <c:v>31.429359000000002</c:v>
                </c:pt>
                <c:pt idx="185">
                  <c:v>31.16469</c:v>
                </c:pt>
                <c:pt idx="186">
                  <c:v>29.841343999999999</c:v>
                </c:pt>
                <c:pt idx="187">
                  <c:v>28.517997999999999</c:v>
                </c:pt>
                <c:pt idx="188">
                  <c:v>27.547543999999998</c:v>
                </c:pt>
                <c:pt idx="189">
                  <c:v>27.129529000000002</c:v>
                </c:pt>
                <c:pt idx="190">
                  <c:v>26.188995999999999</c:v>
                </c:pt>
                <c:pt idx="191">
                  <c:v>25.686066</c:v>
                </c:pt>
                <c:pt idx="192">
                  <c:v>25.686066</c:v>
                </c:pt>
                <c:pt idx="193">
                  <c:v>25.686066</c:v>
                </c:pt>
                <c:pt idx="194">
                  <c:v>25.686066</c:v>
                </c:pt>
                <c:pt idx="195">
                  <c:v>25.686066</c:v>
                </c:pt>
                <c:pt idx="196">
                  <c:v>28.734061000000001</c:v>
                </c:pt>
                <c:pt idx="197">
                  <c:v>28.734061000000001</c:v>
                </c:pt>
                <c:pt idx="198">
                  <c:v>31.003170000000001</c:v>
                </c:pt>
                <c:pt idx="199">
                  <c:v>31.003170000000001</c:v>
                </c:pt>
                <c:pt idx="200">
                  <c:v>35.541386000000003</c:v>
                </c:pt>
                <c:pt idx="201">
                  <c:v>42.348711000000002</c:v>
                </c:pt>
                <c:pt idx="202">
                  <c:v>46.696187000000002</c:v>
                </c:pt>
                <c:pt idx="203">
                  <c:v>46.886927999999997</c:v>
                </c:pt>
                <c:pt idx="204">
                  <c:v>46.886927999999997</c:v>
                </c:pt>
                <c:pt idx="205">
                  <c:v>51.425144000000003</c:v>
                </c:pt>
                <c:pt idx="206">
                  <c:v>57.540680999999999</c:v>
                </c:pt>
                <c:pt idx="207">
                  <c:v>57.540689</c:v>
                </c:pt>
                <c:pt idx="208">
                  <c:v>61.847102</c:v>
                </c:pt>
                <c:pt idx="209">
                  <c:v>66.385317999999998</c:v>
                </c:pt>
                <c:pt idx="210">
                  <c:v>71.847133999999997</c:v>
                </c:pt>
                <c:pt idx="211">
                  <c:v>76.498468000000003</c:v>
                </c:pt>
                <c:pt idx="212">
                  <c:v>76.498475999999997</c:v>
                </c:pt>
                <c:pt idx="213">
                  <c:v>79.999967999999996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82.133065999999999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74.979101</c:v>
                </c:pt>
                <c:pt idx="232">
                  <c:v>73.939327000000006</c:v>
                </c:pt>
                <c:pt idx="233">
                  <c:v>72.899552</c:v>
                </c:pt>
                <c:pt idx="234">
                  <c:v>72.065203999999994</c:v>
                </c:pt>
                <c:pt idx="235">
                  <c:v>71.233384999999998</c:v>
                </c:pt>
                <c:pt idx="236">
                  <c:v>71.035782999999995</c:v>
                </c:pt>
                <c:pt idx="237">
                  <c:v>69.781582999999998</c:v>
                </c:pt>
                <c:pt idx="238">
                  <c:v>68.527382000000003</c:v>
                </c:pt>
                <c:pt idx="239">
                  <c:v>67.972465</c:v>
                </c:pt>
                <c:pt idx="240">
                  <c:v>67.111994999999993</c:v>
                </c:pt>
                <c:pt idx="241">
                  <c:v>65.947447999999994</c:v>
                </c:pt>
                <c:pt idx="242">
                  <c:v>64.782899999999998</c:v>
                </c:pt>
                <c:pt idx="243">
                  <c:v>64.198098000000002</c:v>
                </c:pt>
                <c:pt idx="244">
                  <c:v>63.421733000000003</c:v>
                </c:pt>
                <c:pt idx="245">
                  <c:v>62.680256999999997</c:v>
                </c:pt>
                <c:pt idx="246">
                  <c:v>61.568041000000001</c:v>
                </c:pt>
                <c:pt idx="247">
                  <c:v>60.455826000000002</c:v>
                </c:pt>
                <c:pt idx="248">
                  <c:v>59.491906</c:v>
                </c:pt>
                <c:pt idx="249">
                  <c:v>58.913761999999998</c:v>
                </c:pt>
                <c:pt idx="250">
                  <c:v>57.674881999999997</c:v>
                </c:pt>
                <c:pt idx="251">
                  <c:v>56.436002000000002</c:v>
                </c:pt>
                <c:pt idx="252">
                  <c:v>55.610081999999998</c:v>
                </c:pt>
                <c:pt idx="253">
                  <c:v>54.908327</c:v>
                </c:pt>
                <c:pt idx="254">
                  <c:v>53.855694999999997</c:v>
                </c:pt>
                <c:pt idx="255">
                  <c:v>52.803061999999997</c:v>
                </c:pt>
                <c:pt idx="256">
                  <c:v>51.750430000000001</c:v>
                </c:pt>
                <c:pt idx="257">
                  <c:v>51.680255000000002</c:v>
                </c:pt>
                <c:pt idx="258">
                  <c:v>51.680255000000002</c:v>
                </c:pt>
                <c:pt idx="259">
                  <c:v>51.680255000000002</c:v>
                </c:pt>
                <c:pt idx="260">
                  <c:v>51.136799000000003</c:v>
                </c:pt>
                <c:pt idx="261">
                  <c:v>49.972251999999997</c:v>
                </c:pt>
                <c:pt idx="262">
                  <c:v>48.807704999999999</c:v>
                </c:pt>
                <c:pt idx="263">
                  <c:v>47.798430000000003</c:v>
                </c:pt>
                <c:pt idx="264">
                  <c:v>47.307201999999997</c:v>
                </c:pt>
                <c:pt idx="265">
                  <c:v>46.254570000000001</c:v>
                </c:pt>
                <c:pt idx="266">
                  <c:v>45.201937000000001</c:v>
                </c:pt>
                <c:pt idx="267">
                  <c:v>44.149304999999998</c:v>
                </c:pt>
                <c:pt idx="268">
                  <c:v>43.868603</c:v>
                </c:pt>
                <c:pt idx="269">
                  <c:v>42.667085999999998</c:v>
                </c:pt>
                <c:pt idx="270">
                  <c:v>41.280720000000002</c:v>
                </c:pt>
                <c:pt idx="271">
                  <c:v>39.986778999999999</c:v>
                </c:pt>
                <c:pt idx="272">
                  <c:v>39.505575</c:v>
                </c:pt>
                <c:pt idx="273">
                  <c:v>38.302567000000003</c:v>
                </c:pt>
                <c:pt idx="274">
                  <c:v>37.099558999999999</c:v>
                </c:pt>
                <c:pt idx="275">
                  <c:v>36.056952000000003</c:v>
                </c:pt>
                <c:pt idx="276">
                  <c:v>36.056952000000003</c:v>
                </c:pt>
                <c:pt idx="277">
                  <c:v>36.056952000000003</c:v>
                </c:pt>
                <c:pt idx="278">
                  <c:v>36.056952000000003</c:v>
                </c:pt>
                <c:pt idx="279">
                  <c:v>35.137571999999999</c:v>
                </c:pt>
                <c:pt idx="280">
                  <c:v>33.605272999999997</c:v>
                </c:pt>
                <c:pt idx="281">
                  <c:v>32.175127000000003</c:v>
                </c:pt>
                <c:pt idx="282">
                  <c:v>31.645789000000001</c:v>
                </c:pt>
                <c:pt idx="283">
                  <c:v>30.322443</c:v>
                </c:pt>
                <c:pt idx="284">
                  <c:v>28.999096999999999</c:v>
                </c:pt>
                <c:pt idx="285">
                  <c:v>28.293312</c:v>
                </c:pt>
                <c:pt idx="286">
                  <c:v>28.293312</c:v>
                </c:pt>
                <c:pt idx="287">
                  <c:v>26.281593000000001</c:v>
                </c:pt>
                <c:pt idx="288">
                  <c:v>30.819808999999999</c:v>
                </c:pt>
                <c:pt idx="289">
                  <c:v>37.627133999999998</c:v>
                </c:pt>
                <c:pt idx="290">
                  <c:v>39.963160999999999</c:v>
                </c:pt>
                <c:pt idx="291">
                  <c:v>39.963160999999999</c:v>
                </c:pt>
                <c:pt idx="292">
                  <c:v>39.963160999999999</c:v>
                </c:pt>
                <c:pt idx="293">
                  <c:v>44.501378000000003</c:v>
                </c:pt>
                <c:pt idx="294">
                  <c:v>51.308703000000001</c:v>
                </c:pt>
                <c:pt idx="295">
                  <c:v>58.116027000000003</c:v>
                </c:pt>
                <c:pt idx="296">
                  <c:v>60.501592000000002</c:v>
                </c:pt>
                <c:pt idx="297">
                  <c:v>65.737943999999999</c:v>
                </c:pt>
                <c:pt idx="298">
                  <c:v>69.577994000000004</c:v>
                </c:pt>
                <c:pt idx="299">
                  <c:v>72.181538000000003</c:v>
                </c:pt>
                <c:pt idx="300">
                  <c:v>72.181545</c:v>
                </c:pt>
                <c:pt idx="301">
                  <c:v>73.968542999999997</c:v>
                </c:pt>
                <c:pt idx="302">
                  <c:v>75.992679999999993</c:v>
                </c:pt>
                <c:pt idx="303">
                  <c:v>76.081629000000007</c:v>
                </c:pt>
                <c:pt idx="304">
                  <c:v>76.081637000000001</c:v>
                </c:pt>
                <c:pt idx="305">
                  <c:v>76.081637000000001</c:v>
                </c:pt>
                <c:pt idx="306">
                  <c:v>79.441726000000003</c:v>
                </c:pt>
                <c:pt idx="307">
                  <c:v>79.999960999999999</c:v>
                </c:pt>
                <c:pt idx="308">
                  <c:v>79.999960999999999</c:v>
                </c:pt>
                <c:pt idx="309">
                  <c:v>80.923567000000006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66.810885999999996</c:v>
                </c:pt>
                <c:pt idx="336">
                  <c:v>65.556685999999999</c:v>
                </c:pt>
                <c:pt idx="337">
                  <c:v>64.553325999999998</c:v>
                </c:pt>
                <c:pt idx="338">
                  <c:v>63.809916000000001</c:v>
                </c:pt>
                <c:pt idx="339">
                  <c:v>63.000596000000002</c:v>
                </c:pt>
                <c:pt idx="340">
                  <c:v>61.836049000000003</c:v>
                </c:pt>
                <c:pt idx="341">
                  <c:v>60.671500999999999</c:v>
                </c:pt>
                <c:pt idx="342">
                  <c:v>60.085087999999999</c:v>
                </c:pt>
                <c:pt idx="343">
                  <c:v>59.188547999999997</c:v>
                </c:pt>
                <c:pt idx="344">
                  <c:v>58.076332000000001</c:v>
                </c:pt>
                <c:pt idx="345">
                  <c:v>56.964117000000002</c:v>
                </c:pt>
                <c:pt idx="346">
                  <c:v>56.741674000000003</c:v>
                </c:pt>
                <c:pt idx="347">
                  <c:v>56.741674000000003</c:v>
                </c:pt>
                <c:pt idx="348">
                  <c:v>56.741674000000003</c:v>
                </c:pt>
                <c:pt idx="349">
                  <c:v>55.610081999999998</c:v>
                </c:pt>
                <c:pt idx="350">
                  <c:v>55.259203999999997</c:v>
                </c:pt>
                <c:pt idx="351">
                  <c:v>54.206572000000001</c:v>
                </c:pt>
                <c:pt idx="352">
                  <c:v>53.153939999999999</c:v>
                </c:pt>
                <c:pt idx="353">
                  <c:v>52.101308000000003</c:v>
                </c:pt>
                <c:pt idx="354">
                  <c:v>51.680255000000002</c:v>
                </c:pt>
                <c:pt idx="355">
                  <c:v>51.680255000000002</c:v>
                </c:pt>
                <c:pt idx="356">
                  <c:v>50.903450999999997</c:v>
                </c:pt>
                <c:pt idx="357">
                  <c:v>49.887537999999999</c:v>
                </c:pt>
                <c:pt idx="358">
                  <c:v>48.807704999999999</c:v>
                </c:pt>
                <c:pt idx="359">
                  <c:v>47.798430000000003</c:v>
                </c:pt>
                <c:pt idx="360">
                  <c:v>47.307201999999997</c:v>
                </c:pt>
                <c:pt idx="361">
                  <c:v>46.239581000000001</c:v>
                </c:pt>
                <c:pt idx="362">
                  <c:v>45.201937000000001</c:v>
                </c:pt>
                <c:pt idx="363">
                  <c:v>44.149304999999998</c:v>
                </c:pt>
                <c:pt idx="364">
                  <c:v>43.868603</c:v>
                </c:pt>
                <c:pt idx="365">
                  <c:v>42.667085999999998</c:v>
                </c:pt>
                <c:pt idx="366">
                  <c:v>41.280720000000002</c:v>
                </c:pt>
                <c:pt idx="367">
                  <c:v>39.986778999999999</c:v>
                </c:pt>
                <c:pt idx="368">
                  <c:v>39.505575</c:v>
                </c:pt>
                <c:pt idx="369">
                  <c:v>38.302567000000003</c:v>
                </c:pt>
                <c:pt idx="370">
                  <c:v>37.099558999999999</c:v>
                </c:pt>
                <c:pt idx="371">
                  <c:v>36.056952000000003</c:v>
                </c:pt>
                <c:pt idx="372">
                  <c:v>36.056952000000003</c:v>
                </c:pt>
                <c:pt idx="373">
                  <c:v>35.534433</c:v>
                </c:pt>
                <c:pt idx="374">
                  <c:v>34.698402999999999</c:v>
                </c:pt>
                <c:pt idx="375">
                  <c:v>34.195473</c:v>
                </c:pt>
                <c:pt idx="376">
                  <c:v>33.113607999999999</c:v>
                </c:pt>
                <c:pt idx="377">
                  <c:v>32.693846000000001</c:v>
                </c:pt>
                <c:pt idx="378">
                  <c:v>32.412388</c:v>
                </c:pt>
                <c:pt idx="379">
                  <c:v>29.550533999999999</c:v>
                </c:pt>
                <c:pt idx="380">
                  <c:v>30.546847</c:v>
                </c:pt>
                <c:pt idx="381">
                  <c:v>31.026551999999999</c:v>
                </c:pt>
                <c:pt idx="382">
                  <c:v>30.523622</c:v>
                </c:pt>
                <c:pt idx="383">
                  <c:v>31.269390000000001</c:v>
                </c:pt>
                <c:pt idx="384">
                  <c:v>31.269390000000001</c:v>
                </c:pt>
                <c:pt idx="385">
                  <c:v>35.807606999999997</c:v>
                </c:pt>
                <c:pt idx="386">
                  <c:v>41.869163</c:v>
                </c:pt>
                <c:pt idx="387">
                  <c:v>41.869163</c:v>
                </c:pt>
                <c:pt idx="388">
                  <c:v>44.138272000000001</c:v>
                </c:pt>
                <c:pt idx="389">
                  <c:v>48.676487999999999</c:v>
                </c:pt>
                <c:pt idx="390">
                  <c:v>52.770677999999997</c:v>
                </c:pt>
                <c:pt idx="391">
                  <c:v>52.770685999999998</c:v>
                </c:pt>
                <c:pt idx="392">
                  <c:v>59.578009999999999</c:v>
                </c:pt>
                <c:pt idx="393">
                  <c:v>59.578018</c:v>
                </c:pt>
                <c:pt idx="394">
                  <c:v>62.653775000000003</c:v>
                </c:pt>
                <c:pt idx="395">
                  <c:v>62.653775000000003</c:v>
                </c:pt>
                <c:pt idx="396">
                  <c:v>62.653775000000003</c:v>
                </c:pt>
                <c:pt idx="397">
                  <c:v>62.653782</c:v>
                </c:pt>
                <c:pt idx="398">
                  <c:v>62.653782</c:v>
                </c:pt>
                <c:pt idx="399">
                  <c:v>62.653782</c:v>
                </c:pt>
                <c:pt idx="400">
                  <c:v>62.653782</c:v>
                </c:pt>
                <c:pt idx="401">
                  <c:v>62.653790000000001</c:v>
                </c:pt>
                <c:pt idx="402">
                  <c:v>69.461115000000007</c:v>
                </c:pt>
                <c:pt idx="403">
                  <c:v>76.268439999999998</c:v>
                </c:pt>
                <c:pt idx="404">
                  <c:v>79.999960999999999</c:v>
                </c:pt>
                <c:pt idx="405">
                  <c:v>79.999967999999996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74.789764000000005</c:v>
                </c:pt>
                <c:pt idx="424">
                  <c:v>73.535563999999994</c:v>
                </c:pt>
                <c:pt idx="425">
                  <c:v>72.364976999999996</c:v>
                </c:pt>
                <c:pt idx="426">
                  <c:v>71.976794999999996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68.065085999999994</c:v>
                </c:pt>
                <c:pt idx="431">
                  <c:v>66.810885999999996</c:v>
                </c:pt>
                <c:pt idx="432">
                  <c:v>65.556685999999999</c:v>
                </c:pt>
                <c:pt idx="433">
                  <c:v>64.553325999999998</c:v>
                </c:pt>
                <c:pt idx="434">
                  <c:v>64.553325999999998</c:v>
                </c:pt>
                <c:pt idx="435">
                  <c:v>64.198098000000002</c:v>
                </c:pt>
                <c:pt idx="436">
                  <c:v>63.421733000000003</c:v>
                </c:pt>
                <c:pt idx="437">
                  <c:v>62.323340999999999</c:v>
                </c:pt>
                <c:pt idx="438">
                  <c:v>61.084460999999997</c:v>
                </c:pt>
                <c:pt idx="439">
                  <c:v>60.455826000000002</c:v>
                </c:pt>
                <c:pt idx="440">
                  <c:v>59.491906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56.741674000000003</c:v>
                </c:pt>
                <c:pt idx="445">
                  <c:v>55.610081999999998</c:v>
                </c:pt>
                <c:pt idx="446">
                  <c:v>54.568199999999997</c:v>
                </c:pt>
                <c:pt idx="447">
                  <c:v>53.560451999999998</c:v>
                </c:pt>
                <c:pt idx="448">
                  <c:v>53.153939999999999</c:v>
                </c:pt>
                <c:pt idx="449">
                  <c:v>52.101308000000003</c:v>
                </c:pt>
                <c:pt idx="450">
                  <c:v>51.680255000000002</c:v>
                </c:pt>
                <c:pt idx="451">
                  <c:v>50.512715</c:v>
                </c:pt>
                <c:pt idx="452">
                  <c:v>49.584069999999997</c:v>
                </c:pt>
                <c:pt idx="453">
                  <c:v>48.419522000000001</c:v>
                </c:pt>
                <c:pt idx="454">
                  <c:v>47.798430000000003</c:v>
                </c:pt>
                <c:pt idx="455">
                  <c:v>47.042132000000002</c:v>
                </c:pt>
                <c:pt idx="456">
                  <c:v>46.044043000000002</c:v>
                </c:pt>
                <c:pt idx="457">
                  <c:v>44.991410999999999</c:v>
                </c:pt>
                <c:pt idx="458">
                  <c:v>43.938778999999997</c:v>
                </c:pt>
                <c:pt idx="459">
                  <c:v>43.747874000000003</c:v>
                </c:pt>
                <c:pt idx="460">
                  <c:v>42.389812999999997</c:v>
                </c:pt>
                <c:pt idx="461">
                  <c:v>41.003447000000001</c:v>
                </c:pt>
                <c:pt idx="462">
                  <c:v>39.986778999999999</c:v>
                </c:pt>
                <c:pt idx="463">
                  <c:v>39.264974000000002</c:v>
                </c:pt>
                <c:pt idx="464">
                  <c:v>38.061965999999998</c:v>
                </c:pt>
                <c:pt idx="465">
                  <c:v>36.858956999999997</c:v>
                </c:pt>
                <c:pt idx="466">
                  <c:v>36.056952000000003</c:v>
                </c:pt>
                <c:pt idx="467">
                  <c:v>35.750492000000001</c:v>
                </c:pt>
                <c:pt idx="468">
                  <c:v>34.218192999999999</c:v>
                </c:pt>
                <c:pt idx="469">
                  <c:v>32.685893999999998</c:v>
                </c:pt>
                <c:pt idx="470">
                  <c:v>32.175127000000003</c:v>
                </c:pt>
                <c:pt idx="471">
                  <c:v>30.851780999999999</c:v>
                </c:pt>
                <c:pt idx="472">
                  <c:v>29.528435000000002</c:v>
                </c:pt>
                <c:pt idx="473">
                  <c:v>28.293312</c:v>
                </c:pt>
                <c:pt idx="474">
                  <c:v>28.293312</c:v>
                </c:pt>
                <c:pt idx="475">
                  <c:v>27.457283</c:v>
                </c:pt>
                <c:pt idx="476">
                  <c:v>26.934764000000001</c:v>
                </c:pt>
                <c:pt idx="477">
                  <c:v>26.431833999999998</c:v>
                </c:pt>
                <c:pt idx="478">
                  <c:v>26.431833999999998</c:v>
                </c:pt>
                <c:pt idx="479">
                  <c:v>30.970051000000002</c:v>
                </c:pt>
                <c:pt idx="480">
                  <c:v>34.470702000000003</c:v>
                </c:pt>
                <c:pt idx="481">
                  <c:v>35.966982999999999</c:v>
                </c:pt>
                <c:pt idx="482">
                  <c:v>42.774307999999998</c:v>
                </c:pt>
                <c:pt idx="483">
                  <c:v>47.184680999999998</c:v>
                </c:pt>
                <c:pt idx="484">
                  <c:v>47.184680999999998</c:v>
                </c:pt>
                <c:pt idx="485">
                  <c:v>51.722898000000001</c:v>
                </c:pt>
                <c:pt idx="486">
                  <c:v>58.530222999999999</c:v>
                </c:pt>
                <c:pt idx="487">
                  <c:v>65.337547999999998</c:v>
                </c:pt>
                <c:pt idx="488">
                  <c:v>70.325344999999999</c:v>
                </c:pt>
                <c:pt idx="489">
                  <c:v>70.325344999999999</c:v>
                </c:pt>
                <c:pt idx="490">
                  <c:v>70.325344999999999</c:v>
                </c:pt>
                <c:pt idx="491">
                  <c:v>70.325344999999999</c:v>
                </c:pt>
                <c:pt idx="492">
                  <c:v>70.325344999999999</c:v>
                </c:pt>
                <c:pt idx="493">
                  <c:v>72.247793999999999</c:v>
                </c:pt>
                <c:pt idx="494">
                  <c:v>72.247793999999999</c:v>
                </c:pt>
                <c:pt idx="495">
                  <c:v>72.247793999999999</c:v>
                </c:pt>
                <c:pt idx="496">
                  <c:v>72.247793999999999</c:v>
                </c:pt>
                <c:pt idx="497">
                  <c:v>73.192643000000004</c:v>
                </c:pt>
                <c:pt idx="498">
                  <c:v>76.385343000000006</c:v>
                </c:pt>
                <c:pt idx="499">
                  <c:v>78.654459000000003</c:v>
                </c:pt>
                <c:pt idx="500">
                  <c:v>79.999960999999999</c:v>
                </c:pt>
                <c:pt idx="501">
                  <c:v>81.680132999999998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79.462857999999997</c:v>
                </c:pt>
                <c:pt idx="515">
                  <c:v>79.350708999999995</c:v>
                </c:pt>
                <c:pt idx="516">
                  <c:v>78.111828000000003</c:v>
                </c:pt>
                <c:pt idx="517">
                  <c:v>76.872947999999994</c:v>
                </c:pt>
                <c:pt idx="518">
                  <c:v>76.294803999999999</c:v>
                </c:pt>
                <c:pt idx="519">
                  <c:v>75.741941999999995</c:v>
                </c:pt>
                <c:pt idx="520">
                  <c:v>75.184201000000002</c:v>
                </c:pt>
                <c:pt idx="521">
                  <c:v>73.902736000000004</c:v>
                </c:pt>
                <c:pt idx="522">
                  <c:v>72.621269999999996</c:v>
                </c:pt>
                <c:pt idx="523">
                  <c:v>72.215676000000002</c:v>
                </c:pt>
                <c:pt idx="524">
                  <c:v>71.095918999999995</c:v>
                </c:pt>
                <c:pt idx="525">
                  <c:v>69.976162000000002</c:v>
                </c:pt>
                <c:pt idx="526">
                  <c:v>68.856404999999995</c:v>
                </c:pt>
                <c:pt idx="527">
                  <c:v>68.483153000000001</c:v>
                </c:pt>
                <c:pt idx="528">
                  <c:v>68.399539000000004</c:v>
                </c:pt>
                <c:pt idx="529">
                  <c:v>67.145339000000007</c:v>
                </c:pt>
                <c:pt idx="530">
                  <c:v>65.891138999999995</c:v>
                </c:pt>
                <c:pt idx="531">
                  <c:v>64.636938999999998</c:v>
                </c:pt>
                <c:pt idx="532">
                  <c:v>64.553325999999998</c:v>
                </c:pt>
                <c:pt idx="533">
                  <c:v>64.553325999999998</c:v>
                </c:pt>
                <c:pt idx="534">
                  <c:v>63.853135000000002</c:v>
                </c:pt>
                <c:pt idx="535">
                  <c:v>63.265469000000003</c:v>
                </c:pt>
                <c:pt idx="536">
                  <c:v>63.265469000000003</c:v>
                </c:pt>
                <c:pt idx="537">
                  <c:v>62.126412999999999</c:v>
                </c:pt>
                <c:pt idx="538">
                  <c:v>60.987357000000003</c:v>
                </c:pt>
                <c:pt idx="539">
                  <c:v>59.848300999999999</c:v>
                </c:pt>
                <c:pt idx="540">
                  <c:v>59.544553000000001</c:v>
                </c:pt>
                <c:pt idx="541">
                  <c:v>59.544553000000001</c:v>
                </c:pt>
                <c:pt idx="542">
                  <c:v>58.883429</c:v>
                </c:pt>
                <c:pt idx="543">
                  <c:v>57.781554</c:v>
                </c:pt>
                <c:pt idx="544">
                  <c:v>56.679679999999998</c:v>
                </c:pt>
                <c:pt idx="545">
                  <c:v>55.871639000000002</c:v>
                </c:pt>
                <c:pt idx="546">
                  <c:v>55.871639000000002</c:v>
                </c:pt>
                <c:pt idx="547">
                  <c:v>55.059803000000002</c:v>
                </c:pt>
                <c:pt idx="548">
                  <c:v>54.045008000000003</c:v>
                </c:pt>
                <c:pt idx="549">
                  <c:v>53.030211999999999</c:v>
                </c:pt>
                <c:pt idx="550">
                  <c:v>52.150722999999999</c:v>
                </c:pt>
                <c:pt idx="551">
                  <c:v>52.150722999999999</c:v>
                </c:pt>
                <c:pt idx="552">
                  <c:v>51.195765999999999</c:v>
                </c:pt>
                <c:pt idx="553">
                  <c:v>50.093890999999999</c:v>
                </c:pt>
                <c:pt idx="554">
                  <c:v>48.992016999999997</c:v>
                </c:pt>
                <c:pt idx="555">
                  <c:v>48.477809000000001</c:v>
                </c:pt>
                <c:pt idx="556">
                  <c:v>47.606957000000001</c:v>
                </c:pt>
                <c:pt idx="557">
                  <c:v>46.419429999999998</c:v>
                </c:pt>
                <c:pt idx="558">
                  <c:v>45.231904</c:v>
                </c:pt>
                <c:pt idx="559">
                  <c:v>44.756892999999998</c:v>
                </c:pt>
                <c:pt idx="560">
                  <c:v>44.481425000000002</c:v>
                </c:pt>
                <c:pt idx="561">
                  <c:v>43.104081999999998</c:v>
                </c:pt>
                <c:pt idx="562">
                  <c:v>41.726739000000002</c:v>
                </c:pt>
                <c:pt idx="563">
                  <c:v>41.083978999999999</c:v>
                </c:pt>
                <c:pt idx="564">
                  <c:v>41.044749000000003</c:v>
                </c:pt>
                <c:pt idx="565">
                  <c:v>39.798462999999998</c:v>
                </c:pt>
                <c:pt idx="566">
                  <c:v>38.421123999999999</c:v>
                </c:pt>
                <c:pt idx="567">
                  <c:v>37.411074999999997</c:v>
                </c:pt>
                <c:pt idx="568">
                  <c:v>37.411074999999997</c:v>
                </c:pt>
                <c:pt idx="569">
                  <c:v>36.740454</c:v>
                </c:pt>
                <c:pt idx="570">
                  <c:v>36.261437999999998</c:v>
                </c:pt>
                <c:pt idx="571">
                  <c:v>35.758507999999999</c:v>
                </c:pt>
                <c:pt idx="572">
                  <c:v>35.758507999999999</c:v>
                </c:pt>
                <c:pt idx="573">
                  <c:v>35.758507999999999</c:v>
                </c:pt>
                <c:pt idx="574">
                  <c:v>34.093243999999999</c:v>
                </c:pt>
                <c:pt idx="575">
                  <c:v>35.758507999999999</c:v>
                </c:pt>
                <c:pt idx="576">
                  <c:v>35.758507999999999</c:v>
                </c:pt>
                <c:pt idx="577">
                  <c:v>35.758507999999999</c:v>
                </c:pt>
                <c:pt idx="578">
                  <c:v>37.940666999999998</c:v>
                </c:pt>
                <c:pt idx="579">
                  <c:v>39.304904999999998</c:v>
                </c:pt>
                <c:pt idx="580">
                  <c:v>40.209775999999998</c:v>
                </c:pt>
                <c:pt idx="581">
                  <c:v>40.209783000000002</c:v>
                </c:pt>
                <c:pt idx="582">
                  <c:v>40.209783000000002</c:v>
                </c:pt>
                <c:pt idx="583">
                  <c:v>42.055145000000003</c:v>
                </c:pt>
                <c:pt idx="584">
                  <c:v>42.055145000000003</c:v>
                </c:pt>
                <c:pt idx="585">
                  <c:v>42.055145000000003</c:v>
                </c:pt>
                <c:pt idx="586">
                  <c:v>42.055145000000003</c:v>
                </c:pt>
                <c:pt idx="587">
                  <c:v>42.055145000000003</c:v>
                </c:pt>
                <c:pt idx="588">
                  <c:v>42.055145000000003</c:v>
                </c:pt>
                <c:pt idx="589">
                  <c:v>46.593361000000002</c:v>
                </c:pt>
                <c:pt idx="590">
                  <c:v>47.017108</c:v>
                </c:pt>
                <c:pt idx="591">
                  <c:v>47.017108</c:v>
                </c:pt>
                <c:pt idx="592">
                  <c:v>47.017108</c:v>
                </c:pt>
                <c:pt idx="593">
                  <c:v>51.425159000000001</c:v>
                </c:pt>
                <c:pt idx="594">
                  <c:v>58.232483999999999</c:v>
                </c:pt>
                <c:pt idx="595">
                  <c:v>65.039809000000005</c:v>
                </c:pt>
                <c:pt idx="596">
                  <c:v>70.923535000000001</c:v>
                </c:pt>
                <c:pt idx="597">
                  <c:v>71.847133999999997</c:v>
                </c:pt>
                <c:pt idx="598">
                  <c:v>78.654459000000003</c:v>
                </c:pt>
                <c:pt idx="599">
                  <c:v>80.923567000000006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80.015491999999995</c:v>
                </c:pt>
                <c:pt idx="611">
                  <c:v>79.045035999999996</c:v>
                </c:pt>
                <c:pt idx="612">
                  <c:v>79.045035999999996</c:v>
                </c:pt>
                <c:pt idx="613">
                  <c:v>78.222514000000004</c:v>
                </c:pt>
                <c:pt idx="614">
                  <c:v>76.851645000000005</c:v>
                </c:pt>
                <c:pt idx="615">
                  <c:v>75.480774999999994</c:v>
                </c:pt>
                <c:pt idx="616">
                  <c:v>75.115208999999993</c:v>
                </c:pt>
                <c:pt idx="617">
                  <c:v>74.425106999999997</c:v>
                </c:pt>
                <c:pt idx="618">
                  <c:v>73.131165999999993</c:v>
                </c:pt>
                <c:pt idx="619">
                  <c:v>71.837224000000006</c:v>
                </c:pt>
                <c:pt idx="620">
                  <c:v>71.233384999999998</c:v>
                </c:pt>
                <c:pt idx="621">
                  <c:v>71.151512999999994</c:v>
                </c:pt>
                <c:pt idx="622">
                  <c:v>69.923441999999994</c:v>
                </c:pt>
                <c:pt idx="623">
                  <c:v>68.695372000000006</c:v>
                </c:pt>
                <c:pt idx="624">
                  <c:v>67.467301000000006</c:v>
                </c:pt>
                <c:pt idx="625">
                  <c:v>67.303557999999995</c:v>
                </c:pt>
                <c:pt idx="626">
                  <c:v>67.103757000000002</c:v>
                </c:pt>
                <c:pt idx="627">
                  <c:v>66.362746000000001</c:v>
                </c:pt>
                <c:pt idx="628">
                  <c:v>65.134675000000001</c:v>
                </c:pt>
                <c:pt idx="629">
                  <c:v>64.353370999999996</c:v>
                </c:pt>
                <c:pt idx="630">
                  <c:v>63.421733000000003</c:v>
                </c:pt>
                <c:pt idx="631">
                  <c:v>62.616427999999999</c:v>
                </c:pt>
                <c:pt idx="632">
                  <c:v>61.451881</c:v>
                </c:pt>
                <c:pt idx="633">
                  <c:v>60.597878999999999</c:v>
                </c:pt>
                <c:pt idx="634">
                  <c:v>59.983134999999997</c:v>
                </c:pt>
                <c:pt idx="635">
                  <c:v>59.491906</c:v>
                </c:pt>
                <c:pt idx="636">
                  <c:v>58.305480000000003</c:v>
                </c:pt>
                <c:pt idx="637">
                  <c:v>57.077409000000003</c:v>
                </c:pt>
                <c:pt idx="638">
                  <c:v>56.668052000000003</c:v>
                </c:pt>
                <c:pt idx="639">
                  <c:v>55.736414000000003</c:v>
                </c:pt>
                <c:pt idx="640">
                  <c:v>54.571866999999997</c:v>
                </c:pt>
                <c:pt idx="641">
                  <c:v>53.407319999999999</c:v>
                </c:pt>
                <c:pt idx="642">
                  <c:v>52.786228000000001</c:v>
                </c:pt>
                <c:pt idx="643">
                  <c:v>52.710653999999998</c:v>
                </c:pt>
                <c:pt idx="644">
                  <c:v>51.57705</c:v>
                </c:pt>
                <c:pt idx="645">
                  <c:v>50.443446000000002</c:v>
                </c:pt>
                <c:pt idx="646">
                  <c:v>49.309842000000003</c:v>
                </c:pt>
                <c:pt idx="647">
                  <c:v>48.856400999999998</c:v>
                </c:pt>
                <c:pt idx="648">
                  <c:v>47.734985000000002</c:v>
                </c:pt>
                <c:pt idx="649">
                  <c:v>46.441043000000001</c:v>
                </c:pt>
                <c:pt idx="650">
                  <c:v>45.147101999999997</c:v>
                </c:pt>
                <c:pt idx="651">
                  <c:v>44.974575999999999</c:v>
                </c:pt>
                <c:pt idx="652">
                  <c:v>44.974575999999999</c:v>
                </c:pt>
                <c:pt idx="653">
                  <c:v>41.831263999999997</c:v>
                </c:pt>
                <c:pt idx="654">
                  <c:v>41.831263999999997</c:v>
                </c:pt>
                <c:pt idx="655">
                  <c:v>41.831263999999997</c:v>
                </c:pt>
                <c:pt idx="656">
                  <c:v>41.083978999999999</c:v>
                </c:pt>
                <c:pt idx="657">
                  <c:v>40.702347000000003</c:v>
                </c:pt>
                <c:pt idx="658">
                  <c:v>39.271225000000001</c:v>
                </c:pt>
                <c:pt idx="659">
                  <c:v>37.840103999999997</c:v>
                </c:pt>
                <c:pt idx="660">
                  <c:v>37.363062999999997</c:v>
                </c:pt>
                <c:pt idx="661">
                  <c:v>37.363062999999997</c:v>
                </c:pt>
                <c:pt idx="662">
                  <c:v>36.056952000000003</c:v>
                </c:pt>
                <c:pt idx="663">
                  <c:v>36.056952000000003</c:v>
                </c:pt>
                <c:pt idx="664">
                  <c:v>35.489730000000002</c:v>
                </c:pt>
                <c:pt idx="665">
                  <c:v>34.034049000000003</c:v>
                </c:pt>
                <c:pt idx="666">
                  <c:v>33.354731999999998</c:v>
                </c:pt>
                <c:pt idx="667">
                  <c:v>31.956565999999999</c:v>
                </c:pt>
                <c:pt idx="668">
                  <c:v>32.481378999999997</c:v>
                </c:pt>
                <c:pt idx="669">
                  <c:v>30.546837</c:v>
                </c:pt>
                <c:pt idx="670">
                  <c:v>31.493254</c:v>
                </c:pt>
                <c:pt idx="671">
                  <c:v>31.493254</c:v>
                </c:pt>
                <c:pt idx="672">
                  <c:v>31.493254</c:v>
                </c:pt>
                <c:pt idx="673">
                  <c:v>31.493254</c:v>
                </c:pt>
                <c:pt idx="674">
                  <c:v>31.493254</c:v>
                </c:pt>
                <c:pt idx="675">
                  <c:v>31.493254</c:v>
                </c:pt>
                <c:pt idx="676">
                  <c:v>31.493254</c:v>
                </c:pt>
                <c:pt idx="677">
                  <c:v>31.493254</c:v>
                </c:pt>
                <c:pt idx="678">
                  <c:v>34.028640000000003</c:v>
                </c:pt>
                <c:pt idx="679">
                  <c:v>40.835965000000002</c:v>
                </c:pt>
                <c:pt idx="680">
                  <c:v>44.655118000000002</c:v>
                </c:pt>
                <c:pt idx="681">
                  <c:v>49.193334999999998</c:v>
                </c:pt>
                <c:pt idx="682">
                  <c:v>56.000660000000003</c:v>
                </c:pt>
                <c:pt idx="683">
                  <c:v>60.538876000000002</c:v>
                </c:pt>
                <c:pt idx="684">
                  <c:v>60.538876000000002</c:v>
                </c:pt>
                <c:pt idx="685">
                  <c:v>65.058088999999995</c:v>
                </c:pt>
                <c:pt idx="686">
                  <c:v>68.112537000000003</c:v>
                </c:pt>
                <c:pt idx="687">
                  <c:v>68.112537000000003</c:v>
                </c:pt>
                <c:pt idx="688">
                  <c:v>68.112544</c:v>
                </c:pt>
                <c:pt idx="689">
                  <c:v>68.112551999999994</c:v>
                </c:pt>
                <c:pt idx="690">
                  <c:v>72.513436999999996</c:v>
                </c:pt>
                <c:pt idx="691">
                  <c:v>72.513444000000007</c:v>
                </c:pt>
                <c:pt idx="692">
                  <c:v>74.107705999999993</c:v>
                </c:pt>
                <c:pt idx="693">
                  <c:v>78.645922999999996</c:v>
                </c:pt>
                <c:pt idx="694">
                  <c:v>78.855663000000007</c:v>
                </c:pt>
                <c:pt idx="695">
                  <c:v>80.923567000000006</c:v>
                </c:pt>
                <c:pt idx="696">
                  <c:v>85.461782999999997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54-4DCA-9D2A-AD21F38237A4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Data'!$D$2:$D$699</c:f>
              <c:numCache>
                <c:formatCode>0</c:formatCode>
                <c:ptCount val="698"/>
                <c:pt idx="0">
                  <c:v>59.166550000000001</c:v>
                </c:pt>
                <c:pt idx="1">
                  <c:v>59.646808</c:v>
                </c:pt>
                <c:pt idx="2">
                  <c:v>63.050471000000002</c:v>
                </c:pt>
                <c:pt idx="3">
                  <c:v>67.599479000000002</c:v>
                </c:pt>
                <c:pt idx="4">
                  <c:v>67.854808000000006</c:v>
                </c:pt>
                <c:pt idx="5">
                  <c:v>68.567975000000004</c:v>
                </c:pt>
                <c:pt idx="6">
                  <c:v>69.622450000000001</c:v>
                </c:pt>
                <c:pt idx="7">
                  <c:v>70.352400000000003</c:v>
                </c:pt>
                <c:pt idx="8">
                  <c:v>71.033450000000002</c:v>
                </c:pt>
                <c:pt idx="9">
                  <c:v>72.932303000000005</c:v>
                </c:pt>
                <c:pt idx="10">
                  <c:v>73.297364000000002</c:v>
                </c:pt>
                <c:pt idx="11">
                  <c:v>73.519795999999999</c:v>
                </c:pt>
                <c:pt idx="12">
                  <c:v>74.549612999999994</c:v>
                </c:pt>
                <c:pt idx="13">
                  <c:v>77.581922000000006</c:v>
                </c:pt>
                <c:pt idx="14">
                  <c:v>79.028537999999998</c:v>
                </c:pt>
                <c:pt idx="15">
                  <c:v>79.100908000000004</c:v>
                </c:pt>
                <c:pt idx="16">
                  <c:v>81.370017000000004</c:v>
                </c:pt>
                <c:pt idx="17">
                  <c:v>81.370017000000004</c:v>
                </c:pt>
                <c:pt idx="18">
                  <c:v>81.816219000000004</c:v>
                </c:pt>
                <c:pt idx="19">
                  <c:v>84.085327000000007</c:v>
                </c:pt>
                <c:pt idx="20">
                  <c:v>85.806498000000005</c:v>
                </c:pt>
                <c:pt idx="21">
                  <c:v>86.594988999999998</c:v>
                </c:pt>
                <c:pt idx="22">
                  <c:v>86.755471999999997</c:v>
                </c:pt>
                <c:pt idx="23">
                  <c:v>88.042026000000007</c:v>
                </c:pt>
                <c:pt idx="24">
                  <c:v>89.359994</c:v>
                </c:pt>
                <c:pt idx="25">
                  <c:v>88.298077000000006</c:v>
                </c:pt>
                <c:pt idx="26">
                  <c:v>88.414716999999996</c:v>
                </c:pt>
                <c:pt idx="27">
                  <c:v>87.649930999999995</c:v>
                </c:pt>
                <c:pt idx="28">
                  <c:v>86.523122000000001</c:v>
                </c:pt>
                <c:pt idx="29">
                  <c:v>85.144305000000003</c:v>
                </c:pt>
                <c:pt idx="30">
                  <c:v>83.900899999999993</c:v>
                </c:pt>
                <c:pt idx="31">
                  <c:v>83.220337999999998</c:v>
                </c:pt>
                <c:pt idx="32">
                  <c:v>82.806409000000002</c:v>
                </c:pt>
                <c:pt idx="33">
                  <c:v>81.697777000000002</c:v>
                </c:pt>
                <c:pt idx="34">
                  <c:v>80.589146</c:v>
                </c:pt>
                <c:pt idx="35">
                  <c:v>79.696613999999997</c:v>
                </c:pt>
                <c:pt idx="36">
                  <c:v>79.462857999999997</c:v>
                </c:pt>
                <c:pt idx="37">
                  <c:v>78.604654999999994</c:v>
                </c:pt>
                <c:pt idx="38">
                  <c:v>77.737560000000002</c:v>
                </c:pt>
                <c:pt idx="39">
                  <c:v>76.664501999999999</c:v>
                </c:pt>
                <c:pt idx="40">
                  <c:v>76.303242999999995</c:v>
                </c:pt>
                <c:pt idx="41">
                  <c:v>75.647109</c:v>
                </c:pt>
                <c:pt idx="42">
                  <c:v>74.566370000000006</c:v>
                </c:pt>
                <c:pt idx="43">
                  <c:v>73.353166999999999</c:v>
                </c:pt>
                <c:pt idx="44">
                  <c:v>72.644402999999997</c:v>
                </c:pt>
                <c:pt idx="45">
                  <c:v>72.069028000000003</c:v>
                </c:pt>
                <c:pt idx="46">
                  <c:v>71.845298</c:v>
                </c:pt>
                <c:pt idx="47">
                  <c:v>71.651206000000002</c:v>
                </c:pt>
                <c:pt idx="48">
                  <c:v>71.651206000000002</c:v>
                </c:pt>
                <c:pt idx="49">
                  <c:v>71.651202999999995</c:v>
                </c:pt>
                <c:pt idx="50">
                  <c:v>71.069812999999996</c:v>
                </c:pt>
                <c:pt idx="51">
                  <c:v>70.488420000000005</c:v>
                </c:pt>
                <c:pt idx="52">
                  <c:v>69.935945000000004</c:v>
                </c:pt>
                <c:pt idx="53">
                  <c:v>69.666753999999997</c:v>
                </c:pt>
                <c:pt idx="54">
                  <c:v>69.207577000000001</c:v>
                </c:pt>
                <c:pt idx="55">
                  <c:v>69.001097000000001</c:v>
                </c:pt>
                <c:pt idx="56">
                  <c:v>68.286358000000007</c:v>
                </c:pt>
                <c:pt idx="57">
                  <c:v>67.148857000000007</c:v>
                </c:pt>
                <c:pt idx="58">
                  <c:v>66.011356000000006</c:v>
                </c:pt>
                <c:pt idx="59">
                  <c:v>65.308638999999999</c:v>
                </c:pt>
                <c:pt idx="60">
                  <c:v>65.114840999999998</c:v>
                </c:pt>
                <c:pt idx="61">
                  <c:v>64.032595999999998</c:v>
                </c:pt>
                <c:pt idx="62">
                  <c:v>62.825138000000003</c:v>
                </c:pt>
                <c:pt idx="63">
                  <c:v>61.695199000000002</c:v>
                </c:pt>
                <c:pt idx="64">
                  <c:v>61.611724000000002</c:v>
                </c:pt>
                <c:pt idx="65">
                  <c:v>61.214644999999997</c:v>
                </c:pt>
                <c:pt idx="66">
                  <c:v>60.659618000000002</c:v>
                </c:pt>
                <c:pt idx="67">
                  <c:v>60.112423999999997</c:v>
                </c:pt>
                <c:pt idx="68">
                  <c:v>59.565230999999997</c:v>
                </c:pt>
                <c:pt idx="69">
                  <c:v>59.565230999999997</c:v>
                </c:pt>
                <c:pt idx="70">
                  <c:v>58.953023999999999</c:v>
                </c:pt>
                <c:pt idx="71">
                  <c:v>57.819727</c:v>
                </c:pt>
                <c:pt idx="72">
                  <c:v>56.686430000000001</c:v>
                </c:pt>
                <c:pt idx="73">
                  <c:v>55.904795</c:v>
                </c:pt>
                <c:pt idx="74">
                  <c:v>55.868316</c:v>
                </c:pt>
                <c:pt idx="75">
                  <c:v>55.108933</c:v>
                </c:pt>
                <c:pt idx="76">
                  <c:v>53.843296000000002</c:v>
                </c:pt>
                <c:pt idx="77">
                  <c:v>52.577658</c:v>
                </c:pt>
                <c:pt idx="78">
                  <c:v>52.050066999999999</c:v>
                </c:pt>
                <c:pt idx="79">
                  <c:v>50.911790000000003</c:v>
                </c:pt>
                <c:pt idx="80">
                  <c:v>50.203279999999999</c:v>
                </c:pt>
                <c:pt idx="81">
                  <c:v>49.145938999999998</c:v>
                </c:pt>
                <c:pt idx="82">
                  <c:v>48.079115999999999</c:v>
                </c:pt>
                <c:pt idx="83">
                  <c:v>47.242221000000001</c:v>
                </c:pt>
                <c:pt idx="84">
                  <c:v>46.990757000000002</c:v>
                </c:pt>
                <c:pt idx="85">
                  <c:v>51.188099999999999</c:v>
                </c:pt>
                <c:pt idx="86">
                  <c:v>52.016689</c:v>
                </c:pt>
                <c:pt idx="87">
                  <c:v>52.435352000000002</c:v>
                </c:pt>
                <c:pt idx="88">
                  <c:v>51.965085000000002</c:v>
                </c:pt>
                <c:pt idx="89">
                  <c:v>51.498131999999998</c:v>
                </c:pt>
                <c:pt idx="90">
                  <c:v>55.057710999999998</c:v>
                </c:pt>
                <c:pt idx="91">
                  <c:v>61.865036000000003</c:v>
                </c:pt>
                <c:pt idx="92">
                  <c:v>68.672360999999995</c:v>
                </c:pt>
                <c:pt idx="93">
                  <c:v>71.642291999999998</c:v>
                </c:pt>
                <c:pt idx="94">
                  <c:v>78.024293</c:v>
                </c:pt>
                <c:pt idx="95">
                  <c:v>78.024300999999994</c:v>
                </c:pt>
                <c:pt idx="96">
                  <c:v>78.024304000000001</c:v>
                </c:pt>
                <c:pt idx="97">
                  <c:v>78.191581999999997</c:v>
                </c:pt>
                <c:pt idx="98">
                  <c:v>78.191581999999997</c:v>
                </c:pt>
                <c:pt idx="99">
                  <c:v>78.191581999999997</c:v>
                </c:pt>
                <c:pt idx="100">
                  <c:v>78.191581999999997</c:v>
                </c:pt>
                <c:pt idx="101">
                  <c:v>78.191581999999997</c:v>
                </c:pt>
                <c:pt idx="102">
                  <c:v>78.238709999999998</c:v>
                </c:pt>
                <c:pt idx="103">
                  <c:v>80.195313999999996</c:v>
                </c:pt>
                <c:pt idx="104">
                  <c:v>82.297148000000007</c:v>
                </c:pt>
                <c:pt idx="105">
                  <c:v>83.431690000000003</c:v>
                </c:pt>
                <c:pt idx="106">
                  <c:v>83.431690000000003</c:v>
                </c:pt>
                <c:pt idx="107">
                  <c:v>83.431690000000003</c:v>
                </c:pt>
                <c:pt idx="108">
                  <c:v>83.431690000000003</c:v>
                </c:pt>
                <c:pt idx="109">
                  <c:v>84.327206000000004</c:v>
                </c:pt>
                <c:pt idx="110">
                  <c:v>84.733497999999997</c:v>
                </c:pt>
                <c:pt idx="111">
                  <c:v>84.733506000000006</c:v>
                </c:pt>
                <c:pt idx="112">
                  <c:v>84.733509999999995</c:v>
                </c:pt>
                <c:pt idx="113">
                  <c:v>86.835352999999998</c:v>
                </c:pt>
                <c:pt idx="114">
                  <c:v>87.730884000000003</c:v>
                </c:pt>
                <c:pt idx="115">
                  <c:v>88.403657999999993</c:v>
                </c:pt>
                <c:pt idx="116">
                  <c:v>88.557586000000001</c:v>
                </c:pt>
                <c:pt idx="117">
                  <c:v>89.692121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88.233379999999997</c:v>
                </c:pt>
                <c:pt idx="124">
                  <c:v>87.188522000000006</c:v>
                </c:pt>
                <c:pt idx="125">
                  <c:v>86.894459999999995</c:v>
                </c:pt>
                <c:pt idx="126">
                  <c:v>85.409522999999993</c:v>
                </c:pt>
                <c:pt idx="127">
                  <c:v>84.207318000000001</c:v>
                </c:pt>
                <c:pt idx="128">
                  <c:v>82.923288999999997</c:v>
                </c:pt>
                <c:pt idx="129">
                  <c:v>81.875107999999997</c:v>
                </c:pt>
                <c:pt idx="130">
                  <c:v>81.794218000000001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79.682540000000003</c:v>
                </c:pt>
                <c:pt idx="134">
                  <c:v>79.340110999999993</c:v>
                </c:pt>
                <c:pt idx="135">
                  <c:v>78.476417999999995</c:v>
                </c:pt>
                <c:pt idx="136">
                  <c:v>77.827764000000002</c:v>
                </c:pt>
                <c:pt idx="137">
                  <c:v>77.092834999999994</c:v>
                </c:pt>
                <c:pt idx="138">
                  <c:v>76.749902000000006</c:v>
                </c:pt>
                <c:pt idx="139">
                  <c:v>76.035381000000001</c:v>
                </c:pt>
                <c:pt idx="140">
                  <c:v>75.350562999999994</c:v>
                </c:pt>
                <c:pt idx="141">
                  <c:v>74.376142999999999</c:v>
                </c:pt>
                <c:pt idx="142">
                  <c:v>73.288572000000002</c:v>
                </c:pt>
                <c:pt idx="143">
                  <c:v>72.428954000000004</c:v>
                </c:pt>
                <c:pt idx="144">
                  <c:v>71.875230000000002</c:v>
                </c:pt>
                <c:pt idx="145">
                  <c:v>71.651206000000002</c:v>
                </c:pt>
                <c:pt idx="146">
                  <c:v>71.465836999999993</c:v>
                </c:pt>
                <c:pt idx="147">
                  <c:v>70.909729999999996</c:v>
                </c:pt>
                <c:pt idx="148">
                  <c:v>70.866011999999998</c:v>
                </c:pt>
                <c:pt idx="149">
                  <c:v>70.866011999999998</c:v>
                </c:pt>
                <c:pt idx="150">
                  <c:v>70.284619000000006</c:v>
                </c:pt>
                <c:pt idx="151">
                  <c:v>69.315629999999999</c:v>
                </c:pt>
                <c:pt idx="152">
                  <c:v>68.152844000000002</c:v>
                </c:pt>
                <c:pt idx="153">
                  <c:v>67.930815999999993</c:v>
                </c:pt>
                <c:pt idx="154">
                  <c:v>67.555177999999998</c:v>
                </c:pt>
                <c:pt idx="155">
                  <c:v>66.665801000000002</c:v>
                </c:pt>
                <c:pt idx="156">
                  <c:v>65.458342999999999</c:v>
                </c:pt>
                <c:pt idx="157">
                  <c:v>65.133375999999998</c:v>
                </c:pt>
                <c:pt idx="158">
                  <c:v>64.977081999999996</c:v>
                </c:pt>
                <c:pt idx="159">
                  <c:v>64.390978000000004</c:v>
                </c:pt>
                <c:pt idx="160">
                  <c:v>63.294210999999997</c:v>
                </c:pt>
                <c:pt idx="161">
                  <c:v>62.926430000000003</c:v>
                </c:pt>
                <c:pt idx="162">
                  <c:v>62.926430000000003</c:v>
                </c:pt>
                <c:pt idx="163">
                  <c:v>62.926430000000003</c:v>
                </c:pt>
                <c:pt idx="164">
                  <c:v>62.926430000000003</c:v>
                </c:pt>
                <c:pt idx="165">
                  <c:v>62.598114000000002</c:v>
                </c:pt>
                <c:pt idx="166">
                  <c:v>61.934465000000003</c:v>
                </c:pt>
                <c:pt idx="167">
                  <c:v>60.804997999999998</c:v>
                </c:pt>
                <c:pt idx="168">
                  <c:v>59.784970000000001</c:v>
                </c:pt>
                <c:pt idx="169">
                  <c:v>59.202696000000003</c:v>
                </c:pt>
                <c:pt idx="170">
                  <c:v>58.482297000000003</c:v>
                </c:pt>
                <c:pt idx="171">
                  <c:v>57.284106000000001</c:v>
                </c:pt>
                <c:pt idx="172">
                  <c:v>56.130707000000001</c:v>
                </c:pt>
                <c:pt idx="173">
                  <c:v>55.361722999999998</c:v>
                </c:pt>
                <c:pt idx="174">
                  <c:v>54.474350000000001</c:v>
                </c:pt>
                <c:pt idx="175">
                  <c:v>53.938198999999997</c:v>
                </c:pt>
                <c:pt idx="176">
                  <c:v>52.669119000000002</c:v>
                </c:pt>
                <c:pt idx="177">
                  <c:v>51.902968999999999</c:v>
                </c:pt>
                <c:pt idx="178">
                  <c:v>51.647585999999997</c:v>
                </c:pt>
                <c:pt idx="179">
                  <c:v>52.982840000000003</c:v>
                </c:pt>
                <c:pt idx="180">
                  <c:v>54.530250000000002</c:v>
                </c:pt>
                <c:pt idx="181">
                  <c:v>54.298411999999999</c:v>
                </c:pt>
                <c:pt idx="182">
                  <c:v>57.649603999999997</c:v>
                </c:pt>
                <c:pt idx="183">
                  <c:v>60.266213999999998</c:v>
                </c:pt>
                <c:pt idx="184">
                  <c:v>60.4833</c:v>
                </c:pt>
                <c:pt idx="185">
                  <c:v>59.601545999999999</c:v>
                </c:pt>
                <c:pt idx="186">
                  <c:v>58.929673000000001</c:v>
                </c:pt>
                <c:pt idx="187">
                  <c:v>59.223374</c:v>
                </c:pt>
                <c:pt idx="188">
                  <c:v>62.186973000000002</c:v>
                </c:pt>
                <c:pt idx="189">
                  <c:v>65.590638999999996</c:v>
                </c:pt>
                <c:pt idx="190">
                  <c:v>70.318565000000007</c:v>
                </c:pt>
                <c:pt idx="191">
                  <c:v>73.722227000000004</c:v>
                </c:pt>
                <c:pt idx="192">
                  <c:v>78.654424000000006</c:v>
                </c:pt>
                <c:pt idx="193">
                  <c:v>79.224889000000005</c:v>
                </c:pt>
                <c:pt idx="194">
                  <c:v>79.721635000000006</c:v>
                </c:pt>
                <c:pt idx="195">
                  <c:v>79.988107999999997</c:v>
                </c:pt>
                <c:pt idx="196">
                  <c:v>82.558982999999998</c:v>
                </c:pt>
                <c:pt idx="197">
                  <c:v>82.558989999999994</c:v>
                </c:pt>
                <c:pt idx="198">
                  <c:v>83.315343999999996</c:v>
                </c:pt>
                <c:pt idx="199">
                  <c:v>83.315343999999996</c:v>
                </c:pt>
                <c:pt idx="200">
                  <c:v>83.315343999999996</c:v>
                </c:pt>
                <c:pt idx="201">
                  <c:v>84.401813000000004</c:v>
                </c:pt>
                <c:pt idx="202">
                  <c:v>85.262270999999998</c:v>
                </c:pt>
                <c:pt idx="203">
                  <c:v>85.262270999999998</c:v>
                </c:pt>
                <c:pt idx="204">
                  <c:v>87.531379000000001</c:v>
                </c:pt>
                <c:pt idx="205">
                  <c:v>87.531379000000001</c:v>
                </c:pt>
                <c:pt idx="206">
                  <c:v>87.730891999999997</c:v>
                </c:pt>
                <c:pt idx="207">
                  <c:v>87.935837000000006</c:v>
                </c:pt>
                <c:pt idx="208">
                  <c:v>87.935837000000006</c:v>
                </c:pt>
                <c:pt idx="209">
                  <c:v>89.070391000000001</c:v>
                </c:pt>
                <c:pt idx="210">
                  <c:v>89.999979999999994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88.233379999999997</c:v>
                </c:pt>
                <c:pt idx="220">
                  <c:v>87.188522000000006</c:v>
                </c:pt>
                <c:pt idx="221">
                  <c:v>86.591341</c:v>
                </c:pt>
                <c:pt idx="222">
                  <c:v>85.295745999999994</c:v>
                </c:pt>
                <c:pt idx="223">
                  <c:v>84.135536000000002</c:v>
                </c:pt>
                <c:pt idx="224">
                  <c:v>83.249848999999998</c:v>
                </c:pt>
                <c:pt idx="225">
                  <c:v>82.615690000000001</c:v>
                </c:pt>
                <c:pt idx="226">
                  <c:v>81.814913000000004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79.682540000000003</c:v>
                </c:pt>
                <c:pt idx="230">
                  <c:v>79.340110999999993</c:v>
                </c:pt>
                <c:pt idx="231">
                  <c:v>78.713238000000004</c:v>
                </c:pt>
                <c:pt idx="232">
                  <c:v>77.632969000000003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76.517560000000003</c:v>
                </c:pt>
                <c:pt idx="236">
                  <c:v>75.906463000000002</c:v>
                </c:pt>
                <c:pt idx="237">
                  <c:v>74.926238999999995</c:v>
                </c:pt>
                <c:pt idx="238">
                  <c:v>73.780801999999994</c:v>
                </c:pt>
                <c:pt idx="239">
                  <c:v>73.062394999999995</c:v>
                </c:pt>
                <c:pt idx="240">
                  <c:v>72.375558999999996</c:v>
                </c:pt>
                <c:pt idx="241">
                  <c:v>72.069028000000003</c:v>
                </c:pt>
                <c:pt idx="242">
                  <c:v>71.404707000000002</c:v>
                </c:pt>
                <c:pt idx="243">
                  <c:v>70.698961999999995</c:v>
                </c:pt>
                <c:pt idx="244">
                  <c:v>70.161147</c:v>
                </c:pt>
                <c:pt idx="245">
                  <c:v>70.161147</c:v>
                </c:pt>
                <c:pt idx="246">
                  <c:v>69.579753999999994</c:v>
                </c:pt>
                <c:pt idx="247">
                  <c:v>68.610765999999998</c:v>
                </c:pt>
                <c:pt idx="248">
                  <c:v>67.447979000000004</c:v>
                </c:pt>
                <c:pt idx="249">
                  <c:v>66.750308000000004</c:v>
                </c:pt>
                <c:pt idx="250">
                  <c:v>67.749787999999995</c:v>
                </c:pt>
                <c:pt idx="251">
                  <c:v>67.460324</c:v>
                </c:pt>
                <c:pt idx="252">
                  <c:v>66.896086999999994</c:v>
                </c:pt>
                <c:pt idx="253">
                  <c:v>66.857269000000002</c:v>
                </c:pt>
                <c:pt idx="254">
                  <c:v>66.853594000000001</c:v>
                </c:pt>
                <c:pt idx="255">
                  <c:v>66.818505999999999</c:v>
                </c:pt>
                <c:pt idx="256">
                  <c:v>66.000354000000002</c:v>
                </c:pt>
                <c:pt idx="257">
                  <c:v>64.926844000000003</c:v>
                </c:pt>
                <c:pt idx="258">
                  <c:v>63.853333999999997</c:v>
                </c:pt>
                <c:pt idx="259">
                  <c:v>63.028222</c:v>
                </c:pt>
                <c:pt idx="260">
                  <c:v>63.028222</c:v>
                </c:pt>
                <c:pt idx="261">
                  <c:v>62.326430000000002</c:v>
                </c:pt>
                <c:pt idx="262">
                  <c:v>61.158053000000002</c:v>
                </c:pt>
                <c:pt idx="263">
                  <c:v>59.989676000000003</c:v>
                </c:pt>
                <c:pt idx="264">
                  <c:v>59.250852999999999</c:v>
                </c:pt>
                <c:pt idx="265">
                  <c:v>58.601179999999999</c:v>
                </c:pt>
                <c:pt idx="266">
                  <c:v>57.527670000000001</c:v>
                </c:pt>
                <c:pt idx="267">
                  <c:v>56.454160999999999</c:v>
                </c:pt>
                <c:pt idx="268">
                  <c:v>55.636007999999997</c:v>
                </c:pt>
                <c:pt idx="269">
                  <c:v>55.377153999999997</c:v>
                </c:pt>
                <c:pt idx="270">
                  <c:v>54.215530999999999</c:v>
                </c:pt>
                <c:pt idx="271">
                  <c:v>52.762771999999998</c:v>
                </c:pt>
                <c:pt idx="272">
                  <c:v>51.696635000000001</c:v>
                </c:pt>
                <c:pt idx="273">
                  <c:v>50.993746000000002</c:v>
                </c:pt>
                <c:pt idx="274">
                  <c:v>49.715260999999998</c:v>
                </c:pt>
                <c:pt idx="275">
                  <c:v>48.436776000000002</c:v>
                </c:pt>
                <c:pt idx="276">
                  <c:v>47.822741000000001</c:v>
                </c:pt>
                <c:pt idx="277">
                  <c:v>47.561481999999998</c:v>
                </c:pt>
                <c:pt idx="278">
                  <c:v>46.356414000000001</c:v>
                </c:pt>
                <c:pt idx="279">
                  <c:v>45.317895999999998</c:v>
                </c:pt>
                <c:pt idx="280">
                  <c:v>47.324652999999998</c:v>
                </c:pt>
                <c:pt idx="281">
                  <c:v>50.728316</c:v>
                </c:pt>
                <c:pt idx="282">
                  <c:v>52.560321999999999</c:v>
                </c:pt>
                <c:pt idx="283">
                  <c:v>57.322507999999999</c:v>
                </c:pt>
                <c:pt idx="284">
                  <c:v>62.426067000000003</c:v>
                </c:pt>
                <c:pt idx="285">
                  <c:v>68.098838000000001</c:v>
                </c:pt>
                <c:pt idx="286">
                  <c:v>72.898077999999998</c:v>
                </c:pt>
                <c:pt idx="287">
                  <c:v>76.301760000000002</c:v>
                </c:pt>
                <c:pt idx="288">
                  <c:v>79.733530000000002</c:v>
                </c:pt>
                <c:pt idx="289">
                  <c:v>79.733530000000002</c:v>
                </c:pt>
                <c:pt idx="290">
                  <c:v>79.999979999999994</c:v>
                </c:pt>
                <c:pt idx="291">
                  <c:v>80.000007999999994</c:v>
                </c:pt>
                <c:pt idx="292">
                  <c:v>80.000007999999994</c:v>
                </c:pt>
                <c:pt idx="293">
                  <c:v>80.803269999999998</c:v>
                </c:pt>
                <c:pt idx="294">
                  <c:v>82.777788999999999</c:v>
                </c:pt>
                <c:pt idx="295">
                  <c:v>84.538173</c:v>
                </c:pt>
                <c:pt idx="296">
                  <c:v>84.538184999999999</c:v>
                </c:pt>
                <c:pt idx="297">
                  <c:v>84.538207999999997</c:v>
                </c:pt>
                <c:pt idx="298">
                  <c:v>84.538207999999997</c:v>
                </c:pt>
                <c:pt idx="299">
                  <c:v>85.353746000000001</c:v>
                </c:pt>
                <c:pt idx="300">
                  <c:v>86.612060999999997</c:v>
                </c:pt>
                <c:pt idx="301">
                  <c:v>87.730891999999997</c:v>
                </c:pt>
                <c:pt idx="302">
                  <c:v>87.730891999999997</c:v>
                </c:pt>
                <c:pt idx="303">
                  <c:v>88.109076000000002</c:v>
                </c:pt>
                <c:pt idx="304">
                  <c:v>89.135597000000004</c:v>
                </c:pt>
                <c:pt idx="305">
                  <c:v>89.135597000000004</c:v>
                </c:pt>
                <c:pt idx="306">
                  <c:v>89.891965999999996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89.559935999999993</c:v>
                </c:pt>
                <c:pt idx="315">
                  <c:v>87.869521000000006</c:v>
                </c:pt>
                <c:pt idx="316">
                  <c:v>87.188522000000006</c:v>
                </c:pt>
                <c:pt idx="317">
                  <c:v>86.053308000000001</c:v>
                </c:pt>
                <c:pt idx="318">
                  <c:v>84.784813999999997</c:v>
                </c:pt>
                <c:pt idx="319">
                  <c:v>83.376221999999999</c:v>
                </c:pt>
                <c:pt idx="320">
                  <c:v>82.822896999999998</c:v>
                </c:pt>
                <c:pt idx="321">
                  <c:v>81.862393999999995</c:v>
                </c:pt>
                <c:pt idx="322">
                  <c:v>81.787182000000001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79.913909000000004</c:v>
                </c:pt>
                <c:pt idx="326">
                  <c:v>79.164664000000002</c:v>
                </c:pt>
                <c:pt idx="327">
                  <c:v>78.476417999999995</c:v>
                </c:pt>
                <c:pt idx="328">
                  <c:v>77.780231000000001</c:v>
                </c:pt>
                <c:pt idx="329">
                  <c:v>77.020515000000003</c:v>
                </c:pt>
                <c:pt idx="330">
                  <c:v>76.109137000000004</c:v>
                </c:pt>
                <c:pt idx="331">
                  <c:v>76.089557999999997</c:v>
                </c:pt>
                <c:pt idx="332">
                  <c:v>75.467433</c:v>
                </c:pt>
                <c:pt idx="333">
                  <c:v>74.496977000000001</c:v>
                </c:pt>
                <c:pt idx="334">
                  <c:v>73.332429000000005</c:v>
                </c:pt>
                <c:pt idx="335">
                  <c:v>72.585704000000007</c:v>
                </c:pt>
                <c:pt idx="336">
                  <c:v>71.958603999999994</c:v>
                </c:pt>
                <c:pt idx="337">
                  <c:v>71.651206000000002</c:v>
                </c:pt>
                <c:pt idx="338">
                  <c:v>71.651206000000002</c:v>
                </c:pt>
                <c:pt idx="339">
                  <c:v>71.263610999999997</c:v>
                </c:pt>
                <c:pt idx="340">
                  <c:v>70.682218000000006</c:v>
                </c:pt>
                <c:pt idx="341">
                  <c:v>70.272926999999996</c:v>
                </c:pt>
                <c:pt idx="342">
                  <c:v>70.272926999999996</c:v>
                </c:pt>
                <c:pt idx="343">
                  <c:v>70.272926999999996</c:v>
                </c:pt>
                <c:pt idx="344">
                  <c:v>70.272926999999996</c:v>
                </c:pt>
                <c:pt idx="345">
                  <c:v>69.902189000000007</c:v>
                </c:pt>
                <c:pt idx="346">
                  <c:v>69.334164999999999</c:v>
                </c:pt>
                <c:pt idx="347">
                  <c:v>68.307794999999999</c:v>
                </c:pt>
                <c:pt idx="348">
                  <c:v>67.825834999999998</c:v>
                </c:pt>
                <c:pt idx="349">
                  <c:v>67.286164999999997</c:v>
                </c:pt>
                <c:pt idx="350">
                  <c:v>66.077826000000002</c:v>
                </c:pt>
                <c:pt idx="351">
                  <c:v>64.869488000000004</c:v>
                </c:pt>
                <c:pt idx="352">
                  <c:v>64.203738999999999</c:v>
                </c:pt>
                <c:pt idx="353">
                  <c:v>63.829588000000001</c:v>
                </c:pt>
                <c:pt idx="354">
                  <c:v>62.861342</c:v>
                </c:pt>
                <c:pt idx="355">
                  <c:v>61.787832000000002</c:v>
                </c:pt>
                <c:pt idx="356">
                  <c:v>60.714322000000003</c:v>
                </c:pt>
                <c:pt idx="357">
                  <c:v>60.223094000000003</c:v>
                </c:pt>
                <c:pt idx="358">
                  <c:v>59.793284999999997</c:v>
                </c:pt>
                <c:pt idx="359">
                  <c:v>58.997844999999998</c:v>
                </c:pt>
                <c:pt idx="360">
                  <c:v>57.973987000000001</c:v>
                </c:pt>
                <c:pt idx="361">
                  <c:v>57.281368000000001</c:v>
                </c:pt>
                <c:pt idx="362">
                  <c:v>56.764291999999998</c:v>
                </c:pt>
                <c:pt idx="363">
                  <c:v>55.694529000000003</c:v>
                </c:pt>
                <c:pt idx="364">
                  <c:v>54.511338000000002</c:v>
                </c:pt>
                <c:pt idx="365">
                  <c:v>53.799962999999998</c:v>
                </c:pt>
                <c:pt idx="366">
                  <c:v>52.618473000000002</c:v>
                </c:pt>
                <c:pt idx="367">
                  <c:v>52.045535000000001</c:v>
                </c:pt>
                <c:pt idx="368">
                  <c:v>50.842072999999999</c:v>
                </c:pt>
                <c:pt idx="369">
                  <c:v>50.562800000000003</c:v>
                </c:pt>
                <c:pt idx="370">
                  <c:v>49.775747000000003</c:v>
                </c:pt>
                <c:pt idx="371">
                  <c:v>47.693862000000003</c:v>
                </c:pt>
                <c:pt idx="372">
                  <c:v>47.431511</c:v>
                </c:pt>
                <c:pt idx="373">
                  <c:v>46.775635000000001</c:v>
                </c:pt>
                <c:pt idx="374">
                  <c:v>46.390120000000003</c:v>
                </c:pt>
                <c:pt idx="375">
                  <c:v>49.354630999999998</c:v>
                </c:pt>
                <c:pt idx="376">
                  <c:v>49.330655</c:v>
                </c:pt>
                <c:pt idx="377">
                  <c:v>48.343919</c:v>
                </c:pt>
                <c:pt idx="378">
                  <c:v>49.521782999999999</c:v>
                </c:pt>
                <c:pt idx="379">
                  <c:v>52.925446000000001</c:v>
                </c:pt>
                <c:pt idx="380">
                  <c:v>56.329107999999998</c:v>
                </c:pt>
                <c:pt idx="381">
                  <c:v>61.174346</c:v>
                </c:pt>
                <c:pt idx="382">
                  <c:v>66.652686000000003</c:v>
                </c:pt>
                <c:pt idx="383">
                  <c:v>68.921795000000003</c:v>
                </c:pt>
                <c:pt idx="384">
                  <c:v>70.998102000000003</c:v>
                </c:pt>
                <c:pt idx="385">
                  <c:v>71.847110000000001</c:v>
                </c:pt>
                <c:pt idx="386">
                  <c:v>74.116218000000003</c:v>
                </c:pt>
                <c:pt idx="387">
                  <c:v>74.788989000000001</c:v>
                </c:pt>
                <c:pt idx="388">
                  <c:v>78.939981000000003</c:v>
                </c:pt>
                <c:pt idx="389">
                  <c:v>78.939981000000003</c:v>
                </c:pt>
                <c:pt idx="390">
                  <c:v>78.939981000000003</c:v>
                </c:pt>
                <c:pt idx="391">
                  <c:v>80</c:v>
                </c:pt>
                <c:pt idx="392">
                  <c:v>80</c:v>
                </c:pt>
                <c:pt idx="393">
                  <c:v>81.596322000000001</c:v>
                </c:pt>
                <c:pt idx="394">
                  <c:v>83.016418999999999</c:v>
                </c:pt>
                <c:pt idx="395">
                  <c:v>84.538231999999994</c:v>
                </c:pt>
                <c:pt idx="396">
                  <c:v>85</c:v>
                </c:pt>
                <c:pt idx="397">
                  <c:v>85.525917000000007</c:v>
                </c:pt>
                <c:pt idx="398">
                  <c:v>87.147722999999999</c:v>
                </c:pt>
                <c:pt idx="399">
                  <c:v>88.158654999999996</c:v>
                </c:pt>
                <c:pt idx="400">
                  <c:v>88.831434000000002</c:v>
                </c:pt>
                <c:pt idx="401">
                  <c:v>89.559644000000006</c:v>
                </c:pt>
                <c:pt idx="402">
                  <c:v>89.981523999999993</c:v>
                </c:pt>
                <c:pt idx="403">
                  <c:v>89.999983999999998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89.663032999999999</c:v>
                </c:pt>
                <c:pt idx="411">
                  <c:v>87.979099000000005</c:v>
                </c:pt>
                <c:pt idx="412">
                  <c:v>87.188522000000006</c:v>
                </c:pt>
                <c:pt idx="413">
                  <c:v>86.803771999999995</c:v>
                </c:pt>
                <c:pt idx="414">
                  <c:v>85.107816999999997</c:v>
                </c:pt>
                <c:pt idx="415">
                  <c:v>84.094719999999995</c:v>
                </c:pt>
                <c:pt idx="416">
                  <c:v>83.249848999999998</c:v>
                </c:pt>
                <c:pt idx="417">
                  <c:v>82.205887000000004</c:v>
                </c:pt>
                <c:pt idx="418">
                  <c:v>81.821578000000002</c:v>
                </c:pt>
                <c:pt idx="419">
                  <c:v>81.367030999999997</c:v>
                </c:pt>
                <c:pt idx="420">
                  <c:v>80.309764000000001</c:v>
                </c:pt>
                <c:pt idx="421">
                  <c:v>79.682540000000003</c:v>
                </c:pt>
                <c:pt idx="422">
                  <c:v>79.005133999999998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74.470434999999995</c:v>
                </c:pt>
                <c:pt idx="429">
                  <c:v>73.443759999999997</c:v>
                </c:pt>
                <c:pt idx="430">
                  <c:v>72.691764000000006</c:v>
                </c:pt>
                <c:pt idx="431">
                  <c:v>72.180192000000005</c:v>
                </c:pt>
                <c:pt idx="432">
                  <c:v>71.667587999999995</c:v>
                </c:pt>
                <c:pt idx="433">
                  <c:v>71.651206000000002</c:v>
                </c:pt>
                <c:pt idx="434">
                  <c:v>71.651206000000002</c:v>
                </c:pt>
                <c:pt idx="435">
                  <c:v>71.229660999999993</c:v>
                </c:pt>
                <c:pt idx="436">
                  <c:v>70.643557999999999</c:v>
                </c:pt>
                <c:pt idx="437">
                  <c:v>70.448189999999997</c:v>
                </c:pt>
                <c:pt idx="438">
                  <c:v>69.866797000000005</c:v>
                </c:pt>
                <c:pt idx="439">
                  <c:v>69.285404</c:v>
                </c:pt>
                <c:pt idx="440">
                  <c:v>68.152844000000002</c:v>
                </c:pt>
                <c:pt idx="441">
                  <c:v>67.455172000000005</c:v>
                </c:pt>
                <c:pt idx="442">
                  <c:v>66.769457000000003</c:v>
                </c:pt>
                <c:pt idx="443">
                  <c:v>66.344703999999993</c:v>
                </c:pt>
                <c:pt idx="444">
                  <c:v>65.718639999999994</c:v>
                </c:pt>
                <c:pt idx="445">
                  <c:v>65.092574999999997</c:v>
                </c:pt>
                <c:pt idx="446">
                  <c:v>64.675197999999995</c:v>
                </c:pt>
                <c:pt idx="447">
                  <c:v>64.675197999999995</c:v>
                </c:pt>
                <c:pt idx="448">
                  <c:v>64.383362000000005</c:v>
                </c:pt>
                <c:pt idx="449">
                  <c:v>63.836168000000001</c:v>
                </c:pt>
                <c:pt idx="450">
                  <c:v>63.216014999999999</c:v>
                </c:pt>
                <c:pt idx="451">
                  <c:v>62.194586999999999</c:v>
                </c:pt>
                <c:pt idx="452">
                  <c:v>61.647393999999998</c:v>
                </c:pt>
                <c:pt idx="453">
                  <c:v>60.631318</c:v>
                </c:pt>
                <c:pt idx="454">
                  <c:v>59.899296</c:v>
                </c:pt>
                <c:pt idx="455">
                  <c:v>59.078752000000001</c:v>
                </c:pt>
                <c:pt idx="456">
                  <c:v>58.297280999999998</c:v>
                </c:pt>
                <c:pt idx="457">
                  <c:v>57.236942999999997</c:v>
                </c:pt>
                <c:pt idx="458">
                  <c:v>56.25994</c:v>
                </c:pt>
                <c:pt idx="459">
                  <c:v>55.722093999999998</c:v>
                </c:pt>
                <c:pt idx="460">
                  <c:v>54.890825999999997</c:v>
                </c:pt>
                <c:pt idx="461">
                  <c:v>53.828797999999999</c:v>
                </c:pt>
                <c:pt idx="462">
                  <c:v>52.792862</c:v>
                </c:pt>
                <c:pt idx="463">
                  <c:v>51.825830000000003</c:v>
                </c:pt>
                <c:pt idx="464">
                  <c:v>50.838562000000003</c:v>
                </c:pt>
                <c:pt idx="465">
                  <c:v>49.887537999999999</c:v>
                </c:pt>
                <c:pt idx="466">
                  <c:v>49.533164999999997</c:v>
                </c:pt>
                <c:pt idx="467">
                  <c:v>48.647233</c:v>
                </c:pt>
                <c:pt idx="468">
                  <c:v>47.798589999999997</c:v>
                </c:pt>
                <c:pt idx="469">
                  <c:v>46.478265</c:v>
                </c:pt>
                <c:pt idx="470">
                  <c:v>46.114151999999997</c:v>
                </c:pt>
                <c:pt idx="471">
                  <c:v>45.327098999999997</c:v>
                </c:pt>
                <c:pt idx="472">
                  <c:v>44.987611999999999</c:v>
                </c:pt>
                <c:pt idx="473">
                  <c:v>45.884559000000003</c:v>
                </c:pt>
                <c:pt idx="474">
                  <c:v>45.364345</c:v>
                </c:pt>
                <c:pt idx="475">
                  <c:v>47.193389000000003</c:v>
                </c:pt>
                <c:pt idx="476">
                  <c:v>52.866160000000001</c:v>
                </c:pt>
                <c:pt idx="477">
                  <c:v>58.129021000000002</c:v>
                </c:pt>
                <c:pt idx="478">
                  <c:v>63.078845000000001</c:v>
                </c:pt>
                <c:pt idx="479">
                  <c:v>66.496133</c:v>
                </c:pt>
                <c:pt idx="480">
                  <c:v>69.899794999999997</c:v>
                </c:pt>
                <c:pt idx="481">
                  <c:v>69.899794999999997</c:v>
                </c:pt>
                <c:pt idx="482">
                  <c:v>70.721628999999993</c:v>
                </c:pt>
                <c:pt idx="483">
                  <c:v>72.184004000000002</c:v>
                </c:pt>
                <c:pt idx="484">
                  <c:v>74.894777000000005</c:v>
                </c:pt>
                <c:pt idx="485">
                  <c:v>75.351219999999998</c:v>
                </c:pt>
                <c:pt idx="486">
                  <c:v>79.860709999999997</c:v>
                </c:pt>
                <c:pt idx="487">
                  <c:v>82.416441000000006</c:v>
                </c:pt>
                <c:pt idx="488">
                  <c:v>84.223765999999998</c:v>
                </c:pt>
                <c:pt idx="489">
                  <c:v>85.167248000000001</c:v>
                </c:pt>
                <c:pt idx="490">
                  <c:v>87.512928000000002</c:v>
                </c:pt>
                <c:pt idx="491">
                  <c:v>87.512928000000002</c:v>
                </c:pt>
                <c:pt idx="492">
                  <c:v>87.935839999999999</c:v>
                </c:pt>
                <c:pt idx="493">
                  <c:v>89.782037000000003</c:v>
                </c:pt>
                <c:pt idx="494">
                  <c:v>89.782037000000003</c:v>
                </c:pt>
                <c:pt idx="495">
                  <c:v>89.999968999999993</c:v>
                </c:pt>
                <c:pt idx="496">
                  <c:v>89.999968999999993</c:v>
                </c:pt>
                <c:pt idx="497">
                  <c:v>89.999972999999997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89.329661000000002</c:v>
                </c:pt>
                <c:pt idx="509">
                  <c:v>87.914658000000003</c:v>
                </c:pt>
                <c:pt idx="510">
                  <c:v>87.914658000000003</c:v>
                </c:pt>
                <c:pt idx="511">
                  <c:v>87.281880000000001</c:v>
                </c:pt>
                <c:pt idx="512">
                  <c:v>87.106891000000005</c:v>
                </c:pt>
                <c:pt idx="513">
                  <c:v>86.228273000000002</c:v>
                </c:pt>
                <c:pt idx="514">
                  <c:v>85.155805999999998</c:v>
                </c:pt>
                <c:pt idx="515">
                  <c:v>84.119743999999997</c:v>
                </c:pt>
                <c:pt idx="516">
                  <c:v>83.584303000000006</c:v>
                </c:pt>
                <c:pt idx="517">
                  <c:v>83.071717000000007</c:v>
                </c:pt>
                <c:pt idx="518">
                  <c:v>82.993056999999993</c:v>
                </c:pt>
                <c:pt idx="519">
                  <c:v>82.419163999999995</c:v>
                </c:pt>
                <c:pt idx="520">
                  <c:v>81.995890000000003</c:v>
                </c:pt>
                <c:pt idx="521">
                  <c:v>81.514933999999997</c:v>
                </c:pt>
                <c:pt idx="522">
                  <c:v>80.953839000000002</c:v>
                </c:pt>
                <c:pt idx="523">
                  <c:v>80.416372999999993</c:v>
                </c:pt>
                <c:pt idx="524">
                  <c:v>80.416372999999993</c:v>
                </c:pt>
                <c:pt idx="525">
                  <c:v>80.043120999999999</c:v>
                </c:pt>
                <c:pt idx="526">
                  <c:v>79.042492999999993</c:v>
                </c:pt>
                <c:pt idx="527">
                  <c:v>77.931676999999993</c:v>
                </c:pt>
                <c:pt idx="528">
                  <c:v>76.932837000000006</c:v>
                </c:pt>
                <c:pt idx="529">
                  <c:v>76.639004</c:v>
                </c:pt>
                <c:pt idx="530">
                  <c:v>76.270583000000002</c:v>
                </c:pt>
                <c:pt idx="531">
                  <c:v>75.208890999999994</c:v>
                </c:pt>
                <c:pt idx="532">
                  <c:v>74.067618999999993</c:v>
                </c:pt>
                <c:pt idx="533">
                  <c:v>73.007429999999999</c:v>
                </c:pt>
                <c:pt idx="534">
                  <c:v>72.813631999999998</c:v>
                </c:pt>
                <c:pt idx="535">
                  <c:v>72.813631999999998</c:v>
                </c:pt>
                <c:pt idx="536">
                  <c:v>72.629987</c:v>
                </c:pt>
                <c:pt idx="537">
                  <c:v>72.079049999999995</c:v>
                </c:pt>
                <c:pt idx="538">
                  <c:v>71.111103</c:v>
                </c:pt>
                <c:pt idx="539">
                  <c:v>70.448189999999997</c:v>
                </c:pt>
                <c:pt idx="540">
                  <c:v>70.272751999999997</c:v>
                </c:pt>
                <c:pt idx="541">
                  <c:v>69.436358999999996</c:v>
                </c:pt>
                <c:pt idx="542">
                  <c:v>68.393248999999997</c:v>
                </c:pt>
                <c:pt idx="543">
                  <c:v>67.350138999999999</c:v>
                </c:pt>
                <c:pt idx="544">
                  <c:v>66.622819000000007</c:v>
                </c:pt>
                <c:pt idx="545">
                  <c:v>66.305215000000004</c:v>
                </c:pt>
                <c:pt idx="546">
                  <c:v>65.394723999999997</c:v>
                </c:pt>
                <c:pt idx="547">
                  <c:v>64.345631999999995</c:v>
                </c:pt>
                <c:pt idx="548">
                  <c:v>63.29654</c:v>
                </c:pt>
                <c:pt idx="549">
                  <c:v>62.84545</c:v>
                </c:pt>
                <c:pt idx="550">
                  <c:v>62.604143999999998</c:v>
                </c:pt>
                <c:pt idx="551">
                  <c:v>61.708080000000002</c:v>
                </c:pt>
                <c:pt idx="552">
                  <c:v>60.674202999999999</c:v>
                </c:pt>
                <c:pt idx="553">
                  <c:v>59.640326999999999</c:v>
                </c:pt>
                <c:pt idx="554">
                  <c:v>59.020077999999998</c:v>
                </c:pt>
                <c:pt idx="555">
                  <c:v>58.342809000000003</c:v>
                </c:pt>
                <c:pt idx="556">
                  <c:v>57.096994000000002</c:v>
                </c:pt>
                <c:pt idx="557">
                  <c:v>55.851179000000002</c:v>
                </c:pt>
                <c:pt idx="558">
                  <c:v>55.276417000000002</c:v>
                </c:pt>
                <c:pt idx="559">
                  <c:v>54.915222999999997</c:v>
                </c:pt>
                <c:pt idx="560">
                  <c:v>54.051917000000003</c:v>
                </c:pt>
                <c:pt idx="561">
                  <c:v>53.462142</c:v>
                </c:pt>
                <c:pt idx="562">
                  <c:v>53.462142</c:v>
                </c:pt>
                <c:pt idx="563">
                  <c:v>53.462142</c:v>
                </c:pt>
                <c:pt idx="564">
                  <c:v>53.462142</c:v>
                </c:pt>
                <c:pt idx="565">
                  <c:v>53.462142</c:v>
                </c:pt>
                <c:pt idx="566">
                  <c:v>53.462142</c:v>
                </c:pt>
                <c:pt idx="567">
                  <c:v>53.101042999999997</c:v>
                </c:pt>
                <c:pt idx="568">
                  <c:v>54.772258000000001</c:v>
                </c:pt>
                <c:pt idx="569">
                  <c:v>54.044415999999998</c:v>
                </c:pt>
                <c:pt idx="570">
                  <c:v>53.462142</c:v>
                </c:pt>
                <c:pt idx="571">
                  <c:v>53.462142</c:v>
                </c:pt>
                <c:pt idx="572">
                  <c:v>53.462142</c:v>
                </c:pt>
                <c:pt idx="573">
                  <c:v>51.890486000000003</c:v>
                </c:pt>
                <c:pt idx="574">
                  <c:v>56.297609000000001</c:v>
                </c:pt>
                <c:pt idx="575">
                  <c:v>58.566716999999997</c:v>
                </c:pt>
                <c:pt idx="576">
                  <c:v>60.283222000000002</c:v>
                </c:pt>
                <c:pt idx="577">
                  <c:v>63.104934</c:v>
                </c:pt>
                <c:pt idx="578">
                  <c:v>69.668809999999993</c:v>
                </c:pt>
                <c:pt idx="579">
                  <c:v>74.788972999999999</c:v>
                </c:pt>
                <c:pt idx="580">
                  <c:v>78.192635999999993</c:v>
                </c:pt>
                <c:pt idx="581">
                  <c:v>79.327206000000004</c:v>
                </c:pt>
                <c:pt idx="582">
                  <c:v>81.596314000000007</c:v>
                </c:pt>
                <c:pt idx="583">
                  <c:v>81.596314000000007</c:v>
                </c:pt>
                <c:pt idx="584">
                  <c:v>83.865409999999997</c:v>
                </c:pt>
                <c:pt idx="585">
                  <c:v>83.865409999999997</c:v>
                </c:pt>
                <c:pt idx="586">
                  <c:v>83.865409999999997</c:v>
                </c:pt>
                <c:pt idx="587">
                  <c:v>83.865409999999997</c:v>
                </c:pt>
                <c:pt idx="588">
                  <c:v>83.865409999999997</c:v>
                </c:pt>
                <c:pt idx="589">
                  <c:v>83.865409999999997</c:v>
                </c:pt>
                <c:pt idx="590">
                  <c:v>83.865425999999999</c:v>
                </c:pt>
                <c:pt idx="591">
                  <c:v>83.865425999999999</c:v>
                </c:pt>
                <c:pt idx="592">
                  <c:v>84.087320000000005</c:v>
                </c:pt>
                <c:pt idx="593">
                  <c:v>84.999967999999996</c:v>
                </c:pt>
                <c:pt idx="594">
                  <c:v>86.134522000000004</c:v>
                </c:pt>
                <c:pt idx="595">
                  <c:v>89.999983999999998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88.917175999999998</c:v>
                </c:pt>
                <c:pt idx="618">
                  <c:v>88.594261000000003</c:v>
                </c:pt>
                <c:pt idx="619">
                  <c:v>88.594261000000003</c:v>
                </c:pt>
                <c:pt idx="620">
                  <c:v>88.594261000000003</c:v>
                </c:pt>
                <c:pt idx="621">
                  <c:v>88.594261000000003</c:v>
                </c:pt>
                <c:pt idx="622">
                  <c:v>88.594261000000003</c:v>
                </c:pt>
                <c:pt idx="623">
                  <c:v>87.022301999999996</c:v>
                </c:pt>
                <c:pt idx="624">
                  <c:v>86.415767000000002</c:v>
                </c:pt>
                <c:pt idx="625">
                  <c:v>85.809231999999994</c:v>
                </c:pt>
                <c:pt idx="626">
                  <c:v>85.647488999999993</c:v>
                </c:pt>
                <c:pt idx="627">
                  <c:v>85.524681999999999</c:v>
                </c:pt>
                <c:pt idx="628">
                  <c:v>84.910646</c:v>
                </c:pt>
                <c:pt idx="629">
                  <c:v>84.296610999999999</c:v>
                </c:pt>
                <c:pt idx="630">
                  <c:v>83.682575</c:v>
                </c:pt>
                <c:pt idx="631">
                  <c:v>83.604939000000002</c:v>
                </c:pt>
                <c:pt idx="632">
                  <c:v>83.022665000000003</c:v>
                </c:pt>
                <c:pt idx="633">
                  <c:v>82.440391000000005</c:v>
                </c:pt>
                <c:pt idx="634">
                  <c:v>81.858118000000005</c:v>
                </c:pt>
                <c:pt idx="635">
                  <c:v>81.741663000000003</c:v>
                </c:pt>
                <c:pt idx="636">
                  <c:v>81.496048999999999</c:v>
                </c:pt>
                <c:pt idx="637">
                  <c:v>80.882013000000001</c:v>
                </c:pt>
                <c:pt idx="638">
                  <c:v>80.267977999999999</c:v>
                </c:pt>
                <c:pt idx="639">
                  <c:v>79.776750000000007</c:v>
                </c:pt>
                <c:pt idx="640">
                  <c:v>79.582657999999995</c:v>
                </c:pt>
                <c:pt idx="641">
                  <c:v>79.000384999999994</c:v>
                </c:pt>
                <c:pt idx="642">
                  <c:v>78.418110999999996</c:v>
                </c:pt>
                <c:pt idx="643">
                  <c:v>77.835836999999998</c:v>
                </c:pt>
                <c:pt idx="644">
                  <c:v>77.835836999999998</c:v>
                </c:pt>
                <c:pt idx="645">
                  <c:v>77.467416</c:v>
                </c:pt>
                <c:pt idx="646">
                  <c:v>76.853380999999999</c:v>
                </c:pt>
                <c:pt idx="647">
                  <c:v>76.239345</c:v>
                </c:pt>
                <c:pt idx="648">
                  <c:v>75.870924000000002</c:v>
                </c:pt>
                <c:pt idx="649">
                  <c:v>75.569004000000007</c:v>
                </c:pt>
                <c:pt idx="650">
                  <c:v>74.922032999999999</c:v>
                </c:pt>
                <c:pt idx="651">
                  <c:v>74.222059000000002</c:v>
                </c:pt>
                <c:pt idx="652">
                  <c:v>73.081947999999997</c:v>
                </c:pt>
                <c:pt idx="653">
                  <c:v>72.309005999999997</c:v>
                </c:pt>
                <c:pt idx="654">
                  <c:v>71.387685000000005</c:v>
                </c:pt>
                <c:pt idx="655">
                  <c:v>70.717827999999997</c:v>
                </c:pt>
                <c:pt idx="656">
                  <c:v>70.494541999999996</c:v>
                </c:pt>
                <c:pt idx="657">
                  <c:v>71.832910999999996</c:v>
                </c:pt>
                <c:pt idx="658">
                  <c:v>73.047252</c:v>
                </c:pt>
                <c:pt idx="659">
                  <c:v>75.316360000000003</c:v>
                </c:pt>
                <c:pt idx="660">
                  <c:v>75.316360000000003</c:v>
                </c:pt>
                <c:pt idx="661">
                  <c:v>75.316360000000003</c:v>
                </c:pt>
                <c:pt idx="662">
                  <c:v>77.388075999999998</c:v>
                </c:pt>
                <c:pt idx="663">
                  <c:v>80.923512000000002</c:v>
                </c:pt>
                <c:pt idx="664">
                  <c:v>84.327174999999997</c:v>
                </c:pt>
                <c:pt idx="665">
                  <c:v>84.327179000000001</c:v>
                </c:pt>
                <c:pt idx="666">
                  <c:v>84.327179000000001</c:v>
                </c:pt>
                <c:pt idx="667">
                  <c:v>84.327179000000001</c:v>
                </c:pt>
                <c:pt idx="668">
                  <c:v>84.327179000000001</c:v>
                </c:pt>
                <c:pt idx="669">
                  <c:v>85.461729000000005</c:v>
                </c:pt>
                <c:pt idx="670">
                  <c:v>85.461729000000005</c:v>
                </c:pt>
                <c:pt idx="671">
                  <c:v>85.461729000000005</c:v>
                </c:pt>
                <c:pt idx="672">
                  <c:v>85.461729000000005</c:v>
                </c:pt>
                <c:pt idx="673">
                  <c:v>85.461759999999998</c:v>
                </c:pt>
                <c:pt idx="674">
                  <c:v>87.730868000000001</c:v>
                </c:pt>
                <c:pt idx="675">
                  <c:v>87.730868000000001</c:v>
                </c:pt>
                <c:pt idx="676">
                  <c:v>87.730868000000001</c:v>
                </c:pt>
                <c:pt idx="677">
                  <c:v>87.730868000000001</c:v>
                </c:pt>
                <c:pt idx="678">
                  <c:v>87.730868000000001</c:v>
                </c:pt>
                <c:pt idx="679">
                  <c:v>87.730868000000001</c:v>
                </c:pt>
                <c:pt idx="680">
                  <c:v>87.730868000000001</c:v>
                </c:pt>
                <c:pt idx="681">
                  <c:v>87.730868000000001</c:v>
                </c:pt>
                <c:pt idx="682">
                  <c:v>87.730868000000001</c:v>
                </c:pt>
                <c:pt idx="683">
                  <c:v>87.730868000000001</c:v>
                </c:pt>
                <c:pt idx="684">
                  <c:v>87.730868000000001</c:v>
                </c:pt>
                <c:pt idx="685">
                  <c:v>87.730868000000001</c:v>
                </c:pt>
                <c:pt idx="686">
                  <c:v>87.730868000000001</c:v>
                </c:pt>
                <c:pt idx="687">
                  <c:v>87.730868000000001</c:v>
                </c:pt>
                <c:pt idx="688">
                  <c:v>87.730872000000005</c:v>
                </c:pt>
                <c:pt idx="689">
                  <c:v>89.999956999999995</c:v>
                </c:pt>
                <c:pt idx="690">
                  <c:v>89.999960999999999</c:v>
                </c:pt>
                <c:pt idx="691">
                  <c:v>89.999960999999999</c:v>
                </c:pt>
                <c:pt idx="692">
                  <c:v>89.999967999999996</c:v>
                </c:pt>
                <c:pt idx="693">
                  <c:v>89.999983999999998</c:v>
                </c:pt>
                <c:pt idx="694">
                  <c:v>89.999983999999998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54-4DCA-9D2A-AD21F38237A4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Data'!$F$2:$F$699</c:f>
              <c:numCache>
                <c:formatCode>0</c:formatCode>
                <c:ptCount val="698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80.000007999999994</c:v>
                </c:pt>
                <c:pt idx="5">
                  <c:v>80.000007999999994</c:v>
                </c:pt>
                <c:pt idx="6">
                  <c:v>85.676541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88.123521999999994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87.188522000000006</c:v>
                </c:pt>
                <c:pt idx="38">
                  <c:v>87.188522000000006</c:v>
                </c:pt>
                <c:pt idx="39">
                  <c:v>87.188522000000006</c:v>
                </c:pt>
                <c:pt idx="40">
                  <c:v>87.188522000000006</c:v>
                </c:pt>
                <c:pt idx="41">
                  <c:v>87.188522000000006</c:v>
                </c:pt>
                <c:pt idx="42">
                  <c:v>87.188522000000006</c:v>
                </c:pt>
                <c:pt idx="43">
                  <c:v>87.188522000000006</c:v>
                </c:pt>
                <c:pt idx="44">
                  <c:v>87.188522000000006</c:v>
                </c:pt>
                <c:pt idx="45">
                  <c:v>87.188522000000006</c:v>
                </c:pt>
                <c:pt idx="46">
                  <c:v>87.188522000000006</c:v>
                </c:pt>
                <c:pt idx="47">
                  <c:v>87.188522000000006</c:v>
                </c:pt>
                <c:pt idx="48">
                  <c:v>87.188522000000006</c:v>
                </c:pt>
                <c:pt idx="49">
                  <c:v>87.188522000000006</c:v>
                </c:pt>
                <c:pt idx="50">
                  <c:v>87.188522000000006</c:v>
                </c:pt>
                <c:pt idx="51">
                  <c:v>87.188522000000006</c:v>
                </c:pt>
                <c:pt idx="52">
                  <c:v>87.188522000000006</c:v>
                </c:pt>
                <c:pt idx="53">
                  <c:v>87.188522000000006</c:v>
                </c:pt>
                <c:pt idx="54">
                  <c:v>87.188522000000006</c:v>
                </c:pt>
                <c:pt idx="55">
                  <c:v>87.188522000000006</c:v>
                </c:pt>
                <c:pt idx="56">
                  <c:v>87.188522000000006</c:v>
                </c:pt>
                <c:pt idx="57">
                  <c:v>87.188522000000006</c:v>
                </c:pt>
                <c:pt idx="58">
                  <c:v>87.188522000000006</c:v>
                </c:pt>
                <c:pt idx="59">
                  <c:v>87.730891999999997</c:v>
                </c:pt>
                <c:pt idx="60">
                  <c:v>87.730891999999997</c:v>
                </c:pt>
                <c:pt idx="61">
                  <c:v>87.730891999999997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87.914658000000003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87.730860000000007</c:v>
                </c:pt>
                <c:pt idx="140">
                  <c:v>87.730860000000007</c:v>
                </c:pt>
                <c:pt idx="141">
                  <c:v>88.785625999999993</c:v>
                </c:pt>
                <c:pt idx="142">
                  <c:v>88.785634000000002</c:v>
                </c:pt>
                <c:pt idx="143">
                  <c:v>88.785634000000002</c:v>
                </c:pt>
                <c:pt idx="144">
                  <c:v>88.785634000000002</c:v>
                </c:pt>
                <c:pt idx="145">
                  <c:v>88.785634000000002</c:v>
                </c:pt>
                <c:pt idx="146">
                  <c:v>88.785634000000002</c:v>
                </c:pt>
                <c:pt idx="147">
                  <c:v>88.785634000000002</c:v>
                </c:pt>
                <c:pt idx="148">
                  <c:v>88.785634000000002</c:v>
                </c:pt>
                <c:pt idx="149">
                  <c:v>88.785634000000002</c:v>
                </c:pt>
                <c:pt idx="150">
                  <c:v>89.294914000000006</c:v>
                </c:pt>
                <c:pt idx="151">
                  <c:v>89.294922</c:v>
                </c:pt>
                <c:pt idx="152">
                  <c:v>89.294928999999996</c:v>
                </c:pt>
                <c:pt idx="153">
                  <c:v>89.294928999999996</c:v>
                </c:pt>
                <c:pt idx="154">
                  <c:v>89.294928999999996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89.999960999999999</c:v>
                </c:pt>
                <c:pt idx="231">
                  <c:v>89.999960999999999</c:v>
                </c:pt>
                <c:pt idx="232">
                  <c:v>89.999960999999999</c:v>
                </c:pt>
                <c:pt idx="233">
                  <c:v>89.999960999999999</c:v>
                </c:pt>
                <c:pt idx="234">
                  <c:v>89.999960999999999</c:v>
                </c:pt>
                <c:pt idx="235">
                  <c:v>89.999960999999999</c:v>
                </c:pt>
                <c:pt idx="236">
                  <c:v>89.999960999999999</c:v>
                </c:pt>
                <c:pt idx="237">
                  <c:v>89.999960999999999</c:v>
                </c:pt>
                <c:pt idx="238">
                  <c:v>89.999960999999999</c:v>
                </c:pt>
                <c:pt idx="239">
                  <c:v>89.999960999999999</c:v>
                </c:pt>
                <c:pt idx="240">
                  <c:v>89.999960999999999</c:v>
                </c:pt>
                <c:pt idx="241">
                  <c:v>89.999960999999999</c:v>
                </c:pt>
                <c:pt idx="242">
                  <c:v>89.999960999999999</c:v>
                </c:pt>
                <c:pt idx="243">
                  <c:v>89.999960999999999</c:v>
                </c:pt>
                <c:pt idx="244">
                  <c:v>90</c:v>
                </c:pt>
                <c:pt idx="245">
                  <c:v>90</c:v>
                </c:pt>
                <c:pt idx="246">
                  <c:v>90</c:v>
                </c:pt>
                <c:pt idx="247">
                  <c:v>90</c:v>
                </c:pt>
                <c:pt idx="248">
                  <c:v>90</c:v>
                </c:pt>
                <c:pt idx="249">
                  <c:v>90</c:v>
                </c:pt>
                <c:pt idx="250">
                  <c:v>90</c:v>
                </c:pt>
                <c:pt idx="251">
                  <c:v>90</c:v>
                </c:pt>
                <c:pt idx="252">
                  <c:v>90</c:v>
                </c:pt>
                <c:pt idx="253">
                  <c:v>90</c:v>
                </c:pt>
                <c:pt idx="254">
                  <c:v>90</c:v>
                </c:pt>
                <c:pt idx="255">
                  <c:v>90</c:v>
                </c:pt>
                <c:pt idx="256">
                  <c:v>90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87.730891999999997</c:v>
                </c:pt>
                <c:pt idx="332">
                  <c:v>87.730891999999997</c:v>
                </c:pt>
                <c:pt idx="333">
                  <c:v>87.730891999999997</c:v>
                </c:pt>
                <c:pt idx="334">
                  <c:v>87.730891999999997</c:v>
                </c:pt>
                <c:pt idx="335">
                  <c:v>87.730891999999997</c:v>
                </c:pt>
                <c:pt idx="336">
                  <c:v>89.999967999999996</c:v>
                </c:pt>
                <c:pt idx="337">
                  <c:v>89.999967999999996</c:v>
                </c:pt>
                <c:pt idx="338">
                  <c:v>89.999967999999996</c:v>
                </c:pt>
                <c:pt idx="339">
                  <c:v>89.999967999999996</c:v>
                </c:pt>
                <c:pt idx="340">
                  <c:v>89.999967999999996</c:v>
                </c:pt>
                <c:pt idx="341">
                  <c:v>90</c:v>
                </c:pt>
                <c:pt idx="342">
                  <c:v>90</c:v>
                </c:pt>
                <c:pt idx="343">
                  <c:v>90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88.785625999999993</c:v>
                </c:pt>
                <c:pt idx="437">
                  <c:v>88.785625999999993</c:v>
                </c:pt>
                <c:pt idx="438">
                  <c:v>88.785625999999993</c:v>
                </c:pt>
                <c:pt idx="439">
                  <c:v>88.785625999999993</c:v>
                </c:pt>
                <c:pt idx="440">
                  <c:v>88.785625999999993</c:v>
                </c:pt>
                <c:pt idx="441">
                  <c:v>88.785625999999993</c:v>
                </c:pt>
                <c:pt idx="442">
                  <c:v>90</c:v>
                </c:pt>
                <c:pt idx="443">
                  <c:v>90</c:v>
                </c:pt>
                <c:pt idx="444">
                  <c:v>90</c:v>
                </c:pt>
                <c:pt idx="445">
                  <c:v>90</c:v>
                </c:pt>
                <c:pt idx="446">
                  <c:v>90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254-4DCA-9D2A-AD21F3823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188.115554</c:v>
                </c:pt>
                <c:pt idx="1">
                  <c:v>188.115554</c:v>
                </c:pt>
                <c:pt idx="2">
                  <c:v>329.23128000000003</c:v>
                </c:pt>
                <c:pt idx="3">
                  <c:v>329.23128000000003</c:v>
                </c:pt>
                <c:pt idx="4">
                  <c:v>331.092423</c:v>
                </c:pt>
                <c:pt idx="5">
                  <c:v>331.092423</c:v>
                </c:pt>
                <c:pt idx="6">
                  <c:v>360.00020000000001</c:v>
                </c:pt>
                <c:pt idx="7">
                  <c:v>360.00020000000001</c:v>
                </c:pt>
                <c:pt idx="8">
                  <c:v>489.45972799999998</c:v>
                </c:pt>
                <c:pt idx="9">
                  <c:v>489.45972799999998</c:v>
                </c:pt>
                <c:pt idx="10">
                  <c:v>276.71579100000002</c:v>
                </c:pt>
                <c:pt idx="11">
                  <c:v>276.71579100000002</c:v>
                </c:pt>
                <c:pt idx="12">
                  <c:v>174.016032</c:v>
                </c:pt>
                <c:pt idx="13">
                  <c:v>174.016032</c:v>
                </c:pt>
                <c:pt idx="14">
                  <c:v>390.258354</c:v>
                </c:pt>
                <c:pt idx="15">
                  <c:v>390.258354</c:v>
                </c:pt>
                <c:pt idx="16">
                  <c:v>417.55648300000001</c:v>
                </c:pt>
                <c:pt idx="17">
                  <c:v>417.55648300000001</c:v>
                </c:pt>
                <c:pt idx="18">
                  <c:v>546.697227</c:v>
                </c:pt>
                <c:pt idx="19">
                  <c:v>546.697227</c:v>
                </c:pt>
                <c:pt idx="20">
                  <c:v>583.790933</c:v>
                </c:pt>
                <c:pt idx="21">
                  <c:v>583.790933</c:v>
                </c:pt>
                <c:pt idx="22">
                  <c:v>524.34232099999997</c:v>
                </c:pt>
                <c:pt idx="23">
                  <c:v>524.34232099999997</c:v>
                </c:pt>
                <c:pt idx="24">
                  <c:v>512.70246399999996</c:v>
                </c:pt>
                <c:pt idx="25">
                  <c:v>512.70246399999996</c:v>
                </c:pt>
                <c:pt idx="26">
                  <c:v>597.64723800000002</c:v>
                </c:pt>
                <c:pt idx="27">
                  <c:v>597.64723800000002</c:v>
                </c:pt>
                <c:pt idx="28">
                  <c:v>307.85191200000003</c:v>
                </c:pt>
                <c:pt idx="29">
                  <c:v>307.85191200000003</c:v>
                </c:pt>
                <c:pt idx="30">
                  <c:v>427.982934</c:v>
                </c:pt>
                <c:pt idx="31">
                  <c:v>427.982934</c:v>
                </c:pt>
                <c:pt idx="32">
                  <c:v>420.32910199999998</c:v>
                </c:pt>
                <c:pt idx="33">
                  <c:v>420.32910199999998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87.646190000000004</c:v>
                </c:pt>
                <c:pt idx="53">
                  <c:v>87.646190000000004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19.466028999999999</c:v>
                </c:pt>
                <c:pt idx="71">
                  <c:v>19.466028999999999</c:v>
                </c:pt>
                <c:pt idx="72">
                  <c:v>90</c:v>
                </c:pt>
                <c:pt idx="73">
                  <c:v>90</c:v>
                </c:pt>
                <c:pt idx="74">
                  <c:v>60</c:v>
                </c:pt>
                <c:pt idx="75">
                  <c:v>60</c:v>
                </c:pt>
                <c:pt idx="76">
                  <c:v>0</c:v>
                </c:pt>
                <c:pt idx="77">
                  <c:v>0</c:v>
                </c:pt>
                <c:pt idx="78">
                  <c:v>113.952344</c:v>
                </c:pt>
                <c:pt idx="79">
                  <c:v>113.952344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125.219476</c:v>
                </c:pt>
                <c:pt idx="89">
                  <c:v>125.219476</c:v>
                </c:pt>
                <c:pt idx="90">
                  <c:v>180.0001</c:v>
                </c:pt>
                <c:pt idx="91">
                  <c:v>180.0001</c:v>
                </c:pt>
                <c:pt idx="92">
                  <c:v>180</c:v>
                </c:pt>
                <c:pt idx="93">
                  <c:v>180</c:v>
                </c:pt>
                <c:pt idx="94">
                  <c:v>150</c:v>
                </c:pt>
                <c:pt idx="95">
                  <c:v>150</c:v>
                </c:pt>
                <c:pt idx="96">
                  <c:v>146.01541399999999</c:v>
                </c:pt>
                <c:pt idx="97">
                  <c:v>146.01541399999999</c:v>
                </c:pt>
                <c:pt idx="98">
                  <c:v>150</c:v>
                </c:pt>
                <c:pt idx="99">
                  <c:v>150</c:v>
                </c:pt>
                <c:pt idx="100">
                  <c:v>101.90284699999999</c:v>
                </c:pt>
                <c:pt idx="101">
                  <c:v>101.90284699999999</c:v>
                </c:pt>
                <c:pt idx="102">
                  <c:v>90</c:v>
                </c:pt>
                <c:pt idx="103">
                  <c:v>90</c:v>
                </c:pt>
                <c:pt idx="104">
                  <c:v>2.4567169999999998</c:v>
                </c:pt>
                <c:pt idx="105">
                  <c:v>2.4567169999999998</c:v>
                </c:pt>
                <c:pt idx="106">
                  <c:v>49.347436000000002</c:v>
                </c:pt>
                <c:pt idx="107">
                  <c:v>49.347436000000002</c:v>
                </c:pt>
                <c:pt idx="108">
                  <c:v>0</c:v>
                </c:pt>
                <c:pt idx="109">
                  <c:v>0</c:v>
                </c:pt>
                <c:pt idx="110">
                  <c:v>1E-4</c:v>
                </c:pt>
                <c:pt idx="111">
                  <c:v>1E-4</c:v>
                </c:pt>
                <c:pt idx="112">
                  <c:v>120.3081</c:v>
                </c:pt>
                <c:pt idx="113">
                  <c:v>120.3081</c:v>
                </c:pt>
                <c:pt idx="114">
                  <c:v>150</c:v>
                </c:pt>
                <c:pt idx="115">
                  <c:v>150</c:v>
                </c:pt>
                <c:pt idx="116">
                  <c:v>90</c:v>
                </c:pt>
                <c:pt idx="117">
                  <c:v>90</c:v>
                </c:pt>
                <c:pt idx="118">
                  <c:v>42.211047000000001</c:v>
                </c:pt>
                <c:pt idx="119">
                  <c:v>42.211047000000001</c:v>
                </c:pt>
                <c:pt idx="120">
                  <c:v>120</c:v>
                </c:pt>
                <c:pt idx="121">
                  <c:v>120</c:v>
                </c:pt>
                <c:pt idx="122">
                  <c:v>94.030925999999994</c:v>
                </c:pt>
                <c:pt idx="123">
                  <c:v>94.030925999999994</c:v>
                </c:pt>
                <c:pt idx="124">
                  <c:v>90</c:v>
                </c:pt>
                <c:pt idx="125">
                  <c:v>90</c:v>
                </c:pt>
                <c:pt idx="126">
                  <c:v>90.000100000000003</c:v>
                </c:pt>
                <c:pt idx="127">
                  <c:v>90.000100000000003</c:v>
                </c:pt>
                <c:pt idx="128">
                  <c:v>90.308000000000007</c:v>
                </c:pt>
                <c:pt idx="129">
                  <c:v>90.308000000000007</c:v>
                </c:pt>
                <c:pt idx="130">
                  <c:v>90</c:v>
                </c:pt>
                <c:pt idx="131">
                  <c:v>90</c:v>
                </c:pt>
                <c:pt idx="132">
                  <c:v>90</c:v>
                </c:pt>
                <c:pt idx="133">
                  <c:v>90</c:v>
                </c:pt>
                <c:pt idx="134">
                  <c:v>60</c:v>
                </c:pt>
                <c:pt idx="135">
                  <c:v>60</c:v>
                </c:pt>
                <c:pt idx="136">
                  <c:v>17.566489000000001</c:v>
                </c:pt>
                <c:pt idx="137">
                  <c:v>17.566489000000001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1E-4</c:v>
                </c:pt>
                <c:pt idx="145">
                  <c:v>1E-4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7.8718209999999997</c:v>
                </c:pt>
                <c:pt idx="157">
                  <c:v>7.8718209999999997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110.970574</c:v>
                </c:pt>
                <c:pt idx="169">
                  <c:v>110.970574</c:v>
                </c:pt>
                <c:pt idx="170">
                  <c:v>5.2099999999999998E-4</c:v>
                </c:pt>
                <c:pt idx="171">
                  <c:v>5.2099999999999998E-4</c:v>
                </c:pt>
                <c:pt idx="172">
                  <c:v>72.210526000000002</c:v>
                </c:pt>
                <c:pt idx="173">
                  <c:v>72.210526000000002</c:v>
                </c:pt>
                <c:pt idx="174">
                  <c:v>60</c:v>
                </c:pt>
                <c:pt idx="175">
                  <c:v>60</c:v>
                </c:pt>
                <c:pt idx="176">
                  <c:v>80.269413999999998</c:v>
                </c:pt>
                <c:pt idx="177">
                  <c:v>80.269413999999998</c:v>
                </c:pt>
                <c:pt idx="178">
                  <c:v>60.000421000000003</c:v>
                </c:pt>
                <c:pt idx="179">
                  <c:v>60.000421000000003</c:v>
                </c:pt>
                <c:pt idx="180">
                  <c:v>210.0001</c:v>
                </c:pt>
                <c:pt idx="181">
                  <c:v>210.0001</c:v>
                </c:pt>
                <c:pt idx="182">
                  <c:v>450</c:v>
                </c:pt>
                <c:pt idx="183">
                  <c:v>450</c:v>
                </c:pt>
                <c:pt idx="184">
                  <c:v>719.99990000000003</c:v>
                </c:pt>
                <c:pt idx="185">
                  <c:v>719.99990000000003</c:v>
                </c:pt>
                <c:pt idx="186">
                  <c:v>840</c:v>
                </c:pt>
                <c:pt idx="187">
                  <c:v>840</c:v>
                </c:pt>
                <c:pt idx="188">
                  <c:v>294.95564999999999</c:v>
                </c:pt>
                <c:pt idx="189">
                  <c:v>294.95564999999999</c:v>
                </c:pt>
                <c:pt idx="190">
                  <c:v>200</c:v>
                </c:pt>
                <c:pt idx="191">
                  <c:v>200</c:v>
                </c:pt>
                <c:pt idx="192">
                  <c:v>410.33653700000002</c:v>
                </c:pt>
                <c:pt idx="193">
                  <c:v>410.33653700000002</c:v>
                </c:pt>
                <c:pt idx="194">
                  <c:v>397.789153</c:v>
                </c:pt>
                <c:pt idx="195">
                  <c:v>397.789153</c:v>
                </c:pt>
                <c:pt idx="196">
                  <c:v>240</c:v>
                </c:pt>
                <c:pt idx="197">
                  <c:v>240</c:v>
                </c:pt>
                <c:pt idx="198">
                  <c:v>200</c:v>
                </c:pt>
                <c:pt idx="199">
                  <c:v>200</c:v>
                </c:pt>
                <c:pt idx="200">
                  <c:v>567.63179400000001</c:v>
                </c:pt>
                <c:pt idx="201">
                  <c:v>567.63179400000001</c:v>
                </c:pt>
                <c:pt idx="202">
                  <c:v>606.302369</c:v>
                </c:pt>
                <c:pt idx="203">
                  <c:v>606.302369</c:v>
                </c:pt>
                <c:pt idx="204">
                  <c:v>702.21094700000003</c:v>
                </c:pt>
                <c:pt idx="205">
                  <c:v>702.21094700000003</c:v>
                </c:pt>
                <c:pt idx="206">
                  <c:v>693.55283999999995</c:v>
                </c:pt>
                <c:pt idx="207">
                  <c:v>693.55283999999995</c:v>
                </c:pt>
                <c:pt idx="208">
                  <c:v>357.909693</c:v>
                </c:pt>
                <c:pt idx="209">
                  <c:v>357.909693</c:v>
                </c:pt>
                <c:pt idx="210">
                  <c:v>296.27997199999999</c:v>
                </c:pt>
                <c:pt idx="211">
                  <c:v>296.27997199999999</c:v>
                </c:pt>
                <c:pt idx="212">
                  <c:v>200</c:v>
                </c:pt>
                <c:pt idx="213">
                  <c:v>200</c:v>
                </c:pt>
                <c:pt idx="214">
                  <c:v>250.00020000000001</c:v>
                </c:pt>
                <c:pt idx="215">
                  <c:v>250.00020000000001</c:v>
                </c:pt>
                <c:pt idx="216">
                  <c:v>433.76452599999999</c:v>
                </c:pt>
                <c:pt idx="217">
                  <c:v>433.76452599999999</c:v>
                </c:pt>
                <c:pt idx="218">
                  <c:v>484.35407500000002</c:v>
                </c:pt>
                <c:pt idx="219">
                  <c:v>484.35407500000002</c:v>
                </c:pt>
                <c:pt idx="220">
                  <c:v>376.75346200000001</c:v>
                </c:pt>
                <c:pt idx="221">
                  <c:v>376.75346200000001</c:v>
                </c:pt>
                <c:pt idx="222">
                  <c:v>200</c:v>
                </c:pt>
                <c:pt idx="223">
                  <c:v>200</c:v>
                </c:pt>
                <c:pt idx="224">
                  <c:v>409.87923799999999</c:v>
                </c:pt>
                <c:pt idx="225">
                  <c:v>409.87923799999999</c:v>
                </c:pt>
                <c:pt idx="226">
                  <c:v>236.36591100000001</c:v>
                </c:pt>
                <c:pt idx="227">
                  <c:v>236.36591100000001</c:v>
                </c:pt>
                <c:pt idx="228">
                  <c:v>407.78925299999997</c:v>
                </c:pt>
                <c:pt idx="229">
                  <c:v>407.78925299999997</c:v>
                </c:pt>
                <c:pt idx="230">
                  <c:v>342.21062599999999</c:v>
                </c:pt>
                <c:pt idx="231">
                  <c:v>342.21062599999999</c:v>
                </c:pt>
                <c:pt idx="232">
                  <c:v>238.84368900000001</c:v>
                </c:pt>
                <c:pt idx="233">
                  <c:v>238.84368900000001</c:v>
                </c:pt>
                <c:pt idx="234">
                  <c:v>300.00126299999999</c:v>
                </c:pt>
                <c:pt idx="235">
                  <c:v>300.00126299999999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30</c:v>
                </c:pt>
                <c:pt idx="265">
                  <c:v>30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30</c:v>
                </c:pt>
                <c:pt idx="273">
                  <c:v>30</c:v>
                </c:pt>
                <c:pt idx="274">
                  <c:v>0</c:v>
                </c:pt>
                <c:pt idx="275">
                  <c:v>0</c:v>
                </c:pt>
                <c:pt idx="276">
                  <c:v>30</c:v>
                </c:pt>
                <c:pt idx="277">
                  <c:v>30</c:v>
                </c:pt>
                <c:pt idx="278">
                  <c:v>0</c:v>
                </c:pt>
                <c:pt idx="279">
                  <c:v>0</c:v>
                </c:pt>
                <c:pt idx="280">
                  <c:v>16.055076</c:v>
                </c:pt>
                <c:pt idx="281">
                  <c:v>16.055076</c:v>
                </c:pt>
                <c:pt idx="282">
                  <c:v>106.05519700000001</c:v>
                </c:pt>
                <c:pt idx="283">
                  <c:v>106.05519700000001</c:v>
                </c:pt>
                <c:pt idx="284">
                  <c:v>46.054775999999997</c:v>
                </c:pt>
                <c:pt idx="285">
                  <c:v>46.054775999999997</c:v>
                </c:pt>
                <c:pt idx="286">
                  <c:v>5.2099999999999998E-4</c:v>
                </c:pt>
                <c:pt idx="287">
                  <c:v>5.2099999999999998E-4</c:v>
                </c:pt>
                <c:pt idx="288">
                  <c:v>5.5220500000000001</c:v>
                </c:pt>
                <c:pt idx="289">
                  <c:v>5.5220500000000001</c:v>
                </c:pt>
                <c:pt idx="290">
                  <c:v>1E-4</c:v>
                </c:pt>
                <c:pt idx="291">
                  <c:v>1E-4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42.210526000000002</c:v>
                </c:pt>
                <c:pt idx="297">
                  <c:v>42.210526000000002</c:v>
                </c:pt>
                <c:pt idx="298">
                  <c:v>60</c:v>
                </c:pt>
                <c:pt idx="299">
                  <c:v>60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106.054338</c:v>
                </c:pt>
                <c:pt idx="305">
                  <c:v>106.054338</c:v>
                </c:pt>
                <c:pt idx="306">
                  <c:v>2.0000000000000001E-4</c:v>
                </c:pt>
                <c:pt idx="307">
                  <c:v>2.0000000000000001E-4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60</c:v>
                </c:pt>
                <c:pt idx="313">
                  <c:v>60</c:v>
                </c:pt>
                <c:pt idx="314">
                  <c:v>48.470861999999997</c:v>
                </c:pt>
                <c:pt idx="315">
                  <c:v>48.470861999999997</c:v>
                </c:pt>
                <c:pt idx="316">
                  <c:v>90</c:v>
                </c:pt>
                <c:pt idx="317">
                  <c:v>90</c:v>
                </c:pt>
                <c:pt idx="318">
                  <c:v>123.562</c:v>
                </c:pt>
                <c:pt idx="319">
                  <c:v>123.562</c:v>
                </c:pt>
                <c:pt idx="320">
                  <c:v>90</c:v>
                </c:pt>
                <c:pt idx="321">
                  <c:v>90</c:v>
                </c:pt>
                <c:pt idx="322">
                  <c:v>9.9259470000000007</c:v>
                </c:pt>
                <c:pt idx="323">
                  <c:v>9.9259470000000007</c:v>
                </c:pt>
                <c:pt idx="324">
                  <c:v>32.284999999999997</c:v>
                </c:pt>
                <c:pt idx="325">
                  <c:v>32.284999999999997</c:v>
                </c:pt>
                <c:pt idx="326">
                  <c:v>9.4200000000000002E-4</c:v>
                </c:pt>
                <c:pt idx="327">
                  <c:v>9.4200000000000002E-4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5.978186</c:v>
                </c:pt>
                <c:pt idx="353">
                  <c:v>5.978186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60.0002</c:v>
                </c:pt>
                <c:pt idx="361">
                  <c:v>60.0002</c:v>
                </c:pt>
                <c:pt idx="362">
                  <c:v>90.000100000000003</c:v>
                </c:pt>
                <c:pt idx="363">
                  <c:v>90.000100000000003</c:v>
                </c:pt>
                <c:pt idx="364">
                  <c:v>7.4355580000000003</c:v>
                </c:pt>
                <c:pt idx="365">
                  <c:v>7.4355580000000003</c:v>
                </c:pt>
                <c:pt idx="366">
                  <c:v>150</c:v>
                </c:pt>
                <c:pt idx="367">
                  <c:v>150</c:v>
                </c:pt>
                <c:pt idx="368">
                  <c:v>259.17706299999998</c:v>
                </c:pt>
                <c:pt idx="369">
                  <c:v>259.17706299999998</c:v>
                </c:pt>
                <c:pt idx="370">
                  <c:v>342.21032600000001</c:v>
                </c:pt>
                <c:pt idx="371">
                  <c:v>342.21032600000001</c:v>
                </c:pt>
                <c:pt idx="372">
                  <c:v>270</c:v>
                </c:pt>
                <c:pt idx="373">
                  <c:v>270</c:v>
                </c:pt>
                <c:pt idx="374">
                  <c:v>323.93609800000002</c:v>
                </c:pt>
                <c:pt idx="375">
                  <c:v>323.93609800000002</c:v>
                </c:pt>
                <c:pt idx="376">
                  <c:v>0</c:v>
                </c:pt>
                <c:pt idx="377">
                  <c:v>0</c:v>
                </c:pt>
                <c:pt idx="378">
                  <c:v>330</c:v>
                </c:pt>
                <c:pt idx="379">
                  <c:v>330</c:v>
                </c:pt>
                <c:pt idx="380">
                  <c:v>449.99947900000001</c:v>
                </c:pt>
                <c:pt idx="381">
                  <c:v>449.99947900000001</c:v>
                </c:pt>
                <c:pt idx="382">
                  <c:v>648.02711299999999</c:v>
                </c:pt>
                <c:pt idx="383">
                  <c:v>648.02711299999999</c:v>
                </c:pt>
                <c:pt idx="384">
                  <c:v>603.32649400000003</c:v>
                </c:pt>
                <c:pt idx="385">
                  <c:v>603.32649400000003</c:v>
                </c:pt>
                <c:pt idx="386">
                  <c:v>680.59957799999995</c:v>
                </c:pt>
                <c:pt idx="387">
                  <c:v>680.59957799999995</c:v>
                </c:pt>
                <c:pt idx="388">
                  <c:v>690.00009999999997</c:v>
                </c:pt>
                <c:pt idx="389">
                  <c:v>690.00009999999997</c:v>
                </c:pt>
                <c:pt idx="390">
                  <c:v>616.08525499999996</c:v>
                </c:pt>
                <c:pt idx="391">
                  <c:v>616.08525499999996</c:v>
                </c:pt>
                <c:pt idx="392">
                  <c:v>479.82653699999997</c:v>
                </c:pt>
                <c:pt idx="393">
                  <c:v>479.82653699999997</c:v>
                </c:pt>
                <c:pt idx="394">
                  <c:v>660.00019999999995</c:v>
                </c:pt>
                <c:pt idx="395">
                  <c:v>660.00019999999995</c:v>
                </c:pt>
                <c:pt idx="396">
                  <c:v>550.43804499999999</c:v>
                </c:pt>
                <c:pt idx="397">
                  <c:v>550.43804499999999</c:v>
                </c:pt>
                <c:pt idx="398">
                  <c:v>456.08672300000001</c:v>
                </c:pt>
                <c:pt idx="399">
                  <c:v>456.08672300000001</c:v>
                </c:pt>
                <c:pt idx="400">
                  <c:v>568.36370999999997</c:v>
                </c:pt>
                <c:pt idx="401">
                  <c:v>568.36370999999997</c:v>
                </c:pt>
                <c:pt idx="402">
                  <c:v>93.772198000000003</c:v>
                </c:pt>
                <c:pt idx="403">
                  <c:v>93.772198000000003</c:v>
                </c:pt>
                <c:pt idx="404">
                  <c:v>169.99969999999999</c:v>
                </c:pt>
                <c:pt idx="405">
                  <c:v>169.99969999999999</c:v>
                </c:pt>
                <c:pt idx="406">
                  <c:v>0</c:v>
                </c:pt>
                <c:pt idx="407">
                  <c:v>0</c:v>
                </c:pt>
                <c:pt idx="408">
                  <c:v>200</c:v>
                </c:pt>
                <c:pt idx="409">
                  <c:v>200</c:v>
                </c:pt>
                <c:pt idx="410">
                  <c:v>192.21072599999999</c:v>
                </c:pt>
                <c:pt idx="411">
                  <c:v>192.21072599999999</c:v>
                </c:pt>
                <c:pt idx="412">
                  <c:v>192.21042600000001</c:v>
                </c:pt>
                <c:pt idx="413">
                  <c:v>192.21042600000001</c:v>
                </c:pt>
                <c:pt idx="414">
                  <c:v>200</c:v>
                </c:pt>
                <c:pt idx="415">
                  <c:v>200</c:v>
                </c:pt>
                <c:pt idx="416">
                  <c:v>199.136538</c:v>
                </c:pt>
                <c:pt idx="417">
                  <c:v>199.136538</c:v>
                </c:pt>
                <c:pt idx="418">
                  <c:v>197.88701499999999</c:v>
                </c:pt>
                <c:pt idx="419">
                  <c:v>197.88701499999999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200</c:v>
                </c:pt>
                <c:pt idx="425">
                  <c:v>200</c:v>
                </c:pt>
                <c:pt idx="426">
                  <c:v>200</c:v>
                </c:pt>
                <c:pt idx="427">
                  <c:v>200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37.702905000000001</c:v>
                </c:pt>
                <c:pt idx="469">
                  <c:v>37.702905000000001</c:v>
                </c:pt>
                <c:pt idx="470">
                  <c:v>1E-4</c:v>
                </c:pt>
                <c:pt idx="471">
                  <c:v>1E-4</c:v>
                </c:pt>
                <c:pt idx="472">
                  <c:v>30</c:v>
                </c:pt>
                <c:pt idx="473">
                  <c:v>30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11.804479000000001</c:v>
                </c:pt>
                <c:pt idx="493">
                  <c:v>11.804479000000001</c:v>
                </c:pt>
                <c:pt idx="494">
                  <c:v>90.000100000000003</c:v>
                </c:pt>
                <c:pt idx="495">
                  <c:v>90.000100000000003</c:v>
                </c:pt>
                <c:pt idx="496">
                  <c:v>90</c:v>
                </c:pt>
                <c:pt idx="497">
                  <c:v>90</c:v>
                </c:pt>
                <c:pt idx="498">
                  <c:v>6.2100000000000002E-4</c:v>
                </c:pt>
                <c:pt idx="499">
                  <c:v>6.2100000000000002E-4</c:v>
                </c:pt>
                <c:pt idx="500">
                  <c:v>106.054776</c:v>
                </c:pt>
                <c:pt idx="501">
                  <c:v>106.054776</c:v>
                </c:pt>
                <c:pt idx="502">
                  <c:v>56.472213000000004</c:v>
                </c:pt>
                <c:pt idx="503">
                  <c:v>56.472213000000004</c:v>
                </c:pt>
                <c:pt idx="504">
                  <c:v>1E-4</c:v>
                </c:pt>
                <c:pt idx="505">
                  <c:v>1E-4</c:v>
                </c:pt>
                <c:pt idx="506">
                  <c:v>16.055197</c:v>
                </c:pt>
                <c:pt idx="507">
                  <c:v>16.055197</c:v>
                </c:pt>
                <c:pt idx="508">
                  <c:v>64.250817999999995</c:v>
                </c:pt>
                <c:pt idx="509">
                  <c:v>64.250817999999995</c:v>
                </c:pt>
                <c:pt idx="510">
                  <c:v>60</c:v>
                </c:pt>
                <c:pt idx="511">
                  <c:v>60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11.805</c:v>
                </c:pt>
                <c:pt idx="519">
                  <c:v>11.805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60</c:v>
                </c:pt>
                <c:pt idx="553">
                  <c:v>60</c:v>
                </c:pt>
                <c:pt idx="554">
                  <c:v>56.915343999999997</c:v>
                </c:pt>
                <c:pt idx="555">
                  <c:v>56.915343999999997</c:v>
                </c:pt>
                <c:pt idx="556">
                  <c:v>137.13444999999999</c:v>
                </c:pt>
                <c:pt idx="557">
                  <c:v>137.13444999999999</c:v>
                </c:pt>
                <c:pt idx="558">
                  <c:v>90.000100000000003</c:v>
                </c:pt>
                <c:pt idx="559">
                  <c:v>90.000100000000003</c:v>
                </c:pt>
                <c:pt idx="560">
                  <c:v>90</c:v>
                </c:pt>
                <c:pt idx="561">
                  <c:v>90</c:v>
                </c:pt>
                <c:pt idx="562">
                  <c:v>150</c:v>
                </c:pt>
                <c:pt idx="563">
                  <c:v>150</c:v>
                </c:pt>
                <c:pt idx="564">
                  <c:v>180.00042099999999</c:v>
                </c:pt>
                <c:pt idx="565">
                  <c:v>180.00042099999999</c:v>
                </c:pt>
                <c:pt idx="566">
                  <c:v>360</c:v>
                </c:pt>
                <c:pt idx="567">
                  <c:v>360</c:v>
                </c:pt>
                <c:pt idx="568">
                  <c:v>510.00009999999997</c:v>
                </c:pt>
                <c:pt idx="569">
                  <c:v>510.00009999999997</c:v>
                </c:pt>
                <c:pt idx="570">
                  <c:v>573.39686099999994</c:v>
                </c:pt>
                <c:pt idx="571">
                  <c:v>573.39686099999994</c:v>
                </c:pt>
                <c:pt idx="572">
                  <c:v>690.00009999999997</c:v>
                </c:pt>
                <c:pt idx="573">
                  <c:v>690.00009999999997</c:v>
                </c:pt>
                <c:pt idx="574">
                  <c:v>698.49099799999999</c:v>
                </c:pt>
                <c:pt idx="575">
                  <c:v>698.49099799999999</c:v>
                </c:pt>
                <c:pt idx="576">
                  <c:v>360.00009999999997</c:v>
                </c:pt>
                <c:pt idx="577">
                  <c:v>360.00009999999997</c:v>
                </c:pt>
                <c:pt idx="578">
                  <c:v>543.21298300000001</c:v>
                </c:pt>
                <c:pt idx="579">
                  <c:v>543.21298300000001</c:v>
                </c:pt>
                <c:pt idx="580">
                  <c:v>720.00009999999997</c:v>
                </c:pt>
                <c:pt idx="581">
                  <c:v>720.00009999999997</c:v>
                </c:pt>
                <c:pt idx="582">
                  <c:v>498.22721899999999</c:v>
                </c:pt>
                <c:pt idx="583">
                  <c:v>498.22721899999999</c:v>
                </c:pt>
                <c:pt idx="584">
                  <c:v>342.21062599999999</c:v>
                </c:pt>
                <c:pt idx="585">
                  <c:v>342.21062599999999</c:v>
                </c:pt>
                <c:pt idx="586">
                  <c:v>395.57852600000001</c:v>
                </c:pt>
                <c:pt idx="587">
                  <c:v>395.57852600000001</c:v>
                </c:pt>
                <c:pt idx="588">
                  <c:v>410.53414299999997</c:v>
                </c:pt>
                <c:pt idx="589">
                  <c:v>410.53414299999997</c:v>
                </c:pt>
                <c:pt idx="590">
                  <c:v>390.00062100000002</c:v>
                </c:pt>
                <c:pt idx="591">
                  <c:v>390.00062100000002</c:v>
                </c:pt>
                <c:pt idx="592">
                  <c:v>392.461974</c:v>
                </c:pt>
                <c:pt idx="593">
                  <c:v>392.461974</c:v>
                </c:pt>
                <c:pt idx="594">
                  <c:v>513.97452499999997</c:v>
                </c:pt>
                <c:pt idx="595">
                  <c:v>513.97452499999997</c:v>
                </c:pt>
                <c:pt idx="596">
                  <c:v>539.88976700000001</c:v>
                </c:pt>
                <c:pt idx="597">
                  <c:v>539.88976700000001</c:v>
                </c:pt>
                <c:pt idx="598">
                  <c:v>557.78915300000006</c:v>
                </c:pt>
                <c:pt idx="599">
                  <c:v>557.78915300000006</c:v>
                </c:pt>
                <c:pt idx="600">
                  <c:v>351.45316700000001</c:v>
                </c:pt>
                <c:pt idx="601">
                  <c:v>351.45316700000001</c:v>
                </c:pt>
                <c:pt idx="602">
                  <c:v>390.00052099999999</c:v>
                </c:pt>
                <c:pt idx="603">
                  <c:v>390.00052099999999</c:v>
                </c:pt>
                <c:pt idx="604">
                  <c:v>204.42199500000001</c:v>
                </c:pt>
                <c:pt idx="605">
                  <c:v>204.42199500000001</c:v>
                </c:pt>
                <c:pt idx="606">
                  <c:v>120.00052100000001</c:v>
                </c:pt>
                <c:pt idx="607">
                  <c:v>120.00052100000001</c:v>
                </c:pt>
                <c:pt idx="608">
                  <c:v>177.751981</c:v>
                </c:pt>
                <c:pt idx="609">
                  <c:v>177.751981</c:v>
                </c:pt>
                <c:pt idx="610">
                  <c:v>105.892713</c:v>
                </c:pt>
                <c:pt idx="611">
                  <c:v>105.892713</c:v>
                </c:pt>
                <c:pt idx="612">
                  <c:v>200</c:v>
                </c:pt>
                <c:pt idx="613">
                  <c:v>200</c:v>
                </c:pt>
                <c:pt idx="614">
                  <c:v>200</c:v>
                </c:pt>
                <c:pt idx="615">
                  <c:v>200</c:v>
                </c:pt>
                <c:pt idx="616">
                  <c:v>167.09303199999999</c:v>
                </c:pt>
                <c:pt idx="617">
                  <c:v>167.09303199999999</c:v>
                </c:pt>
                <c:pt idx="618">
                  <c:v>182.90781000000001</c:v>
                </c:pt>
                <c:pt idx="619">
                  <c:v>182.90781000000001</c:v>
                </c:pt>
                <c:pt idx="620">
                  <c:v>200</c:v>
                </c:pt>
                <c:pt idx="621">
                  <c:v>200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17.134029000000002</c:v>
                </c:pt>
                <c:pt idx="665">
                  <c:v>17.134029000000002</c:v>
                </c:pt>
                <c:pt idx="666">
                  <c:v>60</c:v>
                </c:pt>
                <c:pt idx="667">
                  <c:v>60</c:v>
                </c:pt>
                <c:pt idx="668">
                  <c:v>0</c:v>
                </c:pt>
                <c:pt idx="669">
                  <c:v>0</c:v>
                </c:pt>
                <c:pt idx="670">
                  <c:v>30</c:v>
                </c:pt>
                <c:pt idx="671">
                  <c:v>30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5.5216289999999999</c:v>
                </c:pt>
                <c:pt idx="681">
                  <c:v>5.5216289999999999</c:v>
                </c:pt>
                <c:pt idx="682">
                  <c:v>72.210526000000002</c:v>
                </c:pt>
                <c:pt idx="683">
                  <c:v>72.210526000000002</c:v>
                </c:pt>
                <c:pt idx="684">
                  <c:v>60</c:v>
                </c:pt>
                <c:pt idx="685">
                  <c:v>60</c:v>
                </c:pt>
                <c:pt idx="686">
                  <c:v>5.2099999999999998E-4</c:v>
                </c:pt>
                <c:pt idx="687">
                  <c:v>5.2099999999999998E-4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1E-4</c:v>
                </c:pt>
                <c:pt idx="737">
                  <c:v>1E-4</c:v>
                </c:pt>
                <c:pt idx="738">
                  <c:v>46.055197</c:v>
                </c:pt>
                <c:pt idx="739">
                  <c:v>46.055197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60</c:v>
                </c:pt>
                <c:pt idx="745">
                  <c:v>60</c:v>
                </c:pt>
                <c:pt idx="746">
                  <c:v>90</c:v>
                </c:pt>
                <c:pt idx="747">
                  <c:v>90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60</c:v>
                </c:pt>
                <c:pt idx="753">
                  <c:v>60</c:v>
                </c:pt>
                <c:pt idx="754">
                  <c:v>16.055296999999999</c:v>
                </c:pt>
                <c:pt idx="755">
                  <c:v>16.055296999999999</c:v>
                </c:pt>
                <c:pt idx="756">
                  <c:v>150</c:v>
                </c:pt>
                <c:pt idx="757">
                  <c:v>150</c:v>
                </c:pt>
                <c:pt idx="758">
                  <c:v>88.473411999999996</c:v>
                </c:pt>
                <c:pt idx="759">
                  <c:v>88.473411999999996</c:v>
                </c:pt>
                <c:pt idx="760">
                  <c:v>240.577147</c:v>
                </c:pt>
                <c:pt idx="761">
                  <c:v>240.577147</c:v>
                </c:pt>
                <c:pt idx="762">
                  <c:v>240.00020000000001</c:v>
                </c:pt>
                <c:pt idx="763">
                  <c:v>240.00020000000001</c:v>
                </c:pt>
                <c:pt idx="764">
                  <c:v>180</c:v>
                </c:pt>
                <c:pt idx="765">
                  <c:v>180</c:v>
                </c:pt>
                <c:pt idx="766">
                  <c:v>308.12485500000003</c:v>
                </c:pt>
                <c:pt idx="767">
                  <c:v>308.12485500000003</c:v>
                </c:pt>
                <c:pt idx="768">
                  <c:v>515.44726900000001</c:v>
                </c:pt>
                <c:pt idx="769">
                  <c:v>515.44726900000001</c:v>
                </c:pt>
                <c:pt idx="770">
                  <c:v>411.48609399999998</c:v>
                </c:pt>
                <c:pt idx="771">
                  <c:v>411.48609399999998</c:v>
                </c:pt>
                <c:pt idx="772">
                  <c:v>371.16734300000002</c:v>
                </c:pt>
                <c:pt idx="773">
                  <c:v>371.16734300000002</c:v>
                </c:pt>
                <c:pt idx="774">
                  <c:v>660.00009999999997</c:v>
                </c:pt>
                <c:pt idx="775">
                  <c:v>660.00009999999997</c:v>
                </c:pt>
                <c:pt idx="776">
                  <c:v>296.472713</c:v>
                </c:pt>
                <c:pt idx="777">
                  <c:v>296.472713</c:v>
                </c:pt>
                <c:pt idx="778">
                  <c:v>222.21126799999999</c:v>
                </c:pt>
                <c:pt idx="779">
                  <c:v>222.21126799999999</c:v>
                </c:pt>
                <c:pt idx="780">
                  <c:v>57.019753999999999</c:v>
                </c:pt>
                <c:pt idx="781">
                  <c:v>57.019753999999999</c:v>
                </c:pt>
                <c:pt idx="782">
                  <c:v>342.77042</c:v>
                </c:pt>
                <c:pt idx="783">
                  <c:v>342.77042</c:v>
                </c:pt>
                <c:pt idx="784">
                  <c:v>467.13454999999999</c:v>
                </c:pt>
                <c:pt idx="785">
                  <c:v>467.13454999999999</c:v>
                </c:pt>
                <c:pt idx="786">
                  <c:v>410.24236200000001</c:v>
                </c:pt>
                <c:pt idx="787">
                  <c:v>410.24236200000001</c:v>
                </c:pt>
                <c:pt idx="788">
                  <c:v>266.06380200000001</c:v>
                </c:pt>
                <c:pt idx="789">
                  <c:v>266.06380200000001</c:v>
                </c:pt>
                <c:pt idx="790">
                  <c:v>210</c:v>
                </c:pt>
                <c:pt idx="791">
                  <c:v>210</c:v>
                </c:pt>
                <c:pt idx="792">
                  <c:v>474.778616</c:v>
                </c:pt>
                <c:pt idx="793">
                  <c:v>474.778616</c:v>
                </c:pt>
                <c:pt idx="794">
                  <c:v>578.73439199999996</c:v>
                </c:pt>
                <c:pt idx="795">
                  <c:v>578.73439199999996</c:v>
                </c:pt>
                <c:pt idx="796">
                  <c:v>552.21104700000001</c:v>
                </c:pt>
                <c:pt idx="797">
                  <c:v>552.21104700000001</c:v>
                </c:pt>
                <c:pt idx="798">
                  <c:v>492.21072600000002</c:v>
                </c:pt>
                <c:pt idx="799">
                  <c:v>492.21072600000002</c:v>
                </c:pt>
                <c:pt idx="800">
                  <c:v>597.57239400000003</c:v>
                </c:pt>
                <c:pt idx="801">
                  <c:v>597.57239400000003</c:v>
                </c:pt>
                <c:pt idx="802">
                  <c:v>637.00098300000002</c:v>
                </c:pt>
                <c:pt idx="803">
                  <c:v>637.00098300000002</c:v>
                </c:pt>
                <c:pt idx="804">
                  <c:v>531.84119399999997</c:v>
                </c:pt>
                <c:pt idx="805">
                  <c:v>531.84119399999997</c:v>
                </c:pt>
                <c:pt idx="806">
                  <c:v>642.21094700000003</c:v>
                </c:pt>
                <c:pt idx="807">
                  <c:v>642.21094700000003</c:v>
                </c:pt>
                <c:pt idx="808">
                  <c:v>612.21104700000001</c:v>
                </c:pt>
                <c:pt idx="809">
                  <c:v>612.21104700000001</c:v>
                </c:pt>
                <c:pt idx="810">
                  <c:v>536.48048300000005</c:v>
                </c:pt>
                <c:pt idx="811">
                  <c:v>536.48048300000005</c:v>
                </c:pt>
                <c:pt idx="812">
                  <c:v>354.42137400000001</c:v>
                </c:pt>
                <c:pt idx="813">
                  <c:v>354.42137400000001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14.975384999999999</c:v>
                </c:pt>
                <c:pt idx="839">
                  <c:v>14.975384999999999</c:v>
                </c:pt>
                <c:pt idx="840">
                  <c:v>59.999420999999998</c:v>
                </c:pt>
                <c:pt idx="841">
                  <c:v>59.999420999999998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30</c:v>
                </c:pt>
                <c:pt idx="849">
                  <c:v>30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30</c:v>
                </c:pt>
                <c:pt idx="865">
                  <c:v>30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30</c:v>
                </c:pt>
                <c:pt idx="873">
                  <c:v>30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1E-4</c:v>
                </c:pt>
                <c:pt idx="879">
                  <c:v>1E-4</c:v>
                </c:pt>
                <c:pt idx="880">
                  <c:v>30</c:v>
                </c:pt>
                <c:pt idx="881">
                  <c:v>30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8.9999999999999998E-4</c:v>
                </c:pt>
                <c:pt idx="893">
                  <c:v>8.9999999999999998E-4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45.820999999999998</c:v>
                </c:pt>
                <c:pt idx="903">
                  <c:v>45.820999999999998</c:v>
                </c:pt>
                <c:pt idx="904">
                  <c:v>149.21398099999999</c:v>
                </c:pt>
                <c:pt idx="905">
                  <c:v>149.21398099999999</c:v>
                </c:pt>
                <c:pt idx="906">
                  <c:v>60</c:v>
                </c:pt>
                <c:pt idx="907">
                  <c:v>60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123.423723</c:v>
                </c:pt>
                <c:pt idx="921">
                  <c:v>123.423723</c:v>
                </c:pt>
                <c:pt idx="922">
                  <c:v>77.134450000000001</c:v>
                </c:pt>
                <c:pt idx="923">
                  <c:v>77.134450000000001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4.2099999999999999E-4</c:v>
                </c:pt>
                <c:pt idx="929">
                  <c:v>4.2099999999999999E-4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30</c:v>
                </c:pt>
                <c:pt idx="949">
                  <c:v>30</c:v>
                </c:pt>
                <c:pt idx="950">
                  <c:v>30</c:v>
                </c:pt>
                <c:pt idx="951">
                  <c:v>30</c:v>
                </c:pt>
                <c:pt idx="952">
                  <c:v>271.02240399999999</c:v>
                </c:pt>
                <c:pt idx="953">
                  <c:v>271.02240399999999</c:v>
                </c:pt>
                <c:pt idx="954">
                  <c:v>330</c:v>
                </c:pt>
                <c:pt idx="955">
                  <c:v>330</c:v>
                </c:pt>
                <c:pt idx="956">
                  <c:v>112.305279</c:v>
                </c:pt>
                <c:pt idx="957">
                  <c:v>112.305279</c:v>
                </c:pt>
                <c:pt idx="958">
                  <c:v>69.904859000000002</c:v>
                </c:pt>
                <c:pt idx="959">
                  <c:v>69.904859000000002</c:v>
                </c:pt>
                <c:pt idx="960">
                  <c:v>420.00009999999997</c:v>
                </c:pt>
                <c:pt idx="961">
                  <c:v>420.00009999999997</c:v>
                </c:pt>
                <c:pt idx="962">
                  <c:v>551.21557600000006</c:v>
                </c:pt>
                <c:pt idx="963">
                  <c:v>551.21557600000006</c:v>
                </c:pt>
                <c:pt idx="964">
                  <c:v>690.00009999999997</c:v>
                </c:pt>
                <c:pt idx="965">
                  <c:v>690.00009999999997</c:v>
                </c:pt>
                <c:pt idx="966">
                  <c:v>658.27904899999999</c:v>
                </c:pt>
                <c:pt idx="967">
                  <c:v>658.27904899999999</c:v>
                </c:pt>
                <c:pt idx="968">
                  <c:v>342.21072600000002</c:v>
                </c:pt>
                <c:pt idx="969">
                  <c:v>342.21072600000002</c:v>
                </c:pt>
                <c:pt idx="970">
                  <c:v>377.57378599999998</c:v>
                </c:pt>
                <c:pt idx="971">
                  <c:v>377.57378599999998</c:v>
                </c:pt>
                <c:pt idx="972">
                  <c:v>390</c:v>
                </c:pt>
                <c:pt idx="973">
                  <c:v>390</c:v>
                </c:pt>
                <c:pt idx="974">
                  <c:v>390</c:v>
                </c:pt>
                <c:pt idx="975">
                  <c:v>390</c:v>
                </c:pt>
                <c:pt idx="976">
                  <c:v>259.25677000000002</c:v>
                </c:pt>
                <c:pt idx="977">
                  <c:v>259.25677000000002</c:v>
                </c:pt>
                <c:pt idx="978">
                  <c:v>357.71632599999998</c:v>
                </c:pt>
                <c:pt idx="979">
                  <c:v>357.71632599999998</c:v>
                </c:pt>
                <c:pt idx="980">
                  <c:v>168.16491099999999</c:v>
                </c:pt>
                <c:pt idx="981">
                  <c:v>168.16491099999999</c:v>
                </c:pt>
                <c:pt idx="982">
                  <c:v>332.00413900000001</c:v>
                </c:pt>
                <c:pt idx="983">
                  <c:v>332.00413900000001</c:v>
                </c:pt>
                <c:pt idx="984">
                  <c:v>371.42854699999998</c:v>
                </c:pt>
                <c:pt idx="985">
                  <c:v>371.42854699999998</c:v>
                </c:pt>
                <c:pt idx="986">
                  <c:v>465.92978399999998</c:v>
                </c:pt>
                <c:pt idx="987">
                  <c:v>465.92978399999998</c:v>
                </c:pt>
                <c:pt idx="988">
                  <c:v>420.00020000000001</c:v>
                </c:pt>
                <c:pt idx="989">
                  <c:v>420.00020000000001</c:v>
                </c:pt>
                <c:pt idx="990">
                  <c:v>582.21090700000002</c:v>
                </c:pt>
                <c:pt idx="991">
                  <c:v>582.21090700000002</c:v>
                </c:pt>
                <c:pt idx="992">
                  <c:v>532.78439500000002</c:v>
                </c:pt>
                <c:pt idx="993">
                  <c:v>532.78439500000002</c:v>
                </c:pt>
                <c:pt idx="994">
                  <c:v>599.72886900000003</c:v>
                </c:pt>
                <c:pt idx="995">
                  <c:v>599.72886900000003</c:v>
                </c:pt>
                <c:pt idx="996">
                  <c:v>720.00009999999997</c:v>
                </c:pt>
                <c:pt idx="997">
                  <c:v>720.00009999999997</c:v>
                </c:pt>
                <c:pt idx="998">
                  <c:v>617.78915300000006</c:v>
                </c:pt>
                <c:pt idx="999">
                  <c:v>617.78915300000006</c:v>
                </c:pt>
                <c:pt idx="1000">
                  <c:v>684.42199500000004</c:v>
                </c:pt>
                <c:pt idx="1001">
                  <c:v>684.42199500000004</c:v>
                </c:pt>
                <c:pt idx="1002">
                  <c:v>654.42189499999995</c:v>
                </c:pt>
                <c:pt idx="1003">
                  <c:v>654.42189499999995</c:v>
                </c:pt>
                <c:pt idx="1004">
                  <c:v>349.19520199999999</c:v>
                </c:pt>
                <c:pt idx="1005">
                  <c:v>349.19520199999999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60</c:v>
                </c:pt>
                <c:pt idx="1119">
                  <c:v>60</c:v>
                </c:pt>
                <c:pt idx="1120">
                  <c:v>123.189747</c:v>
                </c:pt>
                <c:pt idx="1121">
                  <c:v>123.189747</c:v>
                </c:pt>
                <c:pt idx="1122">
                  <c:v>47.134650000000001</c:v>
                </c:pt>
                <c:pt idx="1123">
                  <c:v>47.134650000000001</c:v>
                </c:pt>
                <c:pt idx="1124">
                  <c:v>0</c:v>
                </c:pt>
                <c:pt idx="1125">
                  <c:v>0</c:v>
                </c:pt>
                <c:pt idx="1126">
                  <c:v>60</c:v>
                </c:pt>
                <c:pt idx="1127">
                  <c:v>60</c:v>
                </c:pt>
                <c:pt idx="1128">
                  <c:v>46.054876</c:v>
                </c:pt>
                <c:pt idx="1129">
                  <c:v>46.054876</c:v>
                </c:pt>
                <c:pt idx="1130">
                  <c:v>4.2099999999999999E-4</c:v>
                </c:pt>
                <c:pt idx="1131">
                  <c:v>4.2099999999999999E-4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90</c:v>
                </c:pt>
                <c:pt idx="1145">
                  <c:v>90</c:v>
                </c:pt>
                <c:pt idx="1146">
                  <c:v>90</c:v>
                </c:pt>
                <c:pt idx="1147">
                  <c:v>90</c:v>
                </c:pt>
                <c:pt idx="1148">
                  <c:v>30</c:v>
                </c:pt>
                <c:pt idx="1149">
                  <c:v>30</c:v>
                </c:pt>
                <c:pt idx="1150">
                  <c:v>0</c:v>
                </c:pt>
                <c:pt idx="1151">
                  <c:v>0</c:v>
                </c:pt>
                <c:pt idx="1152">
                  <c:v>353.10217699999998</c:v>
                </c:pt>
                <c:pt idx="1153">
                  <c:v>353.10217699999998</c:v>
                </c:pt>
                <c:pt idx="1154">
                  <c:v>540.00009999999997</c:v>
                </c:pt>
                <c:pt idx="1155">
                  <c:v>540.00009999999997</c:v>
                </c:pt>
                <c:pt idx="1156">
                  <c:v>630.00009999999997</c:v>
                </c:pt>
                <c:pt idx="1157">
                  <c:v>630.00009999999997</c:v>
                </c:pt>
                <c:pt idx="1158">
                  <c:v>630.89148999999998</c:v>
                </c:pt>
                <c:pt idx="1159">
                  <c:v>630.89148999999998</c:v>
                </c:pt>
                <c:pt idx="1160">
                  <c:v>391.88706100000002</c:v>
                </c:pt>
                <c:pt idx="1161">
                  <c:v>391.88706100000002</c:v>
                </c:pt>
                <c:pt idx="1162">
                  <c:v>611.21587599999998</c:v>
                </c:pt>
                <c:pt idx="1163">
                  <c:v>611.21587599999998</c:v>
                </c:pt>
                <c:pt idx="1164">
                  <c:v>419.99990000000003</c:v>
                </c:pt>
                <c:pt idx="1165">
                  <c:v>419.99990000000003</c:v>
                </c:pt>
                <c:pt idx="1166">
                  <c:v>240.0001</c:v>
                </c:pt>
                <c:pt idx="1167">
                  <c:v>240.0001</c:v>
                </c:pt>
                <c:pt idx="1168">
                  <c:v>326.323014</c:v>
                </c:pt>
                <c:pt idx="1169">
                  <c:v>326.323014</c:v>
                </c:pt>
                <c:pt idx="1170">
                  <c:v>517.54516899999999</c:v>
                </c:pt>
                <c:pt idx="1171">
                  <c:v>517.54516899999999</c:v>
                </c:pt>
                <c:pt idx="1172">
                  <c:v>372.77094799999998</c:v>
                </c:pt>
                <c:pt idx="1173">
                  <c:v>372.77094799999998</c:v>
                </c:pt>
                <c:pt idx="1174">
                  <c:v>180.0001</c:v>
                </c:pt>
                <c:pt idx="1175">
                  <c:v>180.0001</c:v>
                </c:pt>
                <c:pt idx="1176">
                  <c:v>192.21104700000001</c:v>
                </c:pt>
                <c:pt idx="1177">
                  <c:v>192.21104700000001</c:v>
                </c:pt>
                <c:pt idx="1178">
                  <c:v>192.21104700000001</c:v>
                </c:pt>
                <c:pt idx="1179">
                  <c:v>192.21104700000001</c:v>
                </c:pt>
                <c:pt idx="1180">
                  <c:v>150.0001</c:v>
                </c:pt>
                <c:pt idx="1181">
                  <c:v>150.0001</c:v>
                </c:pt>
                <c:pt idx="1182">
                  <c:v>119.999779</c:v>
                </c:pt>
                <c:pt idx="1183">
                  <c:v>119.999779</c:v>
                </c:pt>
                <c:pt idx="1184">
                  <c:v>351.67640299999999</c:v>
                </c:pt>
                <c:pt idx="1185">
                  <c:v>351.67640299999999</c:v>
                </c:pt>
                <c:pt idx="1186">
                  <c:v>174.421774</c:v>
                </c:pt>
                <c:pt idx="1187">
                  <c:v>174.421774</c:v>
                </c:pt>
                <c:pt idx="1188">
                  <c:v>105.421246</c:v>
                </c:pt>
                <c:pt idx="1189">
                  <c:v>105.421246</c:v>
                </c:pt>
                <c:pt idx="1190">
                  <c:v>299.99970000000002</c:v>
                </c:pt>
                <c:pt idx="1191">
                  <c:v>299.99970000000002</c:v>
                </c:pt>
                <c:pt idx="1192">
                  <c:v>680.93817799999999</c:v>
                </c:pt>
                <c:pt idx="1193">
                  <c:v>680.93817799999999</c:v>
                </c:pt>
                <c:pt idx="1194">
                  <c:v>606.63242100000002</c:v>
                </c:pt>
                <c:pt idx="1195">
                  <c:v>606.63242100000002</c:v>
                </c:pt>
                <c:pt idx="1196">
                  <c:v>642.21094700000003</c:v>
                </c:pt>
                <c:pt idx="1197">
                  <c:v>642.21094700000003</c:v>
                </c:pt>
                <c:pt idx="1198">
                  <c:v>342.21124700000001</c:v>
                </c:pt>
                <c:pt idx="1199">
                  <c:v>342.21124700000001</c:v>
                </c:pt>
                <c:pt idx="1200">
                  <c:v>342.21126800000002</c:v>
                </c:pt>
                <c:pt idx="1201">
                  <c:v>342.21126800000002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357.43012800000002</c:v>
                </c:pt>
                <c:pt idx="1335">
                  <c:v>357.43012800000002</c:v>
                </c:pt>
                <c:pt idx="1336">
                  <c:v>250.488529</c:v>
                </c:pt>
                <c:pt idx="1337">
                  <c:v>250.488529</c:v>
                </c:pt>
                <c:pt idx="1338">
                  <c:v>326.30169899999999</c:v>
                </c:pt>
                <c:pt idx="1339">
                  <c:v>326.30169899999999</c:v>
                </c:pt>
                <c:pt idx="1340">
                  <c:v>207.64440400000001</c:v>
                </c:pt>
                <c:pt idx="1341">
                  <c:v>207.64440400000001</c:v>
                </c:pt>
                <c:pt idx="1342">
                  <c:v>60</c:v>
                </c:pt>
                <c:pt idx="1343">
                  <c:v>60</c:v>
                </c:pt>
                <c:pt idx="1344">
                  <c:v>60.000300000000003</c:v>
                </c:pt>
                <c:pt idx="1345">
                  <c:v>60.000300000000003</c:v>
                </c:pt>
                <c:pt idx="1346">
                  <c:v>17.674028</c:v>
                </c:pt>
                <c:pt idx="1347">
                  <c:v>17.674028</c:v>
                </c:pt>
                <c:pt idx="1348">
                  <c:v>210</c:v>
                </c:pt>
                <c:pt idx="1349">
                  <c:v>210</c:v>
                </c:pt>
                <c:pt idx="1350">
                  <c:v>2.0000000000000001E-4</c:v>
                </c:pt>
                <c:pt idx="1351">
                  <c:v>2.0000000000000001E-4</c:v>
                </c:pt>
                <c:pt idx="1352">
                  <c:v>359.99990000000003</c:v>
                </c:pt>
                <c:pt idx="1353">
                  <c:v>359.99990000000003</c:v>
                </c:pt>
                <c:pt idx="1354">
                  <c:v>292.513327</c:v>
                </c:pt>
                <c:pt idx="1355">
                  <c:v>292.513327</c:v>
                </c:pt>
                <c:pt idx="1356">
                  <c:v>270</c:v>
                </c:pt>
                <c:pt idx="1357">
                  <c:v>270</c:v>
                </c:pt>
                <c:pt idx="1358">
                  <c:v>90.000100000000003</c:v>
                </c:pt>
                <c:pt idx="1359">
                  <c:v>90.000100000000003</c:v>
                </c:pt>
                <c:pt idx="1360">
                  <c:v>437.78905300000002</c:v>
                </c:pt>
                <c:pt idx="1361">
                  <c:v>437.78905300000002</c:v>
                </c:pt>
                <c:pt idx="1362">
                  <c:v>355.69807300000002</c:v>
                </c:pt>
                <c:pt idx="1363">
                  <c:v>355.69807300000002</c:v>
                </c:pt>
                <c:pt idx="1364">
                  <c:v>210</c:v>
                </c:pt>
                <c:pt idx="1365">
                  <c:v>210</c:v>
                </c:pt>
                <c:pt idx="1366">
                  <c:v>180</c:v>
                </c:pt>
                <c:pt idx="1367">
                  <c:v>180</c:v>
                </c:pt>
                <c:pt idx="1368">
                  <c:v>246.63314199999999</c:v>
                </c:pt>
                <c:pt idx="1369">
                  <c:v>246.63314199999999</c:v>
                </c:pt>
                <c:pt idx="1370">
                  <c:v>593.52007400000002</c:v>
                </c:pt>
                <c:pt idx="1371">
                  <c:v>593.52007400000002</c:v>
                </c:pt>
                <c:pt idx="1372">
                  <c:v>150.00040000000001</c:v>
                </c:pt>
                <c:pt idx="1373">
                  <c:v>150.00040000000001</c:v>
                </c:pt>
                <c:pt idx="1374">
                  <c:v>363.88155399999999</c:v>
                </c:pt>
                <c:pt idx="1375">
                  <c:v>363.88155399999999</c:v>
                </c:pt>
                <c:pt idx="1376">
                  <c:v>616.05427599999996</c:v>
                </c:pt>
                <c:pt idx="1377">
                  <c:v>616.05427599999996</c:v>
                </c:pt>
                <c:pt idx="1378">
                  <c:v>545.57820500000003</c:v>
                </c:pt>
                <c:pt idx="1379">
                  <c:v>545.57820500000003</c:v>
                </c:pt>
                <c:pt idx="1380">
                  <c:v>732.21052599999996</c:v>
                </c:pt>
                <c:pt idx="1381">
                  <c:v>732.21052599999996</c:v>
                </c:pt>
                <c:pt idx="1382">
                  <c:v>690</c:v>
                </c:pt>
                <c:pt idx="1383">
                  <c:v>690</c:v>
                </c:pt>
                <c:pt idx="1384">
                  <c:v>497.789895</c:v>
                </c:pt>
                <c:pt idx="1385">
                  <c:v>497.789895</c:v>
                </c:pt>
                <c:pt idx="1386">
                  <c:v>540</c:v>
                </c:pt>
                <c:pt idx="1387">
                  <c:v>540</c:v>
                </c:pt>
                <c:pt idx="1388">
                  <c:v>198.84378899999999</c:v>
                </c:pt>
                <c:pt idx="1389">
                  <c:v>198.84378899999999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11-49D5-9A59-9E56C896F93A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37.789974000000001</c:v>
                </c:pt>
                <c:pt idx="33">
                  <c:v>37.789974000000001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87.646190000000004</c:v>
                </c:pt>
                <c:pt idx="53">
                  <c:v>87.646190000000004</c:v>
                </c:pt>
                <c:pt idx="54">
                  <c:v>59.15</c:v>
                </c:pt>
                <c:pt idx="55">
                  <c:v>59.15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110.977739</c:v>
                </c:pt>
                <c:pt idx="187">
                  <c:v>110.977739</c:v>
                </c:pt>
                <c:pt idx="188">
                  <c:v>294.95564999999999</c:v>
                </c:pt>
                <c:pt idx="189">
                  <c:v>294.95564999999999</c:v>
                </c:pt>
                <c:pt idx="190">
                  <c:v>200</c:v>
                </c:pt>
                <c:pt idx="191">
                  <c:v>200</c:v>
                </c:pt>
                <c:pt idx="192">
                  <c:v>410.33653700000002</c:v>
                </c:pt>
                <c:pt idx="193">
                  <c:v>410.33653700000002</c:v>
                </c:pt>
                <c:pt idx="194">
                  <c:v>397.789153</c:v>
                </c:pt>
                <c:pt idx="195">
                  <c:v>397.789153</c:v>
                </c:pt>
                <c:pt idx="196">
                  <c:v>240</c:v>
                </c:pt>
                <c:pt idx="197">
                  <c:v>240</c:v>
                </c:pt>
                <c:pt idx="198">
                  <c:v>200</c:v>
                </c:pt>
                <c:pt idx="199">
                  <c:v>200</c:v>
                </c:pt>
                <c:pt idx="200">
                  <c:v>567.63179400000001</c:v>
                </c:pt>
                <c:pt idx="201">
                  <c:v>567.63179400000001</c:v>
                </c:pt>
                <c:pt idx="202">
                  <c:v>606.302369</c:v>
                </c:pt>
                <c:pt idx="203">
                  <c:v>606.302369</c:v>
                </c:pt>
                <c:pt idx="204">
                  <c:v>702.21094700000003</c:v>
                </c:pt>
                <c:pt idx="205">
                  <c:v>702.21094700000003</c:v>
                </c:pt>
                <c:pt idx="206">
                  <c:v>693.55283999999995</c:v>
                </c:pt>
                <c:pt idx="207">
                  <c:v>693.55283999999995</c:v>
                </c:pt>
                <c:pt idx="208">
                  <c:v>357.909693</c:v>
                </c:pt>
                <c:pt idx="209">
                  <c:v>357.909693</c:v>
                </c:pt>
                <c:pt idx="210">
                  <c:v>296.27997199999999</c:v>
                </c:pt>
                <c:pt idx="211">
                  <c:v>296.27997199999999</c:v>
                </c:pt>
                <c:pt idx="212">
                  <c:v>200</c:v>
                </c:pt>
                <c:pt idx="213">
                  <c:v>200</c:v>
                </c:pt>
                <c:pt idx="214">
                  <c:v>250.00020000000001</c:v>
                </c:pt>
                <c:pt idx="215">
                  <c:v>250.00020000000001</c:v>
                </c:pt>
                <c:pt idx="216">
                  <c:v>433.76452599999999</c:v>
                </c:pt>
                <c:pt idx="217">
                  <c:v>433.76452599999999</c:v>
                </c:pt>
                <c:pt idx="218">
                  <c:v>484.35407500000002</c:v>
                </c:pt>
                <c:pt idx="219">
                  <c:v>484.35407500000002</c:v>
                </c:pt>
                <c:pt idx="220">
                  <c:v>376.75346200000001</c:v>
                </c:pt>
                <c:pt idx="221">
                  <c:v>376.75346200000001</c:v>
                </c:pt>
                <c:pt idx="222">
                  <c:v>200</c:v>
                </c:pt>
                <c:pt idx="223">
                  <c:v>200</c:v>
                </c:pt>
                <c:pt idx="224">
                  <c:v>409.87923799999999</c:v>
                </c:pt>
                <c:pt idx="225">
                  <c:v>409.87923799999999</c:v>
                </c:pt>
                <c:pt idx="226">
                  <c:v>236.36591100000001</c:v>
                </c:pt>
                <c:pt idx="227">
                  <c:v>236.36591100000001</c:v>
                </c:pt>
                <c:pt idx="228">
                  <c:v>407.78925299999997</c:v>
                </c:pt>
                <c:pt idx="229">
                  <c:v>407.78925299999997</c:v>
                </c:pt>
                <c:pt idx="230">
                  <c:v>342.21062599999999</c:v>
                </c:pt>
                <c:pt idx="231">
                  <c:v>342.21062599999999</c:v>
                </c:pt>
                <c:pt idx="232">
                  <c:v>238.84368900000001</c:v>
                </c:pt>
                <c:pt idx="233">
                  <c:v>238.84368900000001</c:v>
                </c:pt>
                <c:pt idx="234">
                  <c:v>300.00126299999999</c:v>
                </c:pt>
                <c:pt idx="235">
                  <c:v>300.00126299999999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93.772198000000003</c:v>
                </c:pt>
                <c:pt idx="403">
                  <c:v>93.772198000000003</c:v>
                </c:pt>
                <c:pt idx="404">
                  <c:v>169.99969999999999</c:v>
                </c:pt>
                <c:pt idx="405">
                  <c:v>169.99969999999999</c:v>
                </c:pt>
                <c:pt idx="406">
                  <c:v>0</c:v>
                </c:pt>
                <c:pt idx="407">
                  <c:v>0</c:v>
                </c:pt>
                <c:pt idx="408">
                  <c:v>200</c:v>
                </c:pt>
                <c:pt idx="409">
                  <c:v>200</c:v>
                </c:pt>
                <c:pt idx="410">
                  <c:v>192.21072599999999</c:v>
                </c:pt>
                <c:pt idx="411">
                  <c:v>192.21072599999999</c:v>
                </c:pt>
                <c:pt idx="412">
                  <c:v>192.21042600000001</c:v>
                </c:pt>
                <c:pt idx="413">
                  <c:v>192.21042600000001</c:v>
                </c:pt>
                <c:pt idx="414">
                  <c:v>200</c:v>
                </c:pt>
                <c:pt idx="415">
                  <c:v>200</c:v>
                </c:pt>
                <c:pt idx="416">
                  <c:v>199.136538</c:v>
                </c:pt>
                <c:pt idx="417">
                  <c:v>199.136538</c:v>
                </c:pt>
                <c:pt idx="418">
                  <c:v>197.88701499999999</c:v>
                </c:pt>
                <c:pt idx="419">
                  <c:v>197.88701499999999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200</c:v>
                </c:pt>
                <c:pt idx="425">
                  <c:v>200</c:v>
                </c:pt>
                <c:pt idx="426">
                  <c:v>200</c:v>
                </c:pt>
                <c:pt idx="427">
                  <c:v>200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109.260216</c:v>
                </c:pt>
                <c:pt idx="609">
                  <c:v>109.260216</c:v>
                </c:pt>
                <c:pt idx="610">
                  <c:v>105.892713</c:v>
                </c:pt>
                <c:pt idx="611">
                  <c:v>105.892713</c:v>
                </c:pt>
                <c:pt idx="612">
                  <c:v>200</c:v>
                </c:pt>
                <c:pt idx="613">
                  <c:v>200</c:v>
                </c:pt>
                <c:pt idx="614">
                  <c:v>200</c:v>
                </c:pt>
                <c:pt idx="615">
                  <c:v>200</c:v>
                </c:pt>
                <c:pt idx="616">
                  <c:v>167.09303199999999</c:v>
                </c:pt>
                <c:pt idx="617">
                  <c:v>167.09303199999999</c:v>
                </c:pt>
                <c:pt idx="618">
                  <c:v>182.90781000000001</c:v>
                </c:pt>
                <c:pt idx="619">
                  <c:v>182.90781000000001</c:v>
                </c:pt>
                <c:pt idx="620">
                  <c:v>200</c:v>
                </c:pt>
                <c:pt idx="621">
                  <c:v>200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D11-49D5-9A59-9E56C896F93A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0.85</c:v>
                </c:pt>
                <c:pt idx="55">
                  <c:v>0.85</c:v>
                </c:pt>
                <c:pt idx="56">
                  <c:v>11.05</c:v>
                </c:pt>
                <c:pt idx="57">
                  <c:v>11.05</c:v>
                </c:pt>
                <c:pt idx="58">
                  <c:v>20.399999999999999</c:v>
                </c:pt>
                <c:pt idx="59">
                  <c:v>20.399999999999999</c:v>
                </c:pt>
                <c:pt idx="60">
                  <c:v>29.75</c:v>
                </c:pt>
                <c:pt idx="61">
                  <c:v>29.75</c:v>
                </c:pt>
                <c:pt idx="62">
                  <c:v>46.75</c:v>
                </c:pt>
                <c:pt idx="63">
                  <c:v>46.75</c:v>
                </c:pt>
                <c:pt idx="64">
                  <c:v>68</c:v>
                </c:pt>
                <c:pt idx="65">
                  <c:v>68</c:v>
                </c:pt>
                <c:pt idx="66">
                  <c:v>98.6</c:v>
                </c:pt>
                <c:pt idx="67">
                  <c:v>98.6</c:v>
                </c:pt>
                <c:pt idx="68">
                  <c:v>127.5</c:v>
                </c:pt>
                <c:pt idx="69">
                  <c:v>127.5</c:v>
                </c:pt>
                <c:pt idx="70">
                  <c:v>138.55000000000001</c:v>
                </c:pt>
                <c:pt idx="71">
                  <c:v>138.55000000000001</c:v>
                </c:pt>
                <c:pt idx="72">
                  <c:v>186.15</c:v>
                </c:pt>
                <c:pt idx="73">
                  <c:v>186.15</c:v>
                </c:pt>
                <c:pt idx="74">
                  <c:v>207.4</c:v>
                </c:pt>
                <c:pt idx="75">
                  <c:v>207.4</c:v>
                </c:pt>
                <c:pt idx="76">
                  <c:v>189.55</c:v>
                </c:pt>
                <c:pt idx="77">
                  <c:v>189.55</c:v>
                </c:pt>
                <c:pt idx="78">
                  <c:v>180.2</c:v>
                </c:pt>
                <c:pt idx="79">
                  <c:v>180.2</c:v>
                </c:pt>
                <c:pt idx="80">
                  <c:v>208.25</c:v>
                </c:pt>
                <c:pt idx="81">
                  <c:v>208.25</c:v>
                </c:pt>
                <c:pt idx="82">
                  <c:v>224.4</c:v>
                </c:pt>
                <c:pt idx="83">
                  <c:v>224.4</c:v>
                </c:pt>
                <c:pt idx="84">
                  <c:v>134.30000000000001</c:v>
                </c:pt>
                <c:pt idx="85">
                  <c:v>134.30000000000001</c:v>
                </c:pt>
                <c:pt idx="86">
                  <c:v>163.19999999999999</c:v>
                </c:pt>
                <c:pt idx="87">
                  <c:v>163.19999999999999</c:v>
                </c:pt>
                <c:pt idx="88">
                  <c:v>179.35</c:v>
                </c:pt>
                <c:pt idx="89">
                  <c:v>179.35</c:v>
                </c:pt>
                <c:pt idx="90">
                  <c:v>149.6</c:v>
                </c:pt>
                <c:pt idx="91">
                  <c:v>149.6</c:v>
                </c:pt>
                <c:pt idx="92">
                  <c:v>154.69999999999999</c:v>
                </c:pt>
                <c:pt idx="93">
                  <c:v>154.69999999999999</c:v>
                </c:pt>
                <c:pt idx="94">
                  <c:v>133.44999999999999</c:v>
                </c:pt>
                <c:pt idx="95">
                  <c:v>133.44999999999999</c:v>
                </c:pt>
                <c:pt idx="96">
                  <c:v>137.69999999999999</c:v>
                </c:pt>
                <c:pt idx="97">
                  <c:v>137.69999999999999</c:v>
                </c:pt>
                <c:pt idx="98">
                  <c:v>166.6</c:v>
                </c:pt>
                <c:pt idx="99">
                  <c:v>166.6</c:v>
                </c:pt>
                <c:pt idx="100">
                  <c:v>216.75</c:v>
                </c:pt>
                <c:pt idx="101">
                  <c:v>216.75</c:v>
                </c:pt>
                <c:pt idx="102">
                  <c:v>294.95</c:v>
                </c:pt>
                <c:pt idx="103">
                  <c:v>294.95</c:v>
                </c:pt>
                <c:pt idx="104">
                  <c:v>215.05</c:v>
                </c:pt>
                <c:pt idx="105">
                  <c:v>215.05</c:v>
                </c:pt>
                <c:pt idx="106">
                  <c:v>198.9</c:v>
                </c:pt>
                <c:pt idx="107">
                  <c:v>198.9</c:v>
                </c:pt>
                <c:pt idx="108">
                  <c:v>181.05</c:v>
                </c:pt>
                <c:pt idx="109">
                  <c:v>181.05</c:v>
                </c:pt>
                <c:pt idx="110">
                  <c:v>195.5</c:v>
                </c:pt>
                <c:pt idx="111">
                  <c:v>195.5</c:v>
                </c:pt>
                <c:pt idx="112">
                  <c:v>180.2</c:v>
                </c:pt>
                <c:pt idx="113">
                  <c:v>180.2</c:v>
                </c:pt>
                <c:pt idx="114">
                  <c:v>143.65</c:v>
                </c:pt>
                <c:pt idx="115">
                  <c:v>143.65</c:v>
                </c:pt>
                <c:pt idx="116">
                  <c:v>147.9</c:v>
                </c:pt>
                <c:pt idx="117">
                  <c:v>147.9</c:v>
                </c:pt>
                <c:pt idx="118">
                  <c:v>135.15</c:v>
                </c:pt>
                <c:pt idx="119">
                  <c:v>135.15</c:v>
                </c:pt>
                <c:pt idx="120">
                  <c:v>147.05000000000001</c:v>
                </c:pt>
                <c:pt idx="121">
                  <c:v>147.05000000000001</c:v>
                </c:pt>
                <c:pt idx="122">
                  <c:v>104.55</c:v>
                </c:pt>
                <c:pt idx="123">
                  <c:v>104.55</c:v>
                </c:pt>
                <c:pt idx="124">
                  <c:v>94.35</c:v>
                </c:pt>
                <c:pt idx="125">
                  <c:v>94.35</c:v>
                </c:pt>
                <c:pt idx="126">
                  <c:v>68</c:v>
                </c:pt>
                <c:pt idx="127">
                  <c:v>68</c:v>
                </c:pt>
                <c:pt idx="128">
                  <c:v>61.2</c:v>
                </c:pt>
                <c:pt idx="129">
                  <c:v>61.2</c:v>
                </c:pt>
                <c:pt idx="130">
                  <c:v>44.2</c:v>
                </c:pt>
                <c:pt idx="131">
                  <c:v>44.2</c:v>
                </c:pt>
                <c:pt idx="132">
                  <c:v>20.399999999999999</c:v>
                </c:pt>
                <c:pt idx="133">
                  <c:v>20.399999999999999</c:v>
                </c:pt>
                <c:pt idx="134">
                  <c:v>4.25</c:v>
                </c:pt>
                <c:pt idx="135">
                  <c:v>4.25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6.8</c:v>
                </c:pt>
                <c:pt idx="247">
                  <c:v>6.8</c:v>
                </c:pt>
                <c:pt idx="248">
                  <c:v>33.15</c:v>
                </c:pt>
                <c:pt idx="249">
                  <c:v>33.15</c:v>
                </c:pt>
                <c:pt idx="250">
                  <c:v>69.7</c:v>
                </c:pt>
                <c:pt idx="251">
                  <c:v>69.7</c:v>
                </c:pt>
                <c:pt idx="252">
                  <c:v>114.75</c:v>
                </c:pt>
                <c:pt idx="253">
                  <c:v>114.75</c:v>
                </c:pt>
                <c:pt idx="254">
                  <c:v>155.55000000000001</c:v>
                </c:pt>
                <c:pt idx="255">
                  <c:v>155.55000000000001</c:v>
                </c:pt>
                <c:pt idx="256">
                  <c:v>197.2</c:v>
                </c:pt>
                <c:pt idx="257">
                  <c:v>197.2</c:v>
                </c:pt>
                <c:pt idx="258">
                  <c:v>237.15</c:v>
                </c:pt>
                <c:pt idx="259">
                  <c:v>237.15</c:v>
                </c:pt>
                <c:pt idx="260">
                  <c:v>277.10000000000002</c:v>
                </c:pt>
                <c:pt idx="261">
                  <c:v>277.10000000000002</c:v>
                </c:pt>
                <c:pt idx="262">
                  <c:v>315.35000000000002</c:v>
                </c:pt>
                <c:pt idx="263">
                  <c:v>315.35000000000002</c:v>
                </c:pt>
                <c:pt idx="264">
                  <c:v>351.9</c:v>
                </c:pt>
                <c:pt idx="265">
                  <c:v>351.9</c:v>
                </c:pt>
                <c:pt idx="266">
                  <c:v>385.9</c:v>
                </c:pt>
                <c:pt idx="267">
                  <c:v>385.9</c:v>
                </c:pt>
                <c:pt idx="268">
                  <c:v>416.5</c:v>
                </c:pt>
                <c:pt idx="269">
                  <c:v>416.5</c:v>
                </c:pt>
                <c:pt idx="270">
                  <c:v>444.55</c:v>
                </c:pt>
                <c:pt idx="271">
                  <c:v>444.55</c:v>
                </c:pt>
                <c:pt idx="272">
                  <c:v>469.2</c:v>
                </c:pt>
                <c:pt idx="273">
                  <c:v>469.2</c:v>
                </c:pt>
                <c:pt idx="274">
                  <c:v>491.3</c:v>
                </c:pt>
                <c:pt idx="275">
                  <c:v>491.3</c:v>
                </c:pt>
                <c:pt idx="276">
                  <c:v>510</c:v>
                </c:pt>
                <c:pt idx="277">
                  <c:v>510</c:v>
                </c:pt>
                <c:pt idx="278">
                  <c:v>525.29999999999995</c:v>
                </c:pt>
                <c:pt idx="279">
                  <c:v>525.29999999999995</c:v>
                </c:pt>
                <c:pt idx="280">
                  <c:v>537.20000000000005</c:v>
                </c:pt>
                <c:pt idx="281">
                  <c:v>537.20000000000005</c:v>
                </c:pt>
                <c:pt idx="282">
                  <c:v>545.70000000000005</c:v>
                </c:pt>
                <c:pt idx="283">
                  <c:v>545.70000000000005</c:v>
                </c:pt>
                <c:pt idx="284">
                  <c:v>545.70000000000005</c:v>
                </c:pt>
                <c:pt idx="285">
                  <c:v>545.70000000000005</c:v>
                </c:pt>
                <c:pt idx="286">
                  <c:v>466.65</c:v>
                </c:pt>
                <c:pt idx="287">
                  <c:v>466.65</c:v>
                </c:pt>
                <c:pt idx="288">
                  <c:v>527</c:v>
                </c:pt>
                <c:pt idx="289">
                  <c:v>527</c:v>
                </c:pt>
                <c:pt idx="290">
                  <c:v>535.5</c:v>
                </c:pt>
                <c:pt idx="291">
                  <c:v>535.5</c:v>
                </c:pt>
                <c:pt idx="292">
                  <c:v>441.15</c:v>
                </c:pt>
                <c:pt idx="293">
                  <c:v>441.15</c:v>
                </c:pt>
                <c:pt idx="294">
                  <c:v>319.60000000000002</c:v>
                </c:pt>
                <c:pt idx="295">
                  <c:v>319.60000000000002</c:v>
                </c:pt>
                <c:pt idx="296">
                  <c:v>131.75</c:v>
                </c:pt>
                <c:pt idx="297">
                  <c:v>131.75</c:v>
                </c:pt>
                <c:pt idx="298">
                  <c:v>62.05</c:v>
                </c:pt>
                <c:pt idx="299">
                  <c:v>62.05</c:v>
                </c:pt>
                <c:pt idx="300">
                  <c:v>71.400000000000006</c:v>
                </c:pt>
                <c:pt idx="301">
                  <c:v>71.400000000000006</c:v>
                </c:pt>
                <c:pt idx="302">
                  <c:v>96.05</c:v>
                </c:pt>
                <c:pt idx="303">
                  <c:v>96.05</c:v>
                </c:pt>
                <c:pt idx="304">
                  <c:v>135.15</c:v>
                </c:pt>
                <c:pt idx="305">
                  <c:v>135.15</c:v>
                </c:pt>
                <c:pt idx="306">
                  <c:v>163.19999999999999</c:v>
                </c:pt>
                <c:pt idx="307">
                  <c:v>163.19999999999999</c:v>
                </c:pt>
                <c:pt idx="308">
                  <c:v>136</c:v>
                </c:pt>
                <c:pt idx="309">
                  <c:v>136</c:v>
                </c:pt>
                <c:pt idx="310">
                  <c:v>104.55</c:v>
                </c:pt>
                <c:pt idx="311">
                  <c:v>104.55</c:v>
                </c:pt>
                <c:pt idx="312">
                  <c:v>142.80000000000001</c:v>
                </c:pt>
                <c:pt idx="313">
                  <c:v>142.80000000000001</c:v>
                </c:pt>
                <c:pt idx="314">
                  <c:v>107.95</c:v>
                </c:pt>
                <c:pt idx="315">
                  <c:v>107.95</c:v>
                </c:pt>
                <c:pt idx="316">
                  <c:v>107.1</c:v>
                </c:pt>
                <c:pt idx="317">
                  <c:v>107.1</c:v>
                </c:pt>
                <c:pt idx="318">
                  <c:v>95.2</c:v>
                </c:pt>
                <c:pt idx="319">
                  <c:v>95.2</c:v>
                </c:pt>
                <c:pt idx="320">
                  <c:v>45.05</c:v>
                </c:pt>
                <c:pt idx="321">
                  <c:v>45.05</c:v>
                </c:pt>
                <c:pt idx="322">
                  <c:v>22.1</c:v>
                </c:pt>
                <c:pt idx="323">
                  <c:v>22.1</c:v>
                </c:pt>
                <c:pt idx="324">
                  <c:v>18.7</c:v>
                </c:pt>
                <c:pt idx="325">
                  <c:v>18.7</c:v>
                </c:pt>
                <c:pt idx="326">
                  <c:v>7.65</c:v>
                </c:pt>
                <c:pt idx="327">
                  <c:v>7.65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11.9</c:v>
                </c:pt>
                <c:pt idx="439">
                  <c:v>11.9</c:v>
                </c:pt>
                <c:pt idx="440">
                  <c:v>41.65</c:v>
                </c:pt>
                <c:pt idx="441">
                  <c:v>41.65</c:v>
                </c:pt>
                <c:pt idx="442">
                  <c:v>78.2</c:v>
                </c:pt>
                <c:pt idx="443">
                  <c:v>78.2</c:v>
                </c:pt>
                <c:pt idx="444">
                  <c:v>117.3</c:v>
                </c:pt>
                <c:pt idx="445">
                  <c:v>117.3</c:v>
                </c:pt>
                <c:pt idx="446">
                  <c:v>158.94999999999999</c:v>
                </c:pt>
                <c:pt idx="447">
                  <c:v>158.94999999999999</c:v>
                </c:pt>
                <c:pt idx="448">
                  <c:v>200.6</c:v>
                </c:pt>
                <c:pt idx="449">
                  <c:v>200.6</c:v>
                </c:pt>
                <c:pt idx="450">
                  <c:v>242.25</c:v>
                </c:pt>
                <c:pt idx="451">
                  <c:v>242.25</c:v>
                </c:pt>
                <c:pt idx="452">
                  <c:v>282.2</c:v>
                </c:pt>
                <c:pt idx="453">
                  <c:v>282.2</c:v>
                </c:pt>
                <c:pt idx="454">
                  <c:v>320.45</c:v>
                </c:pt>
                <c:pt idx="455">
                  <c:v>320.45</c:v>
                </c:pt>
                <c:pt idx="456">
                  <c:v>356.15</c:v>
                </c:pt>
                <c:pt idx="457">
                  <c:v>356.15</c:v>
                </c:pt>
                <c:pt idx="458">
                  <c:v>390.15</c:v>
                </c:pt>
                <c:pt idx="459">
                  <c:v>390.15</c:v>
                </c:pt>
                <c:pt idx="460">
                  <c:v>421.6</c:v>
                </c:pt>
                <c:pt idx="461">
                  <c:v>421.6</c:v>
                </c:pt>
                <c:pt idx="462">
                  <c:v>449.65</c:v>
                </c:pt>
                <c:pt idx="463">
                  <c:v>449.65</c:v>
                </c:pt>
                <c:pt idx="464">
                  <c:v>476</c:v>
                </c:pt>
                <c:pt idx="465">
                  <c:v>476</c:v>
                </c:pt>
                <c:pt idx="466">
                  <c:v>498.1</c:v>
                </c:pt>
                <c:pt idx="467">
                  <c:v>498.1</c:v>
                </c:pt>
                <c:pt idx="468">
                  <c:v>517.65</c:v>
                </c:pt>
                <c:pt idx="469">
                  <c:v>517.65</c:v>
                </c:pt>
                <c:pt idx="470">
                  <c:v>533.79999999999995</c:v>
                </c:pt>
                <c:pt idx="471">
                  <c:v>533.79999999999995</c:v>
                </c:pt>
                <c:pt idx="472">
                  <c:v>546.54999999999995</c:v>
                </c:pt>
                <c:pt idx="473">
                  <c:v>546.54999999999995</c:v>
                </c:pt>
                <c:pt idx="474">
                  <c:v>555.9</c:v>
                </c:pt>
                <c:pt idx="475">
                  <c:v>555.9</c:v>
                </c:pt>
                <c:pt idx="476">
                  <c:v>561</c:v>
                </c:pt>
                <c:pt idx="477">
                  <c:v>561</c:v>
                </c:pt>
                <c:pt idx="478">
                  <c:v>563.54999999999995</c:v>
                </c:pt>
                <c:pt idx="479">
                  <c:v>563.54999999999995</c:v>
                </c:pt>
                <c:pt idx="480">
                  <c:v>562.70000000000005</c:v>
                </c:pt>
                <c:pt idx="481">
                  <c:v>562.70000000000005</c:v>
                </c:pt>
                <c:pt idx="482">
                  <c:v>493</c:v>
                </c:pt>
                <c:pt idx="483">
                  <c:v>493</c:v>
                </c:pt>
                <c:pt idx="484">
                  <c:v>431.8</c:v>
                </c:pt>
                <c:pt idx="485">
                  <c:v>431.8</c:v>
                </c:pt>
                <c:pt idx="486">
                  <c:v>476.85</c:v>
                </c:pt>
                <c:pt idx="487">
                  <c:v>476.85</c:v>
                </c:pt>
                <c:pt idx="488">
                  <c:v>464.1</c:v>
                </c:pt>
                <c:pt idx="489">
                  <c:v>464.1</c:v>
                </c:pt>
                <c:pt idx="490">
                  <c:v>251.6</c:v>
                </c:pt>
                <c:pt idx="491">
                  <c:v>251.6</c:v>
                </c:pt>
                <c:pt idx="492">
                  <c:v>220.15</c:v>
                </c:pt>
                <c:pt idx="493">
                  <c:v>220.15</c:v>
                </c:pt>
                <c:pt idx="494">
                  <c:v>221.85</c:v>
                </c:pt>
                <c:pt idx="495">
                  <c:v>221.85</c:v>
                </c:pt>
                <c:pt idx="496">
                  <c:v>117.3</c:v>
                </c:pt>
                <c:pt idx="497">
                  <c:v>117.3</c:v>
                </c:pt>
                <c:pt idx="498">
                  <c:v>100.3</c:v>
                </c:pt>
                <c:pt idx="499">
                  <c:v>100.3</c:v>
                </c:pt>
                <c:pt idx="500">
                  <c:v>217.6</c:v>
                </c:pt>
                <c:pt idx="501">
                  <c:v>217.6</c:v>
                </c:pt>
                <c:pt idx="502">
                  <c:v>188.7</c:v>
                </c:pt>
                <c:pt idx="503">
                  <c:v>188.7</c:v>
                </c:pt>
                <c:pt idx="504">
                  <c:v>192.1</c:v>
                </c:pt>
                <c:pt idx="505">
                  <c:v>192.1</c:v>
                </c:pt>
                <c:pt idx="506">
                  <c:v>175.95</c:v>
                </c:pt>
                <c:pt idx="507">
                  <c:v>175.95</c:v>
                </c:pt>
                <c:pt idx="508">
                  <c:v>182.75</c:v>
                </c:pt>
                <c:pt idx="509">
                  <c:v>182.75</c:v>
                </c:pt>
                <c:pt idx="510">
                  <c:v>178.5</c:v>
                </c:pt>
                <c:pt idx="511">
                  <c:v>178.5</c:v>
                </c:pt>
                <c:pt idx="512">
                  <c:v>136.85</c:v>
                </c:pt>
                <c:pt idx="513">
                  <c:v>136.85</c:v>
                </c:pt>
                <c:pt idx="514">
                  <c:v>84.15</c:v>
                </c:pt>
                <c:pt idx="515">
                  <c:v>84.15</c:v>
                </c:pt>
                <c:pt idx="516">
                  <c:v>51</c:v>
                </c:pt>
                <c:pt idx="517">
                  <c:v>51</c:v>
                </c:pt>
                <c:pt idx="518">
                  <c:v>18.7</c:v>
                </c:pt>
                <c:pt idx="519">
                  <c:v>18.7</c:v>
                </c:pt>
                <c:pt idx="520">
                  <c:v>1.7</c:v>
                </c:pt>
                <c:pt idx="521">
                  <c:v>1.7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13.6</c:v>
                </c:pt>
                <c:pt idx="631">
                  <c:v>13.6</c:v>
                </c:pt>
                <c:pt idx="632">
                  <c:v>44.2</c:v>
                </c:pt>
                <c:pt idx="633">
                  <c:v>44.2</c:v>
                </c:pt>
                <c:pt idx="634">
                  <c:v>81.599999999999994</c:v>
                </c:pt>
                <c:pt idx="635">
                  <c:v>81.599999999999994</c:v>
                </c:pt>
                <c:pt idx="636">
                  <c:v>122.4</c:v>
                </c:pt>
                <c:pt idx="637">
                  <c:v>122.4</c:v>
                </c:pt>
                <c:pt idx="638">
                  <c:v>164.05</c:v>
                </c:pt>
                <c:pt idx="639">
                  <c:v>164.05</c:v>
                </c:pt>
                <c:pt idx="640">
                  <c:v>206.55</c:v>
                </c:pt>
                <c:pt idx="641">
                  <c:v>206.55</c:v>
                </c:pt>
                <c:pt idx="642">
                  <c:v>247.35</c:v>
                </c:pt>
                <c:pt idx="643">
                  <c:v>247.35</c:v>
                </c:pt>
                <c:pt idx="644">
                  <c:v>288.14999999999998</c:v>
                </c:pt>
                <c:pt idx="645">
                  <c:v>288.14999999999998</c:v>
                </c:pt>
                <c:pt idx="646">
                  <c:v>326.39999999999998</c:v>
                </c:pt>
                <c:pt idx="647">
                  <c:v>326.39999999999998</c:v>
                </c:pt>
                <c:pt idx="648">
                  <c:v>362.1</c:v>
                </c:pt>
                <c:pt idx="649">
                  <c:v>362.1</c:v>
                </c:pt>
                <c:pt idx="650">
                  <c:v>396.1</c:v>
                </c:pt>
                <c:pt idx="651">
                  <c:v>396.1</c:v>
                </c:pt>
                <c:pt idx="652">
                  <c:v>427.55</c:v>
                </c:pt>
                <c:pt idx="653">
                  <c:v>427.55</c:v>
                </c:pt>
                <c:pt idx="654">
                  <c:v>456.45</c:v>
                </c:pt>
                <c:pt idx="655">
                  <c:v>456.45</c:v>
                </c:pt>
                <c:pt idx="656">
                  <c:v>481.95</c:v>
                </c:pt>
                <c:pt idx="657">
                  <c:v>481.95</c:v>
                </c:pt>
                <c:pt idx="658">
                  <c:v>504.05</c:v>
                </c:pt>
                <c:pt idx="659">
                  <c:v>504.05</c:v>
                </c:pt>
                <c:pt idx="660">
                  <c:v>522.75</c:v>
                </c:pt>
                <c:pt idx="661">
                  <c:v>522.75</c:v>
                </c:pt>
                <c:pt idx="662">
                  <c:v>538.04999999999995</c:v>
                </c:pt>
                <c:pt idx="663">
                  <c:v>538.04999999999995</c:v>
                </c:pt>
                <c:pt idx="664">
                  <c:v>550.79999999999995</c:v>
                </c:pt>
                <c:pt idx="665">
                  <c:v>550.79999999999995</c:v>
                </c:pt>
                <c:pt idx="666">
                  <c:v>560.15</c:v>
                </c:pt>
                <c:pt idx="667">
                  <c:v>560.15</c:v>
                </c:pt>
                <c:pt idx="668">
                  <c:v>566.1</c:v>
                </c:pt>
                <c:pt idx="669">
                  <c:v>566.1</c:v>
                </c:pt>
                <c:pt idx="670">
                  <c:v>568.65</c:v>
                </c:pt>
                <c:pt idx="671">
                  <c:v>568.65</c:v>
                </c:pt>
                <c:pt idx="672">
                  <c:v>566.95000000000005</c:v>
                </c:pt>
                <c:pt idx="673">
                  <c:v>566.95000000000005</c:v>
                </c:pt>
                <c:pt idx="674">
                  <c:v>562.70000000000005</c:v>
                </c:pt>
                <c:pt idx="675">
                  <c:v>562.70000000000005</c:v>
                </c:pt>
                <c:pt idx="676">
                  <c:v>555.04999999999995</c:v>
                </c:pt>
                <c:pt idx="677">
                  <c:v>555.04999999999995</c:v>
                </c:pt>
                <c:pt idx="678">
                  <c:v>518.5</c:v>
                </c:pt>
                <c:pt idx="679">
                  <c:v>518.5</c:v>
                </c:pt>
                <c:pt idx="680">
                  <c:v>509.15</c:v>
                </c:pt>
                <c:pt idx="681">
                  <c:v>509.15</c:v>
                </c:pt>
                <c:pt idx="682">
                  <c:v>507.45</c:v>
                </c:pt>
                <c:pt idx="683">
                  <c:v>507.45</c:v>
                </c:pt>
                <c:pt idx="684">
                  <c:v>488.75</c:v>
                </c:pt>
                <c:pt idx="685">
                  <c:v>488.75</c:v>
                </c:pt>
                <c:pt idx="686">
                  <c:v>462.4</c:v>
                </c:pt>
                <c:pt idx="687">
                  <c:v>462.4</c:v>
                </c:pt>
                <c:pt idx="688">
                  <c:v>434.35</c:v>
                </c:pt>
                <c:pt idx="689">
                  <c:v>434.35</c:v>
                </c:pt>
                <c:pt idx="690">
                  <c:v>385.9</c:v>
                </c:pt>
                <c:pt idx="691">
                  <c:v>385.9</c:v>
                </c:pt>
                <c:pt idx="692">
                  <c:v>353.6</c:v>
                </c:pt>
                <c:pt idx="693">
                  <c:v>353.6</c:v>
                </c:pt>
                <c:pt idx="694">
                  <c:v>319.60000000000002</c:v>
                </c:pt>
                <c:pt idx="695">
                  <c:v>319.60000000000002</c:v>
                </c:pt>
                <c:pt idx="696">
                  <c:v>299.2</c:v>
                </c:pt>
                <c:pt idx="697">
                  <c:v>299.2</c:v>
                </c:pt>
                <c:pt idx="698">
                  <c:v>245.65</c:v>
                </c:pt>
                <c:pt idx="699">
                  <c:v>245.65</c:v>
                </c:pt>
                <c:pt idx="700">
                  <c:v>213.35</c:v>
                </c:pt>
                <c:pt idx="701">
                  <c:v>213.35</c:v>
                </c:pt>
                <c:pt idx="702">
                  <c:v>157.25</c:v>
                </c:pt>
                <c:pt idx="703">
                  <c:v>157.25</c:v>
                </c:pt>
                <c:pt idx="704">
                  <c:v>124.95</c:v>
                </c:pt>
                <c:pt idx="705">
                  <c:v>124.95</c:v>
                </c:pt>
                <c:pt idx="706">
                  <c:v>80.75</c:v>
                </c:pt>
                <c:pt idx="707">
                  <c:v>80.75</c:v>
                </c:pt>
                <c:pt idx="708">
                  <c:v>51</c:v>
                </c:pt>
                <c:pt idx="709">
                  <c:v>51</c:v>
                </c:pt>
                <c:pt idx="710">
                  <c:v>18.7</c:v>
                </c:pt>
                <c:pt idx="711">
                  <c:v>18.7</c:v>
                </c:pt>
                <c:pt idx="712">
                  <c:v>0.85</c:v>
                </c:pt>
                <c:pt idx="713">
                  <c:v>0.85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15.3</c:v>
                </c:pt>
                <c:pt idx="823">
                  <c:v>15.3</c:v>
                </c:pt>
                <c:pt idx="824">
                  <c:v>44.2</c:v>
                </c:pt>
                <c:pt idx="825">
                  <c:v>44.2</c:v>
                </c:pt>
                <c:pt idx="826">
                  <c:v>85</c:v>
                </c:pt>
                <c:pt idx="827">
                  <c:v>85</c:v>
                </c:pt>
                <c:pt idx="828">
                  <c:v>126.65</c:v>
                </c:pt>
                <c:pt idx="829">
                  <c:v>126.65</c:v>
                </c:pt>
                <c:pt idx="830">
                  <c:v>168.3</c:v>
                </c:pt>
                <c:pt idx="831">
                  <c:v>168.3</c:v>
                </c:pt>
                <c:pt idx="832">
                  <c:v>210.8</c:v>
                </c:pt>
                <c:pt idx="833">
                  <c:v>210.8</c:v>
                </c:pt>
                <c:pt idx="834">
                  <c:v>252.45</c:v>
                </c:pt>
                <c:pt idx="835">
                  <c:v>252.45</c:v>
                </c:pt>
                <c:pt idx="836">
                  <c:v>292.39999999999998</c:v>
                </c:pt>
                <c:pt idx="837">
                  <c:v>292.39999999999998</c:v>
                </c:pt>
                <c:pt idx="838">
                  <c:v>331.5</c:v>
                </c:pt>
                <c:pt idx="839">
                  <c:v>331.5</c:v>
                </c:pt>
                <c:pt idx="840">
                  <c:v>367.2</c:v>
                </c:pt>
                <c:pt idx="841">
                  <c:v>367.2</c:v>
                </c:pt>
                <c:pt idx="842">
                  <c:v>400.35</c:v>
                </c:pt>
                <c:pt idx="843">
                  <c:v>400.35</c:v>
                </c:pt>
                <c:pt idx="844">
                  <c:v>430.95</c:v>
                </c:pt>
                <c:pt idx="845">
                  <c:v>430.95</c:v>
                </c:pt>
                <c:pt idx="846">
                  <c:v>459</c:v>
                </c:pt>
                <c:pt idx="847">
                  <c:v>459</c:v>
                </c:pt>
                <c:pt idx="848">
                  <c:v>484.5</c:v>
                </c:pt>
                <c:pt idx="849">
                  <c:v>484.5</c:v>
                </c:pt>
                <c:pt idx="850">
                  <c:v>506.6</c:v>
                </c:pt>
                <c:pt idx="851">
                  <c:v>506.6</c:v>
                </c:pt>
                <c:pt idx="852">
                  <c:v>524.45000000000005</c:v>
                </c:pt>
                <c:pt idx="853">
                  <c:v>524.45000000000005</c:v>
                </c:pt>
                <c:pt idx="854">
                  <c:v>538.9</c:v>
                </c:pt>
                <c:pt idx="855">
                  <c:v>538.9</c:v>
                </c:pt>
                <c:pt idx="856">
                  <c:v>550.79999999999995</c:v>
                </c:pt>
                <c:pt idx="857">
                  <c:v>550.79999999999995</c:v>
                </c:pt>
                <c:pt idx="858">
                  <c:v>558.45000000000005</c:v>
                </c:pt>
                <c:pt idx="859">
                  <c:v>558.45000000000005</c:v>
                </c:pt>
                <c:pt idx="860">
                  <c:v>562.70000000000005</c:v>
                </c:pt>
                <c:pt idx="861">
                  <c:v>562.70000000000005</c:v>
                </c:pt>
                <c:pt idx="862">
                  <c:v>563.54999999999995</c:v>
                </c:pt>
                <c:pt idx="863">
                  <c:v>563.54999999999995</c:v>
                </c:pt>
                <c:pt idx="864">
                  <c:v>551.65</c:v>
                </c:pt>
                <c:pt idx="865">
                  <c:v>551.65</c:v>
                </c:pt>
                <c:pt idx="866">
                  <c:v>421.6</c:v>
                </c:pt>
                <c:pt idx="867">
                  <c:v>421.6</c:v>
                </c:pt>
                <c:pt idx="868">
                  <c:v>377.4</c:v>
                </c:pt>
                <c:pt idx="869">
                  <c:v>377.4</c:v>
                </c:pt>
                <c:pt idx="870">
                  <c:v>459</c:v>
                </c:pt>
                <c:pt idx="871">
                  <c:v>459</c:v>
                </c:pt>
                <c:pt idx="872">
                  <c:v>515.1</c:v>
                </c:pt>
                <c:pt idx="873">
                  <c:v>515.1</c:v>
                </c:pt>
                <c:pt idx="874">
                  <c:v>495.55</c:v>
                </c:pt>
                <c:pt idx="875">
                  <c:v>495.55</c:v>
                </c:pt>
                <c:pt idx="876">
                  <c:v>472.6</c:v>
                </c:pt>
                <c:pt idx="877">
                  <c:v>472.6</c:v>
                </c:pt>
                <c:pt idx="878">
                  <c:v>446.25</c:v>
                </c:pt>
                <c:pt idx="879">
                  <c:v>446.25</c:v>
                </c:pt>
                <c:pt idx="880">
                  <c:v>417.35</c:v>
                </c:pt>
                <c:pt idx="881">
                  <c:v>417.35</c:v>
                </c:pt>
                <c:pt idx="882">
                  <c:v>374.85</c:v>
                </c:pt>
                <c:pt idx="883">
                  <c:v>374.85</c:v>
                </c:pt>
                <c:pt idx="884">
                  <c:v>320.45</c:v>
                </c:pt>
                <c:pt idx="885">
                  <c:v>320.45</c:v>
                </c:pt>
                <c:pt idx="886">
                  <c:v>272.85000000000002</c:v>
                </c:pt>
                <c:pt idx="887">
                  <c:v>272.85000000000002</c:v>
                </c:pt>
                <c:pt idx="888">
                  <c:v>209.95</c:v>
                </c:pt>
                <c:pt idx="889">
                  <c:v>209.95</c:v>
                </c:pt>
                <c:pt idx="890">
                  <c:v>194.65</c:v>
                </c:pt>
                <c:pt idx="891">
                  <c:v>194.65</c:v>
                </c:pt>
                <c:pt idx="892">
                  <c:v>129.19999999999999</c:v>
                </c:pt>
                <c:pt idx="893">
                  <c:v>129.19999999999999</c:v>
                </c:pt>
                <c:pt idx="894">
                  <c:v>73.95</c:v>
                </c:pt>
                <c:pt idx="895">
                  <c:v>73.95</c:v>
                </c:pt>
                <c:pt idx="896">
                  <c:v>57.8</c:v>
                </c:pt>
                <c:pt idx="897">
                  <c:v>57.8</c:v>
                </c:pt>
                <c:pt idx="898">
                  <c:v>61.2</c:v>
                </c:pt>
                <c:pt idx="899">
                  <c:v>61.2</c:v>
                </c:pt>
                <c:pt idx="900">
                  <c:v>39.950000000000003</c:v>
                </c:pt>
                <c:pt idx="901">
                  <c:v>39.950000000000003</c:v>
                </c:pt>
                <c:pt idx="902">
                  <c:v>10.199999999999999</c:v>
                </c:pt>
                <c:pt idx="903">
                  <c:v>10.199999999999999</c:v>
                </c:pt>
                <c:pt idx="904">
                  <c:v>1.7</c:v>
                </c:pt>
                <c:pt idx="905">
                  <c:v>1.7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13.6</c:v>
                </c:pt>
                <c:pt idx="1015">
                  <c:v>13.6</c:v>
                </c:pt>
                <c:pt idx="1016">
                  <c:v>44.2</c:v>
                </c:pt>
                <c:pt idx="1017">
                  <c:v>44.2</c:v>
                </c:pt>
                <c:pt idx="1018">
                  <c:v>85.85</c:v>
                </c:pt>
                <c:pt idx="1019">
                  <c:v>85.85</c:v>
                </c:pt>
                <c:pt idx="1020">
                  <c:v>126.65</c:v>
                </c:pt>
                <c:pt idx="1021">
                  <c:v>126.65</c:v>
                </c:pt>
                <c:pt idx="1022">
                  <c:v>169.15</c:v>
                </c:pt>
                <c:pt idx="1023">
                  <c:v>169.15</c:v>
                </c:pt>
                <c:pt idx="1024">
                  <c:v>210.8</c:v>
                </c:pt>
                <c:pt idx="1025">
                  <c:v>210.8</c:v>
                </c:pt>
                <c:pt idx="1026">
                  <c:v>252.45</c:v>
                </c:pt>
                <c:pt idx="1027">
                  <c:v>252.45</c:v>
                </c:pt>
                <c:pt idx="1028">
                  <c:v>293.25</c:v>
                </c:pt>
                <c:pt idx="1029">
                  <c:v>293.25</c:v>
                </c:pt>
                <c:pt idx="1030">
                  <c:v>333.2</c:v>
                </c:pt>
                <c:pt idx="1031">
                  <c:v>333.2</c:v>
                </c:pt>
                <c:pt idx="1032">
                  <c:v>369.75</c:v>
                </c:pt>
                <c:pt idx="1033">
                  <c:v>369.75</c:v>
                </c:pt>
                <c:pt idx="1034">
                  <c:v>403.75</c:v>
                </c:pt>
                <c:pt idx="1035">
                  <c:v>403.75</c:v>
                </c:pt>
                <c:pt idx="1036">
                  <c:v>436.05</c:v>
                </c:pt>
                <c:pt idx="1037">
                  <c:v>436.05</c:v>
                </c:pt>
                <c:pt idx="1038">
                  <c:v>464.95</c:v>
                </c:pt>
                <c:pt idx="1039">
                  <c:v>464.95</c:v>
                </c:pt>
                <c:pt idx="1040">
                  <c:v>491.3</c:v>
                </c:pt>
                <c:pt idx="1041">
                  <c:v>491.3</c:v>
                </c:pt>
                <c:pt idx="1042">
                  <c:v>515.1</c:v>
                </c:pt>
                <c:pt idx="1043">
                  <c:v>515.1</c:v>
                </c:pt>
                <c:pt idx="1044">
                  <c:v>534.65</c:v>
                </c:pt>
                <c:pt idx="1045">
                  <c:v>534.65</c:v>
                </c:pt>
                <c:pt idx="1046">
                  <c:v>550.79999999999995</c:v>
                </c:pt>
                <c:pt idx="1047">
                  <c:v>550.79999999999995</c:v>
                </c:pt>
                <c:pt idx="1048">
                  <c:v>563.54999999999995</c:v>
                </c:pt>
                <c:pt idx="1049">
                  <c:v>563.54999999999995</c:v>
                </c:pt>
                <c:pt idx="1050">
                  <c:v>573.75</c:v>
                </c:pt>
                <c:pt idx="1051">
                  <c:v>573.75</c:v>
                </c:pt>
                <c:pt idx="1052">
                  <c:v>580.54999999999995</c:v>
                </c:pt>
                <c:pt idx="1053">
                  <c:v>580.54999999999995</c:v>
                </c:pt>
                <c:pt idx="1054">
                  <c:v>583.95000000000005</c:v>
                </c:pt>
                <c:pt idx="1055">
                  <c:v>583.95000000000005</c:v>
                </c:pt>
                <c:pt idx="1056">
                  <c:v>583.1</c:v>
                </c:pt>
                <c:pt idx="1057">
                  <c:v>583.1</c:v>
                </c:pt>
                <c:pt idx="1058">
                  <c:v>579.70000000000005</c:v>
                </c:pt>
                <c:pt idx="1059">
                  <c:v>579.70000000000005</c:v>
                </c:pt>
                <c:pt idx="1060">
                  <c:v>572.04999999999995</c:v>
                </c:pt>
                <c:pt idx="1061">
                  <c:v>572.04999999999995</c:v>
                </c:pt>
                <c:pt idx="1062">
                  <c:v>560.15</c:v>
                </c:pt>
                <c:pt idx="1063">
                  <c:v>560.15</c:v>
                </c:pt>
                <c:pt idx="1064">
                  <c:v>544.85</c:v>
                </c:pt>
                <c:pt idx="1065">
                  <c:v>544.85</c:v>
                </c:pt>
                <c:pt idx="1066">
                  <c:v>526.15</c:v>
                </c:pt>
                <c:pt idx="1067">
                  <c:v>526.15</c:v>
                </c:pt>
                <c:pt idx="1068">
                  <c:v>471.75</c:v>
                </c:pt>
                <c:pt idx="1069">
                  <c:v>471.75</c:v>
                </c:pt>
                <c:pt idx="1070">
                  <c:v>453.9</c:v>
                </c:pt>
                <c:pt idx="1071">
                  <c:v>453.9</c:v>
                </c:pt>
                <c:pt idx="1072">
                  <c:v>447.95</c:v>
                </c:pt>
                <c:pt idx="1073">
                  <c:v>447.95</c:v>
                </c:pt>
                <c:pt idx="1074">
                  <c:v>420.75</c:v>
                </c:pt>
                <c:pt idx="1075">
                  <c:v>420.75</c:v>
                </c:pt>
                <c:pt idx="1076">
                  <c:v>387.6</c:v>
                </c:pt>
                <c:pt idx="1077">
                  <c:v>387.6</c:v>
                </c:pt>
                <c:pt idx="1078">
                  <c:v>344.25</c:v>
                </c:pt>
                <c:pt idx="1079">
                  <c:v>344.25</c:v>
                </c:pt>
                <c:pt idx="1080">
                  <c:v>283.89999999999998</c:v>
                </c:pt>
                <c:pt idx="1081">
                  <c:v>283.89999999999998</c:v>
                </c:pt>
                <c:pt idx="1082">
                  <c:v>267.75</c:v>
                </c:pt>
                <c:pt idx="1083">
                  <c:v>267.75</c:v>
                </c:pt>
                <c:pt idx="1084">
                  <c:v>214.2</c:v>
                </c:pt>
                <c:pt idx="1085">
                  <c:v>214.2</c:v>
                </c:pt>
                <c:pt idx="1086">
                  <c:v>170</c:v>
                </c:pt>
                <c:pt idx="1087">
                  <c:v>170</c:v>
                </c:pt>
                <c:pt idx="1088">
                  <c:v>136</c:v>
                </c:pt>
                <c:pt idx="1089">
                  <c:v>136</c:v>
                </c:pt>
                <c:pt idx="1090">
                  <c:v>107.1</c:v>
                </c:pt>
                <c:pt idx="1091">
                  <c:v>107.1</c:v>
                </c:pt>
                <c:pt idx="1092">
                  <c:v>56.95</c:v>
                </c:pt>
                <c:pt idx="1093">
                  <c:v>56.95</c:v>
                </c:pt>
                <c:pt idx="1094">
                  <c:v>24.65</c:v>
                </c:pt>
                <c:pt idx="1095">
                  <c:v>24.65</c:v>
                </c:pt>
                <c:pt idx="1096">
                  <c:v>3.4</c:v>
                </c:pt>
                <c:pt idx="1097">
                  <c:v>3.4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0.85</c:v>
                </c:pt>
                <c:pt idx="1205">
                  <c:v>0.85</c:v>
                </c:pt>
                <c:pt idx="1206">
                  <c:v>20.399999999999999</c:v>
                </c:pt>
                <c:pt idx="1207">
                  <c:v>20.399999999999999</c:v>
                </c:pt>
                <c:pt idx="1208">
                  <c:v>50.15</c:v>
                </c:pt>
                <c:pt idx="1209">
                  <c:v>50.15</c:v>
                </c:pt>
                <c:pt idx="1210">
                  <c:v>95.2</c:v>
                </c:pt>
                <c:pt idx="1211">
                  <c:v>95.2</c:v>
                </c:pt>
                <c:pt idx="1212">
                  <c:v>137.69999999999999</c:v>
                </c:pt>
                <c:pt idx="1213">
                  <c:v>137.69999999999999</c:v>
                </c:pt>
                <c:pt idx="1214">
                  <c:v>181.05</c:v>
                </c:pt>
                <c:pt idx="1215">
                  <c:v>181.05</c:v>
                </c:pt>
                <c:pt idx="1216">
                  <c:v>224.4</c:v>
                </c:pt>
                <c:pt idx="1217">
                  <c:v>224.4</c:v>
                </c:pt>
                <c:pt idx="1218">
                  <c:v>266.05</c:v>
                </c:pt>
                <c:pt idx="1219">
                  <c:v>266.05</c:v>
                </c:pt>
                <c:pt idx="1220">
                  <c:v>306.85000000000002</c:v>
                </c:pt>
                <c:pt idx="1221">
                  <c:v>306.85000000000002</c:v>
                </c:pt>
                <c:pt idx="1222">
                  <c:v>345.95</c:v>
                </c:pt>
                <c:pt idx="1223">
                  <c:v>345.95</c:v>
                </c:pt>
                <c:pt idx="1224">
                  <c:v>382.5</c:v>
                </c:pt>
                <c:pt idx="1225">
                  <c:v>382.5</c:v>
                </c:pt>
                <c:pt idx="1226">
                  <c:v>417.35</c:v>
                </c:pt>
                <c:pt idx="1227">
                  <c:v>417.35</c:v>
                </c:pt>
                <c:pt idx="1228">
                  <c:v>448.8</c:v>
                </c:pt>
                <c:pt idx="1229">
                  <c:v>448.8</c:v>
                </c:pt>
                <c:pt idx="1230">
                  <c:v>477.7</c:v>
                </c:pt>
                <c:pt idx="1231">
                  <c:v>477.7</c:v>
                </c:pt>
                <c:pt idx="1232">
                  <c:v>503.2</c:v>
                </c:pt>
                <c:pt idx="1233">
                  <c:v>503.2</c:v>
                </c:pt>
                <c:pt idx="1234">
                  <c:v>525.29999999999995</c:v>
                </c:pt>
                <c:pt idx="1235">
                  <c:v>525.29999999999995</c:v>
                </c:pt>
                <c:pt idx="1236">
                  <c:v>544</c:v>
                </c:pt>
                <c:pt idx="1237">
                  <c:v>544</c:v>
                </c:pt>
                <c:pt idx="1238">
                  <c:v>559.29999999999995</c:v>
                </c:pt>
                <c:pt idx="1239">
                  <c:v>559.29999999999995</c:v>
                </c:pt>
                <c:pt idx="1240">
                  <c:v>572.04999999999995</c:v>
                </c:pt>
                <c:pt idx="1241">
                  <c:v>572.04999999999995</c:v>
                </c:pt>
                <c:pt idx="1242">
                  <c:v>580.54999999999995</c:v>
                </c:pt>
                <c:pt idx="1243">
                  <c:v>580.54999999999995</c:v>
                </c:pt>
                <c:pt idx="1244">
                  <c:v>586.5</c:v>
                </c:pt>
                <c:pt idx="1245">
                  <c:v>586.5</c:v>
                </c:pt>
                <c:pt idx="1246">
                  <c:v>588.20000000000005</c:v>
                </c:pt>
                <c:pt idx="1247">
                  <c:v>588.20000000000005</c:v>
                </c:pt>
                <c:pt idx="1248">
                  <c:v>586.5</c:v>
                </c:pt>
                <c:pt idx="1249">
                  <c:v>586.5</c:v>
                </c:pt>
                <c:pt idx="1250">
                  <c:v>581.4</c:v>
                </c:pt>
                <c:pt idx="1251">
                  <c:v>581.4</c:v>
                </c:pt>
                <c:pt idx="1252">
                  <c:v>572.9</c:v>
                </c:pt>
                <c:pt idx="1253">
                  <c:v>572.9</c:v>
                </c:pt>
                <c:pt idx="1254">
                  <c:v>561</c:v>
                </c:pt>
                <c:pt idx="1255">
                  <c:v>561</c:v>
                </c:pt>
                <c:pt idx="1256">
                  <c:v>545.70000000000005</c:v>
                </c:pt>
                <c:pt idx="1257">
                  <c:v>545.70000000000005</c:v>
                </c:pt>
                <c:pt idx="1258">
                  <c:v>526.15</c:v>
                </c:pt>
                <c:pt idx="1259">
                  <c:v>526.15</c:v>
                </c:pt>
                <c:pt idx="1260">
                  <c:v>504.05</c:v>
                </c:pt>
                <c:pt idx="1261">
                  <c:v>504.05</c:v>
                </c:pt>
                <c:pt idx="1262">
                  <c:v>478.55</c:v>
                </c:pt>
                <c:pt idx="1263">
                  <c:v>478.55</c:v>
                </c:pt>
                <c:pt idx="1264">
                  <c:v>450.5</c:v>
                </c:pt>
                <c:pt idx="1265">
                  <c:v>450.5</c:v>
                </c:pt>
                <c:pt idx="1266">
                  <c:v>417.35</c:v>
                </c:pt>
                <c:pt idx="1267">
                  <c:v>417.35</c:v>
                </c:pt>
                <c:pt idx="1268">
                  <c:v>379.95</c:v>
                </c:pt>
                <c:pt idx="1269">
                  <c:v>379.95</c:v>
                </c:pt>
                <c:pt idx="1270">
                  <c:v>343.4</c:v>
                </c:pt>
                <c:pt idx="1271">
                  <c:v>343.4</c:v>
                </c:pt>
                <c:pt idx="1272">
                  <c:v>311.95</c:v>
                </c:pt>
                <c:pt idx="1273">
                  <c:v>311.95</c:v>
                </c:pt>
                <c:pt idx="1274">
                  <c:v>272</c:v>
                </c:pt>
                <c:pt idx="1275">
                  <c:v>272</c:v>
                </c:pt>
                <c:pt idx="1276">
                  <c:v>231.2</c:v>
                </c:pt>
                <c:pt idx="1277">
                  <c:v>231.2</c:v>
                </c:pt>
                <c:pt idx="1278">
                  <c:v>183.6</c:v>
                </c:pt>
                <c:pt idx="1279">
                  <c:v>183.6</c:v>
                </c:pt>
                <c:pt idx="1280">
                  <c:v>147.05000000000001</c:v>
                </c:pt>
                <c:pt idx="1281">
                  <c:v>147.05000000000001</c:v>
                </c:pt>
                <c:pt idx="1282">
                  <c:v>95.2</c:v>
                </c:pt>
                <c:pt idx="1283">
                  <c:v>95.2</c:v>
                </c:pt>
                <c:pt idx="1284">
                  <c:v>54.4</c:v>
                </c:pt>
                <c:pt idx="1285">
                  <c:v>54.4</c:v>
                </c:pt>
                <c:pt idx="1286">
                  <c:v>18.7</c:v>
                </c:pt>
                <c:pt idx="1287">
                  <c:v>18.7</c:v>
                </c:pt>
                <c:pt idx="1288">
                  <c:v>4.25</c:v>
                </c:pt>
                <c:pt idx="1289">
                  <c:v>4.25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D11-49D5-9A59-9E56C896F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38.112900000000003</c:v>
                </c:pt>
                <c:pt idx="6">
                  <c:v>38.112900000000003</c:v>
                </c:pt>
                <c:pt idx="7">
                  <c:v>38.112900000000003</c:v>
                </c:pt>
                <c:pt idx="8">
                  <c:v>38.112900000000003</c:v>
                </c:pt>
                <c:pt idx="9">
                  <c:v>39.403229000000003</c:v>
                </c:pt>
                <c:pt idx="10">
                  <c:v>43.941445999999999</c:v>
                </c:pt>
                <c:pt idx="11">
                  <c:v>43.941445999999999</c:v>
                </c:pt>
                <c:pt idx="12">
                  <c:v>43.941445999999999</c:v>
                </c:pt>
                <c:pt idx="13">
                  <c:v>43.941445999999999</c:v>
                </c:pt>
                <c:pt idx="14">
                  <c:v>48.479661999999998</c:v>
                </c:pt>
                <c:pt idx="15">
                  <c:v>48.479669999999999</c:v>
                </c:pt>
                <c:pt idx="16">
                  <c:v>54.524099999999997</c:v>
                </c:pt>
                <c:pt idx="17">
                  <c:v>54.524099999999997</c:v>
                </c:pt>
                <c:pt idx="18">
                  <c:v>54.524099999999997</c:v>
                </c:pt>
                <c:pt idx="19">
                  <c:v>54.524099999999997</c:v>
                </c:pt>
                <c:pt idx="20">
                  <c:v>54.524099999999997</c:v>
                </c:pt>
                <c:pt idx="21">
                  <c:v>54.524099999999997</c:v>
                </c:pt>
                <c:pt idx="22">
                  <c:v>54.524099999999997</c:v>
                </c:pt>
                <c:pt idx="23">
                  <c:v>54.524099999999997</c:v>
                </c:pt>
                <c:pt idx="24">
                  <c:v>54.524099999999997</c:v>
                </c:pt>
                <c:pt idx="25">
                  <c:v>54.524099999999997</c:v>
                </c:pt>
                <c:pt idx="26">
                  <c:v>54.524099999999997</c:v>
                </c:pt>
                <c:pt idx="27">
                  <c:v>52.867289999999997</c:v>
                </c:pt>
                <c:pt idx="28">
                  <c:v>51.630991000000002</c:v>
                </c:pt>
                <c:pt idx="29">
                  <c:v>51.630991000000002</c:v>
                </c:pt>
                <c:pt idx="30">
                  <c:v>51.630991000000002</c:v>
                </c:pt>
                <c:pt idx="31">
                  <c:v>50.861021999999998</c:v>
                </c:pt>
                <c:pt idx="32">
                  <c:v>50.475836000000001</c:v>
                </c:pt>
                <c:pt idx="33">
                  <c:v>49.395567</c:v>
                </c:pt>
                <c:pt idx="34">
                  <c:v>48.315297999999999</c:v>
                </c:pt>
                <c:pt idx="35">
                  <c:v>47.235030000000002</c:v>
                </c:pt>
                <c:pt idx="36">
                  <c:v>47.018976000000002</c:v>
                </c:pt>
                <c:pt idx="37">
                  <c:v>47.018976000000002</c:v>
                </c:pt>
                <c:pt idx="38">
                  <c:v>47.018976000000002</c:v>
                </c:pt>
                <c:pt idx="39">
                  <c:v>47.018976000000002</c:v>
                </c:pt>
                <c:pt idx="40">
                  <c:v>47.018976000000002</c:v>
                </c:pt>
                <c:pt idx="41">
                  <c:v>47.018976000000002</c:v>
                </c:pt>
                <c:pt idx="42">
                  <c:v>47.018976000000002</c:v>
                </c:pt>
                <c:pt idx="43">
                  <c:v>47.018976000000002</c:v>
                </c:pt>
                <c:pt idx="44">
                  <c:v>47.018976000000002</c:v>
                </c:pt>
                <c:pt idx="45">
                  <c:v>47.018976000000002</c:v>
                </c:pt>
                <c:pt idx="46">
                  <c:v>47.018976000000002</c:v>
                </c:pt>
                <c:pt idx="47">
                  <c:v>47.018976000000002</c:v>
                </c:pt>
                <c:pt idx="48">
                  <c:v>47.018976000000002</c:v>
                </c:pt>
                <c:pt idx="49">
                  <c:v>47.018976000000002</c:v>
                </c:pt>
                <c:pt idx="50">
                  <c:v>47.018976000000002</c:v>
                </c:pt>
                <c:pt idx="51">
                  <c:v>46.243785000000003</c:v>
                </c:pt>
                <c:pt idx="52">
                  <c:v>45.080998999999998</c:v>
                </c:pt>
                <c:pt idx="53">
                  <c:v>43.918211999999997</c:v>
                </c:pt>
                <c:pt idx="54">
                  <c:v>43.29806</c:v>
                </c:pt>
                <c:pt idx="55">
                  <c:v>42.964159000000002</c:v>
                </c:pt>
                <c:pt idx="56">
                  <c:v>41.712029000000001</c:v>
                </c:pt>
                <c:pt idx="57">
                  <c:v>40.459899</c:v>
                </c:pt>
                <c:pt idx="58">
                  <c:v>39.625146000000001</c:v>
                </c:pt>
                <c:pt idx="59">
                  <c:v>39.625146000000001</c:v>
                </c:pt>
                <c:pt idx="60">
                  <c:v>36.481833999999999</c:v>
                </c:pt>
                <c:pt idx="61">
                  <c:v>41.020051000000002</c:v>
                </c:pt>
                <c:pt idx="62">
                  <c:v>47.827375000000004</c:v>
                </c:pt>
                <c:pt idx="63">
                  <c:v>51.680255000000002</c:v>
                </c:pt>
                <c:pt idx="64">
                  <c:v>51.059162999999998</c:v>
                </c:pt>
                <c:pt idx="65">
                  <c:v>49.894615000000002</c:v>
                </c:pt>
                <c:pt idx="66">
                  <c:v>48.730068000000003</c:v>
                </c:pt>
                <c:pt idx="67">
                  <c:v>47.798430000000003</c:v>
                </c:pt>
                <c:pt idx="68">
                  <c:v>47.517727999999998</c:v>
                </c:pt>
                <c:pt idx="69">
                  <c:v>46.465096000000003</c:v>
                </c:pt>
                <c:pt idx="70">
                  <c:v>45.412464</c:v>
                </c:pt>
                <c:pt idx="71">
                  <c:v>44.359831999999997</c:v>
                </c:pt>
                <c:pt idx="72">
                  <c:v>43.868603</c:v>
                </c:pt>
                <c:pt idx="73">
                  <c:v>43.146402999999999</c:v>
                </c:pt>
                <c:pt idx="74">
                  <c:v>41.792279000000001</c:v>
                </c:pt>
                <c:pt idx="75">
                  <c:v>40.438153999999997</c:v>
                </c:pt>
                <c:pt idx="76">
                  <c:v>39.986778999999999</c:v>
                </c:pt>
                <c:pt idx="77">
                  <c:v>38.853175</c:v>
                </c:pt>
                <c:pt idx="78">
                  <c:v>37.719571000000002</c:v>
                </c:pt>
                <c:pt idx="79">
                  <c:v>36.585966999999997</c:v>
                </c:pt>
                <c:pt idx="80">
                  <c:v>36.056952000000003</c:v>
                </c:pt>
                <c:pt idx="81">
                  <c:v>34.728959000000003</c:v>
                </c:pt>
                <c:pt idx="82">
                  <c:v>33.196660000000001</c:v>
                </c:pt>
                <c:pt idx="83">
                  <c:v>32.175127000000003</c:v>
                </c:pt>
                <c:pt idx="84">
                  <c:v>31.356413</c:v>
                </c:pt>
                <c:pt idx="85">
                  <c:v>30.128342</c:v>
                </c:pt>
                <c:pt idx="86">
                  <c:v>28.900271</c:v>
                </c:pt>
                <c:pt idx="87">
                  <c:v>28.2453</c:v>
                </c:pt>
                <c:pt idx="88">
                  <c:v>28.2453</c:v>
                </c:pt>
                <c:pt idx="89">
                  <c:v>26.917307999999998</c:v>
                </c:pt>
                <c:pt idx="90">
                  <c:v>25.385007999999999</c:v>
                </c:pt>
                <c:pt idx="91">
                  <c:v>24.363475999999999</c:v>
                </c:pt>
                <c:pt idx="92">
                  <c:v>24.363475999999999</c:v>
                </c:pt>
                <c:pt idx="93">
                  <c:v>21.220164</c:v>
                </c:pt>
                <c:pt idx="94">
                  <c:v>21.220164</c:v>
                </c:pt>
                <c:pt idx="95">
                  <c:v>21.220164</c:v>
                </c:pt>
                <c:pt idx="96">
                  <c:v>21.220164</c:v>
                </c:pt>
                <c:pt idx="97">
                  <c:v>21.220164</c:v>
                </c:pt>
                <c:pt idx="98">
                  <c:v>21.220164</c:v>
                </c:pt>
                <c:pt idx="99">
                  <c:v>21.220164</c:v>
                </c:pt>
                <c:pt idx="100">
                  <c:v>21.220164</c:v>
                </c:pt>
                <c:pt idx="101">
                  <c:v>25.758379999999999</c:v>
                </c:pt>
                <c:pt idx="102">
                  <c:v>28.734076000000002</c:v>
                </c:pt>
                <c:pt idx="103">
                  <c:v>35.541401</c:v>
                </c:pt>
                <c:pt idx="104">
                  <c:v>42.348725999999999</c:v>
                </c:pt>
                <c:pt idx="105">
                  <c:v>46.853808999999998</c:v>
                </c:pt>
                <c:pt idx="106">
                  <c:v>48.826729999999998</c:v>
                </c:pt>
                <c:pt idx="107">
                  <c:v>49.122917000000001</c:v>
                </c:pt>
                <c:pt idx="108">
                  <c:v>49.122917000000001</c:v>
                </c:pt>
                <c:pt idx="109">
                  <c:v>53.661133999999997</c:v>
                </c:pt>
                <c:pt idx="110">
                  <c:v>55.963375999999997</c:v>
                </c:pt>
                <c:pt idx="111">
                  <c:v>59.885998999999998</c:v>
                </c:pt>
                <c:pt idx="112">
                  <c:v>60.501592000000002</c:v>
                </c:pt>
                <c:pt idx="113">
                  <c:v>65.039809000000005</c:v>
                </c:pt>
                <c:pt idx="114">
                  <c:v>71.847133999999997</c:v>
                </c:pt>
                <c:pt idx="115">
                  <c:v>78.654459000000003</c:v>
                </c:pt>
                <c:pt idx="116">
                  <c:v>79.999967999999996</c:v>
                </c:pt>
                <c:pt idx="117">
                  <c:v>80.923567000000006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82.360760999999997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75.045890999999997</c:v>
                </c:pt>
                <c:pt idx="135">
                  <c:v>74.006117000000003</c:v>
                </c:pt>
                <c:pt idx="136">
                  <c:v>72.966341999999997</c:v>
                </c:pt>
                <c:pt idx="137">
                  <c:v>71.926568000000003</c:v>
                </c:pt>
                <c:pt idx="138">
                  <c:v>71.233384999999998</c:v>
                </c:pt>
                <c:pt idx="139">
                  <c:v>71.233384999999998</c:v>
                </c:pt>
                <c:pt idx="140">
                  <c:v>70.062798000000001</c:v>
                </c:pt>
                <c:pt idx="141">
                  <c:v>68.808598000000003</c:v>
                </c:pt>
                <c:pt idx="142">
                  <c:v>67.554398000000006</c:v>
                </c:pt>
                <c:pt idx="143">
                  <c:v>67.303557999999995</c:v>
                </c:pt>
                <c:pt idx="144">
                  <c:v>66.139009999999999</c:v>
                </c:pt>
                <c:pt idx="145">
                  <c:v>64.974463</c:v>
                </c:pt>
                <c:pt idx="146">
                  <c:v>63.809916000000001</c:v>
                </c:pt>
                <c:pt idx="147">
                  <c:v>63.421733000000003</c:v>
                </c:pt>
                <c:pt idx="148">
                  <c:v>62.309517999999997</c:v>
                </c:pt>
                <c:pt idx="149">
                  <c:v>61.197302999999998</c:v>
                </c:pt>
                <c:pt idx="150">
                  <c:v>60.085087999999999</c:v>
                </c:pt>
                <c:pt idx="151">
                  <c:v>59.491906</c:v>
                </c:pt>
                <c:pt idx="152">
                  <c:v>59.491906</c:v>
                </c:pt>
                <c:pt idx="153">
                  <c:v>58.913761999999998</c:v>
                </c:pt>
                <c:pt idx="154">
                  <c:v>57.674881999999997</c:v>
                </c:pt>
                <c:pt idx="155">
                  <c:v>56.436002000000002</c:v>
                </c:pt>
                <c:pt idx="156">
                  <c:v>55.610081999999998</c:v>
                </c:pt>
                <c:pt idx="157">
                  <c:v>55.610081999999998</c:v>
                </c:pt>
                <c:pt idx="158">
                  <c:v>54.529859000000002</c:v>
                </c:pt>
                <c:pt idx="159">
                  <c:v>53.365310999999998</c:v>
                </c:pt>
                <c:pt idx="160">
                  <c:v>52.200763999999999</c:v>
                </c:pt>
                <c:pt idx="161">
                  <c:v>51.890217999999997</c:v>
                </c:pt>
                <c:pt idx="162">
                  <c:v>51.048112000000003</c:v>
                </c:pt>
                <c:pt idx="163">
                  <c:v>49.995480000000001</c:v>
                </c:pt>
                <c:pt idx="164">
                  <c:v>48.942847999999998</c:v>
                </c:pt>
                <c:pt idx="165">
                  <c:v>47.960391000000001</c:v>
                </c:pt>
                <c:pt idx="166">
                  <c:v>47.727480999999997</c:v>
                </c:pt>
                <c:pt idx="167">
                  <c:v>46.562933999999998</c:v>
                </c:pt>
                <c:pt idx="168">
                  <c:v>45.398387</c:v>
                </c:pt>
                <c:pt idx="169">
                  <c:v>44.233839000000003</c:v>
                </c:pt>
                <c:pt idx="170">
                  <c:v>43.868040000000001</c:v>
                </c:pt>
                <c:pt idx="171">
                  <c:v>42.815407999999998</c:v>
                </c:pt>
                <c:pt idx="172">
                  <c:v>41.762774999999998</c:v>
                </c:pt>
                <c:pt idx="173">
                  <c:v>40.710143000000002</c:v>
                </c:pt>
                <c:pt idx="174">
                  <c:v>40.148738999999999</c:v>
                </c:pt>
                <c:pt idx="175">
                  <c:v>39.986778999999999</c:v>
                </c:pt>
                <c:pt idx="176">
                  <c:v>38.894694999999999</c:v>
                </c:pt>
                <c:pt idx="177">
                  <c:v>38.302567000000003</c:v>
                </c:pt>
                <c:pt idx="178">
                  <c:v>37.099558999999999</c:v>
                </c:pt>
                <c:pt idx="179">
                  <c:v>35.521146000000002</c:v>
                </c:pt>
                <c:pt idx="180">
                  <c:v>35.521146000000002</c:v>
                </c:pt>
                <c:pt idx="181">
                  <c:v>34.728959000000003</c:v>
                </c:pt>
                <c:pt idx="182">
                  <c:v>33.196660000000001</c:v>
                </c:pt>
                <c:pt idx="183">
                  <c:v>32.175127000000003</c:v>
                </c:pt>
                <c:pt idx="184">
                  <c:v>31.292897</c:v>
                </c:pt>
                <c:pt idx="185">
                  <c:v>29.969550999999999</c:v>
                </c:pt>
                <c:pt idx="186">
                  <c:v>28.646204999999998</c:v>
                </c:pt>
                <c:pt idx="187">
                  <c:v>28.293312</c:v>
                </c:pt>
                <c:pt idx="188">
                  <c:v>28.188808999999999</c:v>
                </c:pt>
                <c:pt idx="189">
                  <c:v>26.934764000000001</c:v>
                </c:pt>
                <c:pt idx="190">
                  <c:v>26.431833999999998</c:v>
                </c:pt>
                <c:pt idx="191">
                  <c:v>26.281593000000001</c:v>
                </c:pt>
                <c:pt idx="192">
                  <c:v>30.819808999999999</c:v>
                </c:pt>
                <c:pt idx="193">
                  <c:v>37.627133999999998</c:v>
                </c:pt>
                <c:pt idx="194">
                  <c:v>41.132055000000001</c:v>
                </c:pt>
                <c:pt idx="195">
                  <c:v>41.132061999999998</c:v>
                </c:pt>
                <c:pt idx="196">
                  <c:v>46.886910999999998</c:v>
                </c:pt>
                <c:pt idx="197">
                  <c:v>49.453797000000002</c:v>
                </c:pt>
                <c:pt idx="198">
                  <c:v>55.780008000000002</c:v>
                </c:pt>
                <c:pt idx="199">
                  <c:v>62.587333000000001</c:v>
                </c:pt>
                <c:pt idx="200">
                  <c:v>66.465102999999999</c:v>
                </c:pt>
                <c:pt idx="201">
                  <c:v>66.465102999999999</c:v>
                </c:pt>
                <c:pt idx="202">
                  <c:v>66.465102999999999</c:v>
                </c:pt>
                <c:pt idx="203">
                  <c:v>66.465102999999999</c:v>
                </c:pt>
                <c:pt idx="204">
                  <c:v>66.465102999999999</c:v>
                </c:pt>
                <c:pt idx="205">
                  <c:v>66.465102999999999</c:v>
                </c:pt>
                <c:pt idx="206">
                  <c:v>66.465102999999999</c:v>
                </c:pt>
                <c:pt idx="207">
                  <c:v>66.465110999999993</c:v>
                </c:pt>
                <c:pt idx="208">
                  <c:v>66.465118000000004</c:v>
                </c:pt>
                <c:pt idx="209">
                  <c:v>68.425402000000005</c:v>
                </c:pt>
                <c:pt idx="210">
                  <c:v>73.192643000000004</c:v>
                </c:pt>
                <c:pt idx="211">
                  <c:v>79.999960999999999</c:v>
                </c:pt>
                <c:pt idx="212">
                  <c:v>79.999967999999996</c:v>
                </c:pt>
                <c:pt idx="213">
                  <c:v>80.923567000000006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82.133065999999999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71.233384999999998</c:v>
                </c:pt>
                <c:pt idx="236">
                  <c:v>71.200429999999997</c:v>
                </c:pt>
                <c:pt idx="237">
                  <c:v>70.035882999999998</c:v>
                </c:pt>
                <c:pt idx="238">
                  <c:v>68.871335000000002</c:v>
                </c:pt>
                <c:pt idx="239">
                  <c:v>67.972465</c:v>
                </c:pt>
                <c:pt idx="240">
                  <c:v>67.228953000000004</c:v>
                </c:pt>
                <c:pt idx="241">
                  <c:v>65.974751999999995</c:v>
                </c:pt>
                <c:pt idx="242">
                  <c:v>64.720551999999998</c:v>
                </c:pt>
                <c:pt idx="243">
                  <c:v>64.198098000000002</c:v>
                </c:pt>
                <c:pt idx="244">
                  <c:v>63.421733000000003</c:v>
                </c:pt>
                <c:pt idx="245">
                  <c:v>62.323340999999999</c:v>
                </c:pt>
                <c:pt idx="246">
                  <c:v>61.084460999999997</c:v>
                </c:pt>
                <c:pt idx="247">
                  <c:v>60.455826000000002</c:v>
                </c:pt>
                <c:pt idx="248">
                  <c:v>59.491906</c:v>
                </c:pt>
                <c:pt idx="249">
                  <c:v>58.447071000000001</c:v>
                </c:pt>
                <c:pt idx="250">
                  <c:v>57.334856000000002</c:v>
                </c:pt>
                <c:pt idx="251">
                  <c:v>56.436002000000002</c:v>
                </c:pt>
                <c:pt idx="252">
                  <c:v>55.610081999999998</c:v>
                </c:pt>
                <c:pt idx="253">
                  <c:v>54.842058000000002</c:v>
                </c:pt>
                <c:pt idx="254">
                  <c:v>53.603178</c:v>
                </c:pt>
                <c:pt idx="255">
                  <c:v>52.803061999999997</c:v>
                </c:pt>
                <c:pt idx="256">
                  <c:v>51.750430000000001</c:v>
                </c:pt>
                <c:pt idx="257">
                  <c:v>51.524982000000001</c:v>
                </c:pt>
                <c:pt idx="258">
                  <c:v>50.360433999999998</c:v>
                </c:pt>
                <c:pt idx="259">
                  <c:v>49.195886999999999</c:v>
                </c:pt>
                <c:pt idx="260">
                  <c:v>48.03134</c:v>
                </c:pt>
                <c:pt idx="261">
                  <c:v>47.798430000000003</c:v>
                </c:pt>
                <c:pt idx="262">
                  <c:v>46.745798000000001</c:v>
                </c:pt>
                <c:pt idx="263">
                  <c:v>45.693165999999998</c:v>
                </c:pt>
                <c:pt idx="264">
                  <c:v>44.640534000000002</c:v>
                </c:pt>
                <c:pt idx="265">
                  <c:v>43.868603</c:v>
                </c:pt>
                <c:pt idx="266">
                  <c:v>43.417228000000001</c:v>
                </c:pt>
                <c:pt idx="267">
                  <c:v>42.063102999999998</c:v>
                </c:pt>
                <c:pt idx="268">
                  <c:v>40.708978999999999</c:v>
                </c:pt>
                <c:pt idx="269">
                  <c:v>39.986778999999999</c:v>
                </c:pt>
                <c:pt idx="270">
                  <c:v>39.079895999999998</c:v>
                </c:pt>
                <c:pt idx="271">
                  <c:v>37.946292</c:v>
                </c:pt>
                <c:pt idx="272">
                  <c:v>36.812688000000001</c:v>
                </c:pt>
                <c:pt idx="273">
                  <c:v>36.056952000000003</c:v>
                </c:pt>
                <c:pt idx="274">
                  <c:v>35.239725</c:v>
                </c:pt>
                <c:pt idx="275">
                  <c:v>33.707425999999998</c:v>
                </c:pt>
                <c:pt idx="276">
                  <c:v>32.175127000000003</c:v>
                </c:pt>
                <c:pt idx="277">
                  <c:v>31.762167999999999</c:v>
                </c:pt>
                <c:pt idx="278">
                  <c:v>30.523291</c:v>
                </c:pt>
                <c:pt idx="279">
                  <c:v>29.284414000000002</c:v>
                </c:pt>
                <c:pt idx="280">
                  <c:v>28.293312</c:v>
                </c:pt>
                <c:pt idx="281">
                  <c:v>28.293312</c:v>
                </c:pt>
                <c:pt idx="282">
                  <c:v>26.934764000000001</c:v>
                </c:pt>
                <c:pt idx="283">
                  <c:v>26.431833999999998</c:v>
                </c:pt>
                <c:pt idx="284">
                  <c:v>26.207961000000001</c:v>
                </c:pt>
                <c:pt idx="285">
                  <c:v>28.300829</c:v>
                </c:pt>
                <c:pt idx="286">
                  <c:v>28.300836</c:v>
                </c:pt>
                <c:pt idx="287">
                  <c:v>29.777853</c:v>
                </c:pt>
                <c:pt idx="288">
                  <c:v>33.347476</c:v>
                </c:pt>
                <c:pt idx="289">
                  <c:v>34.316070000000003</c:v>
                </c:pt>
                <c:pt idx="290">
                  <c:v>38.854286999999999</c:v>
                </c:pt>
                <c:pt idx="291">
                  <c:v>45.658164999999997</c:v>
                </c:pt>
                <c:pt idx="292">
                  <c:v>45.658172999999998</c:v>
                </c:pt>
                <c:pt idx="293">
                  <c:v>50.196389000000003</c:v>
                </c:pt>
                <c:pt idx="294">
                  <c:v>50.196389000000003</c:v>
                </c:pt>
                <c:pt idx="295">
                  <c:v>50.501592000000002</c:v>
                </c:pt>
                <c:pt idx="296">
                  <c:v>53.237937000000002</c:v>
                </c:pt>
                <c:pt idx="297">
                  <c:v>57.776153999999998</c:v>
                </c:pt>
                <c:pt idx="298">
                  <c:v>59.577993999999997</c:v>
                </c:pt>
                <c:pt idx="299">
                  <c:v>66.385317999999998</c:v>
                </c:pt>
                <c:pt idx="300">
                  <c:v>73.192643000000004</c:v>
                </c:pt>
                <c:pt idx="301">
                  <c:v>73.192643000000004</c:v>
                </c:pt>
                <c:pt idx="302">
                  <c:v>73.192643000000004</c:v>
                </c:pt>
                <c:pt idx="303">
                  <c:v>73.192643000000004</c:v>
                </c:pt>
                <c:pt idx="304">
                  <c:v>76.385343000000006</c:v>
                </c:pt>
                <c:pt idx="305">
                  <c:v>78.654450999999995</c:v>
                </c:pt>
                <c:pt idx="306">
                  <c:v>78.654450999999995</c:v>
                </c:pt>
                <c:pt idx="307">
                  <c:v>78.654450999999995</c:v>
                </c:pt>
                <c:pt idx="308">
                  <c:v>80</c:v>
                </c:pt>
                <c:pt idx="309">
                  <c:v>81.035447000000005</c:v>
                </c:pt>
                <c:pt idx="310">
                  <c:v>85.536370000000005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71.233384999999998</c:v>
                </c:pt>
                <c:pt idx="332">
                  <c:v>70.062798000000001</c:v>
                </c:pt>
                <c:pt idx="333">
                  <c:v>68.808598000000003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67.228953000000004</c:v>
                </c:pt>
                <c:pt idx="337">
                  <c:v>65.974751999999995</c:v>
                </c:pt>
                <c:pt idx="338">
                  <c:v>64.720551999999998</c:v>
                </c:pt>
                <c:pt idx="339">
                  <c:v>64.198098000000002</c:v>
                </c:pt>
                <c:pt idx="340">
                  <c:v>63.421733000000003</c:v>
                </c:pt>
                <c:pt idx="341">
                  <c:v>62.680256999999997</c:v>
                </c:pt>
                <c:pt idx="342">
                  <c:v>61.568041000000001</c:v>
                </c:pt>
                <c:pt idx="343">
                  <c:v>60.455826000000002</c:v>
                </c:pt>
                <c:pt idx="344">
                  <c:v>59.491906</c:v>
                </c:pt>
                <c:pt idx="345">
                  <c:v>58.913761999999998</c:v>
                </c:pt>
                <c:pt idx="346">
                  <c:v>57.674881999999997</c:v>
                </c:pt>
                <c:pt idx="347">
                  <c:v>56.436002000000002</c:v>
                </c:pt>
                <c:pt idx="348">
                  <c:v>55.610081999999998</c:v>
                </c:pt>
                <c:pt idx="349">
                  <c:v>54.908327</c:v>
                </c:pt>
                <c:pt idx="350">
                  <c:v>53.855694999999997</c:v>
                </c:pt>
                <c:pt idx="351">
                  <c:v>52.803061999999997</c:v>
                </c:pt>
                <c:pt idx="352">
                  <c:v>51.750430000000001</c:v>
                </c:pt>
                <c:pt idx="353">
                  <c:v>51.680255000000002</c:v>
                </c:pt>
                <c:pt idx="354">
                  <c:v>51.680255000000002</c:v>
                </c:pt>
                <c:pt idx="355">
                  <c:v>50.512715</c:v>
                </c:pt>
                <c:pt idx="356">
                  <c:v>49.887537999999999</c:v>
                </c:pt>
                <c:pt idx="357">
                  <c:v>49.230905999999997</c:v>
                </c:pt>
                <c:pt idx="358">
                  <c:v>48.136519</c:v>
                </c:pt>
                <c:pt idx="359">
                  <c:v>47.042132000000002</c:v>
                </c:pt>
                <c:pt idx="360">
                  <c:v>46.166621999999997</c:v>
                </c:pt>
                <c:pt idx="361">
                  <c:v>46.166621999999997</c:v>
                </c:pt>
                <c:pt idx="362">
                  <c:v>45.091622999999998</c:v>
                </c:pt>
                <c:pt idx="363">
                  <c:v>43.747874000000003</c:v>
                </c:pt>
                <c:pt idx="364">
                  <c:v>42.493707999999998</c:v>
                </c:pt>
                <c:pt idx="365">
                  <c:v>42.008372000000001</c:v>
                </c:pt>
                <c:pt idx="366">
                  <c:v>40.795029</c:v>
                </c:pt>
                <c:pt idx="367">
                  <c:v>39.581687000000002</c:v>
                </c:pt>
                <c:pt idx="368">
                  <c:v>38.772792000000003</c:v>
                </c:pt>
                <c:pt idx="369">
                  <c:v>38.302567000000003</c:v>
                </c:pt>
                <c:pt idx="370">
                  <c:v>37.099558999999999</c:v>
                </c:pt>
                <c:pt idx="371">
                  <c:v>36.056952000000003</c:v>
                </c:pt>
                <c:pt idx="372">
                  <c:v>36.056952000000003</c:v>
                </c:pt>
                <c:pt idx="373">
                  <c:v>34.354109999999999</c:v>
                </c:pt>
                <c:pt idx="374">
                  <c:v>33.479609000000004</c:v>
                </c:pt>
                <c:pt idx="375">
                  <c:v>32.167858000000003</c:v>
                </c:pt>
                <c:pt idx="376">
                  <c:v>30.856106</c:v>
                </c:pt>
                <c:pt idx="377">
                  <c:v>30.681206</c:v>
                </c:pt>
                <c:pt idx="378">
                  <c:v>29.991423999999999</c:v>
                </c:pt>
                <c:pt idx="379">
                  <c:v>29.531569000000001</c:v>
                </c:pt>
                <c:pt idx="380">
                  <c:v>29.028638999999998</c:v>
                </c:pt>
                <c:pt idx="381">
                  <c:v>29.031815000000002</c:v>
                </c:pt>
                <c:pt idx="382">
                  <c:v>29.031822999999999</c:v>
                </c:pt>
                <c:pt idx="383">
                  <c:v>29.031822999999999</c:v>
                </c:pt>
                <c:pt idx="384">
                  <c:v>29.031822999999999</c:v>
                </c:pt>
                <c:pt idx="385">
                  <c:v>29.550533999999999</c:v>
                </c:pt>
                <c:pt idx="386">
                  <c:v>29.550533999999999</c:v>
                </c:pt>
                <c:pt idx="387">
                  <c:v>29.550533999999999</c:v>
                </c:pt>
                <c:pt idx="388">
                  <c:v>34.088751000000002</c:v>
                </c:pt>
                <c:pt idx="389">
                  <c:v>35.061846000000003</c:v>
                </c:pt>
                <c:pt idx="390">
                  <c:v>35.061846000000003</c:v>
                </c:pt>
                <c:pt idx="391">
                  <c:v>35.061846000000003</c:v>
                </c:pt>
                <c:pt idx="392">
                  <c:v>35.061846000000003</c:v>
                </c:pt>
                <c:pt idx="393">
                  <c:v>39.600062999999999</c:v>
                </c:pt>
                <c:pt idx="394">
                  <c:v>42.348719000000003</c:v>
                </c:pt>
                <c:pt idx="395">
                  <c:v>45.107903</c:v>
                </c:pt>
                <c:pt idx="396">
                  <c:v>45.107903</c:v>
                </c:pt>
                <c:pt idx="397">
                  <c:v>45.107903</c:v>
                </c:pt>
                <c:pt idx="398">
                  <c:v>46.886943000000002</c:v>
                </c:pt>
                <c:pt idx="399">
                  <c:v>51.425159000000001</c:v>
                </c:pt>
                <c:pt idx="400">
                  <c:v>58.232483999999999</c:v>
                </c:pt>
                <c:pt idx="401">
                  <c:v>65.039809000000005</c:v>
                </c:pt>
                <c:pt idx="402">
                  <c:v>69.578024999999997</c:v>
                </c:pt>
                <c:pt idx="403">
                  <c:v>69.578024999999997</c:v>
                </c:pt>
                <c:pt idx="404">
                  <c:v>74.116242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84.045209999999997</c:v>
                </c:pt>
                <c:pt idx="413">
                  <c:v>82.926861000000002</c:v>
                </c:pt>
                <c:pt idx="414">
                  <c:v>82.133065999999999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74.979101</c:v>
                </c:pt>
                <c:pt idx="424">
                  <c:v>73.939327000000006</c:v>
                </c:pt>
                <c:pt idx="425">
                  <c:v>72.899552</c:v>
                </c:pt>
                <c:pt idx="426">
                  <c:v>72.065203999999994</c:v>
                </c:pt>
                <c:pt idx="427">
                  <c:v>71.233384999999998</c:v>
                </c:pt>
                <c:pt idx="428">
                  <c:v>71.035782999999995</c:v>
                </c:pt>
                <c:pt idx="429">
                  <c:v>69.781582999999998</c:v>
                </c:pt>
                <c:pt idx="430">
                  <c:v>68.527382000000003</c:v>
                </c:pt>
                <c:pt idx="431">
                  <c:v>67.972465</c:v>
                </c:pt>
                <c:pt idx="432">
                  <c:v>67.303557999999995</c:v>
                </c:pt>
                <c:pt idx="433">
                  <c:v>67.303557999999995</c:v>
                </c:pt>
                <c:pt idx="434">
                  <c:v>66.335629999999995</c:v>
                </c:pt>
                <c:pt idx="435">
                  <c:v>65.171082999999996</c:v>
                </c:pt>
                <c:pt idx="436">
                  <c:v>64.394717999999997</c:v>
                </c:pt>
                <c:pt idx="437">
                  <c:v>63.421733000000003</c:v>
                </c:pt>
                <c:pt idx="438">
                  <c:v>62.541026000000002</c:v>
                </c:pt>
                <c:pt idx="439">
                  <c:v>61.428811000000003</c:v>
                </c:pt>
                <c:pt idx="440">
                  <c:v>60.464891000000001</c:v>
                </c:pt>
                <c:pt idx="441">
                  <c:v>59.714348999999999</c:v>
                </c:pt>
                <c:pt idx="442">
                  <c:v>58.647866999999998</c:v>
                </c:pt>
                <c:pt idx="443">
                  <c:v>57.408987000000003</c:v>
                </c:pt>
                <c:pt idx="444">
                  <c:v>56.583066000000002</c:v>
                </c:pt>
                <c:pt idx="445">
                  <c:v>55.610081999999998</c:v>
                </c:pt>
                <c:pt idx="446">
                  <c:v>55.259203999999997</c:v>
                </c:pt>
                <c:pt idx="447">
                  <c:v>54.206572000000001</c:v>
                </c:pt>
                <c:pt idx="448">
                  <c:v>53.153939999999999</c:v>
                </c:pt>
                <c:pt idx="449">
                  <c:v>52.101308000000003</c:v>
                </c:pt>
                <c:pt idx="450">
                  <c:v>51.680255000000002</c:v>
                </c:pt>
                <c:pt idx="451">
                  <c:v>50.748617000000003</c:v>
                </c:pt>
                <c:pt idx="452">
                  <c:v>49.584069999999997</c:v>
                </c:pt>
                <c:pt idx="453">
                  <c:v>48.419522000000001</c:v>
                </c:pt>
                <c:pt idx="454">
                  <c:v>47.798430000000003</c:v>
                </c:pt>
                <c:pt idx="455">
                  <c:v>47.096674999999998</c:v>
                </c:pt>
                <c:pt idx="456">
                  <c:v>46.044043000000002</c:v>
                </c:pt>
                <c:pt idx="457">
                  <c:v>44.991410999999999</c:v>
                </c:pt>
                <c:pt idx="458">
                  <c:v>43.938778999999997</c:v>
                </c:pt>
                <c:pt idx="459">
                  <c:v>43.776178999999999</c:v>
                </c:pt>
                <c:pt idx="460">
                  <c:v>42.389812999999997</c:v>
                </c:pt>
                <c:pt idx="461">
                  <c:v>41.003447000000001</c:v>
                </c:pt>
                <c:pt idx="462">
                  <c:v>39.986778999999999</c:v>
                </c:pt>
                <c:pt idx="463">
                  <c:v>39.264974000000002</c:v>
                </c:pt>
                <c:pt idx="464">
                  <c:v>38.061965999999998</c:v>
                </c:pt>
                <c:pt idx="465">
                  <c:v>36.858956999999997</c:v>
                </c:pt>
                <c:pt idx="466">
                  <c:v>36.056952000000003</c:v>
                </c:pt>
                <c:pt idx="467">
                  <c:v>35.750492000000001</c:v>
                </c:pt>
                <c:pt idx="468">
                  <c:v>34.218192999999999</c:v>
                </c:pt>
                <c:pt idx="469">
                  <c:v>32.685893999999998</c:v>
                </c:pt>
                <c:pt idx="470">
                  <c:v>32.175127000000003</c:v>
                </c:pt>
                <c:pt idx="471">
                  <c:v>32.175127000000003</c:v>
                </c:pt>
                <c:pt idx="472">
                  <c:v>32.175127000000003</c:v>
                </c:pt>
                <c:pt idx="473">
                  <c:v>30.942534999999999</c:v>
                </c:pt>
                <c:pt idx="474">
                  <c:v>29.619188999999999</c:v>
                </c:pt>
                <c:pt idx="475">
                  <c:v>29.263766</c:v>
                </c:pt>
                <c:pt idx="476">
                  <c:v>28.293312</c:v>
                </c:pt>
                <c:pt idx="477">
                  <c:v>27.875298000000001</c:v>
                </c:pt>
                <c:pt idx="478">
                  <c:v>26.934764000000001</c:v>
                </c:pt>
                <c:pt idx="479">
                  <c:v>26.431833999999998</c:v>
                </c:pt>
                <c:pt idx="480">
                  <c:v>26.431833999999998</c:v>
                </c:pt>
                <c:pt idx="481">
                  <c:v>26.431833999999998</c:v>
                </c:pt>
                <c:pt idx="482">
                  <c:v>26.431833999999998</c:v>
                </c:pt>
                <c:pt idx="483">
                  <c:v>26.431833999999998</c:v>
                </c:pt>
                <c:pt idx="484">
                  <c:v>26.431833999999998</c:v>
                </c:pt>
                <c:pt idx="485">
                  <c:v>30.970051000000002</c:v>
                </c:pt>
                <c:pt idx="486">
                  <c:v>31.419632</c:v>
                </c:pt>
                <c:pt idx="487">
                  <c:v>31.419632</c:v>
                </c:pt>
                <c:pt idx="488">
                  <c:v>31.419632</c:v>
                </c:pt>
                <c:pt idx="489">
                  <c:v>35.957847999999998</c:v>
                </c:pt>
                <c:pt idx="490">
                  <c:v>42.679443999999997</c:v>
                </c:pt>
                <c:pt idx="491">
                  <c:v>42.679443999999997</c:v>
                </c:pt>
                <c:pt idx="492">
                  <c:v>42.679443999999997</c:v>
                </c:pt>
                <c:pt idx="493">
                  <c:v>42.679443999999997</c:v>
                </c:pt>
                <c:pt idx="494">
                  <c:v>42.679451</c:v>
                </c:pt>
                <c:pt idx="495">
                  <c:v>49.156050999999998</c:v>
                </c:pt>
                <c:pt idx="496">
                  <c:v>51.425159000000001</c:v>
                </c:pt>
                <c:pt idx="497">
                  <c:v>53.661141000000001</c:v>
                </c:pt>
                <c:pt idx="498">
                  <c:v>59.577993999999997</c:v>
                </c:pt>
                <c:pt idx="499">
                  <c:v>66.385317999999998</c:v>
                </c:pt>
                <c:pt idx="500">
                  <c:v>73.192643000000004</c:v>
                </c:pt>
                <c:pt idx="501">
                  <c:v>79.999967999999996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74.592656000000005</c:v>
                </c:pt>
                <c:pt idx="520">
                  <c:v>73.472898999999998</c:v>
                </c:pt>
                <c:pt idx="521">
                  <c:v>72.353142000000005</c:v>
                </c:pt>
                <c:pt idx="522">
                  <c:v>71.233384999999998</c:v>
                </c:pt>
                <c:pt idx="523">
                  <c:v>71.233384999999998</c:v>
                </c:pt>
                <c:pt idx="524">
                  <c:v>70.635368</c:v>
                </c:pt>
                <c:pt idx="525">
                  <c:v>69.353902000000005</c:v>
                </c:pt>
                <c:pt idx="526">
                  <c:v>68.072436999999994</c:v>
                </c:pt>
                <c:pt idx="527">
                  <c:v>67.303557999999995</c:v>
                </c:pt>
                <c:pt idx="528">
                  <c:v>67.303557999999995</c:v>
                </c:pt>
                <c:pt idx="529">
                  <c:v>67.303557999999995</c:v>
                </c:pt>
                <c:pt idx="530">
                  <c:v>67.303557999999995</c:v>
                </c:pt>
                <c:pt idx="531">
                  <c:v>67.303557999999995</c:v>
                </c:pt>
                <c:pt idx="532">
                  <c:v>67.017717000000005</c:v>
                </c:pt>
                <c:pt idx="533">
                  <c:v>65.789646000000005</c:v>
                </c:pt>
                <c:pt idx="534">
                  <c:v>64.561575000000005</c:v>
                </c:pt>
                <c:pt idx="535">
                  <c:v>63.720334999999999</c:v>
                </c:pt>
                <c:pt idx="536">
                  <c:v>63.421733000000003</c:v>
                </c:pt>
                <c:pt idx="537">
                  <c:v>63.141030999999998</c:v>
                </c:pt>
                <c:pt idx="538">
                  <c:v>62.088399000000003</c:v>
                </c:pt>
                <c:pt idx="539">
                  <c:v>61.035767</c:v>
                </c:pt>
                <c:pt idx="540">
                  <c:v>59.983134999999997</c:v>
                </c:pt>
                <c:pt idx="541">
                  <c:v>59.491906</c:v>
                </c:pt>
                <c:pt idx="542">
                  <c:v>59.345421999999999</c:v>
                </c:pt>
                <c:pt idx="543">
                  <c:v>58.246792999999997</c:v>
                </c:pt>
                <c:pt idx="544">
                  <c:v>57.148162999999997</c:v>
                </c:pt>
                <c:pt idx="545">
                  <c:v>56.049534000000001</c:v>
                </c:pt>
                <c:pt idx="546">
                  <c:v>55.610081999999998</c:v>
                </c:pt>
                <c:pt idx="547">
                  <c:v>55.479087999999997</c:v>
                </c:pt>
                <c:pt idx="548">
                  <c:v>54.496631000000001</c:v>
                </c:pt>
                <c:pt idx="549">
                  <c:v>53.514173999999997</c:v>
                </c:pt>
                <c:pt idx="550">
                  <c:v>52.531717</c:v>
                </c:pt>
                <c:pt idx="551">
                  <c:v>51.680255000000002</c:v>
                </c:pt>
                <c:pt idx="552">
                  <c:v>51.232351999999999</c:v>
                </c:pt>
                <c:pt idx="553">
                  <c:v>50.112594999999999</c:v>
                </c:pt>
                <c:pt idx="554">
                  <c:v>48.992837999999999</c:v>
                </c:pt>
                <c:pt idx="555">
                  <c:v>47.873080999999999</c:v>
                </c:pt>
                <c:pt idx="556">
                  <c:v>47.575986999999998</c:v>
                </c:pt>
                <c:pt idx="557">
                  <c:v>46.463771999999999</c:v>
                </c:pt>
                <c:pt idx="558">
                  <c:v>45.351557</c:v>
                </c:pt>
                <c:pt idx="559">
                  <c:v>44.239342000000001</c:v>
                </c:pt>
                <c:pt idx="560">
                  <c:v>43.868603</c:v>
                </c:pt>
                <c:pt idx="561">
                  <c:v>43.868603</c:v>
                </c:pt>
                <c:pt idx="562">
                  <c:v>42.607093999999996</c:v>
                </c:pt>
                <c:pt idx="563">
                  <c:v>42.007125000000002</c:v>
                </c:pt>
                <c:pt idx="564">
                  <c:v>41.991666000000002</c:v>
                </c:pt>
                <c:pt idx="565">
                  <c:v>41.118371000000003</c:v>
                </c:pt>
                <c:pt idx="566">
                  <c:v>41.118371000000003</c:v>
                </c:pt>
                <c:pt idx="567">
                  <c:v>40.657255999999997</c:v>
                </c:pt>
                <c:pt idx="568">
                  <c:v>39.279916999999998</c:v>
                </c:pt>
                <c:pt idx="569">
                  <c:v>38.401094000000001</c:v>
                </c:pt>
                <c:pt idx="570">
                  <c:v>37.236547000000002</c:v>
                </c:pt>
                <c:pt idx="571">
                  <c:v>36.843466999999997</c:v>
                </c:pt>
                <c:pt idx="572">
                  <c:v>36.843466999999997</c:v>
                </c:pt>
                <c:pt idx="573">
                  <c:v>34.093235</c:v>
                </c:pt>
                <c:pt idx="574">
                  <c:v>34.093235</c:v>
                </c:pt>
                <c:pt idx="575">
                  <c:v>34.093235</c:v>
                </c:pt>
                <c:pt idx="576">
                  <c:v>34.093235</c:v>
                </c:pt>
                <c:pt idx="577">
                  <c:v>34.093235</c:v>
                </c:pt>
                <c:pt idx="578">
                  <c:v>34.093235</c:v>
                </c:pt>
                <c:pt idx="579">
                  <c:v>34.093235</c:v>
                </c:pt>
                <c:pt idx="580">
                  <c:v>34.093235</c:v>
                </c:pt>
                <c:pt idx="581">
                  <c:v>34.093241999999996</c:v>
                </c:pt>
                <c:pt idx="582">
                  <c:v>40.900567000000002</c:v>
                </c:pt>
                <c:pt idx="583">
                  <c:v>47.707892000000001</c:v>
                </c:pt>
                <c:pt idx="584">
                  <c:v>48.463002000000003</c:v>
                </c:pt>
                <c:pt idx="585">
                  <c:v>53.001218999999999</c:v>
                </c:pt>
                <c:pt idx="586">
                  <c:v>53.69426</c:v>
                </c:pt>
                <c:pt idx="587">
                  <c:v>53.69426</c:v>
                </c:pt>
                <c:pt idx="588">
                  <c:v>53.69426</c:v>
                </c:pt>
                <c:pt idx="589">
                  <c:v>53.69426</c:v>
                </c:pt>
                <c:pt idx="590">
                  <c:v>53.694268000000001</c:v>
                </c:pt>
                <c:pt idx="591">
                  <c:v>57.539434999999997</c:v>
                </c:pt>
                <c:pt idx="592">
                  <c:v>57.539442999999999</c:v>
                </c:pt>
                <c:pt idx="593">
                  <c:v>59.578009000000002</c:v>
                </c:pt>
                <c:pt idx="594">
                  <c:v>59.578009000000002</c:v>
                </c:pt>
                <c:pt idx="595">
                  <c:v>59.578015999999998</c:v>
                </c:pt>
                <c:pt idx="596">
                  <c:v>60.501592000000002</c:v>
                </c:pt>
                <c:pt idx="597">
                  <c:v>65.039809000000005</c:v>
                </c:pt>
                <c:pt idx="598">
                  <c:v>71.847133999999997</c:v>
                </c:pt>
                <c:pt idx="599">
                  <c:v>78.654459000000003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80.015491999999995</c:v>
                </c:pt>
                <c:pt idx="611">
                  <c:v>79.045035999999996</c:v>
                </c:pt>
                <c:pt idx="612">
                  <c:v>79.045035999999996</c:v>
                </c:pt>
                <c:pt idx="613">
                  <c:v>77.944580000000002</c:v>
                </c:pt>
                <c:pt idx="614">
                  <c:v>76.488894999999999</c:v>
                </c:pt>
                <c:pt idx="615">
                  <c:v>75.480774999999994</c:v>
                </c:pt>
                <c:pt idx="616">
                  <c:v>75.115208999999993</c:v>
                </c:pt>
                <c:pt idx="617">
                  <c:v>74.375585999999998</c:v>
                </c:pt>
                <c:pt idx="618">
                  <c:v>73.004716000000002</c:v>
                </c:pt>
                <c:pt idx="619">
                  <c:v>72.364976999999996</c:v>
                </c:pt>
                <c:pt idx="620">
                  <c:v>71.416087000000005</c:v>
                </c:pt>
                <c:pt idx="621">
                  <c:v>70.122145000000003</c:v>
                </c:pt>
                <c:pt idx="622">
                  <c:v>68.828203999999999</c:v>
                </c:pt>
                <c:pt idx="623">
                  <c:v>68.483153000000001</c:v>
                </c:pt>
                <c:pt idx="624">
                  <c:v>68.319410000000005</c:v>
                </c:pt>
                <c:pt idx="625">
                  <c:v>67.091339000000005</c:v>
                </c:pt>
                <c:pt idx="626">
                  <c:v>65.863268000000005</c:v>
                </c:pt>
                <c:pt idx="627">
                  <c:v>64.635197000000005</c:v>
                </c:pt>
                <c:pt idx="628">
                  <c:v>64.475689000000003</c:v>
                </c:pt>
                <c:pt idx="629">
                  <c:v>63.311141999999997</c:v>
                </c:pt>
                <c:pt idx="630">
                  <c:v>62.146594999999998</c:v>
                </c:pt>
                <c:pt idx="631">
                  <c:v>60.982047000000001</c:v>
                </c:pt>
                <c:pt idx="632">
                  <c:v>60.671500999999999</c:v>
                </c:pt>
                <c:pt idx="633">
                  <c:v>60.262143999999999</c:v>
                </c:pt>
                <c:pt idx="634">
                  <c:v>59.034072999999999</c:v>
                </c:pt>
                <c:pt idx="635">
                  <c:v>57.806001999999999</c:v>
                </c:pt>
                <c:pt idx="636">
                  <c:v>56.741674000000003</c:v>
                </c:pt>
                <c:pt idx="637">
                  <c:v>56.431128000000001</c:v>
                </c:pt>
                <c:pt idx="638">
                  <c:v>55.266581000000002</c:v>
                </c:pt>
                <c:pt idx="639">
                  <c:v>54.102034000000003</c:v>
                </c:pt>
                <c:pt idx="640">
                  <c:v>52.937486</c:v>
                </c:pt>
                <c:pt idx="641">
                  <c:v>52.859850000000002</c:v>
                </c:pt>
                <c:pt idx="642">
                  <c:v>52.255260999999997</c:v>
                </c:pt>
                <c:pt idx="643">
                  <c:v>51.121656999999999</c:v>
                </c:pt>
                <c:pt idx="644">
                  <c:v>49.988053000000001</c:v>
                </c:pt>
                <c:pt idx="645">
                  <c:v>48.930022999999998</c:v>
                </c:pt>
                <c:pt idx="646">
                  <c:v>48.930022999999998</c:v>
                </c:pt>
                <c:pt idx="647">
                  <c:v>48.930022999999998</c:v>
                </c:pt>
                <c:pt idx="648">
                  <c:v>48.930022999999998</c:v>
                </c:pt>
                <c:pt idx="649">
                  <c:v>48.326183</c:v>
                </c:pt>
                <c:pt idx="650">
                  <c:v>47.032241999999997</c:v>
                </c:pt>
                <c:pt idx="651">
                  <c:v>45.738300000000002</c:v>
                </c:pt>
                <c:pt idx="652">
                  <c:v>45.048197999999999</c:v>
                </c:pt>
                <c:pt idx="653">
                  <c:v>44.244370000000004</c:v>
                </c:pt>
                <c:pt idx="654">
                  <c:v>42.904656000000003</c:v>
                </c:pt>
                <c:pt idx="655">
                  <c:v>41.564942000000002</c:v>
                </c:pt>
                <c:pt idx="656">
                  <c:v>41.118371000000003</c:v>
                </c:pt>
                <c:pt idx="657">
                  <c:v>39.586072000000001</c:v>
                </c:pt>
                <c:pt idx="658">
                  <c:v>38.053773</c:v>
                </c:pt>
                <c:pt idx="659">
                  <c:v>37.236547000000002</c:v>
                </c:pt>
                <c:pt idx="660">
                  <c:v>36.113739000000002</c:v>
                </c:pt>
                <c:pt idx="661">
                  <c:v>34.710228999999998</c:v>
                </c:pt>
                <c:pt idx="662">
                  <c:v>33.306719999999999</c:v>
                </c:pt>
                <c:pt idx="663">
                  <c:v>33.306719999999999</c:v>
                </c:pt>
                <c:pt idx="664">
                  <c:v>33.209679999999999</c:v>
                </c:pt>
                <c:pt idx="665">
                  <c:v>31.948170999999999</c:v>
                </c:pt>
                <c:pt idx="666">
                  <c:v>31.445240999999999</c:v>
                </c:pt>
                <c:pt idx="667">
                  <c:v>31.445240999999999</c:v>
                </c:pt>
                <c:pt idx="668">
                  <c:v>32.481378999999997</c:v>
                </c:pt>
                <c:pt idx="669">
                  <c:v>31.996182999999998</c:v>
                </c:pt>
                <c:pt idx="670">
                  <c:v>31.493254</c:v>
                </c:pt>
                <c:pt idx="671">
                  <c:v>36.031469999999999</c:v>
                </c:pt>
                <c:pt idx="672">
                  <c:v>37.810510000000001</c:v>
                </c:pt>
                <c:pt idx="673">
                  <c:v>37.810510000000001</c:v>
                </c:pt>
                <c:pt idx="674">
                  <c:v>37.810510000000001</c:v>
                </c:pt>
                <c:pt idx="675">
                  <c:v>37.810510000000001</c:v>
                </c:pt>
                <c:pt idx="676">
                  <c:v>37.810510000000001</c:v>
                </c:pt>
                <c:pt idx="677">
                  <c:v>40.079618000000004</c:v>
                </c:pt>
                <c:pt idx="678">
                  <c:v>40.079618000000004</c:v>
                </c:pt>
                <c:pt idx="679">
                  <c:v>40.079618000000004</c:v>
                </c:pt>
                <c:pt idx="680">
                  <c:v>40.079618000000004</c:v>
                </c:pt>
                <c:pt idx="681">
                  <c:v>40.079618000000004</c:v>
                </c:pt>
                <c:pt idx="682">
                  <c:v>40.079618000000004</c:v>
                </c:pt>
                <c:pt idx="683">
                  <c:v>40.079618000000004</c:v>
                </c:pt>
                <c:pt idx="684">
                  <c:v>40.079618000000004</c:v>
                </c:pt>
                <c:pt idx="685">
                  <c:v>40.079625</c:v>
                </c:pt>
                <c:pt idx="686">
                  <c:v>44.617826999999998</c:v>
                </c:pt>
                <c:pt idx="687">
                  <c:v>44.617834000000002</c:v>
                </c:pt>
                <c:pt idx="688">
                  <c:v>51.425159000000001</c:v>
                </c:pt>
                <c:pt idx="689">
                  <c:v>58.232483999999999</c:v>
                </c:pt>
                <c:pt idx="690">
                  <c:v>59.577993999999997</c:v>
                </c:pt>
                <c:pt idx="691">
                  <c:v>66.385317999999998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88-4B5E-821E-D3AD3B96A2D8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60.753920999999998</c:v>
                </c:pt>
                <c:pt idx="3">
                  <c:v>64.157583000000002</c:v>
                </c:pt>
                <c:pt idx="4">
                  <c:v>65.886571000000004</c:v>
                </c:pt>
                <c:pt idx="5">
                  <c:v>67.347549999999998</c:v>
                </c:pt>
                <c:pt idx="6">
                  <c:v>68.484598000000005</c:v>
                </c:pt>
                <c:pt idx="7">
                  <c:v>68.484601999999995</c:v>
                </c:pt>
                <c:pt idx="8">
                  <c:v>68.849396999999996</c:v>
                </c:pt>
                <c:pt idx="9">
                  <c:v>69.286636999999999</c:v>
                </c:pt>
                <c:pt idx="10">
                  <c:v>72.002871999999996</c:v>
                </c:pt>
                <c:pt idx="11">
                  <c:v>73.372916000000004</c:v>
                </c:pt>
                <c:pt idx="12">
                  <c:v>73.372916000000004</c:v>
                </c:pt>
                <c:pt idx="13">
                  <c:v>74.562663999999998</c:v>
                </c:pt>
                <c:pt idx="14">
                  <c:v>78.043722000000002</c:v>
                </c:pt>
                <c:pt idx="15">
                  <c:v>79.107408000000007</c:v>
                </c:pt>
                <c:pt idx="16">
                  <c:v>80.461748</c:v>
                </c:pt>
                <c:pt idx="17">
                  <c:v>81.134541999999996</c:v>
                </c:pt>
                <c:pt idx="18">
                  <c:v>82.525316000000004</c:v>
                </c:pt>
                <c:pt idx="19">
                  <c:v>82.891129000000006</c:v>
                </c:pt>
                <c:pt idx="20">
                  <c:v>82.891129000000006</c:v>
                </c:pt>
                <c:pt idx="21">
                  <c:v>83.096711999999997</c:v>
                </c:pt>
                <c:pt idx="22">
                  <c:v>84.103966999999997</c:v>
                </c:pt>
                <c:pt idx="23">
                  <c:v>84.999992000000006</c:v>
                </c:pt>
                <c:pt idx="24">
                  <c:v>86.974518000000003</c:v>
                </c:pt>
                <c:pt idx="25">
                  <c:v>87.822778999999997</c:v>
                </c:pt>
                <c:pt idx="26">
                  <c:v>87.675613999999996</c:v>
                </c:pt>
                <c:pt idx="27">
                  <c:v>86.747871000000004</c:v>
                </c:pt>
                <c:pt idx="28">
                  <c:v>85.660014000000004</c:v>
                </c:pt>
                <c:pt idx="29">
                  <c:v>84.089581999999993</c:v>
                </c:pt>
                <c:pt idx="30">
                  <c:v>83.452369000000004</c:v>
                </c:pt>
                <c:pt idx="31">
                  <c:v>83.031316000000004</c:v>
                </c:pt>
                <c:pt idx="32">
                  <c:v>82.252290000000002</c:v>
                </c:pt>
                <c:pt idx="33">
                  <c:v>81.063010000000006</c:v>
                </c:pt>
                <c:pt idx="34">
                  <c:v>80.082182000000003</c:v>
                </c:pt>
                <c:pt idx="35">
                  <c:v>79.459468999999999</c:v>
                </c:pt>
                <c:pt idx="36">
                  <c:v>78.860990000000001</c:v>
                </c:pt>
                <c:pt idx="37">
                  <c:v>77.858616999999995</c:v>
                </c:pt>
                <c:pt idx="38">
                  <c:v>76.969453000000001</c:v>
                </c:pt>
                <c:pt idx="39">
                  <c:v>76.224120999999997</c:v>
                </c:pt>
                <c:pt idx="40">
                  <c:v>75.822830999999994</c:v>
                </c:pt>
                <c:pt idx="41">
                  <c:v>75.182749000000001</c:v>
                </c:pt>
                <c:pt idx="42">
                  <c:v>74.420562000000004</c:v>
                </c:pt>
                <c:pt idx="43">
                  <c:v>73.391915999999995</c:v>
                </c:pt>
                <c:pt idx="44">
                  <c:v>72.644425999999996</c:v>
                </c:pt>
                <c:pt idx="45">
                  <c:v>72.069028000000003</c:v>
                </c:pt>
                <c:pt idx="46">
                  <c:v>71.762370000000004</c:v>
                </c:pt>
                <c:pt idx="47">
                  <c:v>71.078460000000007</c:v>
                </c:pt>
                <c:pt idx="48">
                  <c:v>70.100945999999993</c:v>
                </c:pt>
                <c:pt idx="49">
                  <c:v>70.204865999999996</c:v>
                </c:pt>
                <c:pt idx="50">
                  <c:v>69.263093999999995</c:v>
                </c:pt>
                <c:pt idx="51">
                  <c:v>69.608855000000005</c:v>
                </c:pt>
                <c:pt idx="52">
                  <c:v>69.608855000000005</c:v>
                </c:pt>
                <c:pt idx="53">
                  <c:v>69.608855000000005</c:v>
                </c:pt>
                <c:pt idx="54">
                  <c:v>69.455286999999998</c:v>
                </c:pt>
                <c:pt idx="55">
                  <c:v>68.951413000000002</c:v>
                </c:pt>
                <c:pt idx="56">
                  <c:v>68.464389999999995</c:v>
                </c:pt>
                <c:pt idx="57">
                  <c:v>67.825834999999998</c:v>
                </c:pt>
                <c:pt idx="58">
                  <c:v>67.450196000000005</c:v>
                </c:pt>
                <c:pt idx="59">
                  <c:v>66.824130999999994</c:v>
                </c:pt>
                <c:pt idx="60">
                  <c:v>65.966774999999998</c:v>
                </c:pt>
                <c:pt idx="61">
                  <c:v>65.347335000000001</c:v>
                </c:pt>
                <c:pt idx="62">
                  <c:v>64.982962999999998</c:v>
                </c:pt>
                <c:pt idx="63">
                  <c:v>64.786011999999999</c:v>
                </c:pt>
                <c:pt idx="64">
                  <c:v>63.950099999999999</c:v>
                </c:pt>
                <c:pt idx="65">
                  <c:v>63.548772999999997</c:v>
                </c:pt>
                <c:pt idx="66">
                  <c:v>62.541617000000002</c:v>
                </c:pt>
                <c:pt idx="67">
                  <c:v>61.787832000000002</c:v>
                </c:pt>
                <c:pt idx="68">
                  <c:v>60.885863999999998</c:v>
                </c:pt>
                <c:pt idx="69">
                  <c:v>59.939604000000003</c:v>
                </c:pt>
                <c:pt idx="70">
                  <c:v>59.375452000000003</c:v>
                </c:pt>
                <c:pt idx="71">
                  <c:v>58.735353000000003</c:v>
                </c:pt>
                <c:pt idx="72">
                  <c:v>58.032029999999999</c:v>
                </c:pt>
                <c:pt idx="73">
                  <c:v>57.211485000000003</c:v>
                </c:pt>
                <c:pt idx="74">
                  <c:v>56.187626999999999</c:v>
                </c:pt>
                <c:pt idx="75">
                  <c:v>55.093404</c:v>
                </c:pt>
                <c:pt idx="76">
                  <c:v>54.308705000000003</c:v>
                </c:pt>
                <c:pt idx="77">
                  <c:v>53.554850999999999</c:v>
                </c:pt>
                <c:pt idx="78">
                  <c:v>52.980032000000001</c:v>
                </c:pt>
                <c:pt idx="79">
                  <c:v>52.980032000000001</c:v>
                </c:pt>
                <c:pt idx="80">
                  <c:v>51.795205000000003</c:v>
                </c:pt>
                <c:pt idx="81">
                  <c:v>51.417337000000003</c:v>
                </c:pt>
                <c:pt idx="82">
                  <c:v>50.221671000000001</c:v>
                </c:pt>
                <c:pt idx="83">
                  <c:v>48.668469000000002</c:v>
                </c:pt>
                <c:pt idx="84">
                  <c:v>47.639968000000003</c:v>
                </c:pt>
                <c:pt idx="85">
                  <c:v>46.777613000000002</c:v>
                </c:pt>
                <c:pt idx="86">
                  <c:v>45.502299000000001</c:v>
                </c:pt>
                <c:pt idx="87">
                  <c:v>44.459420999999999</c:v>
                </c:pt>
                <c:pt idx="88">
                  <c:v>43.862608999999999</c:v>
                </c:pt>
                <c:pt idx="89">
                  <c:v>43.287790000000001</c:v>
                </c:pt>
                <c:pt idx="90">
                  <c:v>44.348284999999997</c:v>
                </c:pt>
                <c:pt idx="91">
                  <c:v>46.239930999999999</c:v>
                </c:pt>
                <c:pt idx="92">
                  <c:v>52.098756999999999</c:v>
                </c:pt>
                <c:pt idx="93">
                  <c:v>58.906081999999998</c:v>
                </c:pt>
                <c:pt idx="94">
                  <c:v>65.713407000000004</c:v>
                </c:pt>
                <c:pt idx="95">
                  <c:v>67.590760000000003</c:v>
                </c:pt>
                <c:pt idx="96">
                  <c:v>69.859868000000006</c:v>
                </c:pt>
                <c:pt idx="97">
                  <c:v>74.032627000000005</c:v>
                </c:pt>
                <c:pt idx="98">
                  <c:v>77.730860000000007</c:v>
                </c:pt>
                <c:pt idx="99">
                  <c:v>77.730860000000007</c:v>
                </c:pt>
                <c:pt idx="100">
                  <c:v>77.730860000000007</c:v>
                </c:pt>
                <c:pt idx="101">
                  <c:v>80.461768000000006</c:v>
                </c:pt>
                <c:pt idx="102">
                  <c:v>80.923567000000006</c:v>
                </c:pt>
                <c:pt idx="103">
                  <c:v>82.730872000000005</c:v>
                </c:pt>
                <c:pt idx="104">
                  <c:v>83.192674999999994</c:v>
                </c:pt>
                <c:pt idx="105">
                  <c:v>85.461782999999997</c:v>
                </c:pt>
                <c:pt idx="106">
                  <c:v>85.461782999999997</c:v>
                </c:pt>
                <c:pt idx="107">
                  <c:v>85.461782999999997</c:v>
                </c:pt>
                <c:pt idx="108">
                  <c:v>85.839979</c:v>
                </c:pt>
                <c:pt idx="109">
                  <c:v>86.596340999999995</c:v>
                </c:pt>
                <c:pt idx="110">
                  <c:v>87.730891999999997</c:v>
                </c:pt>
                <c:pt idx="111">
                  <c:v>89.999983999999998</c:v>
                </c:pt>
                <c:pt idx="112">
                  <c:v>89.999983999999998</c:v>
                </c:pt>
                <c:pt idx="113">
                  <c:v>89.999983999999998</c:v>
                </c:pt>
                <c:pt idx="114">
                  <c:v>89.999983999999998</c:v>
                </c:pt>
                <c:pt idx="115">
                  <c:v>89.999983999999998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88.083554000000007</c:v>
                </c:pt>
                <c:pt idx="124">
                  <c:v>87.188522000000006</c:v>
                </c:pt>
                <c:pt idx="125">
                  <c:v>86.894459999999995</c:v>
                </c:pt>
                <c:pt idx="126">
                  <c:v>85.819243</c:v>
                </c:pt>
                <c:pt idx="127">
                  <c:v>84.382581000000002</c:v>
                </c:pt>
                <c:pt idx="128">
                  <c:v>83.118467999999993</c:v>
                </c:pt>
                <c:pt idx="129">
                  <c:v>82.887280000000004</c:v>
                </c:pt>
                <c:pt idx="130">
                  <c:v>81.885316000000003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79.682540000000003</c:v>
                </c:pt>
                <c:pt idx="134">
                  <c:v>79.279972000000001</c:v>
                </c:pt>
                <c:pt idx="135">
                  <c:v>78.713238000000004</c:v>
                </c:pt>
                <c:pt idx="136">
                  <c:v>77.632969000000003</c:v>
                </c:pt>
                <c:pt idx="137">
                  <c:v>77.092834999999994</c:v>
                </c:pt>
                <c:pt idx="138">
                  <c:v>77.056826000000001</c:v>
                </c:pt>
                <c:pt idx="139">
                  <c:v>77.020515000000003</c:v>
                </c:pt>
                <c:pt idx="140">
                  <c:v>76.023467999999994</c:v>
                </c:pt>
                <c:pt idx="141">
                  <c:v>75.198525000000004</c:v>
                </c:pt>
                <c:pt idx="142">
                  <c:v>74.147368999999998</c:v>
                </c:pt>
                <c:pt idx="143">
                  <c:v>73.367175000000003</c:v>
                </c:pt>
                <c:pt idx="144">
                  <c:v>72.412369999999996</c:v>
                </c:pt>
                <c:pt idx="145">
                  <c:v>72.217003000000005</c:v>
                </c:pt>
                <c:pt idx="146">
                  <c:v>72.022910999999993</c:v>
                </c:pt>
                <c:pt idx="147">
                  <c:v>71.440638000000007</c:v>
                </c:pt>
                <c:pt idx="148">
                  <c:v>71.137985999999998</c:v>
                </c:pt>
                <c:pt idx="149">
                  <c:v>70.551883000000004</c:v>
                </c:pt>
                <c:pt idx="150">
                  <c:v>70.161147</c:v>
                </c:pt>
                <c:pt idx="151">
                  <c:v>69.703226000000001</c:v>
                </c:pt>
                <c:pt idx="152">
                  <c:v>69.121831999999998</c:v>
                </c:pt>
                <c:pt idx="153">
                  <c:v>68.688897999999995</c:v>
                </c:pt>
                <c:pt idx="154">
                  <c:v>68.378821000000002</c:v>
                </c:pt>
                <c:pt idx="155">
                  <c:v>68.211871000000002</c:v>
                </c:pt>
                <c:pt idx="156">
                  <c:v>67.585806000000005</c:v>
                </c:pt>
                <c:pt idx="157">
                  <c:v>66.534243000000004</c:v>
                </c:pt>
                <c:pt idx="158">
                  <c:v>66.796762999999999</c:v>
                </c:pt>
                <c:pt idx="159">
                  <c:v>66.270447000000004</c:v>
                </c:pt>
                <c:pt idx="160">
                  <c:v>65.198824999999999</c:v>
                </c:pt>
                <c:pt idx="161">
                  <c:v>64.612720999999993</c:v>
                </c:pt>
                <c:pt idx="162">
                  <c:v>64.026617999999999</c:v>
                </c:pt>
                <c:pt idx="163">
                  <c:v>63.443579</c:v>
                </c:pt>
                <c:pt idx="164">
                  <c:v>62.861305000000002</c:v>
                </c:pt>
                <c:pt idx="165">
                  <c:v>62.279031000000003</c:v>
                </c:pt>
                <c:pt idx="166">
                  <c:v>61.968485000000001</c:v>
                </c:pt>
                <c:pt idx="167">
                  <c:v>61.617607999999997</c:v>
                </c:pt>
                <c:pt idx="168">
                  <c:v>61.091292000000003</c:v>
                </c:pt>
                <c:pt idx="169">
                  <c:v>60.564976000000001</c:v>
                </c:pt>
                <c:pt idx="170">
                  <c:v>59.600904999999997</c:v>
                </c:pt>
                <c:pt idx="171">
                  <c:v>58.972411000000001</c:v>
                </c:pt>
                <c:pt idx="172">
                  <c:v>57.732035000000003</c:v>
                </c:pt>
                <c:pt idx="173">
                  <c:v>56.710535</c:v>
                </c:pt>
                <c:pt idx="174">
                  <c:v>55.627383000000002</c:v>
                </c:pt>
                <c:pt idx="175">
                  <c:v>55.266480000000001</c:v>
                </c:pt>
                <c:pt idx="176">
                  <c:v>53.899695000000001</c:v>
                </c:pt>
                <c:pt idx="177">
                  <c:v>52.511138000000003</c:v>
                </c:pt>
                <c:pt idx="178">
                  <c:v>51.323081999999999</c:v>
                </c:pt>
                <c:pt idx="179">
                  <c:v>51.101599</c:v>
                </c:pt>
                <c:pt idx="180">
                  <c:v>50.437150000000003</c:v>
                </c:pt>
                <c:pt idx="181">
                  <c:v>49.833824999999997</c:v>
                </c:pt>
                <c:pt idx="182">
                  <c:v>52.927410999999999</c:v>
                </c:pt>
                <c:pt idx="183">
                  <c:v>53.208612000000002</c:v>
                </c:pt>
                <c:pt idx="184">
                  <c:v>57.418042</c:v>
                </c:pt>
                <c:pt idx="185">
                  <c:v>64.225367000000006</c:v>
                </c:pt>
                <c:pt idx="186">
                  <c:v>71.032691999999997</c:v>
                </c:pt>
                <c:pt idx="187">
                  <c:v>75.707082</c:v>
                </c:pt>
                <c:pt idx="188">
                  <c:v>79.110744999999994</c:v>
                </c:pt>
                <c:pt idx="189">
                  <c:v>79.110744999999994</c:v>
                </c:pt>
                <c:pt idx="190">
                  <c:v>79.110744999999994</c:v>
                </c:pt>
                <c:pt idx="191">
                  <c:v>79.110744999999994</c:v>
                </c:pt>
                <c:pt idx="192">
                  <c:v>79.110744999999994</c:v>
                </c:pt>
                <c:pt idx="193">
                  <c:v>79.110744999999994</c:v>
                </c:pt>
                <c:pt idx="194">
                  <c:v>79.692695000000001</c:v>
                </c:pt>
                <c:pt idx="195">
                  <c:v>79.692695000000001</c:v>
                </c:pt>
                <c:pt idx="196">
                  <c:v>79.999960999999999</c:v>
                </c:pt>
                <c:pt idx="197">
                  <c:v>79.999960999999999</c:v>
                </c:pt>
                <c:pt idx="198">
                  <c:v>79.999960999999999</c:v>
                </c:pt>
                <c:pt idx="199">
                  <c:v>81.134534000000002</c:v>
                </c:pt>
                <c:pt idx="200">
                  <c:v>81.134538000000006</c:v>
                </c:pt>
                <c:pt idx="201">
                  <c:v>83.558164000000005</c:v>
                </c:pt>
                <c:pt idx="202">
                  <c:v>83.558164000000005</c:v>
                </c:pt>
                <c:pt idx="203">
                  <c:v>84.230919</c:v>
                </c:pt>
                <c:pt idx="204">
                  <c:v>84.230919</c:v>
                </c:pt>
                <c:pt idx="205">
                  <c:v>85.365472999999994</c:v>
                </c:pt>
                <c:pt idx="206">
                  <c:v>86.961822999999995</c:v>
                </c:pt>
                <c:pt idx="207">
                  <c:v>87.730887999999993</c:v>
                </c:pt>
                <c:pt idx="208">
                  <c:v>88.865425999999999</c:v>
                </c:pt>
                <c:pt idx="209">
                  <c:v>88.865425999999999</c:v>
                </c:pt>
                <c:pt idx="210">
                  <c:v>89.999964000000006</c:v>
                </c:pt>
                <c:pt idx="211">
                  <c:v>89.999967999999996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88.405067000000003</c:v>
                </c:pt>
                <c:pt idx="220">
                  <c:v>87.188522000000006</c:v>
                </c:pt>
                <c:pt idx="221">
                  <c:v>86.053308000000001</c:v>
                </c:pt>
                <c:pt idx="222">
                  <c:v>84.784813999999997</c:v>
                </c:pt>
                <c:pt idx="223">
                  <c:v>83.880285000000001</c:v>
                </c:pt>
                <c:pt idx="224">
                  <c:v>83.031316000000004</c:v>
                </c:pt>
                <c:pt idx="225">
                  <c:v>82.246702999999997</c:v>
                </c:pt>
                <c:pt idx="226">
                  <c:v>81.774096999999998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79.462857999999997</c:v>
                </c:pt>
                <c:pt idx="230">
                  <c:v>79.057575</c:v>
                </c:pt>
                <c:pt idx="231">
                  <c:v>78.095112</c:v>
                </c:pt>
                <c:pt idx="232">
                  <c:v>77.554976999999994</c:v>
                </c:pt>
                <c:pt idx="233">
                  <c:v>77.531835999999998</c:v>
                </c:pt>
                <c:pt idx="234">
                  <c:v>76.381923999999998</c:v>
                </c:pt>
                <c:pt idx="235">
                  <c:v>76.399383999999998</c:v>
                </c:pt>
                <c:pt idx="236">
                  <c:v>75.906463000000002</c:v>
                </c:pt>
                <c:pt idx="237">
                  <c:v>75.077691000000002</c:v>
                </c:pt>
                <c:pt idx="238">
                  <c:v>74.022705999999999</c:v>
                </c:pt>
                <c:pt idx="239">
                  <c:v>72.850498999999999</c:v>
                </c:pt>
                <c:pt idx="240">
                  <c:v>72.264396000000005</c:v>
                </c:pt>
                <c:pt idx="241">
                  <c:v>72.069028000000003</c:v>
                </c:pt>
                <c:pt idx="242">
                  <c:v>71.651206000000002</c:v>
                </c:pt>
                <c:pt idx="243">
                  <c:v>71.263610999999997</c:v>
                </c:pt>
                <c:pt idx="244">
                  <c:v>71.233384999999998</c:v>
                </c:pt>
                <c:pt idx="245">
                  <c:v>70.838926000000001</c:v>
                </c:pt>
                <c:pt idx="246">
                  <c:v>70.262821000000002</c:v>
                </c:pt>
                <c:pt idx="247">
                  <c:v>69.531451000000004</c:v>
                </c:pt>
                <c:pt idx="248">
                  <c:v>68.975342999999995</c:v>
                </c:pt>
                <c:pt idx="249">
                  <c:v>68.419235</c:v>
                </c:pt>
                <c:pt idx="250">
                  <c:v>68.225421999999995</c:v>
                </c:pt>
                <c:pt idx="251">
                  <c:v>67.605981999999997</c:v>
                </c:pt>
                <c:pt idx="252">
                  <c:v>66.986542</c:v>
                </c:pt>
                <c:pt idx="253">
                  <c:v>66.367102000000003</c:v>
                </c:pt>
                <c:pt idx="254">
                  <c:v>66.191663000000005</c:v>
                </c:pt>
                <c:pt idx="255">
                  <c:v>65.665346999999997</c:v>
                </c:pt>
                <c:pt idx="256">
                  <c:v>65.139031000000003</c:v>
                </c:pt>
                <c:pt idx="257">
                  <c:v>64.612714999999994</c:v>
                </c:pt>
                <c:pt idx="258">
                  <c:v>64.402187999999995</c:v>
                </c:pt>
                <c:pt idx="259">
                  <c:v>63.936368999999999</c:v>
                </c:pt>
                <c:pt idx="260">
                  <c:v>63.383330000000001</c:v>
                </c:pt>
                <c:pt idx="261">
                  <c:v>62.797226999999999</c:v>
                </c:pt>
                <c:pt idx="262">
                  <c:v>62.461275999999998</c:v>
                </c:pt>
                <c:pt idx="263">
                  <c:v>62.110398000000004</c:v>
                </c:pt>
                <c:pt idx="264">
                  <c:v>61.584082000000002</c:v>
                </c:pt>
                <c:pt idx="265">
                  <c:v>61.057766000000001</c:v>
                </c:pt>
                <c:pt idx="266">
                  <c:v>60.53145</c:v>
                </c:pt>
                <c:pt idx="267">
                  <c:v>60.450150000000001</c:v>
                </c:pt>
                <c:pt idx="268">
                  <c:v>60.003888000000003</c:v>
                </c:pt>
                <c:pt idx="269">
                  <c:v>59.315215999999999</c:v>
                </c:pt>
                <c:pt idx="270">
                  <c:v>58.626545</c:v>
                </c:pt>
                <c:pt idx="271">
                  <c:v>58.396988</c:v>
                </c:pt>
                <c:pt idx="272">
                  <c:v>57.747990999999999</c:v>
                </c:pt>
                <c:pt idx="273">
                  <c:v>57.739545999999997</c:v>
                </c:pt>
                <c:pt idx="274">
                  <c:v>56.952492999999997</c:v>
                </c:pt>
                <c:pt idx="275">
                  <c:v>56.590536999999998</c:v>
                </c:pt>
                <c:pt idx="276">
                  <c:v>56.590536999999998</c:v>
                </c:pt>
                <c:pt idx="277">
                  <c:v>56.536529999999999</c:v>
                </c:pt>
                <c:pt idx="278">
                  <c:v>57.200656000000002</c:v>
                </c:pt>
                <c:pt idx="279">
                  <c:v>59.948442999999997</c:v>
                </c:pt>
                <c:pt idx="280">
                  <c:v>62.69623</c:v>
                </c:pt>
                <c:pt idx="281">
                  <c:v>66.012441999999993</c:v>
                </c:pt>
                <c:pt idx="282">
                  <c:v>67.297577000000004</c:v>
                </c:pt>
                <c:pt idx="283">
                  <c:v>66.405975999999995</c:v>
                </c:pt>
                <c:pt idx="284">
                  <c:v>65.669284000000005</c:v>
                </c:pt>
                <c:pt idx="285">
                  <c:v>66.594830999999999</c:v>
                </c:pt>
                <c:pt idx="286">
                  <c:v>66.124564000000007</c:v>
                </c:pt>
                <c:pt idx="287">
                  <c:v>67.007653000000005</c:v>
                </c:pt>
                <c:pt idx="288">
                  <c:v>68.618548000000004</c:v>
                </c:pt>
                <c:pt idx="289">
                  <c:v>69.370093999999995</c:v>
                </c:pt>
                <c:pt idx="290">
                  <c:v>71.414061000000004</c:v>
                </c:pt>
                <c:pt idx="291">
                  <c:v>76.815909000000005</c:v>
                </c:pt>
                <c:pt idx="292">
                  <c:v>77.505227000000005</c:v>
                </c:pt>
                <c:pt idx="293">
                  <c:v>78.192655000000002</c:v>
                </c:pt>
                <c:pt idx="294">
                  <c:v>78.192655000000002</c:v>
                </c:pt>
                <c:pt idx="295">
                  <c:v>79.788993000000005</c:v>
                </c:pt>
                <c:pt idx="296">
                  <c:v>81.457063000000005</c:v>
                </c:pt>
                <c:pt idx="297">
                  <c:v>81.457063000000005</c:v>
                </c:pt>
                <c:pt idx="298">
                  <c:v>83.142994999999999</c:v>
                </c:pt>
                <c:pt idx="299">
                  <c:v>83.142994999999999</c:v>
                </c:pt>
                <c:pt idx="300">
                  <c:v>83.142994999999999</c:v>
                </c:pt>
                <c:pt idx="301">
                  <c:v>85.461752000000004</c:v>
                </c:pt>
                <c:pt idx="302">
                  <c:v>87.269088999999994</c:v>
                </c:pt>
                <c:pt idx="303">
                  <c:v>87.730891999999997</c:v>
                </c:pt>
                <c:pt idx="304">
                  <c:v>87.730896000000001</c:v>
                </c:pt>
                <c:pt idx="305">
                  <c:v>87.730896000000001</c:v>
                </c:pt>
                <c:pt idx="306">
                  <c:v>88.765752000000006</c:v>
                </c:pt>
                <c:pt idx="307">
                  <c:v>89.999983999999998</c:v>
                </c:pt>
                <c:pt idx="308">
                  <c:v>89.999983999999998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88.083554000000007</c:v>
                </c:pt>
                <c:pt idx="316">
                  <c:v>87.188522000000006</c:v>
                </c:pt>
                <c:pt idx="317">
                  <c:v>86.591341</c:v>
                </c:pt>
                <c:pt idx="318">
                  <c:v>85.409522999999993</c:v>
                </c:pt>
                <c:pt idx="319">
                  <c:v>84.256399999999999</c:v>
                </c:pt>
                <c:pt idx="320">
                  <c:v>83.031316000000004</c:v>
                </c:pt>
                <c:pt idx="321">
                  <c:v>82.887280000000004</c:v>
                </c:pt>
                <c:pt idx="322">
                  <c:v>81.834663000000006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79.913909000000004</c:v>
                </c:pt>
                <c:pt idx="326">
                  <c:v>79.057833000000002</c:v>
                </c:pt>
                <c:pt idx="327">
                  <c:v>78.095112</c:v>
                </c:pt>
                <c:pt idx="328">
                  <c:v>77.554976999999994</c:v>
                </c:pt>
                <c:pt idx="329">
                  <c:v>77.092834999999994</c:v>
                </c:pt>
                <c:pt idx="330">
                  <c:v>76.888853999999995</c:v>
                </c:pt>
                <c:pt idx="331">
                  <c:v>76.517560000000003</c:v>
                </c:pt>
                <c:pt idx="332">
                  <c:v>76.145973999999995</c:v>
                </c:pt>
                <c:pt idx="333">
                  <c:v>75.559870000000004</c:v>
                </c:pt>
                <c:pt idx="334">
                  <c:v>74.965964999999997</c:v>
                </c:pt>
                <c:pt idx="335">
                  <c:v>74.110176999999993</c:v>
                </c:pt>
                <c:pt idx="336">
                  <c:v>73.167976999999993</c:v>
                </c:pt>
                <c:pt idx="337">
                  <c:v>72.585704000000007</c:v>
                </c:pt>
                <c:pt idx="338">
                  <c:v>72.585704000000007</c:v>
                </c:pt>
                <c:pt idx="339">
                  <c:v>72.585704000000007</c:v>
                </c:pt>
                <c:pt idx="340">
                  <c:v>72.585704000000007</c:v>
                </c:pt>
                <c:pt idx="341">
                  <c:v>72.585704000000007</c:v>
                </c:pt>
                <c:pt idx="342">
                  <c:v>72.004311000000001</c:v>
                </c:pt>
                <c:pt idx="343">
                  <c:v>71.03613</c:v>
                </c:pt>
                <c:pt idx="344">
                  <c:v>69.828671999999997</c:v>
                </c:pt>
                <c:pt idx="345">
                  <c:v>69.503704999999997</c:v>
                </c:pt>
                <c:pt idx="346">
                  <c:v>69.128067000000001</c:v>
                </c:pt>
                <c:pt idx="347">
                  <c:v>68.502002000000005</c:v>
                </c:pt>
                <c:pt idx="348">
                  <c:v>67.875936999999993</c:v>
                </c:pt>
                <c:pt idx="349">
                  <c:v>67.667248999999998</c:v>
                </c:pt>
                <c:pt idx="350">
                  <c:v>67.667248999999998</c:v>
                </c:pt>
                <c:pt idx="351">
                  <c:v>67.667248999999998</c:v>
                </c:pt>
                <c:pt idx="352">
                  <c:v>67.660718000000003</c:v>
                </c:pt>
                <c:pt idx="353">
                  <c:v>67.134401999999994</c:v>
                </c:pt>
                <c:pt idx="354">
                  <c:v>66.923874999999995</c:v>
                </c:pt>
                <c:pt idx="355">
                  <c:v>66.458055999999999</c:v>
                </c:pt>
                <c:pt idx="356">
                  <c:v>65.875782999999998</c:v>
                </c:pt>
                <c:pt idx="357">
                  <c:v>65.293509</c:v>
                </c:pt>
                <c:pt idx="358">
                  <c:v>64.982962999999998</c:v>
                </c:pt>
                <c:pt idx="359">
                  <c:v>64.632086000000001</c:v>
                </c:pt>
                <c:pt idx="360">
                  <c:v>64.105768999999995</c:v>
                </c:pt>
                <c:pt idx="361">
                  <c:v>63.579453000000001</c:v>
                </c:pt>
                <c:pt idx="362">
                  <c:v>63.053137</c:v>
                </c:pt>
                <c:pt idx="363">
                  <c:v>63.018048999999998</c:v>
                </c:pt>
                <c:pt idx="364">
                  <c:v>63.018048999999998</c:v>
                </c:pt>
                <c:pt idx="365">
                  <c:v>63.018048999999998</c:v>
                </c:pt>
                <c:pt idx="366">
                  <c:v>62.702981999999999</c:v>
                </c:pt>
                <c:pt idx="367">
                  <c:v>61.824835</c:v>
                </c:pt>
                <c:pt idx="368">
                  <c:v>60.720390999999999</c:v>
                </c:pt>
                <c:pt idx="369">
                  <c:v>59.422682000000002</c:v>
                </c:pt>
                <c:pt idx="370">
                  <c:v>58.502848999999998</c:v>
                </c:pt>
                <c:pt idx="371">
                  <c:v>57.265300000000003</c:v>
                </c:pt>
                <c:pt idx="372">
                  <c:v>56.388914</c:v>
                </c:pt>
                <c:pt idx="373">
                  <c:v>54.987825000000001</c:v>
                </c:pt>
                <c:pt idx="374">
                  <c:v>54.037030000000001</c:v>
                </c:pt>
                <c:pt idx="375">
                  <c:v>53.828021999999997</c:v>
                </c:pt>
                <c:pt idx="376">
                  <c:v>53.357756000000002</c:v>
                </c:pt>
                <c:pt idx="377">
                  <c:v>51.534635000000002</c:v>
                </c:pt>
                <c:pt idx="378">
                  <c:v>51.534635000000002</c:v>
                </c:pt>
                <c:pt idx="379">
                  <c:v>51.534635000000002</c:v>
                </c:pt>
                <c:pt idx="380">
                  <c:v>52.208053999999997</c:v>
                </c:pt>
                <c:pt idx="381">
                  <c:v>54.477162</c:v>
                </c:pt>
                <c:pt idx="382">
                  <c:v>57.880825000000002</c:v>
                </c:pt>
                <c:pt idx="383">
                  <c:v>58.461728999999998</c:v>
                </c:pt>
                <c:pt idx="384">
                  <c:v>58.804873999999998</c:v>
                </c:pt>
                <c:pt idx="385">
                  <c:v>62.777889999999999</c:v>
                </c:pt>
                <c:pt idx="386">
                  <c:v>65.859558000000007</c:v>
                </c:pt>
                <c:pt idx="387">
                  <c:v>66.978412000000006</c:v>
                </c:pt>
                <c:pt idx="388">
                  <c:v>66.978412000000006</c:v>
                </c:pt>
                <c:pt idx="389">
                  <c:v>68.112966999999998</c:v>
                </c:pt>
                <c:pt idx="390">
                  <c:v>68.112966999999998</c:v>
                </c:pt>
                <c:pt idx="391">
                  <c:v>68.112966999999998</c:v>
                </c:pt>
                <c:pt idx="392">
                  <c:v>71.516628999999995</c:v>
                </c:pt>
                <c:pt idx="393">
                  <c:v>72.651183000000003</c:v>
                </c:pt>
                <c:pt idx="394">
                  <c:v>72.651183000000003</c:v>
                </c:pt>
                <c:pt idx="395">
                  <c:v>74.327202</c:v>
                </c:pt>
                <c:pt idx="396">
                  <c:v>74.327202</c:v>
                </c:pt>
                <c:pt idx="397">
                  <c:v>77.205389999999994</c:v>
                </c:pt>
                <c:pt idx="398">
                  <c:v>79.999983999999998</c:v>
                </c:pt>
                <c:pt idx="399">
                  <c:v>80</c:v>
                </c:pt>
                <c:pt idx="400">
                  <c:v>80</c:v>
                </c:pt>
                <c:pt idx="401">
                  <c:v>80.461782999999997</c:v>
                </c:pt>
                <c:pt idx="402">
                  <c:v>84.327229000000003</c:v>
                </c:pt>
                <c:pt idx="403">
                  <c:v>87.730887999999993</c:v>
                </c:pt>
                <c:pt idx="404">
                  <c:v>87.730891999999997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86.591341</c:v>
                </c:pt>
                <c:pt idx="414">
                  <c:v>85.295745999999994</c:v>
                </c:pt>
                <c:pt idx="415">
                  <c:v>84.081136999999998</c:v>
                </c:pt>
                <c:pt idx="416">
                  <c:v>83.118467999999993</c:v>
                </c:pt>
                <c:pt idx="417">
                  <c:v>82.478713999999997</c:v>
                </c:pt>
                <c:pt idx="418">
                  <c:v>81.814913000000004</c:v>
                </c:pt>
                <c:pt idx="419">
                  <c:v>81.171577999999997</c:v>
                </c:pt>
                <c:pt idx="420">
                  <c:v>80.042518000000001</c:v>
                </c:pt>
                <c:pt idx="421">
                  <c:v>79.682540000000003</c:v>
                </c:pt>
                <c:pt idx="422">
                  <c:v>79.057575</c:v>
                </c:pt>
                <c:pt idx="423">
                  <c:v>78.095112</c:v>
                </c:pt>
                <c:pt idx="424">
                  <c:v>77.329612999999995</c:v>
                </c:pt>
                <c:pt idx="425">
                  <c:v>76.651708999999997</c:v>
                </c:pt>
                <c:pt idx="426">
                  <c:v>75.933874000000003</c:v>
                </c:pt>
                <c:pt idx="427">
                  <c:v>75.155061000000003</c:v>
                </c:pt>
                <c:pt idx="428">
                  <c:v>74.099311999999998</c:v>
                </c:pt>
                <c:pt idx="429">
                  <c:v>72.994547999999995</c:v>
                </c:pt>
                <c:pt idx="430">
                  <c:v>72.180192000000005</c:v>
                </c:pt>
                <c:pt idx="431">
                  <c:v>72.180192000000005</c:v>
                </c:pt>
                <c:pt idx="432">
                  <c:v>71.842850999999996</c:v>
                </c:pt>
                <c:pt idx="433">
                  <c:v>71.620396999999997</c:v>
                </c:pt>
                <c:pt idx="434">
                  <c:v>71.034294000000003</c:v>
                </c:pt>
                <c:pt idx="435">
                  <c:v>70.448189999999997</c:v>
                </c:pt>
                <c:pt idx="436">
                  <c:v>69.892083</c:v>
                </c:pt>
                <c:pt idx="437">
                  <c:v>69.335975000000005</c:v>
                </c:pt>
                <c:pt idx="438">
                  <c:v>68.45487</c:v>
                </c:pt>
                <c:pt idx="439">
                  <c:v>67.842766999999995</c:v>
                </c:pt>
                <c:pt idx="440">
                  <c:v>67.330282999999994</c:v>
                </c:pt>
                <c:pt idx="441">
                  <c:v>66.560768999999993</c:v>
                </c:pt>
                <c:pt idx="442">
                  <c:v>65.559065000000004</c:v>
                </c:pt>
                <c:pt idx="443">
                  <c:v>64.614261999999997</c:v>
                </c:pt>
                <c:pt idx="444">
                  <c:v>64.090096000000003</c:v>
                </c:pt>
                <c:pt idx="445">
                  <c:v>62.889263</c:v>
                </c:pt>
                <c:pt idx="446">
                  <c:v>62.269165999999998</c:v>
                </c:pt>
                <c:pt idx="447">
                  <c:v>61.90437</c:v>
                </c:pt>
                <c:pt idx="448">
                  <c:v>61.319887000000001</c:v>
                </c:pt>
                <c:pt idx="449">
                  <c:v>60.421031999999997</c:v>
                </c:pt>
                <c:pt idx="450">
                  <c:v>59.494312000000001</c:v>
                </c:pt>
                <c:pt idx="451">
                  <c:v>59.020077999999998</c:v>
                </c:pt>
                <c:pt idx="452">
                  <c:v>59.020077999999998</c:v>
                </c:pt>
                <c:pt idx="453">
                  <c:v>58.551195</c:v>
                </c:pt>
                <c:pt idx="454">
                  <c:v>58.386637</c:v>
                </c:pt>
                <c:pt idx="455">
                  <c:v>57.886991999999999</c:v>
                </c:pt>
                <c:pt idx="456">
                  <c:v>57.360675000000001</c:v>
                </c:pt>
                <c:pt idx="457">
                  <c:v>56.974710000000002</c:v>
                </c:pt>
                <c:pt idx="458">
                  <c:v>56.749023000000001</c:v>
                </c:pt>
                <c:pt idx="459">
                  <c:v>56.071959999999997</c:v>
                </c:pt>
                <c:pt idx="460">
                  <c:v>55.157392999999999</c:v>
                </c:pt>
                <c:pt idx="461">
                  <c:v>54.202530000000003</c:v>
                </c:pt>
                <c:pt idx="462">
                  <c:v>53.155324999999998</c:v>
                </c:pt>
                <c:pt idx="463">
                  <c:v>52.153095999999998</c:v>
                </c:pt>
                <c:pt idx="464">
                  <c:v>51.461644</c:v>
                </c:pt>
                <c:pt idx="465">
                  <c:v>50.159022999999998</c:v>
                </c:pt>
                <c:pt idx="466">
                  <c:v>48.963355999999997</c:v>
                </c:pt>
                <c:pt idx="467">
                  <c:v>48.463039000000002</c:v>
                </c:pt>
                <c:pt idx="468">
                  <c:v>47.798589999999997</c:v>
                </c:pt>
                <c:pt idx="469">
                  <c:v>46.478265</c:v>
                </c:pt>
                <c:pt idx="470">
                  <c:v>45.512312999999999</c:v>
                </c:pt>
                <c:pt idx="471">
                  <c:v>44.987611999999999</c:v>
                </c:pt>
                <c:pt idx="472">
                  <c:v>44.567850999999997</c:v>
                </c:pt>
                <c:pt idx="473">
                  <c:v>43.205978999999999</c:v>
                </c:pt>
                <c:pt idx="474">
                  <c:v>42.324871999999999</c:v>
                </c:pt>
                <c:pt idx="475">
                  <c:v>42.324871999999999</c:v>
                </c:pt>
                <c:pt idx="476">
                  <c:v>43.459426000000001</c:v>
                </c:pt>
                <c:pt idx="477">
                  <c:v>43.843057999999999</c:v>
                </c:pt>
                <c:pt idx="478">
                  <c:v>48.298811000000001</c:v>
                </c:pt>
                <c:pt idx="479">
                  <c:v>48.298811000000001</c:v>
                </c:pt>
                <c:pt idx="480">
                  <c:v>49.395733</c:v>
                </c:pt>
                <c:pt idx="481">
                  <c:v>50.539192999999997</c:v>
                </c:pt>
                <c:pt idx="482">
                  <c:v>52.148347000000001</c:v>
                </c:pt>
                <c:pt idx="483">
                  <c:v>58.955672</c:v>
                </c:pt>
                <c:pt idx="484">
                  <c:v>64.628443000000004</c:v>
                </c:pt>
                <c:pt idx="485">
                  <c:v>66.897551000000007</c:v>
                </c:pt>
                <c:pt idx="486">
                  <c:v>67.935762999999994</c:v>
                </c:pt>
                <c:pt idx="487">
                  <c:v>69.481675999999993</c:v>
                </c:pt>
                <c:pt idx="488">
                  <c:v>72.981679999999997</c:v>
                </c:pt>
                <c:pt idx="489">
                  <c:v>72.981679999999997</c:v>
                </c:pt>
                <c:pt idx="490">
                  <c:v>72.981679999999997</c:v>
                </c:pt>
                <c:pt idx="491">
                  <c:v>72.981679999999997</c:v>
                </c:pt>
                <c:pt idx="492">
                  <c:v>74.019891999999999</c:v>
                </c:pt>
                <c:pt idx="493">
                  <c:v>76.455669</c:v>
                </c:pt>
                <c:pt idx="494">
                  <c:v>79.327209999999994</c:v>
                </c:pt>
                <c:pt idx="495">
                  <c:v>81.596317999999997</c:v>
                </c:pt>
                <c:pt idx="496">
                  <c:v>84.821342999999999</c:v>
                </c:pt>
                <c:pt idx="497">
                  <c:v>86.417680000000004</c:v>
                </c:pt>
                <c:pt idx="498">
                  <c:v>86.417680000000004</c:v>
                </c:pt>
                <c:pt idx="499">
                  <c:v>88.403631000000004</c:v>
                </c:pt>
                <c:pt idx="500">
                  <c:v>89.999983999999998</c:v>
                </c:pt>
                <c:pt idx="501">
                  <c:v>89.999983999999998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89.329661000000002</c:v>
                </c:pt>
                <c:pt idx="509">
                  <c:v>88.019114000000002</c:v>
                </c:pt>
                <c:pt idx="510">
                  <c:v>87.551590000000004</c:v>
                </c:pt>
                <c:pt idx="511">
                  <c:v>87.188522000000006</c:v>
                </c:pt>
                <c:pt idx="512">
                  <c:v>87.106891000000005</c:v>
                </c:pt>
                <c:pt idx="513">
                  <c:v>86.678955000000002</c:v>
                </c:pt>
                <c:pt idx="514">
                  <c:v>85.846631000000002</c:v>
                </c:pt>
                <c:pt idx="515">
                  <c:v>84.614326000000005</c:v>
                </c:pt>
                <c:pt idx="516">
                  <c:v>84.241744999999995</c:v>
                </c:pt>
                <c:pt idx="517">
                  <c:v>83.751869999999997</c:v>
                </c:pt>
                <c:pt idx="518">
                  <c:v>83.131716999999995</c:v>
                </c:pt>
                <c:pt idx="519">
                  <c:v>82.511565000000004</c:v>
                </c:pt>
                <c:pt idx="520">
                  <c:v>82.100345000000004</c:v>
                </c:pt>
                <c:pt idx="521">
                  <c:v>81.549408</c:v>
                </c:pt>
                <c:pt idx="522">
                  <c:v>81.227891</c:v>
                </c:pt>
                <c:pt idx="523">
                  <c:v>80.823870999999997</c:v>
                </c:pt>
                <c:pt idx="524">
                  <c:v>80.272932999999995</c:v>
                </c:pt>
                <c:pt idx="525">
                  <c:v>79.721996000000004</c:v>
                </c:pt>
                <c:pt idx="526">
                  <c:v>79.391434000000004</c:v>
                </c:pt>
                <c:pt idx="527">
                  <c:v>79.391434000000004</c:v>
                </c:pt>
                <c:pt idx="528">
                  <c:v>78.658880999999994</c:v>
                </c:pt>
                <c:pt idx="529">
                  <c:v>77.487791000000001</c:v>
                </c:pt>
                <c:pt idx="530">
                  <c:v>76.897535000000005</c:v>
                </c:pt>
                <c:pt idx="531">
                  <c:v>76.656487999999996</c:v>
                </c:pt>
                <c:pt idx="532">
                  <c:v>76.399383999999998</c:v>
                </c:pt>
                <c:pt idx="533">
                  <c:v>76.083584999999999</c:v>
                </c:pt>
                <c:pt idx="534">
                  <c:v>75.502191999999994</c:v>
                </c:pt>
                <c:pt idx="535">
                  <c:v>74.559597999999994</c:v>
                </c:pt>
                <c:pt idx="536">
                  <c:v>73.665548000000001</c:v>
                </c:pt>
                <c:pt idx="537">
                  <c:v>72.959573000000006</c:v>
                </c:pt>
                <c:pt idx="538">
                  <c:v>72.702468999999994</c:v>
                </c:pt>
                <c:pt idx="539">
                  <c:v>72.137752000000006</c:v>
                </c:pt>
                <c:pt idx="540">
                  <c:v>71.070020999999997</c:v>
                </c:pt>
                <c:pt idx="541">
                  <c:v>70.296122999999994</c:v>
                </c:pt>
                <c:pt idx="542">
                  <c:v>69.710423000000006</c:v>
                </c:pt>
                <c:pt idx="543">
                  <c:v>68.918006000000005</c:v>
                </c:pt>
                <c:pt idx="544">
                  <c:v>68.401212000000001</c:v>
                </c:pt>
                <c:pt idx="545">
                  <c:v>67.884417999999997</c:v>
                </c:pt>
                <c:pt idx="546">
                  <c:v>67.262096</c:v>
                </c:pt>
                <c:pt idx="547">
                  <c:v>66.603742999999994</c:v>
                </c:pt>
                <c:pt idx="548">
                  <c:v>65.564239999999998</c:v>
                </c:pt>
                <c:pt idx="549">
                  <c:v>64.628686000000002</c:v>
                </c:pt>
                <c:pt idx="550">
                  <c:v>64.108934000000005</c:v>
                </c:pt>
                <c:pt idx="551">
                  <c:v>63.591351000000003</c:v>
                </c:pt>
                <c:pt idx="552">
                  <c:v>62.971198999999999</c:v>
                </c:pt>
                <c:pt idx="553">
                  <c:v>61.937610999999997</c:v>
                </c:pt>
                <c:pt idx="554">
                  <c:v>60.972929000000001</c:v>
                </c:pt>
                <c:pt idx="555">
                  <c:v>60.296442999999996</c:v>
                </c:pt>
                <c:pt idx="556">
                  <c:v>59.490881000000002</c:v>
                </c:pt>
                <c:pt idx="557">
                  <c:v>58.892035999999997</c:v>
                </c:pt>
                <c:pt idx="558">
                  <c:v>58.412961000000003</c:v>
                </c:pt>
                <c:pt idx="559">
                  <c:v>57.830669</c:v>
                </c:pt>
                <c:pt idx="560">
                  <c:v>56.704016000000003</c:v>
                </c:pt>
                <c:pt idx="561">
                  <c:v>55.501572000000003</c:v>
                </c:pt>
                <c:pt idx="562">
                  <c:v>54.881419999999999</c:v>
                </c:pt>
                <c:pt idx="563">
                  <c:v>54.361673000000003</c:v>
                </c:pt>
                <c:pt idx="564">
                  <c:v>53.697223000000001</c:v>
                </c:pt>
                <c:pt idx="565">
                  <c:v>53.463796000000002</c:v>
                </c:pt>
                <c:pt idx="566">
                  <c:v>53.173340000000003</c:v>
                </c:pt>
                <c:pt idx="567">
                  <c:v>53.173340000000003</c:v>
                </c:pt>
                <c:pt idx="568">
                  <c:v>53.028357</c:v>
                </c:pt>
                <c:pt idx="569">
                  <c:v>52.667003000000001</c:v>
                </c:pt>
                <c:pt idx="570">
                  <c:v>51.999460999999997</c:v>
                </c:pt>
                <c:pt idx="571">
                  <c:v>51.999460999999997</c:v>
                </c:pt>
                <c:pt idx="572">
                  <c:v>51.501309999999997</c:v>
                </c:pt>
                <c:pt idx="573">
                  <c:v>52.230176</c:v>
                </c:pt>
                <c:pt idx="574">
                  <c:v>52.230176</c:v>
                </c:pt>
                <c:pt idx="575">
                  <c:v>53.134016000000003</c:v>
                </c:pt>
                <c:pt idx="576">
                  <c:v>53.134016000000003</c:v>
                </c:pt>
                <c:pt idx="577">
                  <c:v>53.770417999999999</c:v>
                </c:pt>
                <c:pt idx="578">
                  <c:v>58.164000999999999</c:v>
                </c:pt>
                <c:pt idx="579">
                  <c:v>61.524380000000001</c:v>
                </c:pt>
                <c:pt idx="580">
                  <c:v>67.197151000000005</c:v>
                </c:pt>
                <c:pt idx="581">
                  <c:v>68.428036000000006</c:v>
                </c:pt>
                <c:pt idx="582">
                  <c:v>72.519889000000006</c:v>
                </c:pt>
                <c:pt idx="583">
                  <c:v>73.654427999999996</c:v>
                </c:pt>
                <c:pt idx="584">
                  <c:v>74.116223000000005</c:v>
                </c:pt>
                <c:pt idx="585">
                  <c:v>74.272560999999996</c:v>
                </c:pt>
                <c:pt idx="586">
                  <c:v>75.461764000000002</c:v>
                </c:pt>
                <c:pt idx="587">
                  <c:v>79.999956999999995</c:v>
                </c:pt>
                <c:pt idx="588">
                  <c:v>79.999956999999995</c:v>
                </c:pt>
                <c:pt idx="589">
                  <c:v>82.269069000000002</c:v>
                </c:pt>
                <c:pt idx="590">
                  <c:v>83.192674999999994</c:v>
                </c:pt>
                <c:pt idx="591">
                  <c:v>83.192674999999994</c:v>
                </c:pt>
                <c:pt idx="592">
                  <c:v>83.192674999999994</c:v>
                </c:pt>
                <c:pt idx="593">
                  <c:v>84.327229000000003</c:v>
                </c:pt>
                <c:pt idx="594">
                  <c:v>85</c:v>
                </c:pt>
                <c:pt idx="595">
                  <c:v>86.596338000000003</c:v>
                </c:pt>
                <c:pt idx="596">
                  <c:v>87.269112000000007</c:v>
                </c:pt>
                <c:pt idx="597">
                  <c:v>89.538217000000003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88.957329000000001</c:v>
                </c:pt>
                <c:pt idx="611">
                  <c:v>88.957329000000001</c:v>
                </c:pt>
                <c:pt idx="612">
                  <c:v>88.957329000000001</c:v>
                </c:pt>
                <c:pt idx="613">
                  <c:v>87.971292000000005</c:v>
                </c:pt>
                <c:pt idx="614">
                  <c:v>87.551590000000004</c:v>
                </c:pt>
                <c:pt idx="615">
                  <c:v>87.551590000000004</c:v>
                </c:pt>
                <c:pt idx="616">
                  <c:v>87.055077999999995</c:v>
                </c:pt>
                <c:pt idx="617">
                  <c:v>86.378015000000005</c:v>
                </c:pt>
                <c:pt idx="618">
                  <c:v>85.108810000000005</c:v>
                </c:pt>
                <c:pt idx="619">
                  <c:v>84.371565000000004</c:v>
                </c:pt>
                <c:pt idx="620">
                  <c:v>83.807655999999994</c:v>
                </c:pt>
                <c:pt idx="621">
                  <c:v>83.111750000000001</c:v>
                </c:pt>
                <c:pt idx="622">
                  <c:v>81.975606999999997</c:v>
                </c:pt>
                <c:pt idx="623">
                  <c:v>80.835724999999996</c:v>
                </c:pt>
                <c:pt idx="624">
                  <c:v>80.221688999999998</c:v>
                </c:pt>
                <c:pt idx="625">
                  <c:v>80.139818000000005</c:v>
                </c:pt>
                <c:pt idx="626">
                  <c:v>79.557543999999993</c:v>
                </c:pt>
                <c:pt idx="627">
                  <c:v>78.664725000000004</c:v>
                </c:pt>
                <c:pt idx="628">
                  <c:v>77.500176999999994</c:v>
                </c:pt>
                <c:pt idx="629">
                  <c:v>76.723811999999995</c:v>
                </c:pt>
                <c:pt idx="630">
                  <c:v>76.094251</c:v>
                </c:pt>
                <c:pt idx="631">
                  <c:v>75.480215000000001</c:v>
                </c:pt>
                <c:pt idx="632">
                  <c:v>74.705059000000006</c:v>
                </c:pt>
                <c:pt idx="633">
                  <c:v>73.504920999999996</c:v>
                </c:pt>
                <c:pt idx="634">
                  <c:v>72.573779999999999</c:v>
                </c:pt>
                <c:pt idx="635">
                  <c:v>72.328165999999996</c:v>
                </c:pt>
                <c:pt idx="636">
                  <c:v>71.901166000000003</c:v>
                </c:pt>
                <c:pt idx="637">
                  <c:v>71.318892000000005</c:v>
                </c:pt>
                <c:pt idx="638">
                  <c:v>70.736618000000007</c:v>
                </c:pt>
                <c:pt idx="639">
                  <c:v>69.921435000000002</c:v>
                </c:pt>
                <c:pt idx="640">
                  <c:v>69.339161000000004</c:v>
                </c:pt>
                <c:pt idx="641">
                  <c:v>68.190085999999994</c:v>
                </c:pt>
                <c:pt idx="642">
                  <c:v>67.312737999999996</c:v>
                </c:pt>
                <c:pt idx="643">
                  <c:v>66.708149000000006</c:v>
                </c:pt>
                <c:pt idx="644">
                  <c:v>65.876840000000001</c:v>
                </c:pt>
                <c:pt idx="645">
                  <c:v>65.310038000000006</c:v>
                </c:pt>
                <c:pt idx="646">
                  <c:v>64.510326000000006</c:v>
                </c:pt>
                <c:pt idx="647">
                  <c:v>63.701332000000001</c:v>
                </c:pt>
                <c:pt idx="648">
                  <c:v>62.558349999999997</c:v>
                </c:pt>
                <c:pt idx="649">
                  <c:v>61.367924000000002</c:v>
                </c:pt>
                <c:pt idx="650">
                  <c:v>60.720953000000002</c:v>
                </c:pt>
                <c:pt idx="651">
                  <c:v>60.241708000000003</c:v>
                </c:pt>
                <c:pt idx="652">
                  <c:v>59.586736000000002</c:v>
                </c:pt>
                <c:pt idx="653">
                  <c:v>57.426589999999997</c:v>
                </c:pt>
                <c:pt idx="654">
                  <c:v>57.175125000000001</c:v>
                </c:pt>
                <c:pt idx="655">
                  <c:v>57.175125000000001</c:v>
                </c:pt>
                <c:pt idx="656">
                  <c:v>57.175125000000001</c:v>
                </c:pt>
                <c:pt idx="657">
                  <c:v>57.175125000000001</c:v>
                </c:pt>
                <c:pt idx="658">
                  <c:v>57.175125000000001</c:v>
                </c:pt>
                <c:pt idx="659">
                  <c:v>57.175125000000001</c:v>
                </c:pt>
                <c:pt idx="660">
                  <c:v>57.175125000000001</c:v>
                </c:pt>
                <c:pt idx="661">
                  <c:v>57.175125000000001</c:v>
                </c:pt>
                <c:pt idx="662">
                  <c:v>57.175125000000001</c:v>
                </c:pt>
                <c:pt idx="663">
                  <c:v>57.175125000000001</c:v>
                </c:pt>
                <c:pt idx="664">
                  <c:v>57.175125000000001</c:v>
                </c:pt>
                <c:pt idx="665">
                  <c:v>57.175125000000001</c:v>
                </c:pt>
                <c:pt idx="666">
                  <c:v>57.175125000000001</c:v>
                </c:pt>
                <c:pt idx="667">
                  <c:v>57.175125000000001</c:v>
                </c:pt>
                <c:pt idx="668">
                  <c:v>61.713341</c:v>
                </c:pt>
                <c:pt idx="669">
                  <c:v>61.713341</c:v>
                </c:pt>
                <c:pt idx="670">
                  <c:v>61.713341</c:v>
                </c:pt>
                <c:pt idx="671">
                  <c:v>62.381742000000003</c:v>
                </c:pt>
                <c:pt idx="672">
                  <c:v>62.381742000000003</c:v>
                </c:pt>
                <c:pt idx="673">
                  <c:v>64.371408000000002</c:v>
                </c:pt>
                <c:pt idx="674">
                  <c:v>65.039809000000005</c:v>
                </c:pt>
                <c:pt idx="675">
                  <c:v>67.308916999999994</c:v>
                </c:pt>
                <c:pt idx="676">
                  <c:v>67.308916999999994</c:v>
                </c:pt>
                <c:pt idx="677">
                  <c:v>71.847133999999997</c:v>
                </c:pt>
                <c:pt idx="678">
                  <c:v>76.385350000000003</c:v>
                </c:pt>
                <c:pt idx="679">
                  <c:v>76.385350000000003</c:v>
                </c:pt>
                <c:pt idx="680">
                  <c:v>76.385350000000003</c:v>
                </c:pt>
                <c:pt idx="681">
                  <c:v>78.192659000000006</c:v>
                </c:pt>
                <c:pt idx="682">
                  <c:v>80.461768000000006</c:v>
                </c:pt>
                <c:pt idx="683">
                  <c:v>80.461768000000006</c:v>
                </c:pt>
                <c:pt idx="684">
                  <c:v>80.461768000000006</c:v>
                </c:pt>
                <c:pt idx="685">
                  <c:v>82.058121</c:v>
                </c:pt>
                <c:pt idx="686">
                  <c:v>85.461782999999997</c:v>
                </c:pt>
                <c:pt idx="687">
                  <c:v>85.461782999999997</c:v>
                </c:pt>
                <c:pt idx="688">
                  <c:v>85.461782999999997</c:v>
                </c:pt>
                <c:pt idx="689">
                  <c:v>86.596338000000003</c:v>
                </c:pt>
                <c:pt idx="690">
                  <c:v>88.865446000000006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88-4B5E-821E-D3AD3B96A2D8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77.433000000000007</c:v>
                </c:pt>
                <c:pt idx="5">
                  <c:v>78.405741000000006</c:v>
                </c:pt>
                <c:pt idx="6">
                  <c:v>79.999967999999996</c:v>
                </c:pt>
                <c:pt idx="7">
                  <c:v>79.999967999999996</c:v>
                </c:pt>
                <c:pt idx="8">
                  <c:v>79.999967999999996</c:v>
                </c:pt>
                <c:pt idx="9">
                  <c:v>84.538177000000005</c:v>
                </c:pt>
                <c:pt idx="10">
                  <c:v>84.538177000000005</c:v>
                </c:pt>
                <c:pt idx="11">
                  <c:v>86.807284999999993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88.123569000000003</c:v>
                </c:pt>
                <c:pt idx="31">
                  <c:v>87.914651000000006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87.188490000000002</c:v>
                </c:pt>
                <c:pt idx="37">
                  <c:v>87.188490000000002</c:v>
                </c:pt>
                <c:pt idx="38">
                  <c:v>87.188490000000002</c:v>
                </c:pt>
                <c:pt idx="39">
                  <c:v>87.188490000000002</c:v>
                </c:pt>
                <c:pt idx="40">
                  <c:v>87.188490000000002</c:v>
                </c:pt>
                <c:pt idx="41">
                  <c:v>87.188490000000002</c:v>
                </c:pt>
                <c:pt idx="42">
                  <c:v>87.188490000000002</c:v>
                </c:pt>
                <c:pt idx="43">
                  <c:v>87.188490000000002</c:v>
                </c:pt>
                <c:pt idx="44">
                  <c:v>87.188490000000002</c:v>
                </c:pt>
                <c:pt idx="45">
                  <c:v>87.188490000000002</c:v>
                </c:pt>
                <c:pt idx="46">
                  <c:v>87.188490000000002</c:v>
                </c:pt>
                <c:pt idx="47">
                  <c:v>87.188490000000002</c:v>
                </c:pt>
                <c:pt idx="48">
                  <c:v>87.188490000000002</c:v>
                </c:pt>
                <c:pt idx="49">
                  <c:v>87.545073000000002</c:v>
                </c:pt>
                <c:pt idx="50">
                  <c:v>87.545073000000002</c:v>
                </c:pt>
                <c:pt idx="51">
                  <c:v>87.545073000000002</c:v>
                </c:pt>
                <c:pt idx="52">
                  <c:v>89.814181000000005</c:v>
                </c:pt>
                <c:pt idx="53">
                  <c:v>90</c:v>
                </c:pt>
                <c:pt idx="54">
                  <c:v>90</c:v>
                </c:pt>
                <c:pt idx="55">
                  <c:v>90</c:v>
                </c:pt>
                <c:pt idx="56">
                  <c:v>90</c:v>
                </c:pt>
                <c:pt idx="57">
                  <c:v>90</c:v>
                </c:pt>
                <c:pt idx="58">
                  <c:v>90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87.914658000000003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87.106891000000005</c:v>
                </c:pt>
                <c:pt idx="142">
                  <c:v>90</c:v>
                </c:pt>
                <c:pt idx="143">
                  <c:v>90</c:v>
                </c:pt>
                <c:pt idx="144">
                  <c:v>90</c:v>
                </c:pt>
                <c:pt idx="145">
                  <c:v>90</c:v>
                </c:pt>
                <c:pt idx="146">
                  <c:v>90</c:v>
                </c:pt>
                <c:pt idx="147">
                  <c:v>90</c:v>
                </c:pt>
                <c:pt idx="148">
                  <c:v>90</c:v>
                </c:pt>
                <c:pt idx="149">
                  <c:v>90</c:v>
                </c:pt>
                <c:pt idx="150">
                  <c:v>90</c:v>
                </c:pt>
                <c:pt idx="151">
                  <c:v>90</c:v>
                </c:pt>
                <c:pt idx="152">
                  <c:v>90</c:v>
                </c:pt>
                <c:pt idx="153">
                  <c:v>90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87.188522000000006</c:v>
                </c:pt>
                <c:pt idx="241">
                  <c:v>87.188522000000006</c:v>
                </c:pt>
                <c:pt idx="242">
                  <c:v>87.188522000000006</c:v>
                </c:pt>
                <c:pt idx="243">
                  <c:v>87.188522000000006</c:v>
                </c:pt>
                <c:pt idx="244">
                  <c:v>87.188522000000006</c:v>
                </c:pt>
                <c:pt idx="245">
                  <c:v>87.188522000000006</c:v>
                </c:pt>
                <c:pt idx="246">
                  <c:v>87.188522000000006</c:v>
                </c:pt>
                <c:pt idx="247">
                  <c:v>87.188522000000006</c:v>
                </c:pt>
                <c:pt idx="248">
                  <c:v>87.188522000000006</c:v>
                </c:pt>
                <c:pt idx="249">
                  <c:v>89.999953000000005</c:v>
                </c:pt>
                <c:pt idx="250">
                  <c:v>90</c:v>
                </c:pt>
                <c:pt idx="251">
                  <c:v>90</c:v>
                </c:pt>
                <c:pt idx="252">
                  <c:v>90</c:v>
                </c:pt>
                <c:pt idx="253">
                  <c:v>90</c:v>
                </c:pt>
                <c:pt idx="254">
                  <c:v>90</c:v>
                </c:pt>
                <c:pt idx="255">
                  <c:v>90</c:v>
                </c:pt>
                <c:pt idx="256">
                  <c:v>90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88.123569000000003</c:v>
                </c:pt>
                <c:pt idx="318">
                  <c:v>88.123569000000003</c:v>
                </c:pt>
                <c:pt idx="319">
                  <c:v>87.914658000000003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87.106891000000005</c:v>
                </c:pt>
                <c:pt idx="334">
                  <c:v>89.999960999999999</c:v>
                </c:pt>
                <c:pt idx="335">
                  <c:v>89.999960999999999</c:v>
                </c:pt>
                <c:pt idx="336">
                  <c:v>89.999960999999999</c:v>
                </c:pt>
                <c:pt idx="337">
                  <c:v>89.999960999999999</c:v>
                </c:pt>
                <c:pt idx="338">
                  <c:v>89.999960999999999</c:v>
                </c:pt>
                <c:pt idx="339">
                  <c:v>89.999960999999999</c:v>
                </c:pt>
                <c:pt idx="340">
                  <c:v>89.999960999999999</c:v>
                </c:pt>
                <c:pt idx="341">
                  <c:v>89.999960999999999</c:v>
                </c:pt>
                <c:pt idx="342">
                  <c:v>89.999960999999999</c:v>
                </c:pt>
                <c:pt idx="343">
                  <c:v>89.999967999999996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88.123569000000003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89.999923999999993</c:v>
                </c:pt>
                <c:pt idx="422">
                  <c:v>89.999923999999993</c:v>
                </c:pt>
                <c:pt idx="423">
                  <c:v>89.999923999999993</c:v>
                </c:pt>
                <c:pt idx="424">
                  <c:v>89.999923999999993</c:v>
                </c:pt>
                <c:pt idx="425">
                  <c:v>89.999923999999993</c:v>
                </c:pt>
                <c:pt idx="426">
                  <c:v>89.999923999999993</c:v>
                </c:pt>
                <c:pt idx="427">
                  <c:v>89.999923999999993</c:v>
                </c:pt>
                <c:pt idx="428">
                  <c:v>89.999923999999993</c:v>
                </c:pt>
                <c:pt idx="429">
                  <c:v>89.999923999999993</c:v>
                </c:pt>
                <c:pt idx="430">
                  <c:v>89.999923999999993</c:v>
                </c:pt>
                <c:pt idx="431">
                  <c:v>89.999923999999993</c:v>
                </c:pt>
                <c:pt idx="432">
                  <c:v>89.999923999999993</c:v>
                </c:pt>
                <c:pt idx="433">
                  <c:v>89.999923999999993</c:v>
                </c:pt>
                <c:pt idx="434">
                  <c:v>89.999923999999993</c:v>
                </c:pt>
                <c:pt idx="435">
                  <c:v>89.999923999999993</c:v>
                </c:pt>
                <c:pt idx="436">
                  <c:v>89.999923999999993</c:v>
                </c:pt>
                <c:pt idx="437">
                  <c:v>89.999923999999993</c:v>
                </c:pt>
                <c:pt idx="438">
                  <c:v>89.999923999999993</c:v>
                </c:pt>
                <c:pt idx="439">
                  <c:v>89.999923999999993</c:v>
                </c:pt>
                <c:pt idx="440">
                  <c:v>89.999932000000001</c:v>
                </c:pt>
                <c:pt idx="441">
                  <c:v>89.999932000000001</c:v>
                </c:pt>
                <c:pt idx="442">
                  <c:v>89.999932000000001</c:v>
                </c:pt>
                <c:pt idx="443">
                  <c:v>89.999932000000001</c:v>
                </c:pt>
                <c:pt idx="444">
                  <c:v>89.999932000000001</c:v>
                </c:pt>
                <c:pt idx="445">
                  <c:v>89.999932000000001</c:v>
                </c:pt>
                <c:pt idx="446">
                  <c:v>89.999932000000001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E88-4B5E-821E-D3AD3B96A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125.515067</c:v>
                </c:pt>
                <c:pt idx="5">
                  <c:v>125.515067</c:v>
                </c:pt>
                <c:pt idx="6">
                  <c:v>74.405581999999995</c:v>
                </c:pt>
                <c:pt idx="7">
                  <c:v>74.405581999999995</c:v>
                </c:pt>
                <c:pt idx="8">
                  <c:v>114.118754</c:v>
                </c:pt>
                <c:pt idx="9">
                  <c:v>114.118754</c:v>
                </c:pt>
                <c:pt idx="10">
                  <c:v>192.82525100000001</c:v>
                </c:pt>
                <c:pt idx="11">
                  <c:v>192.82525100000001</c:v>
                </c:pt>
                <c:pt idx="12">
                  <c:v>74.950147000000001</c:v>
                </c:pt>
                <c:pt idx="13">
                  <c:v>74.950147000000001</c:v>
                </c:pt>
                <c:pt idx="14">
                  <c:v>120.00020000000001</c:v>
                </c:pt>
                <c:pt idx="15">
                  <c:v>120.00020000000001</c:v>
                </c:pt>
                <c:pt idx="16">
                  <c:v>530.28923299999997</c:v>
                </c:pt>
                <c:pt idx="17">
                  <c:v>530.28923299999997</c:v>
                </c:pt>
                <c:pt idx="18">
                  <c:v>600.00019999999995</c:v>
                </c:pt>
                <c:pt idx="19">
                  <c:v>600.00019999999995</c:v>
                </c:pt>
                <c:pt idx="20">
                  <c:v>640.65322900000001</c:v>
                </c:pt>
                <c:pt idx="21">
                  <c:v>640.65322900000001</c:v>
                </c:pt>
                <c:pt idx="22">
                  <c:v>526.62357099999997</c:v>
                </c:pt>
                <c:pt idx="23">
                  <c:v>526.62357099999997</c:v>
                </c:pt>
                <c:pt idx="24">
                  <c:v>570.00009999999997</c:v>
                </c:pt>
                <c:pt idx="25">
                  <c:v>570.00009999999997</c:v>
                </c:pt>
                <c:pt idx="26">
                  <c:v>504.51653900000002</c:v>
                </c:pt>
                <c:pt idx="27">
                  <c:v>504.51653900000002</c:v>
                </c:pt>
                <c:pt idx="28">
                  <c:v>532.042869</c:v>
                </c:pt>
                <c:pt idx="29">
                  <c:v>532.042869</c:v>
                </c:pt>
                <c:pt idx="30">
                  <c:v>453.84843699999999</c:v>
                </c:pt>
                <c:pt idx="31">
                  <c:v>453.84843699999999</c:v>
                </c:pt>
                <c:pt idx="32">
                  <c:v>642.21042599999998</c:v>
                </c:pt>
                <c:pt idx="33">
                  <c:v>642.21042599999998</c:v>
                </c:pt>
                <c:pt idx="34">
                  <c:v>594.42189499999995</c:v>
                </c:pt>
                <c:pt idx="35">
                  <c:v>594.42189499999995</c:v>
                </c:pt>
                <c:pt idx="36">
                  <c:v>551.71493399999997</c:v>
                </c:pt>
                <c:pt idx="37">
                  <c:v>551.71493399999997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201.44200000000001</c:v>
                </c:pt>
                <c:pt idx="51">
                  <c:v>201.44200000000001</c:v>
                </c:pt>
                <c:pt idx="52">
                  <c:v>90</c:v>
                </c:pt>
                <c:pt idx="53">
                  <c:v>90</c:v>
                </c:pt>
                <c:pt idx="54">
                  <c:v>42.414999999999999</c:v>
                </c:pt>
                <c:pt idx="55">
                  <c:v>42.414999999999999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1E-4</c:v>
                </c:pt>
                <c:pt idx="79">
                  <c:v>1E-4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1E-4</c:v>
                </c:pt>
                <c:pt idx="85">
                  <c:v>1E-4</c:v>
                </c:pt>
                <c:pt idx="86">
                  <c:v>60</c:v>
                </c:pt>
                <c:pt idx="87">
                  <c:v>60</c:v>
                </c:pt>
                <c:pt idx="88">
                  <c:v>1E-4</c:v>
                </c:pt>
                <c:pt idx="89">
                  <c:v>1E-4</c:v>
                </c:pt>
                <c:pt idx="90">
                  <c:v>90</c:v>
                </c:pt>
                <c:pt idx="91">
                  <c:v>90</c:v>
                </c:pt>
                <c:pt idx="92">
                  <c:v>80.245369999999994</c:v>
                </c:pt>
                <c:pt idx="93">
                  <c:v>80.245369999999994</c:v>
                </c:pt>
                <c:pt idx="94">
                  <c:v>60.000100000000003</c:v>
                </c:pt>
                <c:pt idx="95">
                  <c:v>60.000100000000003</c:v>
                </c:pt>
                <c:pt idx="96">
                  <c:v>128.78956199999999</c:v>
                </c:pt>
                <c:pt idx="97">
                  <c:v>128.78956199999999</c:v>
                </c:pt>
                <c:pt idx="98">
                  <c:v>180.16777500000001</c:v>
                </c:pt>
                <c:pt idx="99">
                  <c:v>180.16777500000001</c:v>
                </c:pt>
                <c:pt idx="100">
                  <c:v>60.0002</c:v>
                </c:pt>
                <c:pt idx="101">
                  <c:v>60.0002</c:v>
                </c:pt>
                <c:pt idx="102">
                  <c:v>90</c:v>
                </c:pt>
                <c:pt idx="103">
                  <c:v>90</c:v>
                </c:pt>
                <c:pt idx="104">
                  <c:v>123.246832</c:v>
                </c:pt>
                <c:pt idx="105">
                  <c:v>123.246832</c:v>
                </c:pt>
                <c:pt idx="106">
                  <c:v>268.58911599999999</c:v>
                </c:pt>
                <c:pt idx="107">
                  <c:v>268.58911599999999</c:v>
                </c:pt>
                <c:pt idx="108">
                  <c:v>93.421584999999993</c:v>
                </c:pt>
                <c:pt idx="109">
                  <c:v>93.421584999999993</c:v>
                </c:pt>
                <c:pt idx="110">
                  <c:v>72.210947000000004</c:v>
                </c:pt>
                <c:pt idx="111">
                  <c:v>72.210947000000004</c:v>
                </c:pt>
                <c:pt idx="112">
                  <c:v>190.75099299999999</c:v>
                </c:pt>
                <c:pt idx="113">
                  <c:v>190.75099299999999</c:v>
                </c:pt>
                <c:pt idx="114">
                  <c:v>323.17399999999998</c:v>
                </c:pt>
                <c:pt idx="115">
                  <c:v>323.17399999999998</c:v>
                </c:pt>
                <c:pt idx="116">
                  <c:v>180.0001</c:v>
                </c:pt>
                <c:pt idx="117">
                  <c:v>180.0001</c:v>
                </c:pt>
                <c:pt idx="118">
                  <c:v>0</c:v>
                </c:pt>
                <c:pt idx="119">
                  <c:v>0</c:v>
                </c:pt>
                <c:pt idx="120">
                  <c:v>30</c:v>
                </c:pt>
                <c:pt idx="121">
                  <c:v>30</c:v>
                </c:pt>
                <c:pt idx="122">
                  <c:v>30.000420999999999</c:v>
                </c:pt>
                <c:pt idx="123">
                  <c:v>30.000420999999999</c:v>
                </c:pt>
                <c:pt idx="124">
                  <c:v>60</c:v>
                </c:pt>
                <c:pt idx="125">
                  <c:v>60</c:v>
                </c:pt>
                <c:pt idx="126">
                  <c:v>60.000100000000003</c:v>
                </c:pt>
                <c:pt idx="127">
                  <c:v>60.000100000000003</c:v>
                </c:pt>
                <c:pt idx="128">
                  <c:v>1E-4</c:v>
                </c:pt>
                <c:pt idx="129">
                  <c:v>1E-4</c:v>
                </c:pt>
                <c:pt idx="130">
                  <c:v>1E-4</c:v>
                </c:pt>
                <c:pt idx="131">
                  <c:v>1E-4</c:v>
                </c:pt>
                <c:pt idx="132">
                  <c:v>6.034262</c:v>
                </c:pt>
                <c:pt idx="133">
                  <c:v>6.034262</c:v>
                </c:pt>
                <c:pt idx="134">
                  <c:v>44.277999999999999</c:v>
                </c:pt>
                <c:pt idx="135">
                  <c:v>44.277999999999999</c:v>
                </c:pt>
                <c:pt idx="136">
                  <c:v>12.211047000000001</c:v>
                </c:pt>
                <c:pt idx="137">
                  <c:v>12.211047000000001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27.932946999999999</c:v>
                </c:pt>
                <c:pt idx="149">
                  <c:v>27.932946999999999</c:v>
                </c:pt>
                <c:pt idx="150">
                  <c:v>60</c:v>
                </c:pt>
                <c:pt idx="151">
                  <c:v>60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120</c:v>
                </c:pt>
                <c:pt idx="169">
                  <c:v>120</c:v>
                </c:pt>
                <c:pt idx="170">
                  <c:v>149.94342399999999</c:v>
                </c:pt>
                <c:pt idx="171">
                  <c:v>149.94342399999999</c:v>
                </c:pt>
                <c:pt idx="172">
                  <c:v>150</c:v>
                </c:pt>
                <c:pt idx="173">
                  <c:v>150</c:v>
                </c:pt>
                <c:pt idx="174">
                  <c:v>200</c:v>
                </c:pt>
                <c:pt idx="175">
                  <c:v>200</c:v>
                </c:pt>
                <c:pt idx="176">
                  <c:v>270</c:v>
                </c:pt>
                <c:pt idx="177">
                  <c:v>270</c:v>
                </c:pt>
                <c:pt idx="178">
                  <c:v>265.25899700000002</c:v>
                </c:pt>
                <c:pt idx="179">
                  <c:v>265.25899700000002</c:v>
                </c:pt>
                <c:pt idx="180">
                  <c:v>270</c:v>
                </c:pt>
                <c:pt idx="181">
                  <c:v>270</c:v>
                </c:pt>
                <c:pt idx="182">
                  <c:v>240</c:v>
                </c:pt>
                <c:pt idx="183">
                  <c:v>240</c:v>
                </c:pt>
                <c:pt idx="184">
                  <c:v>300.00009999999997</c:v>
                </c:pt>
                <c:pt idx="185">
                  <c:v>300.00009999999997</c:v>
                </c:pt>
                <c:pt idx="186">
                  <c:v>495.420525</c:v>
                </c:pt>
                <c:pt idx="187">
                  <c:v>495.420525</c:v>
                </c:pt>
                <c:pt idx="188">
                  <c:v>507.01925399999999</c:v>
                </c:pt>
                <c:pt idx="189">
                  <c:v>507.01925399999999</c:v>
                </c:pt>
                <c:pt idx="190">
                  <c:v>540</c:v>
                </c:pt>
                <c:pt idx="191">
                  <c:v>540</c:v>
                </c:pt>
                <c:pt idx="192">
                  <c:v>240</c:v>
                </c:pt>
                <c:pt idx="193">
                  <c:v>240</c:v>
                </c:pt>
                <c:pt idx="194">
                  <c:v>339.00440800000001</c:v>
                </c:pt>
                <c:pt idx="195">
                  <c:v>339.00440800000001</c:v>
                </c:pt>
                <c:pt idx="196">
                  <c:v>240.00020000000001</c:v>
                </c:pt>
                <c:pt idx="197">
                  <c:v>240.00020000000001</c:v>
                </c:pt>
                <c:pt idx="198">
                  <c:v>200</c:v>
                </c:pt>
                <c:pt idx="199">
                  <c:v>200</c:v>
                </c:pt>
                <c:pt idx="200">
                  <c:v>304.13687800000002</c:v>
                </c:pt>
                <c:pt idx="201">
                  <c:v>304.13687800000002</c:v>
                </c:pt>
                <c:pt idx="202">
                  <c:v>317.79017399999998</c:v>
                </c:pt>
                <c:pt idx="203">
                  <c:v>317.79017399999998</c:v>
                </c:pt>
                <c:pt idx="204">
                  <c:v>312.64957600000002</c:v>
                </c:pt>
                <c:pt idx="205">
                  <c:v>312.64957600000002</c:v>
                </c:pt>
                <c:pt idx="206">
                  <c:v>277.04614400000003</c:v>
                </c:pt>
                <c:pt idx="207">
                  <c:v>277.04614400000003</c:v>
                </c:pt>
                <c:pt idx="208">
                  <c:v>336.70569999999998</c:v>
                </c:pt>
                <c:pt idx="209">
                  <c:v>336.70569999999998</c:v>
                </c:pt>
                <c:pt idx="210">
                  <c:v>480</c:v>
                </c:pt>
                <c:pt idx="211">
                  <c:v>480</c:v>
                </c:pt>
                <c:pt idx="212">
                  <c:v>431.94459899999998</c:v>
                </c:pt>
                <c:pt idx="213">
                  <c:v>431.94459899999998</c:v>
                </c:pt>
                <c:pt idx="214">
                  <c:v>300.00009999999997</c:v>
                </c:pt>
                <c:pt idx="215">
                  <c:v>300.00009999999997</c:v>
                </c:pt>
                <c:pt idx="216">
                  <c:v>522.21094700000003</c:v>
                </c:pt>
                <c:pt idx="217">
                  <c:v>522.21094700000003</c:v>
                </c:pt>
                <c:pt idx="218">
                  <c:v>540</c:v>
                </c:pt>
                <c:pt idx="219">
                  <c:v>540</c:v>
                </c:pt>
                <c:pt idx="220">
                  <c:v>540</c:v>
                </c:pt>
                <c:pt idx="221">
                  <c:v>540</c:v>
                </c:pt>
                <c:pt idx="222">
                  <c:v>540</c:v>
                </c:pt>
                <c:pt idx="223">
                  <c:v>540</c:v>
                </c:pt>
                <c:pt idx="224">
                  <c:v>210.0001</c:v>
                </c:pt>
                <c:pt idx="225">
                  <c:v>210.0001</c:v>
                </c:pt>
                <c:pt idx="226">
                  <c:v>236.836769</c:v>
                </c:pt>
                <c:pt idx="227">
                  <c:v>236.836769</c:v>
                </c:pt>
                <c:pt idx="228">
                  <c:v>312.21104700000001</c:v>
                </c:pt>
                <c:pt idx="229">
                  <c:v>312.21104700000001</c:v>
                </c:pt>
                <c:pt idx="230">
                  <c:v>510.00009999999997</c:v>
                </c:pt>
                <c:pt idx="231">
                  <c:v>510.00009999999997</c:v>
                </c:pt>
                <c:pt idx="232">
                  <c:v>565.667779</c:v>
                </c:pt>
                <c:pt idx="233">
                  <c:v>565.667779</c:v>
                </c:pt>
                <c:pt idx="234">
                  <c:v>378.84378900000002</c:v>
                </c:pt>
                <c:pt idx="235">
                  <c:v>378.84378900000002</c:v>
                </c:pt>
                <c:pt idx="236">
                  <c:v>372.21106800000001</c:v>
                </c:pt>
                <c:pt idx="237">
                  <c:v>372.21106800000001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1E-4</c:v>
                </c:pt>
                <c:pt idx="273">
                  <c:v>1E-4</c:v>
                </c:pt>
                <c:pt idx="274">
                  <c:v>17.002834</c:v>
                </c:pt>
                <c:pt idx="275">
                  <c:v>17.002834</c:v>
                </c:pt>
                <c:pt idx="276">
                  <c:v>90</c:v>
                </c:pt>
                <c:pt idx="277">
                  <c:v>90</c:v>
                </c:pt>
                <c:pt idx="278">
                  <c:v>42.210425999999998</c:v>
                </c:pt>
                <c:pt idx="279">
                  <c:v>42.210425999999998</c:v>
                </c:pt>
                <c:pt idx="280">
                  <c:v>16.054976</c:v>
                </c:pt>
                <c:pt idx="281">
                  <c:v>16.054976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15.340617999999999</c:v>
                </c:pt>
                <c:pt idx="289">
                  <c:v>15.340617999999999</c:v>
                </c:pt>
                <c:pt idx="290">
                  <c:v>90</c:v>
                </c:pt>
                <c:pt idx="291">
                  <c:v>90</c:v>
                </c:pt>
                <c:pt idx="292">
                  <c:v>1E-4</c:v>
                </c:pt>
                <c:pt idx="293">
                  <c:v>1E-4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29.9999</c:v>
                </c:pt>
                <c:pt idx="301">
                  <c:v>29.9999</c:v>
                </c:pt>
                <c:pt idx="302">
                  <c:v>0</c:v>
                </c:pt>
                <c:pt idx="303">
                  <c:v>0</c:v>
                </c:pt>
                <c:pt idx="304">
                  <c:v>17.134550000000001</c:v>
                </c:pt>
                <c:pt idx="305">
                  <c:v>17.134550000000001</c:v>
                </c:pt>
                <c:pt idx="306">
                  <c:v>60</c:v>
                </c:pt>
                <c:pt idx="307">
                  <c:v>60</c:v>
                </c:pt>
                <c:pt idx="308">
                  <c:v>0</c:v>
                </c:pt>
                <c:pt idx="309">
                  <c:v>0</c:v>
                </c:pt>
                <c:pt idx="310">
                  <c:v>4.2099999999999999E-4</c:v>
                </c:pt>
                <c:pt idx="311">
                  <c:v>4.2099999999999999E-4</c:v>
                </c:pt>
                <c:pt idx="312">
                  <c:v>1E-4</c:v>
                </c:pt>
                <c:pt idx="313">
                  <c:v>1E-4</c:v>
                </c:pt>
                <c:pt idx="314">
                  <c:v>42.210326000000002</c:v>
                </c:pt>
                <c:pt idx="315">
                  <c:v>42.210326000000002</c:v>
                </c:pt>
                <c:pt idx="316">
                  <c:v>30.0001</c:v>
                </c:pt>
                <c:pt idx="317">
                  <c:v>30.0001</c:v>
                </c:pt>
                <c:pt idx="318">
                  <c:v>0</c:v>
                </c:pt>
                <c:pt idx="319">
                  <c:v>0</c:v>
                </c:pt>
                <c:pt idx="320">
                  <c:v>30.000420999999999</c:v>
                </c:pt>
                <c:pt idx="321">
                  <c:v>30.000420999999999</c:v>
                </c:pt>
                <c:pt idx="322">
                  <c:v>0</c:v>
                </c:pt>
                <c:pt idx="323">
                  <c:v>0</c:v>
                </c:pt>
                <c:pt idx="324">
                  <c:v>1.3689709999999999</c:v>
                </c:pt>
                <c:pt idx="325">
                  <c:v>1.3689709999999999</c:v>
                </c:pt>
                <c:pt idx="326">
                  <c:v>45.765999999999998</c:v>
                </c:pt>
                <c:pt idx="327">
                  <c:v>45.765999999999998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120</c:v>
                </c:pt>
                <c:pt idx="355">
                  <c:v>120</c:v>
                </c:pt>
                <c:pt idx="356">
                  <c:v>60.000100000000003</c:v>
                </c:pt>
                <c:pt idx="357">
                  <c:v>60.000100000000003</c:v>
                </c:pt>
                <c:pt idx="358">
                  <c:v>1E-4</c:v>
                </c:pt>
                <c:pt idx="359">
                  <c:v>1E-4</c:v>
                </c:pt>
                <c:pt idx="360">
                  <c:v>120</c:v>
                </c:pt>
                <c:pt idx="361">
                  <c:v>120</c:v>
                </c:pt>
                <c:pt idx="362">
                  <c:v>124.167385</c:v>
                </c:pt>
                <c:pt idx="363">
                  <c:v>124.167385</c:v>
                </c:pt>
                <c:pt idx="364">
                  <c:v>180</c:v>
                </c:pt>
                <c:pt idx="365">
                  <c:v>180</c:v>
                </c:pt>
                <c:pt idx="366">
                  <c:v>22.305378999999999</c:v>
                </c:pt>
                <c:pt idx="367">
                  <c:v>22.305378999999999</c:v>
                </c:pt>
                <c:pt idx="368">
                  <c:v>60.000100000000003</c:v>
                </c:pt>
                <c:pt idx="369">
                  <c:v>60.000100000000003</c:v>
                </c:pt>
                <c:pt idx="370">
                  <c:v>189.16365099999999</c:v>
                </c:pt>
                <c:pt idx="371">
                  <c:v>189.16365099999999</c:v>
                </c:pt>
                <c:pt idx="372">
                  <c:v>390</c:v>
                </c:pt>
                <c:pt idx="373">
                  <c:v>390</c:v>
                </c:pt>
                <c:pt idx="374">
                  <c:v>570</c:v>
                </c:pt>
                <c:pt idx="375">
                  <c:v>570</c:v>
                </c:pt>
                <c:pt idx="376">
                  <c:v>673.62659299999996</c:v>
                </c:pt>
                <c:pt idx="377">
                  <c:v>673.62659299999996</c:v>
                </c:pt>
                <c:pt idx="378">
                  <c:v>834.42189499999995</c:v>
                </c:pt>
                <c:pt idx="379">
                  <c:v>834.42189499999995</c:v>
                </c:pt>
                <c:pt idx="380">
                  <c:v>750</c:v>
                </c:pt>
                <c:pt idx="381">
                  <c:v>750</c:v>
                </c:pt>
                <c:pt idx="382">
                  <c:v>200</c:v>
                </c:pt>
                <c:pt idx="383">
                  <c:v>200</c:v>
                </c:pt>
                <c:pt idx="384">
                  <c:v>400.50126599999999</c:v>
                </c:pt>
                <c:pt idx="385">
                  <c:v>400.50126599999999</c:v>
                </c:pt>
                <c:pt idx="386">
                  <c:v>217.16334800000001</c:v>
                </c:pt>
                <c:pt idx="387">
                  <c:v>217.16334800000001</c:v>
                </c:pt>
                <c:pt idx="388">
                  <c:v>249.17158000000001</c:v>
                </c:pt>
                <c:pt idx="389">
                  <c:v>249.17158000000001</c:v>
                </c:pt>
                <c:pt idx="390">
                  <c:v>278.49161900000001</c:v>
                </c:pt>
                <c:pt idx="391">
                  <c:v>278.49161900000001</c:v>
                </c:pt>
                <c:pt idx="392">
                  <c:v>276.35403300000002</c:v>
                </c:pt>
                <c:pt idx="393">
                  <c:v>276.35403300000002</c:v>
                </c:pt>
                <c:pt idx="394">
                  <c:v>450.00009999999997</c:v>
                </c:pt>
                <c:pt idx="395">
                  <c:v>450.00009999999997</c:v>
                </c:pt>
                <c:pt idx="396">
                  <c:v>288.22711900000002</c:v>
                </c:pt>
                <c:pt idx="397">
                  <c:v>288.22711900000002</c:v>
                </c:pt>
                <c:pt idx="398">
                  <c:v>462.21114699999998</c:v>
                </c:pt>
                <c:pt idx="399">
                  <c:v>462.21114699999998</c:v>
                </c:pt>
                <c:pt idx="400">
                  <c:v>243.32008200000001</c:v>
                </c:pt>
                <c:pt idx="401">
                  <c:v>243.32008200000001</c:v>
                </c:pt>
                <c:pt idx="402">
                  <c:v>414.67086699999999</c:v>
                </c:pt>
                <c:pt idx="403">
                  <c:v>414.67086699999999</c:v>
                </c:pt>
                <c:pt idx="404">
                  <c:v>494.54394300000001</c:v>
                </c:pt>
                <c:pt idx="405">
                  <c:v>494.54394300000001</c:v>
                </c:pt>
                <c:pt idx="406">
                  <c:v>311.81213200000002</c:v>
                </c:pt>
                <c:pt idx="407">
                  <c:v>311.81213200000002</c:v>
                </c:pt>
                <c:pt idx="408">
                  <c:v>347.78967399999999</c:v>
                </c:pt>
                <c:pt idx="409">
                  <c:v>347.78967399999999</c:v>
                </c:pt>
                <c:pt idx="410">
                  <c:v>330.00009999999997</c:v>
                </c:pt>
                <c:pt idx="411">
                  <c:v>330.00009999999997</c:v>
                </c:pt>
                <c:pt idx="412">
                  <c:v>284.99947900000001</c:v>
                </c:pt>
                <c:pt idx="413">
                  <c:v>284.99947900000001</c:v>
                </c:pt>
                <c:pt idx="414">
                  <c:v>230.52496199999999</c:v>
                </c:pt>
                <c:pt idx="415">
                  <c:v>230.52496199999999</c:v>
                </c:pt>
                <c:pt idx="416">
                  <c:v>267.78892500000001</c:v>
                </c:pt>
                <c:pt idx="417">
                  <c:v>267.78892500000001</c:v>
                </c:pt>
                <c:pt idx="418">
                  <c:v>200.00013899999999</c:v>
                </c:pt>
                <c:pt idx="419">
                  <c:v>200.00013899999999</c:v>
                </c:pt>
                <c:pt idx="420">
                  <c:v>200</c:v>
                </c:pt>
                <c:pt idx="421">
                  <c:v>200</c:v>
                </c:pt>
                <c:pt idx="422">
                  <c:v>225.000182</c:v>
                </c:pt>
                <c:pt idx="423">
                  <c:v>225.000182</c:v>
                </c:pt>
                <c:pt idx="424">
                  <c:v>402.21136799999999</c:v>
                </c:pt>
                <c:pt idx="425">
                  <c:v>402.21136799999999</c:v>
                </c:pt>
                <c:pt idx="426">
                  <c:v>444.42137400000001</c:v>
                </c:pt>
                <c:pt idx="427">
                  <c:v>444.42137400000001</c:v>
                </c:pt>
                <c:pt idx="428">
                  <c:v>307.21107499999999</c:v>
                </c:pt>
                <c:pt idx="429">
                  <c:v>307.21107499999999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30</c:v>
                </c:pt>
                <c:pt idx="465">
                  <c:v>30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1E-4</c:v>
                </c:pt>
                <c:pt idx="473">
                  <c:v>1E-4</c:v>
                </c:pt>
                <c:pt idx="474">
                  <c:v>46.055197</c:v>
                </c:pt>
                <c:pt idx="475">
                  <c:v>46.055197</c:v>
                </c:pt>
                <c:pt idx="476">
                  <c:v>0</c:v>
                </c:pt>
                <c:pt idx="477">
                  <c:v>0</c:v>
                </c:pt>
                <c:pt idx="478">
                  <c:v>15.340418</c:v>
                </c:pt>
                <c:pt idx="479">
                  <c:v>15.340418</c:v>
                </c:pt>
                <c:pt idx="480">
                  <c:v>30</c:v>
                </c:pt>
                <c:pt idx="481">
                  <c:v>30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28.266123</c:v>
                </c:pt>
                <c:pt idx="489">
                  <c:v>28.266123</c:v>
                </c:pt>
                <c:pt idx="490">
                  <c:v>60</c:v>
                </c:pt>
                <c:pt idx="491">
                  <c:v>60</c:v>
                </c:pt>
                <c:pt idx="492">
                  <c:v>120</c:v>
                </c:pt>
                <c:pt idx="493">
                  <c:v>120</c:v>
                </c:pt>
                <c:pt idx="494">
                  <c:v>5.2099999999999998E-4</c:v>
                </c:pt>
                <c:pt idx="495">
                  <c:v>5.2099999999999998E-4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30</c:v>
                </c:pt>
                <c:pt idx="503">
                  <c:v>30</c:v>
                </c:pt>
                <c:pt idx="504">
                  <c:v>60</c:v>
                </c:pt>
                <c:pt idx="505">
                  <c:v>60</c:v>
                </c:pt>
                <c:pt idx="506">
                  <c:v>90.000100000000003</c:v>
                </c:pt>
                <c:pt idx="507">
                  <c:v>90.000100000000003</c:v>
                </c:pt>
                <c:pt idx="508">
                  <c:v>137.13425000000001</c:v>
                </c:pt>
                <c:pt idx="509">
                  <c:v>137.13425000000001</c:v>
                </c:pt>
                <c:pt idx="510">
                  <c:v>39.796818000000002</c:v>
                </c:pt>
                <c:pt idx="511">
                  <c:v>39.796818000000002</c:v>
                </c:pt>
                <c:pt idx="512">
                  <c:v>5.2720000000000002</c:v>
                </c:pt>
                <c:pt idx="513">
                  <c:v>5.2720000000000002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60</c:v>
                </c:pt>
                <c:pt idx="549">
                  <c:v>60</c:v>
                </c:pt>
                <c:pt idx="550">
                  <c:v>60</c:v>
                </c:pt>
                <c:pt idx="551">
                  <c:v>60</c:v>
                </c:pt>
                <c:pt idx="552">
                  <c:v>60.000100000000003</c:v>
                </c:pt>
                <c:pt idx="553">
                  <c:v>60.000100000000003</c:v>
                </c:pt>
                <c:pt idx="554">
                  <c:v>90</c:v>
                </c:pt>
                <c:pt idx="555">
                  <c:v>90</c:v>
                </c:pt>
                <c:pt idx="556">
                  <c:v>1.371777</c:v>
                </c:pt>
                <c:pt idx="557">
                  <c:v>1.371777</c:v>
                </c:pt>
                <c:pt idx="558">
                  <c:v>60.000100000000003</c:v>
                </c:pt>
                <c:pt idx="559">
                  <c:v>60.000100000000003</c:v>
                </c:pt>
                <c:pt idx="560">
                  <c:v>180</c:v>
                </c:pt>
                <c:pt idx="561">
                  <c:v>180</c:v>
                </c:pt>
                <c:pt idx="562">
                  <c:v>320.60351700000001</c:v>
                </c:pt>
                <c:pt idx="563">
                  <c:v>320.60351700000001</c:v>
                </c:pt>
                <c:pt idx="564">
                  <c:v>360.00009999999997</c:v>
                </c:pt>
                <c:pt idx="565">
                  <c:v>360.00009999999997</c:v>
                </c:pt>
                <c:pt idx="566">
                  <c:v>540.00042099999996</c:v>
                </c:pt>
                <c:pt idx="567">
                  <c:v>540.00042099999996</c:v>
                </c:pt>
                <c:pt idx="568">
                  <c:v>600.00009999999997</c:v>
                </c:pt>
                <c:pt idx="569">
                  <c:v>600.00009999999997</c:v>
                </c:pt>
                <c:pt idx="570">
                  <c:v>689.27506800000003</c:v>
                </c:pt>
                <c:pt idx="571">
                  <c:v>689.27506800000003</c:v>
                </c:pt>
                <c:pt idx="572">
                  <c:v>740.03971300000001</c:v>
                </c:pt>
                <c:pt idx="573">
                  <c:v>740.03971300000001</c:v>
                </c:pt>
                <c:pt idx="574">
                  <c:v>450.00040000000001</c:v>
                </c:pt>
                <c:pt idx="575">
                  <c:v>450.00040000000001</c:v>
                </c:pt>
                <c:pt idx="576">
                  <c:v>200</c:v>
                </c:pt>
                <c:pt idx="577">
                  <c:v>200</c:v>
                </c:pt>
                <c:pt idx="578">
                  <c:v>209.21388099999999</c:v>
                </c:pt>
                <c:pt idx="579">
                  <c:v>209.21388099999999</c:v>
                </c:pt>
                <c:pt idx="580">
                  <c:v>240.0001</c:v>
                </c:pt>
                <c:pt idx="581">
                  <c:v>240.0001</c:v>
                </c:pt>
                <c:pt idx="582">
                  <c:v>200</c:v>
                </c:pt>
                <c:pt idx="583">
                  <c:v>200</c:v>
                </c:pt>
                <c:pt idx="584">
                  <c:v>286.19188200000002</c:v>
                </c:pt>
                <c:pt idx="585">
                  <c:v>286.19188200000002</c:v>
                </c:pt>
                <c:pt idx="586">
                  <c:v>210.57872</c:v>
                </c:pt>
                <c:pt idx="587">
                  <c:v>210.57872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200</c:v>
                </c:pt>
                <c:pt idx="593">
                  <c:v>200</c:v>
                </c:pt>
                <c:pt idx="594">
                  <c:v>222.21114700000001</c:v>
                </c:pt>
                <c:pt idx="595">
                  <c:v>222.21114700000001</c:v>
                </c:pt>
                <c:pt idx="596">
                  <c:v>270</c:v>
                </c:pt>
                <c:pt idx="597">
                  <c:v>270</c:v>
                </c:pt>
                <c:pt idx="598">
                  <c:v>210</c:v>
                </c:pt>
                <c:pt idx="599">
                  <c:v>210</c:v>
                </c:pt>
                <c:pt idx="600">
                  <c:v>252.21062599999999</c:v>
                </c:pt>
                <c:pt idx="601">
                  <c:v>252.21062599999999</c:v>
                </c:pt>
                <c:pt idx="602">
                  <c:v>360</c:v>
                </c:pt>
                <c:pt idx="603">
                  <c:v>360</c:v>
                </c:pt>
                <c:pt idx="604">
                  <c:v>260.33633700000001</c:v>
                </c:pt>
                <c:pt idx="605">
                  <c:v>260.33633700000001</c:v>
                </c:pt>
                <c:pt idx="606">
                  <c:v>284.97211600000003</c:v>
                </c:pt>
                <c:pt idx="607">
                  <c:v>284.97211600000003</c:v>
                </c:pt>
                <c:pt idx="608">
                  <c:v>280.89785899999998</c:v>
                </c:pt>
                <c:pt idx="609">
                  <c:v>280.89785899999998</c:v>
                </c:pt>
                <c:pt idx="610">
                  <c:v>629.99990000000003</c:v>
                </c:pt>
                <c:pt idx="611">
                  <c:v>629.99990000000003</c:v>
                </c:pt>
                <c:pt idx="612">
                  <c:v>552.21062600000005</c:v>
                </c:pt>
                <c:pt idx="613">
                  <c:v>552.21062600000005</c:v>
                </c:pt>
                <c:pt idx="614">
                  <c:v>565.17221800000004</c:v>
                </c:pt>
                <c:pt idx="615">
                  <c:v>565.17221800000004</c:v>
                </c:pt>
                <c:pt idx="616">
                  <c:v>600</c:v>
                </c:pt>
                <c:pt idx="617">
                  <c:v>600</c:v>
                </c:pt>
                <c:pt idx="618">
                  <c:v>306.63304199999999</c:v>
                </c:pt>
                <c:pt idx="619">
                  <c:v>306.63304199999999</c:v>
                </c:pt>
                <c:pt idx="620">
                  <c:v>222.210847</c:v>
                </c:pt>
                <c:pt idx="621">
                  <c:v>222.210847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14.975706000000001</c:v>
                </c:pt>
                <c:pt idx="647">
                  <c:v>14.975706000000001</c:v>
                </c:pt>
                <c:pt idx="648">
                  <c:v>30</c:v>
                </c:pt>
                <c:pt idx="649">
                  <c:v>30</c:v>
                </c:pt>
                <c:pt idx="650">
                  <c:v>1E-4</c:v>
                </c:pt>
                <c:pt idx="651">
                  <c:v>1E-4</c:v>
                </c:pt>
                <c:pt idx="652">
                  <c:v>0</c:v>
                </c:pt>
                <c:pt idx="653">
                  <c:v>0</c:v>
                </c:pt>
                <c:pt idx="654">
                  <c:v>60</c:v>
                </c:pt>
                <c:pt idx="655">
                  <c:v>60</c:v>
                </c:pt>
                <c:pt idx="656">
                  <c:v>16.054876</c:v>
                </c:pt>
                <c:pt idx="657">
                  <c:v>16.054876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128.95682600000001</c:v>
                </c:pt>
                <c:pt idx="665">
                  <c:v>128.95682600000001</c:v>
                </c:pt>
                <c:pt idx="666">
                  <c:v>17.134129000000001</c:v>
                </c:pt>
                <c:pt idx="667">
                  <c:v>17.134129000000001</c:v>
                </c:pt>
                <c:pt idx="668">
                  <c:v>5.2099999999999998E-4</c:v>
                </c:pt>
                <c:pt idx="669">
                  <c:v>5.2099999999999998E-4</c:v>
                </c:pt>
                <c:pt idx="670">
                  <c:v>30</c:v>
                </c:pt>
                <c:pt idx="671">
                  <c:v>30</c:v>
                </c:pt>
                <c:pt idx="672">
                  <c:v>60</c:v>
                </c:pt>
                <c:pt idx="673">
                  <c:v>60</c:v>
                </c:pt>
                <c:pt idx="674">
                  <c:v>60</c:v>
                </c:pt>
                <c:pt idx="675">
                  <c:v>60</c:v>
                </c:pt>
                <c:pt idx="676">
                  <c:v>1E-4</c:v>
                </c:pt>
                <c:pt idx="677">
                  <c:v>1E-4</c:v>
                </c:pt>
                <c:pt idx="678">
                  <c:v>1E-4</c:v>
                </c:pt>
                <c:pt idx="679">
                  <c:v>1E-4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2.0000000000000001E-4</c:v>
                </c:pt>
                <c:pt idx="689">
                  <c:v>2.0000000000000001E-4</c:v>
                </c:pt>
                <c:pt idx="690">
                  <c:v>55.310932000000001</c:v>
                </c:pt>
                <c:pt idx="691">
                  <c:v>55.310932000000001</c:v>
                </c:pt>
                <c:pt idx="692">
                  <c:v>30.000420999999999</c:v>
                </c:pt>
                <c:pt idx="693">
                  <c:v>30.000420999999999</c:v>
                </c:pt>
                <c:pt idx="694">
                  <c:v>0</c:v>
                </c:pt>
                <c:pt idx="695">
                  <c:v>0</c:v>
                </c:pt>
                <c:pt idx="696">
                  <c:v>120.0001</c:v>
                </c:pt>
                <c:pt idx="697">
                  <c:v>120.0001</c:v>
                </c:pt>
                <c:pt idx="698">
                  <c:v>60.000520999999999</c:v>
                </c:pt>
                <c:pt idx="699">
                  <c:v>60.000520999999999</c:v>
                </c:pt>
                <c:pt idx="700">
                  <c:v>38.624217999999999</c:v>
                </c:pt>
                <c:pt idx="701">
                  <c:v>38.624217999999999</c:v>
                </c:pt>
                <c:pt idx="702">
                  <c:v>1E-4</c:v>
                </c:pt>
                <c:pt idx="703">
                  <c:v>1E-4</c:v>
                </c:pt>
                <c:pt idx="704">
                  <c:v>0</c:v>
                </c:pt>
                <c:pt idx="705">
                  <c:v>0</c:v>
                </c:pt>
                <c:pt idx="706">
                  <c:v>4.2099999999999999E-4</c:v>
                </c:pt>
                <c:pt idx="707">
                  <c:v>4.2099999999999999E-4</c:v>
                </c:pt>
                <c:pt idx="708">
                  <c:v>0</c:v>
                </c:pt>
                <c:pt idx="709">
                  <c:v>0</c:v>
                </c:pt>
                <c:pt idx="710">
                  <c:v>17.134250000000002</c:v>
                </c:pt>
                <c:pt idx="711">
                  <c:v>17.134250000000002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60</c:v>
                </c:pt>
                <c:pt idx="747">
                  <c:v>60</c:v>
                </c:pt>
                <c:pt idx="748">
                  <c:v>90</c:v>
                </c:pt>
                <c:pt idx="749">
                  <c:v>90</c:v>
                </c:pt>
                <c:pt idx="750">
                  <c:v>150</c:v>
                </c:pt>
                <c:pt idx="751">
                  <c:v>150</c:v>
                </c:pt>
                <c:pt idx="752">
                  <c:v>227.65907300000001</c:v>
                </c:pt>
                <c:pt idx="753">
                  <c:v>227.65907300000001</c:v>
                </c:pt>
                <c:pt idx="754">
                  <c:v>231.63831099999999</c:v>
                </c:pt>
                <c:pt idx="755">
                  <c:v>231.63831099999999</c:v>
                </c:pt>
                <c:pt idx="756">
                  <c:v>330</c:v>
                </c:pt>
                <c:pt idx="757">
                  <c:v>330</c:v>
                </c:pt>
                <c:pt idx="758">
                  <c:v>360.00009999999997</c:v>
                </c:pt>
                <c:pt idx="759">
                  <c:v>360.00009999999997</c:v>
                </c:pt>
                <c:pt idx="760">
                  <c:v>533.822137</c:v>
                </c:pt>
                <c:pt idx="761">
                  <c:v>533.822137</c:v>
                </c:pt>
                <c:pt idx="762">
                  <c:v>725.07120999999995</c:v>
                </c:pt>
                <c:pt idx="763">
                  <c:v>725.07120999999995</c:v>
                </c:pt>
                <c:pt idx="764">
                  <c:v>792.209926</c:v>
                </c:pt>
                <c:pt idx="765">
                  <c:v>792.209926</c:v>
                </c:pt>
                <c:pt idx="766">
                  <c:v>600</c:v>
                </c:pt>
                <c:pt idx="767">
                  <c:v>600</c:v>
                </c:pt>
                <c:pt idx="768">
                  <c:v>200</c:v>
                </c:pt>
                <c:pt idx="769">
                  <c:v>200</c:v>
                </c:pt>
                <c:pt idx="770">
                  <c:v>200</c:v>
                </c:pt>
                <c:pt idx="771">
                  <c:v>200</c:v>
                </c:pt>
                <c:pt idx="772">
                  <c:v>200</c:v>
                </c:pt>
                <c:pt idx="773">
                  <c:v>200</c:v>
                </c:pt>
                <c:pt idx="774">
                  <c:v>200</c:v>
                </c:pt>
                <c:pt idx="775">
                  <c:v>200</c:v>
                </c:pt>
                <c:pt idx="776">
                  <c:v>200</c:v>
                </c:pt>
                <c:pt idx="777">
                  <c:v>200</c:v>
                </c:pt>
                <c:pt idx="778">
                  <c:v>210.0001</c:v>
                </c:pt>
                <c:pt idx="779">
                  <c:v>210.0001</c:v>
                </c:pt>
                <c:pt idx="780">
                  <c:v>210.0001</c:v>
                </c:pt>
                <c:pt idx="781">
                  <c:v>210.0001</c:v>
                </c:pt>
                <c:pt idx="782">
                  <c:v>210</c:v>
                </c:pt>
                <c:pt idx="783">
                  <c:v>210</c:v>
                </c:pt>
                <c:pt idx="784">
                  <c:v>200</c:v>
                </c:pt>
                <c:pt idx="785">
                  <c:v>200</c:v>
                </c:pt>
                <c:pt idx="786">
                  <c:v>544.91723000000002</c:v>
                </c:pt>
                <c:pt idx="787">
                  <c:v>544.91723000000002</c:v>
                </c:pt>
                <c:pt idx="788">
                  <c:v>342.212289</c:v>
                </c:pt>
                <c:pt idx="789">
                  <c:v>342.212289</c:v>
                </c:pt>
                <c:pt idx="790">
                  <c:v>515.35391000000004</c:v>
                </c:pt>
                <c:pt idx="791">
                  <c:v>515.35391000000004</c:v>
                </c:pt>
                <c:pt idx="792">
                  <c:v>200</c:v>
                </c:pt>
                <c:pt idx="793">
                  <c:v>200</c:v>
                </c:pt>
                <c:pt idx="794">
                  <c:v>437.39519000000001</c:v>
                </c:pt>
                <c:pt idx="795">
                  <c:v>437.39519000000001</c:v>
                </c:pt>
                <c:pt idx="796">
                  <c:v>295.46929299999999</c:v>
                </c:pt>
                <c:pt idx="797">
                  <c:v>295.46929299999999</c:v>
                </c:pt>
                <c:pt idx="798">
                  <c:v>479.99979999999999</c:v>
                </c:pt>
                <c:pt idx="799">
                  <c:v>479.99979999999999</c:v>
                </c:pt>
                <c:pt idx="800">
                  <c:v>316.093323</c:v>
                </c:pt>
                <c:pt idx="801">
                  <c:v>316.093323</c:v>
                </c:pt>
                <c:pt idx="802">
                  <c:v>295.50712499999997</c:v>
                </c:pt>
                <c:pt idx="803">
                  <c:v>295.50712499999997</c:v>
                </c:pt>
                <c:pt idx="804">
                  <c:v>206.61957000000001</c:v>
                </c:pt>
                <c:pt idx="805">
                  <c:v>206.61957000000001</c:v>
                </c:pt>
                <c:pt idx="806">
                  <c:v>318.00043299999999</c:v>
                </c:pt>
                <c:pt idx="807">
                  <c:v>318.00043299999999</c:v>
                </c:pt>
                <c:pt idx="808">
                  <c:v>622.21046699999999</c:v>
                </c:pt>
                <c:pt idx="809">
                  <c:v>622.21046699999999</c:v>
                </c:pt>
                <c:pt idx="810">
                  <c:v>486.63220000000001</c:v>
                </c:pt>
                <c:pt idx="811">
                  <c:v>486.63220000000001</c:v>
                </c:pt>
                <c:pt idx="812">
                  <c:v>422.21206999999998</c:v>
                </c:pt>
                <c:pt idx="813">
                  <c:v>422.21206999999998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30</c:v>
                </c:pt>
                <c:pt idx="847">
                  <c:v>30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17.133429</c:v>
                </c:pt>
                <c:pt idx="853">
                  <c:v>17.133429</c:v>
                </c:pt>
                <c:pt idx="854">
                  <c:v>1E-4</c:v>
                </c:pt>
                <c:pt idx="855">
                  <c:v>1E-4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2.0000000000000001E-4</c:v>
                </c:pt>
                <c:pt idx="881">
                  <c:v>2.0000000000000001E-4</c:v>
                </c:pt>
                <c:pt idx="882">
                  <c:v>14.261265</c:v>
                </c:pt>
                <c:pt idx="883">
                  <c:v>14.261265</c:v>
                </c:pt>
                <c:pt idx="884">
                  <c:v>4.2099999999999999E-4</c:v>
                </c:pt>
                <c:pt idx="885">
                  <c:v>4.2099999999999999E-4</c:v>
                </c:pt>
                <c:pt idx="886">
                  <c:v>2.0000000000000001E-4</c:v>
                </c:pt>
                <c:pt idx="887">
                  <c:v>2.0000000000000001E-4</c:v>
                </c:pt>
                <c:pt idx="888">
                  <c:v>1E-4</c:v>
                </c:pt>
                <c:pt idx="889">
                  <c:v>1E-4</c:v>
                </c:pt>
                <c:pt idx="890">
                  <c:v>1E-4</c:v>
                </c:pt>
                <c:pt idx="891">
                  <c:v>1E-4</c:v>
                </c:pt>
                <c:pt idx="892">
                  <c:v>1E-4</c:v>
                </c:pt>
                <c:pt idx="893">
                  <c:v>1E-4</c:v>
                </c:pt>
                <c:pt idx="894">
                  <c:v>1E-4</c:v>
                </c:pt>
                <c:pt idx="895">
                  <c:v>1E-4</c:v>
                </c:pt>
                <c:pt idx="896">
                  <c:v>133.715</c:v>
                </c:pt>
                <c:pt idx="897">
                  <c:v>133.715</c:v>
                </c:pt>
                <c:pt idx="898">
                  <c:v>86.859502000000006</c:v>
                </c:pt>
                <c:pt idx="899">
                  <c:v>86.859502000000006</c:v>
                </c:pt>
                <c:pt idx="900">
                  <c:v>76.516000000000005</c:v>
                </c:pt>
                <c:pt idx="901">
                  <c:v>76.516000000000005</c:v>
                </c:pt>
                <c:pt idx="902">
                  <c:v>55.695368000000002</c:v>
                </c:pt>
                <c:pt idx="903">
                  <c:v>55.695368000000002</c:v>
                </c:pt>
                <c:pt idx="904">
                  <c:v>1E-4</c:v>
                </c:pt>
                <c:pt idx="905">
                  <c:v>1E-4</c:v>
                </c:pt>
                <c:pt idx="906">
                  <c:v>4.2099999999999999E-4</c:v>
                </c:pt>
                <c:pt idx="907">
                  <c:v>4.2099999999999999E-4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30</c:v>
                </c:pt>
                <c:pt idx="913">
                  <c:v>30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30</c:v>
                </c:pt>
                <c:pt idx="929">
                  <c:v>30</c:v>
                </c:pt>
                <c:pt idx="930">
                  <c:v>60</c:v>
                </c:pt>
                <c:pt idx="931">
                  <c:v>60</c:v>
                </c:pt>
                <c:pt idx="932">
                  <c:v>77.134129000000001</c:v>
                </c:pt>
                <c:pt idx="933">
                  <c:v>77.134129000000001</c:v>
                </c:pt>
                <c:pt idx="934">
                  <c:v>90</c:v>
                </c:pt>
                <c:pt idx="935">
                  <c:v>90</c:v>
                </c:pt>
                <c:pt idx="936">
                  <c:v>30</c:v>
                </c:pt>
                <c:pt idx="937">
                  <c:v>30</c:v>
                </c:pt>
                <c:pt idx="938">
                  <c:v>31.886461000000001</c:v>
                </c:pt>
                <c:pt idx="939">
                  <c:v>31.886461000000001</c:v>
                </c:pt>
                <c:pt idx="940">
                  <c:v>90.000421000000003</c:v>
                </c:pt>
                <c:pt idx="941">
                  <c:v>90.000421000000003</c:v>
                </c:pt>
                <c:pt idx="942">
                  <c:v>1E-4</c:v>
                </c:pt>
                <c:pt idx="943">
                  <c:v>1E-4</c:v>
                </c:pt>
                <c:pt idx="944">
                  <c:v>2.9999999999999997E-4</c:v>
                </c:pt>
                <c:pt idx="945">
                  <c:v>2.9999999999999997E-4</c:v>
                </c:pt>
                <c:pt idx="946">
                  <c:v>16.054676000000001</c:v>
                </c:pt>
                <c:pt idx="947">
                  <c:v>16.054676000000001</c:v>
                </c:pt>
                <c:pt idx="948">
                  <c:v>60</c:v>
                </c:pt>
                <c:pt idx="949">
                  <c:v>60</c:v>
                </c:pt>
                <c:pt idx="950">
                  <c:v>22.108573</c:v>
                </c:pt>
                <c:pt idx="951">
                  <c:v>22.108573</c:v>
                </c:pt>
                <c:pt idx="952">
                  <c:v>230.16586899999999</c:v>
                </c:pt>
                <c:pt idx="953">
                  <c:v>230.16586899999999</c:v>
                </c:pt>
                <c:pt idx="954">
                  <c:v>420</c:v>
                </c:pt>
                <c:pt idx="955">
                  <c:v>420</c:v>
                </c:pt>
                <c:pt idx="956">
                  <c:v>600</c:v>
                </c:pt>
                <c:pt idx="957">
                  <c:v>600</c:v>
                </c:pt>
                <c:pt idx="958">
                  <c:v>480</c:v>
                </c:pt>
                <c:pt idx="959">
                  <c:v>480</c:v>
                </c:pt>
                <c:pt idx="960">
                  <c:v>420.00052099999999</c:v>
                </c:pt>
                <c:pt idx="961">
                  <c:v>420.00052099999999</c:v>
                </c:pt>
                <c:pt idx="962">
                  <c:v>506.57453400000003</c:v>
                </c:pt>
                <c:pt idx="963">
                  <c:v>506.57453400000003</c:v>
                </c:pt>
                <c:pt idx="964">
                  <c:v>601.45488699999999</c:v>
                </c:pt>
                <c:pt idx="965">
                  <c:v>601.45488699999999</c:v>
                </c:pt>
                <c:pt idx="966">
                  <c:v>541.10826599999996</c:v>
                </c:pt>
                <c:pt idx="967">
                  <c:v>541.10826599999996</c:v>
                </c:pt>
                <c:pt idx="968">
                  <c:v>142.42256599999999</c:v>
                </c:pt>
                <c:pt idx="969">
                  <c:v>142.42256599999999</c:v>
                </c:pt>
                <c:pt idx="970">
                  <c:v>180.0001</c:v>
                </c:pt>
                <c:pt idx="971">
                  <c:v>180.0001</c:v>
                </c:pt>
                <c:pt idx="972">
                  <c:v>90.000100000000003</c:v>
                </c:pt>
                <c:pt idx="973">
                  <c:v>90.000100000000003</c:v>
                </c:pt>
                <c:pt idx="974">
                  <c:v>102.21104699999999</c:v>
                </c:pt>
                <c:pt idx="975">
                  <c:v>102.21104699999999</c:v>
                </c:pt>
                <c:pt idx="976">
                  <c:v>366.03356300000002</c:v>
                </c:pt>
                <c:pt idx="977">
                  <c:v>366.03356300000002</c:v>
                </c:pt>
                <c:pt idx="978">
                  <c:v>660</c:v>
                </c:pt>
                <c:pt idx="979">
                  <c:v>660</c:v>
                </c:pt>
                <c:pt idx="980">
                  <c:v>400.43422099999998</c:v>
                </c:pt>
                <c:pt idx="981">
                  <c:v>400.43422099999998</c:v>
                </c:pt>
                <c:pt idx="982">
                  <c:v>389.38118900000001</c:v>
                </c:pt>
                <c:pt idx="983">
                  <c:v>389.38118900000001</c:v>
                </c:pt>
                <c:pt idx="984">
                  <c:v>503.51694400000002</c:v>
                </c:pt>
                <c:pt idx="985">
                  <c:v>503.51694400000002</c:v>
                </c:pt>
                <c:pt idx="986">
                  <c:v>534.421695</c:v>
                </c:pt>
                <c:pt idx="987">
                  <c:v>534.421695</c:v>
                </c:pt>
                <c:pt idx="988">
                  <c:v>80.609127999999998</c:v>
                </c:pt>
                <c:pt idx="989">
                  <c:v>80.609127999999998</c:v>
                </c:pt>
                <c:pt idx="990">
                  <c:v>379.25664899999998</c:v>
                </c:pt>
                <c:pt idx="991">
                  <c:v>379.25664899999998</c:v>
                </c:pt>
                <c:pt idx="992">
                  <c:v>489.64045499999997</c:v>
                </c:pt>
                <c:pt idx="993">
                  <c:v>489.64045499999997</c:v>
                </c:pt>
                <c:pt idx="994">
                  <c:v>635.57800499999996</c:v>
                </c:pt>
                <c:pt idx="995">
                  <c:v>635.57800499999996</c:v>
                </c:pt>
                <c:pt idx="996">
                  <c:v>390</c:v>
                </c:pt>
                <c:pt idx="997">
                  <c:v>390</c:v>
                </c:pt>
                <c:pt idx="998">
                  <c:v>639.47426800000005</c:v>
                </c:pt>
                <c:pt idx="999">
                  <c:v>639.47426800000005</c:v>
                </c:pt>
                <c:pt idx="1000">
                  <c:v>659.99967900000001</c:v>
                </c:pt>
                <c:pt idx="1001">
                  <c:v>659.99967900000001</c:v>
                </c:pt>
                <c:pt idx="1002">
                  <c:v>732.21094700000003</c:v>
                </c:pt>
                <c:pt idx="1003">
                  <c:v>732.21094700000003</c:v>
                </c:pt>
                <c:pt idx="1004">
                  <c:v>301.05515800000001</c:v>
                </c:pt>
                <c:pt idx="1005">
                  <c:v>301.05515800000001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1E-4</c:v>
                </c:pt>
                <c:pt idx="1113">
                  <c:v>1E-4</c:v>
                </c:pt>
                <c:pt idx="1114">
                  <c:v>90</c:v>
                </c:pt>
                <c:pt idx="1115">
                  <c:v>90</c:v>
                </c:pt>
                <c:pt idx="1116">
                  <c:v>90</c:v>
                </c:pt>
                <c:pt idx="1117">
                  <c:v>90</c:v>
                </c:pt>
                <c:pt idx="1118">
                  <c:v>90</c:v>
                </c:pt>
                <c:pt idx="1119">
                  <c:v>90</c:v>
                </c:pt>
                <c:pt idx="1120">
                  <c:v>1E-4</c:v>
                </c:pt>
                <c:pt idx="1121">
                  <c:v>1E-4</c:v>
                </c:pt>
                <c:pt idx="1122">
                  <c:v>60</c:v>
                </c:pt>
                <c:pt idx="1123">
                  <c:v>60</c:v>
                </c:pt>
                <c:pt idx="1124">
                  <c:v>1E-4</c:v>
                </c:pt>
                <c:pt idx="1125">
                  <c:v>1E-4</c:v>
                </c:pt>
                <c:pt idx="1126">
                  <c:v>0</c:v>
                </c:pt>
                <c:pt idx="1127">
                  <c:v>0</c:v>
                </c:pt>
                <c:pt idx="1128">
                  <c:v>77.134450000000001</c:v>
                </c:pt>
                <c:pt idx="1129">
                  <c:v>77.134450000000001</c:v>
                </c:pt>
                <c:pt idx="1130">
                  <c:v>60</c:v>
                </c:pt>
                <c:pt idx="1131">
                  <c:v>60</c:v>
                </c:pt>
                <c:pt idx="1132">
                  <c:v>1E-4</c:v>
                </c:pt>
                <c:pt idx="1133">
                  <c:v>1E-4</c:v>
                </c:pt>
                <c:pt idx="1134">
                  <c:v>60.000100000000003</c:v>
                </c:pt>
                <c:pt idx="1135">
                  <c:v>60.000100000000003</c:v>
                </c:pt>
                <c:pt idx="1136">
                  <c:v>129.02712299999999</c:v>
                </c:pt>
                <c:pt idx="1137">
                  <c:v>129.02712299999999</c:v>
                </c:pt>
                <c:pt idx="1138">
                  <c:v>240.0001</c:v>
                </c:pt>
                <c:pt idx="1139">
                  <c:v>240.0001</c:v>
                </c:pt>
                <c:pt idx="1140">
                  <c:v>240.0001</c:v>
                </c:pt>
                <c:pt idx="1141">
                  <c:v>240.0001</c:v>
                </c:pt>
                <c:pt idx="1142">
                  <c:v>342.21104700000001</c:v>
                </c:pt>
                <c:pt idx="1143">
                  <c:v>342.21104700000001</c:v>
                </c:pt>
                <c:pt idx="1144">
                  <c:v>539.99947899999995</c:v>
                </c:pt>
                <c:pt idx="1145">
                  <c:v>539.99947899999995</c:v>
                </c:pt>
                <c:pt idx="1146">
                  <c:v>616.91351499999996</c:v>
                </c:pt>
                <c:pt idx="1147">
                  <c:v>616.91351499999996</c:v>
                </c:pt>
                <c:pt idx="1148">
                  <c:v>750.00009999999997</c:v>
                </c:pt>
                <c:pt idx="1149">
                  <c:v>750.00009999999997</c:v>
                </c:pt>
                <c:pt idx="1150">
                  <c:v>750.00009999999997</c:v>
                </c:pt>
                <c:pt idx="1151">
                  <c:v>750.00009999999997</c:v>
                </c:pt>
                <c:pt idx="1152">
                  <c:v>652.80548599999997</c:v>
                </c:pt>
                <c:pt idx="1153">
                  <c:v>652.80548599999997</c:v>
                </c:pt>
                <c:pt idx="1154">
                  <c:v>480.00029999999998</c:v>
                </c:pt>
                <c:pt idx="1155">
                  <c:v>480.00029999999998</c:v>
                </c:pt>
                <c:pt idx="1156">
                  <c:v>566.91143099999999</c:v>
                </c:pt>
                <c:pt idx="1157">
                  <c:v>566.91143099999999</c:v>
                </c:pt>
                <c:pt idx="1158">
                  <c:v>463.175817</c:v>
                </c:pt>
                <c:pt idx="1159">
                  <c:v>463.175817</c:v>
                </c:pt>
                <c:pt idx="1160">
                  <c:v>120.558024</c:v>
                </c:pt>
                <c:pt idx="1161">
                  <c:v>120.558024</c:v>
                </c:pt>
                <c:pt idx="1162">
                  <c:v>174.63044300000001</c:v>
                </c:pt>
                <c:pt idx="1163">
                  <c:v>174.63044300000001</c:v>
                </c:pt>
                <c:pt idx="1164">
                  <c:v>120.0003</c:v>
                </c:pt>
                <c:pt idx="1165">
                  <c:v>120.0003</c:v>
                </c:pt>
                <c:pt idx="1166">
                  <c:v>199.52479099999999</c:v>
                </c:pt>
                <c:pt idx="1167">
                  <c:v>199.52479099999999</c:v>
                </c:pt>
                <c:pt idx="1168">
                  <c:v>200</c:v>
                </c:pt>
                <c:pt idx="1169">
                  <c:v>200</c:v>
                </c:pt>
                <c:pt idx="1170">
                  <c:v>192.78806900000001</c:v>
                </c:pt>
                <c:pt idx="1171">
                  <c:v>192.78806900000001</c:v>
                </c:pt>
                <c:pt idx="1172">
                  <c:v>120.0001</c:v>
                </c:pt>
                <c:pt idx="1173">
                  <c:v>120.0001</c:v>
                </c:pt>
                <c:pt idx="1174">
                  <c:v>90.000100000000003</c:v>
                </c:pt>
                <c:pt idx="1175">
                  <c:v>90.000100000000003</c:v>
                </c:pt>
                <c:pt idx="1176">
                  <c:v>200</c:v>
                </c:pt>
                <c:pt idx="1177">
                  <c:v>200</c:v>
                </c:pt>
                <c:pt idx="1178">
                  <c:v>200</c:v>
                </c:pt>
                <c:pt idx="1179">
                  <c:v>200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192.41509400000001</c:v>
                </c:pt>
                <c:pt idx="1185">
                  <c:v>192.41509400000001</c:v>
                </c:pt>
                <c:pt idx="1186">
                  <c:v>170.940102</c:v>
                </c:pt>
                <c:pt idx="1187">
                  <c:v>170.940102</c:v>
                </c:pt>
                <c:pt idx="1188">
                  <c:v>200</c:v>
                </c:pt>
                <c:pt idx="1189">
                  <c:v>200</c:v>
                </c:pt>
                <c:pt idx="1190">
                  <c:v>200</c:v>
                </c:pt>
                <c:pt idx="1191">
                  <c:v>200</c:v>
                </c:pt>
                <c:pt idx="1192">
                  <c:v>150</c:v>
                </c:pt>
                <c:pt idx="1193">
                  <c:v>150</c:v>
                </c:pt>
                <c:pt idx="1194">
                  <c:v>200</c:v>
                </c:pt>
                <c:pt idx="1195">
                  <c:v>200</c:v>
                </c:pt>
                <c:pt idx="1196">
                  <c:v>192.21052599999999</c:v>
                </c:pt>
                <c:pt idx="1197">
                  <c:v>192.21052599999999</c:v>
                </c:pt>
                <c:pt idx="1198">
                  <c:v>181.15474699999999</c:v>
                </c:pt>
                <c:pt idx="1199">
                  <c:v>181.15474699999999</c:v>
                </c:pt>
                <c:pt idx="1200">
                  <c:v>200</c:v>
                </c:pt>
                <c:pt idx="1201">
                  <c:v>200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1E-4</c:v>
                </c:pt>
                <c:pt idx="1309">
                  <c:v>1E-4</c:v>
                </c:pt>
                <c:pt idx="1310">
                  <c:v>1E-4</c:v>
                </c:pt>
                <c:pt idx="1311">
                  <c:v>1E-4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416.063581</c:v>
                </c:pt>
                <c:pt idx="1337">
                  <c:v>416.063581</c:v>
                </c:pt>
                <c:pt idx="1338">
                  <c:v>417.59903400000002</c:v>
                </c:pt>
                <c:pt idx="1339">
                  <c:v>417.59903400000002</c:v>
                </c:pt>
                <c:pt idx="1340">
                  <c:v>180</c:v>
                </c:pt>
                <c:pt idx="1341">
                  <c:v>180</c:v>
                </c:pt>
                <c:pt idx="1342">
                  <c:v>60</c:v>
                </c:pt>
                <c:pt idx="1343">
                  <c:v>60</c:v>
                </c:pt>
                <c:pt idx="1344">
                  <c:v>480</c:v>
                </c:pt>
                <c:pt idx="1345">
                  <c:v>480</c:v>
                </c:pt>
                <c:pt idx="1346">
                  <c:v>533.52077399999996</c:v>
                </c:pt>
                <c:pt idx="1347">
                  <c:v>533.52077399999996</c:v>
                </c:pt>
                <c:pt idx="1348">
                  <c:v>210.5598</c:v>
                </c:pt>
                <c:pt idx="1349">
                  <c:v>210.5598</c:v>
                </c:pt>
                <c:pt idx="1350">
                  <c:v>150</c:v>
                </c:pt>
                <c:pt idx="1351">
                  <c:v>150</c:v>
                </c:pt>
                <c:pt idx="1352">
                  <c:v>303.36814099999998</c:v>
                </c:pt>
                <c:pt idx="1353">
                  <c:v>303.36814099999998</c:v>
                </c:pt>
                <c:pt idx="1354">
                  <c:v>395.46278100000001</c:v>
                </c:pt>
                <c:pt idx="1355">
                  <c:v>395.46278100000001</c:v>
                </c:pt>
                <c:pt idx="1356">
                  <c:v>240</c:v>
                </c:pt>
                <c:pt idx="1357">
                  <c:v>240</c:v>
                </c:pt>
                <c:pt idx="1358">
                  <c:v>60</c:v>
                </c:pt>
                <c:pt idx="1359">
                  <c:v>60</c:v>
                </c:pt>
                <c:pt idx="1360">
                  <c:v>210</c:v>
                </c:pt>
                <c:pt idx="1361">
                  <c:v>210</c:v>
                </c:pt>
                <c:pt idx="1362">
                  <c:v>137.789053</c:v>
                </c:pt>
                <c:pt idx="1363">
                  <c:v>137.789053</c:v>
                </c:pt>
                <c:pt idx="1364">
                  <c:v>180</c:v>
                </c:pt>
                <c:pt idx="1365">
                  <c:v>180</c:v>
                </c:pt>
                <c:pt idx="1366">
                  <c:v>68.689988</c:v>
                </c:pt>
                <c:pt idx="1367">
                  <c:v>68.689988</c:v>
                </c:pt>
                <c:pt idx="1368">
                  <c:v>129.632778</c:v>
                </c:pt>
                <c:pt idx="1369">
                  <c:v>129.632778</c:v>
                </c:pt>
                <c:pt idx="1370">
                  <c:v>279.641076</c:v>
                </c:pt>
                <c:pt idx="1371">
                  <c:v>279.641076</c:v>
                </c:pt>
                <c:pt idx="1372">
                  <c:v>162.210205</c:v>
                </c:pt>
                <c:pt idx="1373">
                  <c:v>162.210205</c:v>
                </c:pt>
                <c:pt idx="1374">
                  <c:v>365.44271300000003</c:v>
                </c:pt>
                <c:pt idx="1375">
                  <c:v>365.44271300000003</c:v>
                </c:pt>
                <c:pt idx="1376">
                  <c:v>504.42177400000003</c:v>
                </c:pt>
                <c:pt idx="1377">
                  <c:v>504.42177400000003</c:v>
                </c:pt>
                <c:pt idx="1378">
                  <c:v>574.51664700000003</c:v>
                </c:pt>
                <c:pt idx="1379">
                  <c:v>574.51664700000003</c:v>
                </c:pt>
                <c:pt idx="1380">
                  <c:v>629.99990000000003</c:v>
                </c:pt>
                <c:pt idx="1381">
                  <c:v>629.99990000000003</c:v>
                </c:pt>
                <c:pt idx="1382">
                  <c:v>660</c:v>
                </c:pt>
                <c:pt idx="1383">
                  <c:v>660</c:v>
                </c:pt>
                <c:pt idx="1384">
                  <c:v>647.78925300000003</c:v>
                </c:pt>
                <c:pt idx="1385">
                  <c:v>647.78925300000003</c:v>
                </c:pt>
                <c:pt idx="1386">
                  <c:v>600.00042099999996</c:v>
                </c:pt>
                <c:pt idx="1387">
                  <c:v>600.00042099999996</c:v>
                </c:pt>
                <c:pt idx="1388">
                  <c:v>264.42273699999998</c:v>
                </c:pt>
                <c:pt idx="1389">
                  <c:v>264.42273699999998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16-40F1-B35D-80C01C0E878B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188.13643200000001</c:v>
                </c:pt>
                <c:pt idx="37">
                  <c:v>188.13643200000001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199.74199999999999</c:v>
                </c:pt>
                <c:pt idx="51">
                  <c:v>199.74199999999999</c:v>
                </c:pt>
                <c:pt idx="52">
                  <c:v>86.6</c:v>
                </c:pt>
                <c:pt idx="53">
                  <c:v>86.6</c:v>
                </c:pt>
                <c:pt idx="54">
                  <c:v>35.615000000000002</c:v>
                </c:pt>
                <c:pt idx="55">
                  <c:v>35.615000000000002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229.20037500000001</c:v>
                </c:pt>
                <c:pt idx="115">
                  <c:v>229.20037500000001</c:v>
                </c:pt>
                <c:pt idx="116">
                  <c:v>129.8501</c:v>
                </c:pt>
                <c:pt idx="117">
                  <c:v>129.8501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11.396442</c:v>
                </c:pt>
                <c:pt idx="169">
                  <c:v>11.396442</c:v>
                </c:pt>
                <c:pt idx="170">
                  <c:v>149.94342399999999</c:v>
                </c:pt>
                <c:pt idx="171">
                  <c:v>149.94342399999999</c:v>
                </c:pt>
                <c:pt idx="172">
                  <c:v>150</c:v>
                </c:pt>
                <c:pt idx="173">
                  <c:v>150</c:v>
                </c:pt>
                <c:pt idx="174">
                  <c:v>200</c:v>
                </c:pt>
                <c:pt idx="175">
                  <c:v>200</c:v>
                </c:pt>
                <c:pt idx="176">
                  <c:v>270</c:v>
                </c:pt>
                <c:pt idx="177">
                  <c:v>270</c:v>
                </c:pt>
                <c:pt idx="178">
                  <c:v>265.25899700000002</c:v>
                </c:pt>
                <c:pt idx="179">
                  <c:v>265.25899700000002</c:v>
                </c:pt>
                <c:pt idx="180">
                  <c:v>270</c:v>
                </c:pt>
                <c:pt idx="181">
                  <c:v>270</c:v>
                </c:pt>
                <c:pt idx="182">
                  <c:v>240</c:v>
                </c:pt>
                <c:pt idx="183">
                  <c:v>240</c:v>
                </c:pt>
                <c:pt idx="184">
                  <c:v>300.00009999999997</c:v>
                </c:pt>
                <c:pt idx="185">
                  <c:v>300.00009999999997</c:v>
                </c:pt>
                <c:pt idx="186">
                  <c:v>495.420525</c:v>
                </c:pt>
                <c:pt idx="187">
                  <c:v>495.420525</c:v>
                </c:pt>
                <c:pt idx="188">
                  <c:v>507.01925399999999</c:v>
                </c:pt>
                <c:pt idx="189">
                  <c:v>507.01925399999999</c:v>
                </c:pt>
                <c:pt idx="190">
                  <c:v>540</c:v>
                </c:pt>
                <c:pt idx="191">
                  <c:v>540</c:v>
                </c:pt>
                <c:pt idx="192">
                  <c:v>240</c:v>
                </c:pt>
                <c:pt idx="193">
                  <c:v>240</c:v>
                </c:pt>
                <c:pt idx="194">
                  <c:v>339.00440800000001</c:v>
                </c:pt>
                <c:pt idx="195">
                  <c:v>339.00440800000001</c:v>
                </c:pt>
                <c:pt idx="196">
                  <c:v>240.00020000000001</c:v>
                </c:pt>
                <c:pt idx="197">
                  <c:v>240.00020000000001</c:v>
                </c:pt>
                <c:pt idx="198">
                  <c:v>200</c:v>
                </c:pt>
                <c:pt idx="199">
                  <c:v>200</c:v>
                </c:pt>
                <c:pt idx="200">
                  <c:v>304.13687800000002</c:v>
                </c:pt>
                <c:pt idx="201">
                  <c:v>304.13687800000002</c:v>
                </c:pt>
                <c:pt idx="202">
                  <c:v>317.79017399999998</c:v>
                </c:pt>
                <c:pt idx="203">
                  <c:v>317.79017399999998</c:v>
                </c:pt>
                <c:pt idx="204">
                  <c:v>312.64957600000002</c:v>
                </c:pt>
                <c:pt idx="205">
                  <c:v>312.64957600000002</c:v>
                </c:pt>
                <c:pt idx="206">
                  <c:v>277.04614400000003</c:v>
                </c:pt>
                <c:pt idx="207">
                  <c:v>277.04614400000003</c:v>
                </c:pt>
                <c:pt idx="208">
                  <c:v>336.70569999999998</c:v>
                </c:pt>
                <c:pt idx="209">
                  <c:v>336.70569999999998</c:v>
                </c:pt>
                <c:pt idx="210">
                  <c:v>480</c:v>
                </c:pt>
                <c:pt idx="211">
                  <c:v>480</c:v>
                </c:pt>
                <c:pt idx="212">
                  <c:v>431.94459899999998</c:v>
                </c:pt>
                <c:pt idx="213">
                  <c:v>431.94459899999998</c:v>
                </c:pt>
                <c:pt idx="214">
                  <c:v>300.00009999999997</c:v>
                </c:pt>
                <c:pt idx="215">
                  <c:v>300.00009999999997</c:v>
                </c:pt>
                <c:pt idx="216">
                  <c:v>522.21094700000003</c:v>
                </c:pt>
                <c:pt idx="217">
                  <c:v>522.21094700000003</c:v>
                </c:pt>
                <c:pt idx="218">
                  <c:v>540</c:v>
                </c:pt>
                <c:pt idx="219">
                  <c:v>540</c:v>
                </c:pt>
                <c:pt idx="220">
                  <c:v>540</c:v>
                </c:pt>
                <c:pt idx="221">
                  <c:v>540</c:v>
                </c:pt>
                <c:pt idx="222">
                  <c:v>540</c:v>
                </c:pt>
                <c:pt idx="223">
                  <c:v>540</c:v>
                </c:pt>
                <c:pt idx="224">
                  <c:v>210.0001</c:v>
                </c:pt>
                <c:pt idx="225">
                  <c:v>210.0001</c:v>
                </c:pt>
                <c:pt idx="226">
                  <c:v>236.836769</c:v>
                </c:pt>
                <c:pt idx="227">
                  <c:v>236.836769</c:v>
                </c:pt>
                <c:pt idx="228">
                  <c:v>312.21104700000001</c:v>
                </c:pt>
                <c:pt idx="229">
                  <c:v>312.21104700000001</c:v>
                </c:pt>
                <c:pt idx="230">
                  <c:v>510.00009999999997</c:v>
                </c:pt>
                <c:pt idx="231">
                  <c:v>510.00009999999997</c:v>
                </c:pt>
                <c:pt idx="232">
                  <c:v>565.667779</c:v>
                </c:pt>
                <c:pt idx="233">
                  <c:v>565.667779</c:v>
                </c:pt>
                <c:pt idx="234">
                  <c:v>378.84378900000002</c:v>
                </c:pt>
                <c:pt idx="235">
                  <c:v>378.84378900000002</c:v>
                </c:pt>
                <c:pt idx="236">
                  <c:v>372.21106800000001</c:v>
                </c:pt>
                <c:pt idx="237">
                  <c:v>372.21106800000001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182.21134699999999</c:v>
                </c:pt>
                <c:pt idx="381">
                  <c:v>182.21134699999999</c:v>
                </c:pt>
                <c:pt idx="382">
                  <c:v>200</c:v>
                </c:pt>
                <c:pt idx="383">
                  <c:v>200</c:v>
                </c:pt>
                <c:pt idx="384">
                  <c:v>400.50126599999999</c:v>
                </c:pt>
                <c:pt idx="385">
                  <c:v>400.50126599999999</c:v>
                </c:pt>
                <c:pt idx="386">
                  <c:v>217.16334800000001</c:v>
                </c:pt>
                <c:pt idx="387">
                  <c:v>217.16334800000001</c:v>
                </c:pt>
                <c:pt idx="388">
                  <c:v>249.17158000000001</c:v>
                </c:pt>
                <c:pt idx="389">
                  <c:v>249.17158000000001</c:v>
                </c:pt>
                <c:pt idx="390">
                  <c:v>278.49161900000001</c:v>
                </c:pt>
                <c:pt idx="391">
                  <c:v>278.49161900000001</c:v>
                </c:pt>
                <c:pt idx="392">
                  <c:v>276.35403300000002</c:v>
                </c:pt>
                <c:pt idx="393">
                  <c:v>276.35403300000002</c:v>
                </c:pt>
                <c:pt idx="394">
                  <c:v>450.00009999999997</c:v>
                </c:pt>
                <c:pt idx="395">
                  <c:v>450.00009999999997</c:v>
                </c:pt>
                <c:pt idx="396">
                  <c:v>288.22711900000002</c:v>
                </c:pt>
                <c:pt idx="397">
                  <c:v>288.22711900000002</c:v>
                </c:pt>
                <c:pt idx="398">
                  <c:v>462.21114699999998</c:v>
                </c:pt>
                <c:pt idx="399">
                  <c:v>462.21114699999998</c:v>
                </c:pt>
                <c:pt idx="400">
                  <c:v>243.32008200000001</c:v>
                </c:pt>
                <c:pt idx="401">
                  <c:v>243.32008200000001</c:v>
                </c:pt>
                <c:pt idx="402">
                  <c:v>414.67086699999999</c:v>
                </c:pt>
                <c:pt idx="403">
                  <c:v>414.67086699999999</c:v>
                </c:pt>
                <c:pt idx="404">
                  <c:v>494.54394300000001</c:v>
                </c:pt>
                <c:pt idx="405">
                  <c:v>494.54394300000001</c:v>
                </c:pt>
                <c:pt idx="406">
                  <c:v>311.81213200000002</c:v>
                </c:pt>
                <c:pt idx="407">
                  <c:v>311.81213200000002</c:v>
                </c:pt>
                <c:pt idx="408">
                  <c:v>347.78967399999999</c:v>
                </c:pt>
                <c:pt idx="409">
                  <c:v>347.78967399999999</c:v>
                </c:pt>
                <c:pt idx="410">
                  <c:v>330.00009999999997</c:v>
                </c:pt>
                <c:pt idx="411">
                  <c:v>330.00009999999997</c:v>
                </c:pt>
                <c:pt idx="412">
                  <c:v>284.99947900000001</c:v>
                </c:pt>
                <c:pt idx="413">
                  <c:v>284.99947900000001</c:v>
                </c:pt>
                <c:pt idx="414">
                  <c:v>230.52496199999999</c:v>
                </c:pt>
                <c:pt idx="415">
                  <c:v>230.52496199999999</c:v>
                </c:pt>
                <c:pt idx="416">
                  <c:v>267.78892500000001</c:v>
                </c:pt>
                <c:pt idx="417">
                  <c:v>267.78892500000001</c:v>
                </c:pt>
                <c:pt idx="418">
                  <c:v>200.00013899999999</c:v>
                </c:pt>
                <c:pt idx="419">
                  <c:v>200.00013899999999</c:v>
                </c:pt>
                <c:pt idx="420">
                  <c:v>200</c:v>
                </c:pt>
                <c:pt idx="421">
                  <c:v>200</c:v>
                </c:pt>
                <c:pt idx="422">
                  <c:v>225.000182</c:v>
                </c:pt>
                <c:pt idx="423">
                  <c:v>225.000182</c:v>
                </c:pt>
                <c:pt idx="424">
                  <c:v>402.21136799999999</c:v>
                </c:pt>
                <c:pt idx="425">
                  <c:v>402.21136799999999</c:v>
                </c:pt>
                <c:pt idx="426">
                  <c:v>444.42137400000001</c:v>
                </c:pt>
                <c:pt idx="427">
                  <c:v>444.42137400000001</c:v>
                </c:pt>
                <c:pt idx="428">
                  <c:v>307.21107499999999</c:v>
                </c:pt>
                <c:pt idx="429">
                  <c:v>307.21107499999999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200</c:v>
                </c:pt>
                <c:pt idx="573">
                  <c:v>200</c:v>
                </c:pt>
                <c:pt idx="574">
                  <c:v>450.00040000000001</c:v>
                </c:pt>
                <c:pt idx="575">
                  <c:v>450.00040000000001</c:v>
                </c:pt>
                <c:pt idx="576">
                  <c:v>200</c:v>
                </c:pt>
                <c:pt idx="577">
                  <c:v>200</c:v>
                </c:pt>
                <c:pt idx="578">
                  <c:v>209.21388099999999</c:v>
                </c:pt>
                <c:pt idx="579">
                  <c:v>209.21388099999999</c:v>
                </c:pt>
                <c:pt idx="580">
                  <c:v>240.0001</c:v>
                </c:pt>
                <c:pt idx="581">
                  <c:v>240.0001</c:v>
                </c:pt>
                <c:pt idx="582">
                  <c:v>200</c:v>
                </c:pt>
                <c:pt idx="583">
                  <c:v>200</c:v>
                </c:pt>
                <c:pt idx="584">
                  <c:v>286.19188200000002</c:v>
                </c:pt>
                <c:pt idx="585">
                  <c:v>286.19188200000002</c:v>
                </c:pt>
                <c:pt idx="586">
                  <c:v>210.57872</c:v>
                </c:pt>
                <c:pt idx="587">
                  <c:v>210.57872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200</c:v>
                </c:pt>
                <c:pt idx="593">
                  <c:v>200</c:v>
                </c:pt>
                <c:pt idx="594">
                  <c:v>222.21114700000001</c:v>
                </c:pt>
                <c:pt idx="595">
                  <c:v>222.21114700000001</c:v>
                </c:pt>
                <c:pt idx="596">
                  <c:v>270</c:v>
                </c:pt>
                <c:pt idx="597">
                  <c:v>270</c:v>
                </c:pt>
                <c:pt idx="598">
                  <c:v>210</c:v>
                </c:pt>
                <c:pt idx="599">
                  <c:v>210</c:v>
                </c:pt>
                <c:pt idx="600">
                  <c:v>252.21062599999999</c:v>
                </c:pt>
                <c:pt idx="601">
                  <c:v>252.21062599999999</c:v>
                </c:pt>
                <c:pt idx="602">
                  <c:v>360</c:v>
                </c:pt>
                <c:pt idx="603">
                  <c:v>360</c:v>
                </c:pt>
                <c:pt idx="604">
                  <c:v>260.33633700000001</c:v>
                </c:pt>
                <c:pt idx="605">
                  <c:v>260.33633700000001</c:v>
                </c:pt>
                <c:pt idx="606">
                  <c:v>284.97211600000003</c:v>
                </c:pt>
                <c:pt idx="607">
                  <c:v>284.97211600000003</c:v>
                </c:pt>
                <c:pt idx="608">
                  <c:v>280.89785899999998</c:v>
                </c:pt>
                <c:pt idx="609">
                  <c:v>280.89785899999998</c:v>
                </c:pt>
                <c:pt idx="610">
                  <c:v>629.99990000000003</c:v>
                </c:pt>
                <c:pt idx="611">
                  <c:v>629.99990000000003</c:v>
                </c:pt>
                <c:pt idx="612">
                  <c:v>552.21062600000005</c:v>
                </c:pt>
                <c:pt idx="613">
                  <c:v>552.21062600000005</c:v>
                </c:pt>
                <c:pt idx="614">
                  <c:v>565.17221800000004</c:v>
                </c:pt>
                <c:pt idx="615">
                  <c:v>565.17221800000004</c:v>
                </c:pt>
                <c:pt idx="616">
                  <c:v>600</c:v>
                </c:pt>
                <c:pt idx="617">
                  <c:v>600</c:v>
                </c:pt>
                <c:pt idx="618">
                  <c:v>306.63304199999999</c:v>
                </c:pt>
                <c:pt idx="619">
                  <c:v>306.63304199999999</c:v>
                </c:pt>
                <c:pt idx="620">
                  <c:v>222.210847</c:v>
                </c:pt>
                <c:pt idx="621">
                  <c:v>222.210847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200</c:v>
                </c:pt>
                <c:pt idx="767">
                  <c:v>200</c:v>
                </c:pt>
                <c:pt idx="768">
                  <c:v>200</c:v>
                </c:pt>
                <c:pt idx="769">
                  <c:v>200</c:v>
                </c:pt>
                <c:pt idx="770">
                  <c:v>200</c:v>
                </c:pt>
                <c:pt idx="771">
                  <c:v>200</c:v>
                </c:pt>
                <c:pt idx="772">
                  <c:v>200</c:v>
                </c:pt>
                <c:pt idx="773">
                  <c:v>200</c:v>
                </c:pt>
                <c:pt idx="774">
                  <c:v>200</c:v>
                </c:pt>
                <c:pt idx="775">
                  <c:v>200</c:v>
                </c:pt>
                <c:pt idx="776">
                  <c:v>200</c:v>
                </c:pt>
                <c:pt idx="777">
                  <c:v>200</c:v>
                </c:pt>
                <c:pt idx="778">
                  <c:v>210.0001</c:v>
                </c:pt>
                <c:pt idx="779">
                  <c:v>210.0001</c:v>
                </c:pt>
                <c:pt idx="780">
                  <c:v>210.0001</c:v>
                </c:pt>
                <c:pt idx="781">
                  <c:v>210.0001</c:v>
                </c:pt>
                <c:pt idx="782">
                  <c:v>210</c:v>
                </c:pt>
                <c:pt idx="783">
                  <c:v>210</c:v>
                </c:pt>
                <c:pt idx="784">
                  <c:v>200</c:v>
                </c:pt>
                <c:pt idx="785">
                  <c:v>200</c:v>
                </c:pt>
                <c:pt idx="786">
                  <c:v>544.91723000000002</c:v>
                </c:pt>
                <c:pt idx="787">
                  <c:v>544.91723000000002</c:v>
                </c:pt>
                <c:pt idx="788">
                  <c:v>342.212289</c:v>
                </c:pt>
                <c:pt idx="789">
                  <c:v>342.212289</c:v>
                </c:pt>
                <c:pt idx="790">
                  <c:v>515.35391000000004</c:v>
                </c:pt>
                <c:pt idx="791">
                  <c:v>515.35391000000004</c:v>
                </c:pt>
                <c:pt idx="792">
                  <c:v>200</c:v>
                </c:pt>
                <c:pt idx="793">
                  <c:v>200</c:v>
                </c:pt>
                <c:pt idx="794">
                  <c:v>437.39519000000001</c:v>
                </c:pt>
                <c:pt idx="795">
                  <c:v>437.39519000000001</c:v>
                </c:pt>
                <c:pt idx="796">
                  <c:v>295.46929299999999</c:v>
                </c:pt>
                <c:pt idx="797">
                  <c:v>295.46929299999999</c:v>
                </c:pt>
                <c:pt idx="798">
                  <c:v>479.99979999999999</c:v>
                </c:pt>
                <c:pt idx="799">
                  <c:v>479.99979999999999</c:v>
                </c:pt>
                <c:pt idx="800">
                  <c:v>316.093323</c:v>
                </c:pt>
                <c:pt idx="801">
                  <c:v>316.093323</c:v>
                </c:pt>
                <c:pt idx="802">
                  <c:v>295.50712499999997</c:v>
                </c:pt>
                <c:pt idx="803">
                  <c:v>295.50712499999997</c:v>
                </c:pt>
                <c:pt idx="804">
                  <c:v>206.61957000000001</c:v>
                </c:pt>
                <c:pt idx="805">
                  <c:v>206.61957000000001</c:v>
                </c:pt>
                <c:pt idx="806">
                  <c:v>318.00043299999999</c:v>
                </c:pt>
                <c:pt idx="807">
                  <c:v>318.00043299999999</c:v>
                </c:pt>
                <c:pt idx="808">
                  <c:v>622.21046699999999</c:v>
                </c:pt>
                <c:pt idx="809">
                  <c:v>622.21046699999999</c:v>
                </c:pt>
                <c:pt idx="810">
                  <c:v>486.63220000000001</c:v>
                </c:pt>
                <c:pt idx="811">
                  <c:v>486.63220000000001</c:v>
                </c:pt>
                <c:pt idx="812">
                  <c:v>422.21206999999998</c:v>
                </c:pt>
                <c:pt idx="813">
                  <c:v>422.21206999999998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200</c:v>
                </c:pt>
                <c:pt idx="1159">
                  <c:v>200</c:v>
                </c:pt>
                <c:pt idx="1160">
                  <c:v>120.558024</c:v>
                </c:pt>
                <c:pt idx="1161">
                  <c:v>120.558024</c:v>
                </c:pt>
                <c:pt idx="1162">
                  <c:v>174.63044300000001</c:v>
                </c:pt>
                <c:pt idx="1163">
                  <c:v>174.63044300000001</c:v>
                </c:pt>
                <c:pt idx="1164">
                  <c:v>120.0003</c:v>
                </c:pt>
                <c:pt idx="1165">
                  <c:v>120.0003</c:v>
                </c:pt>
                <c:pt idx="1166">
                  <c:v>199.52479099999999</c:v>
                </c:pt>
                <c:pt idx="1167">
                  <c:v>199.52479099999999</c:v>
                </c:pt>
                <c:pt idx="1168">
                  <c:v>200</c:v>
                </c:pt>
                <c:pt idx="1169">
                  <c:v>200</c:v>
                </c:pt>
                <c:pt idx="1170">
                  <c:v>192.78806900000001</c:v>
                </c:pt>
                <c:pt idx="1171">
                  <c:v>192.78806900000001</c:v>
                </c:pt>
                <c:pt idx="1172">
                  <c:v>120.0001</c:v>
                </c:pt>
                <c:pt idx="1173">
                  <c:v>120.0001</c:v>
                </c:pt>
                <c:pt idx="1174">
                  <c:v>90.000100000000003</c:v>
                </c:pt>
                <c:pt idx="1175">
                  <c:v>90.000100000000003</c:v>
                </c:pt>
                <c:pt idx="1176">
                  <c:v>200</c:v>
                </c:pt>
                <c:pt idx="1177">
                  <c:v>200</c:v>
                </c:pt>
                <c:pt idx="1178">
                  <c:v>200</c:v>
                </c:pt>
                <c:pt idx="1179">
                  <c:v>200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192.41509400000001</c:v>
                </c:pt>
                <c:pt idx="1185">
                  <c:v>192.41509400000001</c:v>
                </c:pt>
                <c:pt idx="1186">
                  <c:v>170.940102</c:v>
                </c:pt>
                <c:pt idx="1187">
                  <c:v>170.940102</c:v>
                </c:pt>
                <c:pt idx="1188">
                  <c:v>200</c:v>
                </c:pt>
                <c:pt idx="1189">
                  <c:v>200</c:v>
                </c:pt>
                <c:pt idx="1190">
                  <c:v>200</c:v>
                </c:pt>
                <c:pt idx="1191">
                  <c:v>200</c:v>
                </c:pt>
                <c:pt idx="1192">
                  <c:v>150</c:v>
                </c:pt>
                <c:pt idx="1193">
                  <c:v>150</c:v>
                </c:pt>
                <c:pt idx="1194">
                  <c:v>200</c:v>
                </c:pt>
                <c:pt idx="1195">
                  <c:v>200</c:v>
                </c:pt>
                <c:pt idx="1196">
                  <c:v>192.21052599999999</c:v>
                </c:pt>
                <c:pt idx="1197">
                  <c:v>192.21052599999999</c:v>
                </c:pt>
                <c:pt idx="1198">
                  <c:v>181.15474699999999</c:v>
                </c:pt>
                <c:pt idx="1199">
                  <c:v>181.15474699999999</c:v>
                </c:pt>
                <c:pt idx="1200">
                  <c:v>199.15</c:v>
                </c:pt>
                <c:pt idx="1201">
                  <c:v>199.15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816-40F1-B35D-80C01C0E878B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1.7</c:v>
                </c:pt>
                <c:pt idx="51">
                  <c:v>1.7</c:v>
                </c:pt>
                <c:pt idx="52">
                  <c:v>3.4</c:v>
                </c:pt>
                <c:pt idx="53">
                  <c:v>3.4</c:v>
                </c:pt>
                <c:pt idx="54">
                  <c:v>6.8</c:v>
                </c:pt>
                <c:pt idx="55">
                  <c:v>6.8</c:v>
                </c:pt>
                <c:pt idx="56">
                  <c:v>8.5</c:v>
                </c:pt>
                <c:pt idx="57">
                  <c:v>8.5</c:v>
                </c:pt>
                <c:pt idx="58">
                  <c:v>22.1</c:v>
                </c:pt>
                <c:pt idx="59">
                  <c:v>22.1</c:v>
                </c:pt>
                <c:pt idx="60">
                  <c:v>28.9</c:v>
                </c:pt>
                <c:pt idx="61">
                  <c:v>28.9</c:v>
                </c:pt>
                <c:pt idx="62">
                  <c:v>46.75</c:v>
                </c:pt>
                <c:pt idx="63">
                  <c:v>46.75</c:v>
                </c:pt>
                <c:pt idx="64">
                  <c:v>45.05</c:v>
                </c:pt>
                <c:pt idx="65">
                  <c:v>45.05</c:v>
                </c:pt>
                <c:pt idx="66">
                  <c:v>59.5</c:v>
                </c:pt>
                <c:pt idx="67">
                  <c:v>59.5</c:v>
                </c:pt>
                <c:pt idx="68">
                  <c:v>25.5</c:v>
                </c:pt>
                <c:pt idx="69">
                  <c:v>25.5</c:v>
                </c:pt>
                <c:pt idx="70">
                  <c:v>49.3</c:v>
                </c:pt>
                <c:pt idx="71">
                  <c:v>49.3</c:v>
                </c:pt>
                <c:pt idx="72">
                  <c:v>25.5</c:v>
                </c:pt>
                <c:pt idx="73">
                  <c:v>25.5</c:v>
                </c:pt>
                <c:pt idx="74">
                  <c:v>34.85</c:v>
                </c:pt>
                <c:pt idx="75">
                  <c:v>34.85</c:v>
                </c:pt>
                <c:pt idx="76">
                  <c:v>38.25</c:v>
                </c:pt>
                <c:pt idx="77">
                  <c:v>38.25</c:v>
                </c:pt>
                <c:pt idx="78">
                  <c:v>52.7</c:v>
                </c:pt>
                <c:pt idx="79">
                  <c:v>52.7</c:v>
                </c:pt>
                <c:pt idx="80">
                  <c:v>32.299999999999997</c:v>
                </c:pt>
                <c:pt idx="81">
                  <c:v>32.299999999999997</c:v>
                </c:pt>
                <c:pt idx="82">
                  <c:v>42.5</c:v>
                </c:pt>
                <c:pt idx="83">
                  <c:v>42.5</c:v>
                </c:pt>
                <c:pt idx="84">
                  <c:v>34</c:v>
                </c:pt>
                <c:pt idx="85">
                  <c:v>34</c:v>
                </c:pt>
                <c:pt idx="86">
                  <c:v>46.75</c:v>
                </c:pt>
                <c:pt idx="87">
                  <c:v>46.75</c:v>
                </c:pt>
                <c:pt idx="88">
                  <c:v>87.55</c:v>
                </c:pt>
                <c:pt idx="89">
                  <c:v>87.55</c:v>
                </c:pt>
                <c:pt idx="90">
                  <c:v>100.3</c:v>
                </c:pt>
                <c:pt idx="91">
                  <c:v>100.3</c:v>
                </c:pt>
                <c:pt idx="92">
                  <c:v>111.35</c:v>
                </c:pt>
                <c:pt idx="93">
                  <c:v>111.35</c:v>
                </c:pt>
                <c:pt idx="94">
                  <c:v>95.2</c:v>
                </c:pt>
                <c:pt idx="95">
                  <c:v>95.2</c:v>
                </c:pt>
                <c:pt idx="96">
                  <c:v>73.95</c:v>
                </c:pt>
                <c:pt idx="97">
                  <c:v>73.95</c:v>
                </c:pt>
                <c:pt idx="98">
                  <c:v>48.45</c:v>
                </c:pt>
                <c:pt idx="99">
                  <c:v>48.45</c:v>
                </c:pt>
                <c:pt idx="100">
                  <c:v>51.85</c:v>
                </c:pt>
                <c:pt idx="101">
                  <c:v>51.85</c:v>
                </c:pt>
                <c:pt idx="102">
                  <c:v>56.1</c:v>
                </c:pt>
                <c:pt idx="103">
                  <c:v>56.1</c:v>
                </c:pt>
                <c:pt idx="104">
                  <c:v>63.75</c:v>
                </c:pt>
                <c:pt idx="105">
                  <c:v>63.75</c:v>
                </c:pt>
                <c:pt idx="106">
                  <c:v>64.599999999999994</c:v>
                </c:pt>
                <c:pt idx="107">
                  <c:v>64.599999999999994</c:v>
                </c:pt>
                <c:pt idx="108">
                  <c:v>82.45</c:v>
                </c:pt>
                <c:pt idx="109">
                  <c:v>82.45</c:v>
                </c:pt>
                <c:pt idx="110">
                  <c:v>92.65</c:v>
                </c:pt>
                <c:pt idx="111">
                  <c:v>92.65</c:v>
                </c:pt>
                <c:pt idx="112">
                  <c:v>96.9</c:v>
                </c:pt>
                <c:pt idx="113">
                  <c:v>96.9</c:v>
                </c:pt>
                <c:pt idx="114">
                  <c:v>45.05</c:v>
                </c:pt>
                <c:pt idx="115">
                  <c:v>45.05</c:v>
                </c:pt>
                <c:pt idx="116">
                  <c:v>50.15</c:v>
                </c:pt>
                <c:pt idx="117">
                  <c:v>50.15</c:v>
                </c:pt>
                <c:pt idx="118">
                  <c:v>43.35</c:v>
                </c:pt>
                <c:pt idx="119">
                  <c:v>43.35</c:v>
                </c:pt>
                <c:pt idx="120">
                  <c:v>72.25</c:v>
                </c:pt>
                <c:pt idx="121">
                  <c:v>72.25</c:v>
                </c:pt>
                <c:pt idx="122">
                  <c:v>67.150000000000006</c:v>
                </c:pt>
                <c:pt idx="123">
                  <c:v>67.150000000000006</c:v>
                </c:pt>
                <c:pt idx="124">
                  <c:v>75.650000000000006</c:v>
                </c:pt>
                <c:pt idx="125">
                  <c:v>75.650000000000006</c:v>
                </c:pt>
                <c:pt idx="126">
                  <c:v>66.3</c:v>
                </c:pt>
                <c:pt idx="127">
                  <c:v>66.3</c:v>
                </c:pt>
                <c:pt idx="128">
                  <c:v>51.85</c:v>
                </c:pt>
                <c:pt idx="129">
                  <c:v>51.85</c:v>
                </c:pt>
                <c:pt idx="130">
                  <c:v>37.4</c:v>
                </c:pt>
                <c:pt idx="131">
                  <c:v>37.4</c:v>
                </c:pt>
                <c:pt idx="132">
                  <c:v>22.95</c:v>
                </c:pt>
                <c:pt idx="133">
                  <c:v>22.95</c:v>
                </c:pt>
                <c:pt idx="134">
                  <c:v>11.05</c:v>
                </c:pt>
                <c:pt idx="135">
                  <c:v>11.05</c:v>
                </c:pt>
                <c:pt idx="136">
                  <c:v>10.199999999999999</c:v>
                </c:pt>
                <c:pt idx="137">
                  <c:v>10.199999999999999</c:v>
                </c:pt>
                <c:pt idx="138">
                  <c:v>5.95</c:v>
                </c:pt>
                <c:pt idx="139">
                  <c:v>5.95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2.5499999999999998</c:v>
                </c:pt>
                <c:pt idx="243">
                  <c:v>2.5499999999999998</c:v>
                </c:pt>
                <c:pt idx="244">
                  <c:v>22.95</c:v>
                </c:pt>
                <c:pt idx="245">
                  <c:v>22.95</c:v>
                </c:pt>
                <c:pt idx="246">
                  <c:v>37.4</c:v>
                </c:pt>
                <c:pt idx="247">
                  <c:v>37.4</c:v>
                </c:pt>
                <c:pt idx="248">
                  <c:v>45.05</c:v>
                </c:pt>
                <c:pt idx="249">
                  <c:v>45.05</c:v>
                </c:pt>
                <c:pt idx="250">
                  <c:v>55.25</c:v>
                </c:pt>
                <c:pt idx="251">
                  <c:v>55.25</c:v>
                </c:pt>
                <c:pt idx="252">
                  <c:v>90.1</c:v>
                </c:pt>
                <c:pt idx="253">
                  <c:v>90.1</c:v>
                </c:pt>
                <c:pt idx="254">
                  <c:v>113.05</c:v>
                </c:pt>
                <c:pt idx="255">
                  <c:v>113.05</c:v>
                </c:pt>
                <c:pt idx="256">
                  <c:v>130.9</c:v>
                </c:pt>
                <c:pt idx="257">
                  <c:v>130.9</c:v>
                </c:pt>
                <c:pt idx="258">
                  <c:v>130.9</c:v>
                </c:pt>
                <c:pt idx="259">
                  <c:v>130.9</c:v>
                </c:pt>
                <c:pt idx="260">
                  <c:v>145.35</c:v>
                </c:pt>
                <c:pt idx="261">
                  <c:v>145.35</c:v>
                </c:pt>
                <c:pt idx="262">
                  <c:v>162.35</c:v>
                </c:pt>
                <c:pt idx="263">
                  <c:v>162.35</c:v>
                </c:pt>
                <c:pt idx="264">
                  <c:v>173.4</c:v>
                </c:pt>
                <c:pt idx="265">
                  <c:v>173.4</c:v>
                </c:pt>
                <c:pt idx="266">
                  <c:v>163.19999999999999</c:v>
                </c:pt>
                <c:pt idx="267">
                  <c:v>163.19999999999999</c:v>
                </c:pt>
                <c:pt idx="268">
                  <c:v>153.85</c:v>
                </c:pt>
                <c:pt idx="269">
                  <c:v>153.85</c:v>
                </c:pt>
                <c:pt idx="270">
                  <c:v>159.80000000000001</c:v>
                </c:pt>
                <c:pt idx="271">
                  <c:v>159.80000000000001</c:v>
                </c:pt>
                <c:pt idx="272">
                  <c:v>190.4</c:v>
                </c:pt>
                <c:pt idx="273">
                  <c:v>190.4</c:v>
                </c:pt>
                <c:pt idx="274">
                  <c:v>187.85</c:v>
                </c:pt>
                <c:pt idx="275">
                  <c:v>187.85</c:v>
                </c:pt>
                <c:pt idx="276">
                  <c:v>250.75</c:v>
                </c:pt>
                <c:pt idx="277">
                  <c:v>250.75</c:v>
                </c:pt>
                <c:pt idx="278">
                  <c:v>164.9</c:v>
                </c:pt>
                <c:pt idx="279">
                  <c:v>164.9</c:v>
                </c:pt>
                <c:pt idx="280">
                  <c:v>168.3</c:v>
                </c:pt>
                <c:pt idx="281">
                  <c:v>168.3</c:v>
                </c:pt>
                <c:pt idx="282">
                  <c:v>205.7</c:v>
                </c:pt>
                <c:pt idx="283">
                  <c:v>205.7</c:v>
                </c:pt>
                <c:pt idx="284">
                  <c:v>184.45</c:v>
                </c:pt>
                <c:pt idx="285">
                  <c:v>184.45</c:v>
                </c:pt>
                <c:pt idx="286">
                  <c:v>158.94999999999999</c:v>
                </c:pt>
                <c:pt idx="287">
                  <c:v>158.94999999999999</c:v>
                </c:pt>
                <c:pt idx="288">
                  <c:v>143.65</c:v>
                </c:pt>
                <c:pt idx="289">
                  <c:v>143.65</c:v>
                </c:pt>
                <c:pt idx="290">
                  <c:v>79.900000000000006</c:v>
                </c:pt>
                <c:pt idx="291">
                  <c:v>79.900000000000006</c:v>
                </c:pt>
                <c:pt idx="292">
                  <c:v>126.65</c:v>
                </c:pt>
                <c:pt idx="293">
                  <c:v>126.65</c:v>
                </c:pt>
                <c:pt idx="294">
                  <c:v>151.30000000000001</c:v>
                </c:pt>
                <c:pt idx="295">
                  <c:v>151.30000000000001</c:v>
                </c:pt>
                <c:pt idx="296">
                  <c:v>167.45</c:v>
                </c:pt>
                <c:pt idx="297">
                  <c:v>167.45</c:v>
                </c:pt>
                <c:pt idx="298">
                  <c:v>155.55000000000001</c:v>
                </c:pt>
                <c:pt idx="299">
                  <c:v>155.55000000000001</c:v>
                </c:pt>
                <c:pt idx="300">
                  <c:v>122.4</c:v>
                </c:pt>
                <c:pt idx="301">
                  <c:v>122.4</c:v>
                </c:pt>
                <c:pt idx="302">
                  <c:v>102</c:v>
                </c:pt>
                <c:pt idx="303">
                  <c:v>102</c:v>
                </c:pt>
                <c:pt idx="304">
                  <c:v>106.25</c:v>
                </c:pt>
                <c:pt idx="305">
                  <c:v>106.25</c:v>
                </c:pt>
                <c:pt idx="306">
                  <c:v>91.8</c:v>
                </c:pt>
                <c:pt idx="307">
                  <c:v>91.8</c:v>
                </c:pt>
                <c:pt idx="308">
                  <c:v>89.25</c:v>
                </c:pt>
                <c:pt idx="309">
                  <c:v>89.25</c:v>
                </c:pt>
                <c:pt idx="310">
                  <c:v>79.900000000000006</c:v>
                </c:pt>
                <c:pt idx="311">
                  <c:v>79.900000000000006</c:v>
                </c:pt>
                <c:pt idx="312">
                  <c:v>75.650000000000006</c:v>
                </c:pt>
                <c:pt idx="313">
                  <c:v>75.650000000000006</c:v>
                </c:pt>
                <c:pt idx="314">
                  <c:v>71.400000000000006</c:v>
                </c:pt>
                <c:pt idx="315">
                  <c:v>71.400000000000006</c:v>
                </c:pt>
                <c:pt idx="316">
                  <c:v>61.2</c:v>
                </c:pt>
                <c:pt idx="317">
                  <c:v>61.2</c:v>
                </c:pt>
                <c:pt idx="318">
                  <c:v>44.2</c:v>
                </c:pt>
                <c:pt idx="319">
                  <c:v>44.2</c:v>
                </c:pt>
                <c:pt idx="320">
                  <c:v>38.25</c:v>
                </c:pt>
                <c:pt idx="321">
                  <c:v>38.25</c:v>
                </c:pt>
                <c:pt idx="322">
                  <c:v>28.9</c:v>
                </c:pt>
                <c:pt idx="323">
                  <c:v>28.9</c:v>
                </c:pt>
                <c:pt idx="324">
                  <c:v>17</c:v>
                </c:pt>
                <c:pt idx="325">
                  <c:v>17</c:v>
                </c:pt>
                <c:pt idx="326">
                  <c:v>8.5</c:v>
                </c:pt>
                <c:pt idx="327">
                  <c:v>8.5</c:v>
                </c:pt>
                <c:pt idx="328">
                  <c:v>5.95</c:v>
                </c:pt>
                <c:pt idx="329">
                  <c:v>5.95</c:v>
                </c:pt>
                <c:pt idx="330">
                  <c:v>1.7</c:v>
                </c:pt>
                <c:pt idx="331">
                  <c:v>1.7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1.7</c:v>
                </c:pt>
                <c:pt idx="435">
                  <c:v>1.7</c:v>
                </c:pt>
                <c:pt idx="436">
                  <c:v>10.199999999999999</c:v>
                </c:pt>
                <c:pt idx="437">
                  <c:v>10.199999999999999</c:v>
                </c:pt>
                <c:pt idx="438">
                  <c:v>17</c:v>
                </c:pt>
                <c:pt idx="439">
                  <c:v>17</c:v>
                </c:pt>
                <c:pt idx="440">
                  <c:v>27.2</c:v>
                </c:pt>
                <c:pt idx="441">
                  <c:v>27.2</c:v>
                </c:pt>
                <c:pt idx="442">
                  <c:v>41.65</c:v>
                </c:pt>
                <c:pt idx="443">
                  <c:v>41.65</c:v>
                </c:pt>
                <c:pt idx="444">
                  <c:v>54.4</c:v>
                </c:pt>
                <c:pt idx="445">
                  <c:v>54.4</c:v>
                </c:pt>
                <c:pt idx="446">
                  <c:v>69.7</c:v>
                </c:pt>
                <c:pt idx="447">
                  <c:v>69.7</c:v>
                </c:pt>
                <c:pt idx="448">
                  <c:v>82.45</c:v>
                </c:pt>
                <c:pt idx="449">
                  <c:v>82.45</c:v>
                </c:pt>
                <c:pt idx="450">
                  <c:v>97.75</c:v>
                </c:pt>
                <c:pt idx="451">
                  <c:v>97.75</c:v>
                </c:pt>
                <c:pt idx="452">
                  <c:v>130.9</c:v>
                </c:pt>
                <c:pt idx="453">
                  <c:v>130.9</c:v>
                </c:pt>
                <c:pt idx="454">
                  <c:v>150.44999999999999</c:v>
                </c:pt>
                <c:pt idx="455">
                  <c:v>150.44999999999999</c:v>
                </c:pt>
                <c:pt idx="456">
                  <c:v>170</c:v>
                </c:pt>
                <c:pt idx="457">
                  <c:v>170</c:v>
                </c:pt>
                <c:pt idx="458">
                  <c:v>162.35</c:v>
                </c:pt>
                <c:pt idx="459">
                  <c:v>162.35</c:v>
                </c:pt>
                <c:pt idx="460">
                  <c:v>176.8</c:v>
                </c:pt>
                <c:pt idx="461">
                  <c:v>176.8</c:v>
                </c:pt>
                <c:pt idx="462">
                  <c:v>170.85</c:v>
                </c:pt>
                <c:pt idx="463">
                  <c:v>170.85</c:v>
                </c:pt>
                <c:pt idx="464">
                  <c:v>141.94999999999999</c:v>
                </c:pt>
                <c:pt idx="465">
                  <c:v>141.94999999999999</c:v>
                </c:pt>
                <c:pt idx="466">
                  <c:v>112.2</c:v>
                </c:pt>
                <c:pt idx="467">
                  <c:v>112.2</c:v>
                </c:pt>
                <c:pt idx="468">
                  <c:v>92.65</c:v>
                </c:pt>
                <c:pt idx="469">
                  <c:v>92.65</c:v>
                </c:pt>
                <c:pt idx="470">
                  <c:v>86.7</c:v>
                </c:pt>
                <c:pt idx="471">
                  <c:v>86.7</c:v>
                </c:pt>
                <c:pt idx="472">
                  <c:v>141.94999999999999</c:v>
                </c:pt>
                <c:pt idx="473">
                  <c:v>141.94999999999999</c:v>
                </c:pt>
                <c:pt idx="474">
                  <c:v>119</c:v>
                </c:pt>
                <c:pt idx="475">
                  <c:v>119</c:v>
                </c:pt>
                <c:pt idx="476">
                  <c:v>132.6</c:v>
                </c:pt>
                <c:pt idx="477">
                  <c:v>132.6</c:v>
                </c:pt>
                <c:pt idx="478">
                  <c:v>119.85</c:v>
                </c:pt>
                <c:pt idx="479">
                  <c:v>119.85</c:v>
                </c:pt>
                <c:pt idx="480">
                  <c:v>171.7</c:v>
                </c:pt>
                <c:pt idx="481">
                  <c:v>171.7</c:v>
                </c:pt>
                <c:pt idx="482">
                  <c:v>171.7</c:v>
                </c:pt>
                <c:pt idx="483">
                  <c:v>171.7</c:v>
                </c:pt>
                <c:pt idx="484">
                  <c:v>161.5</c:v>
                </c:pt>
                <c:pt idx="485">
                  <c:v>161.5</c:v>
                </c:pt>
                <c:pt idx="486">
                  <c:v>209.1</c:v>
                </c:pt>
                <c:pt idx="487">
                  <c:v>209.1</c:v>
                </c:pt>
                <c:pt idx="488">
                  <c:v>203.15</c:v>
                </c:pt>
                <c:pt idx="489">
                  <c:v>203.15</c:v>
                </c:pt>
                <c:pt idx="490">
                  <c:v>179.35</c:v>
                </c:pt>
                <c:pt idx="491">
                  <c:v>179.35</c:v>
                </c:pt>
                <c:pt idx="492">
                  <c:v>136</c:v>
                </c:pt>
                <c:pt idx="493">
                  <c:v>136</c:v>
                </c:pt>
                <c:pt idx="494">
                  <c:v>113.9</c:v>
                </c:pt>
                <c:pt idx="495">
                  <c:v>113.9</c:v>
                </c:pt>
                <c:pt idx="496">
                  <c:v>124.95</c:v>
                </c:pt>
                <c:pt idx="497">
                  <c:v>124.95</c:v>
                </c:pt>
                <c:pt idx="498">
                  <c:v>108.8</c:v>
                </c:pt>
                <c:pt idx="499">
                  <c:v>108.8</c:v>
                </c:pt>
                <c:pt idx="500">
                  <c:v>88.4</c:v>
                </c:pt>
                <c:pt idx="501">
                  <c:v>88.4</c:v>
                </c:pt>
                <c:pt idx="502">
                  <c:v>113.05</c:v>
                </c:pt>
                <c:pt idx="503">
                  <c:v>113.05</c:v>
                </c:pt>
                <c:pt idx="504">
                  <c:v>104.55</c:v>
                </c:pt>
                <c:pt idx="505">
                  <c:v>104.55</c:v>
                </c:pt>
                <c:pt idx="506">
                  <c:v>107.1</c:v>
                </c:pt>
                <c:pt idx="507">
                  <c:v>107.1</c:v>
                </c:pt>
                <c:pt idx="508">
                  <c:v>92.65</c:v>
                </c:pt>
                <c:pt idx="509">
                  <c:v>92.65</c:v>
                </c:pt>
                <c:pt idx="510">
                  <c:v>75.650000000000006</c:v>
                </c:pt>
                <c:pt idx="511">
                  <c:v>75.650000000000006</c:v>
                </c:pt>
                <c:pt idx="512">
                  <c:v>62.05</c:v>
                </c:pt>
                <c:pt idx="513">
                  <c:v>62.05</c:v>
                </c:pt>
                <c:pt idx="514">
                  <c:v>45.9</c:v>
                </c:pt>
                <c:pt idx="515">
                  <c:v>45.9</c:v>
                </c:pt>
                <c:pt idx="516">
                  <c:v>29.75</c:v>
                </c:pt>
                <c:pt idx="517">
                  <c:v>29.75</c:v>
                </c:pt>
                <c:pt idx="518">
                  <c:v>18.7</c:v>
                </c:pt>
                <c:pt idx="519">
                  <c:v>18.7</c:v>
                </c:pt>
                <c:pt idx="520">
                  <c:v>11.05</c:v>
                </c:pt>
                <c:pt idx="521">
                  <c:v>11.05</c:v>
                </c:pt>
                <c:pt idx="522">
                  <c:v>3.4</c:v>
                </c:pt>
                <c:pt idx="523">
                  <c:v>3.4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1.7</c:v>
                </c:pt>
                <c:pt idx="627">
                  <c:v>1.7</c:v>
                </c:pt>
                <c:pt idx="628">
                  <c:v>11.05</c:v>
                </c:pt>
                <c:pt idx="629">
                  <c:v>11.05</c:v>
                </c:pt>
                <c:pt idx="630">
                  <c:v>17</c:v>
                </c:pt>
                <c:pt idx="631">
                  <c:v>17</c:v>
                </c:pt>
                <c:pt idx="632">
                  <c:v>33.15</c:v>
                </c:pt>
                <c:pt idx="633">
                  <c:v>33.15</c:v>
                </c:pt>
                <c:pt idx="634">
                  <c:v>52.7</c:v>
                </c:pt>
                <c:pt idx="635">
                  <c:v>52.7</c:v>
                </c:pt>
                <c:pt idx="636">
                  <c:v>64.599999999999994</c:v>
                </c:pt>
                <c:pt idx="637">
                  <c:v>64.599999999999994</c:v>
                </c:pt>
                <c:pt idx="638">
                  <c:v>81.599999999999994</c:v>
                </c:pt>
                <c:pt idx="639">
                  <c:v>81.599999999999994</c:v>
                </c:pt>
                <c:pt idx="640">
                  <c:v>88.4</c:v>
                </c:pt>
                <c:pt idx="641">
                  <c:v>88.4</c:v>
                </c:pt>
                <c:pt idx="642">
                  <c:v>119</c:v>
                </c:pt>
                <c:pt idx="643">
                  <c:v>119</c:v>
                </c:pt>
                <c:pt idx="644">
                  <c:v>125.8</c:v>
                </c:pt>
                <c:pt idx="645">
                  <c:v>125.8</c:v>
                </c:pt>
                <c:pt idx="646">
                  <c:v>87.55</c:v>
                </c:pt>
                <c:pt idx="647">
                  <c:v>87.55</c:v>
                </c:pt>
                <c:pt idx="648">
                  <c:v>83.3</c:v>
                </c:pt>
                <c:pt idx="649">
                  <c:v>83.3</c:v>
                </c:pt>
                <c:pt idx="650">
                  <c:v>77.349999999999994</c:v>
                </c:pt>
                <c:pt idx="651">
                  <c:v>77.349999999999994</c:v>
                </c:pt>
                <c:pt idx="652">
                  <c:v>103.7</c:v>
                </c:pt>
                <c:pt idx="653">
                  <c:v>103.7</c:v>
                </c:pt>
                <c:pt idx="654">
                  <c:v>102.85</c:v>
                </c:pt>
                <c:pt idx="655">
                  <c:v>102.85</c:v>
                </c:pt>
                <c:pt idx="656">
                  <c:v>190.4</c:v>
                </c:pt>
                <c:pt idx="657">
                  <c:v>190.4</c:v>
                </c:pt>
                <c:pt idx="658">
                  <c:v>150.44999999999999</c:v>
                </c:pt>
                <c:pt idx="659">
                  <c:v>150.44999999999999</c:v>
                </c:pt>
                <c:pt idx="660">
                  <c:v>164.05</c:v>
                </c:pt>
                <c:pt idx="661">
                  <c:v>164.05</c:v>
                </c:pt>
                <c:pt idx="662">
                  <c:v>167.45</c:v>
                </c:pt>
                <c:pt idx="663">
                  <c:v>167.45</c:v>
                </c:pt>
                <c:pt idx="664">
                  <c:v>158.1</c:v>
                </c:pt>
                <c:pt idx="665">
                  <c:v>158.1</c:v>
                </c:pt>
                <c:pt idx="666">
                  <c:v>184.45</c:v>
                </c:pt>
                <c:pt idx="667">
                  <c:v>184.45</c:v>
                </c:pt>
                <c:pt idx="668">
                  <c:v>152.15</c:v>
                </c:pt>
                <c:pt idx="669">
                  <c:v>152.15</c:v>
                </c:pt>
                <c:pt idx="670">
                  <c:v>182.75</c:v>
                </c:pt>
                <c:pt idx="671">
                  <c:v>182.75</c:v>
                </c:pt>
                <c:pt idx="672">
                  <c:v>198.05</c:v>
                </c:pt>
                <c:pt idx="673">
                  <c:v>198.05</c:v>
                </c:pt>
                <c:pt idx="674">
                  <c:v>180.2</c:v>
                </c:pt>
                <c:pt idx="675">
                  <c:v>180.2</c:v>
                </c:pt>
                <c:pt idx="676">
                  <c:v>152.15</c:v>
                </c:pt>
                <c:pt idx="677">
                  <c:v>152.15</c:v>
                </c:pt>
                <c:pt idx="678">
                  <c:v>182.75</c:v>
                </c:pt>
                <c:pt idx="679">
                  <c:v>182.75</c:v>
                </c:pt>
                <c:pt idx="680">
                  <c:v>195.5</c:v>
                </c:pt>
                <c:pt idx="681">
                  <c:v>195.5</c:v>
                </c:pt>
                <c:pt idx="682">
                  <c:v>213.35</c:v>
                </c:pt>
                <c:pt idx="683">
                  <c:v>213.35</c:v>
                </c:pt>
                <c:pt idx="684">
                  <c:v>242.25</c:v>
                </c:pt>
                <c:pt idx="685">
                  <c:v>242.25</c:v>
                </c:pt>
                <c:pt idx="686">
                  <c:v>228.65</c:v>
                </c:pt>
                <c:pt idx="687">
                  <c:v>228.65</c:v>
                </c:pt>
                <c:pt idx="688">
                  <c:v>135.15</c:v>
                </c:pt>
                <c:pt idx="689">
                  <c:v>135.15</c:v>
                </c:pt>
                <c:pt idx="690">
                  <c:v>141.1</c:v>
                </c:pt>
                <c:pt idx="691">
                  <c:v>141.1</c:v>
                </c:pt>
                <c:pt idx="692">
                  <c:v>164.9</c:v>
                </c:pt>
                <c:pt idx="693">
                  <c:v>164.9</c:v>
                </c:pt>
                <c:pt idx="694">
                  <c:v>107.1</c:v>
                </c:pt>
                <c:pt idx="695">
                  <c:v>107.1</c:v>
                </c:pt>
                <c:pt idx="696">
                  <c:v>124.1</c:v>
                </c:pt>
                <c:pt idx="697">
                  <c:v>124.1</c:v>
                </c:pt>
                <c:pt idx="698">
                  <c:v>113.05</c:v>
                </c:pt>
                <c:pt idx="699">
                  <c:v>113.05</c:v>
                </c:pt>
                <c:pt idx="700">
                  <c:v>88.4</c:v>
                </c:pt>
                <c:pt idx="701">
                  <c:v>88.4</c:v>
                </c:pt>
                <c:pt idx="702">
                  <c:v>67.150000000000006</c:v>
                </c:pt>
                <c:pt idx="703">
                  <c:v>67.150000000000006</c:v>
                </c:pt>
                <c:pt idx="704">
                  <c:v>48.45</c:v>
                </c:pt>
                <c:pt idx="705">
                  <c:v>48.45</c:v>
                </c:pt>
                <c:pt idx="706">
                  <c:v>38.25</c:v>
                </c:pt>
                <c:pt idx="707">
                  <c:v>38.25</c:v>
                </c:pt>
                <c:pt idx="708">
                  <c:v>20.399999999999999</c:v>
                </c:pt>
                <c:pt idx="709">
                  <c:v>20.399999999999999</c:v>
                </c:pt>
                <c:pt idx="710">
                  <c:v>8.5</c:v>
                </c:pt>
                <c:pt idx="711">
                  <c:v>8.5</c:v>
                </c:pt>
                <c:pt idx="712">
                  <c:v>10.199999999999999</c:v>
                </c:pt>
                <c:pt idx="713">
                  <c:v>10.199999999999999</c:v>
                </c:pt>
                <c:pt idx="714">
                  <c:v>1.7</c:v>
                </c:pt>
                <c:pt idx="715">
                  <c:v>1.7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12.75</c:v>
                </c:pt>
                <c:pt idx="819">
                  <c:v>12.75</c:v>
                </c:pt>
                <c:pt idx="820">
                  <c:v>47.6</c:v>
                </c:pt>
                <c:pt idx="821">
                  <c:v>47.6</c:v>
                </c:pt>
                <c:pt idx="822">
                  <c:v>93.5</c:v>
                </c:pt>
                <c:pt idx="823">
                  <c:v>93.5</c:v>
                </c:pt>
                <c:pt idx="824">
                  <c:v>137.69999999999999</c:v>
                </c:pt>
                <c:pt idx="825">
                  <c:v>137.69999999999999</c:v>
                </c:pt>
                <c:pt idx="826">
                  <c:v>183.6</c:v>
                </c:pt>
                <c:pt idx="827">
                  <c:v>183.6</c:v>
                </c:pt>
                <c:pt idx="828">
                  <c:v>230.35</c:v>
                </c:pt>
                <c:pt idx="829">
                  <c:v>230.35</c:v>
                </c:pt>
                <c:pt idx="830">
                  <c:v>277.10000000000002</c:v>
                </c:pt>
                <c:pt idx="831">
                  <c:v>277.10000000000002</c:v>
                </c:pt>
                <c:pt idx="832">
                  <c:v>323</c:v>
                </c:pt>
                <c:pt idx="833">
                  <c:v>323</c:v>
                </c:pt>
                <c:pt idx="834">
                  <c:v>367.2</c:v>
                </c:pt>
                <c:pt idx="835">
                  <c:v>367.2</c:v>
                </c:pt>
                <c:pt idx="836">
                  <c:v>409.7</c:v>
                </c:pt>
                <c:pt idx="837">
                  <c:v>409.7</c:v>
                </c:pt>
                <c:pt idx="838">
                  <c:v>449.65</c:v>
                </c:pt>
                <c:pt idx="839">
                  <c:v>449.65</c:v>
                </c:pt>
                <c:pt idx="840">
                  <c:v>487.9</c:v>
                </c:pt>
                <c:pt idx="841">
                  <c:v>487.9</c:v>
                </c:pt>
                <c:pt idx="842">
                  <c:v>522.75</c:v>
                </c:pt>
                <c:pt idx="843">
                  <c:v>522.75</c:v>
                </c:pt>
                <c:pt idx="844">
                  <c:v>554.20000000000005</c:v>
                </c:pt>
                <c:pt idx="845">
                  <c:v>554.20000000000005</c:v>
                </c:pt>
                <c:pt idx="846">
                  <c:v>583.1</c:v>
                </c:pt>
                <c:pt idx="847">
                  <c:v>583.1</c:v>
                </c:pt>
                <c:pt idx="848">
                  <c:v>608.6</c:v>
                </c:pt>
                <c:pt idx="849">
                  <c:v>608.6</c:v>
                </c:pt>
                <c:pt idx="850">
                  <c:v>630.70000000000005</c:v>
                </c:pt>
                <c:pt idx="851">
                  <c:v>630.70000000000005</c:v>
                </c:pt>
                <c:pt idx="852">
                  <c:v>649.4</c:v>
                </c:pt>
                <c:pt idx="853">
                  <c:v>649.4</c:v>
                </c:pt>
                <c:pt idx="854">
                  <c:v>664.7</c:v>
                </c:pt>
                <c:pt idx="855">
                  <c:v>664.7</c:v>
                </c:pt>
                <c:pt idx="856">
                  <c:v>675.75</c:v>
                </c:pt>
                <c:pt idx="857">
                  <c:v>675.75</c:v>
                </c:pt>
                <c:pt idx="858">
                  <c:v>683.4</c:v>
                </c:pt>
                <c:pt idx="859">
                  <c:v>683.4</c:v>
                </c:pt>
                <c:pt idx="860">
                  <c:v>687.65</c:v>
                </c:pt>
                <c:pt idx="861">
                  <c:v>687.65</c:v>
                </c:pt>
                <c:pt idx="862">
                  <c:v>688.5</c:v>
                </c:pt>
                <c:pt idx="863">
                  <c:v>688.5</c:v>
                </c:pt>
                <c:pt idx="864">
                  <c:v>685.1</c:v>
                </c:pt>
                <c:pt idx="865">
                  <c:v>685.1</c:v>
                </c:pt>
                <c:pt idx="866">
                  <c:v>678.3</c:v>
                </c:pt>
                <c:pt idx="867">
                  <c:v>678.3</c:v>
                </c:pt>
                <c:pt idx="868">
                  <c:v>668.1</c:v>
                </c:pt>
                <c:pt idx="869">
                  <c:v>668.1</c:v>
                </c:pt>
                <c:pt idx="870">
                  <c:v>654.5</c:v>
                </c:pt>
                <c:pt idx="871">
                  <c:v>654.5</c:v>
                </c:pt>
                <c:pt idx="872">
                  <c:v>637.5</c:v>
                </c:pt>
                <c:pt idx="873">
                  <c:v>637.5</c:v>
                </c:pt>
                <c:pt idx="874">
                  <c:v>617.1</c:v>
                </c:pt>
                <c:pt idx="875">
                  <c:v>617.1</c:v>
                </c:pt>
                <c:pt idx="876">
                  <c:v>593.29999999999995</c:v>
                </c:pt>
                <c:pt idx="877">
                  <c:v>593.29999999999995</c:v>
                </c:pt>
                <c:pt idx="878">
                  <c:v>566.95000000000005</c:v>
                </c:pt>
                <c:pt idx="879">
                  <c:v>566.95000000000005</c:v>
                </c:pt>
                <c:pt idx="880">
                  <c:v>537.20000000000005</c:v>
                </c:pt>
                <c:pt idx="881">
                  <c:v>537.20000000000005</c:v>
                </c:pt>
                <c:pt idx="882">
                  <c:v>504.9</c:v>
                </c:pt>
                <c:pt idx="883">
                  <c:v>504.9</c:v>
                </c:pt>
                <c:pt idx="884">
                  <c:v>470.05</c:v>
                </c:pt>
                <c:pt idx="885">
                  <c:v>470.05</c:v>
                </c:pt>
                <c:pt idx="886">
                  <c:v>433.5</c:v>
                </c:pt>
                <c:pt idx="887">
                  <c:v>433.5</c:v>
                </c:pt>
                <c:pt idx="888">
                  <c:v>394.4</c:v>
                </c:pt>
                <c:pt idx="889">
                  <c:v>394.4</c:v>
                </c:pt>
                <c:pt idx="890">
                  <c:v>353.6</c:v>
                </c:pt>
                <c:pt idx="891">
                  <c:v>353.6</c:v>
                </c:pt>
                <c:pt idx="892">
                  <c:v>310.25</c:v>
                </c:pt>
                <c:pt idx="893">
                  <c:v>310.25</c:v>
                </c:pt>
                <c:pt idx="894">
                  <c:v>266.05</c:v>
                </c:pt>
                <c:pt idx="895">
                  <c:v>266.05</c:v>
                </c:pt>
                <c:pt idx="896">
                  <c:v>220.15</c:v>
                </c:pt>
                <c:pt idx="897">
                  <c:v>220.15</c:v>
                </c:pt>
                <c:pt idx="898">
                  <c:v>175.1</c:v>
                </c:pt>
                <c:pt idx="899">
                  <c:v>175.1</c:v>
                </c:pt>
                <c:pt idx="900">
                  <c:v>130.9</c:v>
                </c:pt>
                <c:pt idx="901">
                  <c:v>130.9</c:v>
                </c:pt>
                <c:pt idx="902">
                  <c:v>88.4</c:v>
                </c:pt>
                <c:pt idx="903">
                  <c:v>88.4</c:v>
                </c:pt>
                <c:pt idx="904">
                  <c:v>48.45</c:v>
                </c:pt>
                <c:pt idx="905">
                  <c:v>48.45</c:v>
                </c:pt>
                <c:pt idx="906">
                  <c:v>13.6</c:v>
                </c:pt>
                <c:pt idx="907">
                  <c:v>13.6</c:v>
                </c:pt>
                <c:pt idx="908">
                  <c:v>0.85</c:v>
                </c:pt>
                <c:pt idx="909">
                  <c:v>0.85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5.95</c:v>
                </c:pt>
                <c:pt idx="1011">
                  <c:v>5.95</c:v>
                </c:pt>
                <c:pt idx="1012">
                  <c:v>15.3</c:v>
                </c:pt>
                <c:pt idx="1013">
                  <c:v>15.3</c:v>
                </c:pt>
                <c:pt idx="1014">
                  <c:v>15.3</c:v>
                </c:pt>
                <c:pt idx="1015">
                  <c:v>15.3</c:v>
                </c:pt>
                <c:pt idx="1016">
                  <c:v>34</c:v>
                </c:pt>
                <c:pt idx="1017">
                  <c:v>34</c:v>
                </c:pt>
                <c:pt idx="1018">
                  <c:v>55.25</c:v>
                </c:pt>
                <c:pt idx="1019">
                  <c:v>55.25</c:v>
                </c:pt>
                <c:pt idx="1020">
                  <c:v>73.099999999999994</c:v>
                </c:pt>
                <c:pt idx="1021">
                  <c:v>73.099999999999994</c:v>
                </c:pt>
                <c:pt idx="1022">
                  <c:v>101.15</c:v>
                </c:pt>
                <c:pt idx="1023">
                  <c:v>101.15</c:v>
                </c:pt>
                <c:pt idx="1024">
                  <c:v>147.9</c:v>
                </c:pt>
                <c:pt idx="1025">
                  <c:v>147.9</c:v>
                </c:pt>
                <c:pt idx="1026">
                  <c:v>142.80000000000001</c:v>
                </c:pt>
                <c:pt idx="1027">
                  <c:v>142.80000000000001</c:v>
                </c:pt>
                <c:pt idx="1028">
                  <c:v>156.4</c:v>
                </c:pt>
                <c:pt idx="1029">
                  <c:v>156.4</c:v>
                </c:pt>
                <c:pt idx="1030">
                  <c:v>154.69999999999999</c:v>
                </c:pt>
                <c:pt idx="1031">
                  <c:v>154.69999999999999</c:v>
                </c:pt>
                <c:pt idx="1032">
                  <c:v>134.30000000000001</c:v>
                </c:pt>
                <c:pt idx="1033">
                  <c:v>134.30000000000001</c:v>
                </c:pt>
                <c:pt idx="1034">
                  <c:v>163.19999999999999</c:v>
                </c:pt>
                <c:pt idx="1035">
                  <c:v>163.19999999999999</c:v>
                </c:pt>
                <c:pt idx="1036">
                  <c:v>151.30000000000001</c:v>
                </c:pt>
                <c:pt idx="1037">
                  <c:v>151.30000000000001</c:v>
                </c:pt>
                <c:pt idx="1038">
                  <c:v>136.85</c:v>
                </c:pt>
                <c:pt idx="1039">
                  <c:v>136.85</c:v>
                </c:pt>
                <c:pt idx="1040">
                  <c:v>168.3</c:v>
                </c:pt>
                <c:pt idx="1041">
                  <c:v>168.3</c:v>
                </c:pt>
                <c:pt idx="1042">
                  <c:v>155.55000000000001</c:v>
                </c:pt>
                <c:pt idx="1043">
                  <c:v>155.55000000000001</c:v>
                </c:pt>
                <c:pt idx="1044">
                  <c:v>129.19999999999999</c:v>
                </c:pt>
                <c:pt idx="1045">
                  <c:v>129.19999999999999</c:v>
                </c:pt>
                <c:pt idx="1046">
                  <c:v>151.30000000000001</c:v>
                </c:pt>
                <c:pt idx="1047">
                  <c:v>151.30000000000001</c:v>
                </c:pt>
                <c:pt idx="1048">
                  <c:v>141.94999999999999</c:v>
                </c:pt>
                <c:pt idx="1049">
                  <c:v>141.94999999999999</c:v>
                </c:pt>
                <c:pt idx="1050">
                  <c:v>167.45</c:v>
                </c:pt>
                <c:pt idx="1051">
                  <c:v>167.45</c:v>
                </c:pt>
                <c:pt idx="1052">
                  <c:v>153.85</c:v>
                </c:pt>
                <c:pt idx="1053">
                  <c:v>153.85</c:v>
                </c:pt>
                <c:pt idx="1054">
                  <c:v>146.19999999999999</c:v>
                </c:pt>
                <c:pt idx="1055">
                  <c:v>146.19999999999999</c:v>
                </c:pt>
                <c:pt idx="1056">
                  <c:v>180.2</c:v>
                </c:pt>
                <c:pt idx="1057">
                  <c:v>180.2</c:v>
                </c:pt>
                <c:pt idx="1058">
                  <c:v>209.1</c:v>
                </c:pt>
                <c:pt idx="1059">
                  <c:v>209.1</c:v>
                </c:pt>
                <c:pt idx="1060">
                  <c:v>188.7</c:v>
                </c:pt>
                <c:pt idx="1061">
                  <c:v>188.7</c:v>
                </c:pt>
                <c:pt idx="1062">
                  <c:v>75.650000000000006</c:v>
                </c:pt>
                <c:pt idx="1063">
                  <c:v>75.650000000000006</c:v>
                </c:pt>
                <c:pt idx="1064">
                  <c:v>82.45</c:v>
                </c:pt>
                <c:pt idx="1065">
                  <c:v>82.45</c:v>
                </c:pt>
                <c:pt idx="1066">
                  <c:v>72.25</c:v>
                </c:pt>
                <c:pt idx="1067">
                  <c:v>72.25</c:v>
                </c:pt>
                <c:pt idx="1068">
                  <c:v>74.8</c:v>
                </c:pt>
                <c:pt idx="1069">
                  <c:v>74.8</c:v>
                </c:pt>
                <c:pt idx="1070">
                  <c:v>120.7</c:v>
                </c:pt>
                <c:pt idx="1071">
                  <c:v>120.7</c:v>
                </c:pt>
                <c:pt idx="1072">
                  <c:v>90.95</c:v>
                </c:pt>
                <c:pt idx="1073">
                  <c:v>90.95</c:v>
                </c:pt>
                <c:pt idx="1074">
                  <c:v>106.25</c:v>
                </c:pt>
                <c:pt idx="1075">
                  <c:v>106.25</c:v>
                </c:pt>
                <c:pt idx="1076">
                  <c:v>103.7</c:v>
                </c:pt>
                <c:pt idx="1077">
                  <c:v>103.7</c:v>
                </c:pt>
                <c:pt idx="1078">
                  <c:v>178.5</c:v>
                </c:pt>
                <c:pt idx="1079">
                  <c:v>178.5</c:v>
                </c:pt>
                <c:pt idx="1080">
                  <c:v>311.95</c:v>
                </c:pt>
                <c:pt idx="1081">
                  <c:v>311.95</c:v>
                </c:pt>
                <c:pt idx="1082">
                  <c:v>146.19999999999999</c:v>
                </c:pt>
                <c:pt idx="1083">
                  <c:v>146.19999999999999</c:v>
                </c:pt>
                <c:pt idx="1084">
                  <c:v>71.400000000000006</c:v>
                </c:pt>
                <c:pt idx="1085">
                  <c:v>71.400000000000006</c:v>
                </c:pt>
                <c:pt idx="1086">
                  <c:v>47.6</c:v>
                </c:pt>
                <c:pt idx="1087">
                  <c:v>47.6</c:v>
                </c:pt>
                <c:pt idx="1088">
                  <c:v>54.4</c:v>
                </c:pt>
                <c:pt idx="1089">
                  <c:v>54.4</c:v>
                </c:pt>
                <c:pt idx="1090">
                  <c:v>45.9</c:v>
                </c:pt>
                <c:pt idx="1091">
                  <c:v>45.9</c:v>
                </c:pt>
                <c:pt idx="1092">
                  <c:v>23.8</c:v>
                </c:pt>
                <c:pt idx="1093">
                  <c:v>23.8</c:v>
                </c:pt>
                <c:pt idx="1094">
                  <c:v>12.75</c:v>
                </c:pt>
                <c:pt idx="1095">
                  <c:v>12.75</c:v>
                </c:pt>
                <c:pt idx="1096">
                  <c:v>6.8</c:v>
                </c:pt>
                <c:pt idx="1097">
                  <c:v>6.8</c:v>
                </c:pt>
                <c:pt idx="1098">
                  <c:v>3.4</c:v>
                </c:pt>
                <c:pt idx="1099">
                  <c:v>3.4</c:v>
                </c:pt>
                <c:pt idx="1100">
                  <c:v>0.85</c:v>
                </c:pt>
                <c:pt idx="1101">
                  <c:v>0.85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0.85</c:v>
                </c:pt>
                <c:pt idx="1201">
                  <c:v>0.85</c:v>
                </c:pt>
                <c:pt idx="1202">
                  <c:v>11.9</c:v>
                </c:pt>
                <c:pt idx="1203">
                  <c:v>11.9</c:v>
                </c:pt>
                <c:pt idx="1204">
                  <c:v>34</c:v>
                </c:pt>
                <c:pt idx="1205">
                  <c:v>34</c:v>
                </c:pt>
                <c:pt idx="1206">
                  <c:v>56.1</c:v>
                </c:pt>
                <c:pt idx="1207">
                  <c:v>56.1</c:v>
                </c:pt>
                <c:pt idx="1208">
                  <c:v>80.75</c:v>
                </c:pt>
                <c:pt idx="1209">
                  <c:v>80.75</c:v>
                </c:pt>
                <c:pt idx="1210">
                  <c:v>136</c:v>
                </c:pt>
                <c:pt idx="1211">
                  <c:v>136</c:v>
                </c:pt>
                <c:pt idx="1212">
                  <c:v>203.15</c:v>
                </c:pt>
                <c:pt idx="1213">
                  <c:v>203.15</c:v>
                </c:pt>
                <c:pt idx="1214">
                  <c:v>253.3</c:v>
                </c:pt>
                <c:pt idx="1215">
                  <c:v>253.3</c:v>
                </c:pt>
                <c:pt idx="1216">
                  <c:v>298.35000000000002</c:v>
                </c:pt>
                <c:pt idx="1217">
                  <c:v>298.35000000000002</c:v>
                </c:pt>
                <c:pt idx="1218">
                  <c:v>342.55</c:v>
                </c:pt>
                <c:pt idx="1219">
                  <c:v>342.55</c:v>
                </c:pt>
                <c:pt idx="1220">
                  <c:v>385.05</c:v>
                </c:pt>
                <c:pt idx="1221">
                  <c:v>385.05</c:v>
                </c:pt>
                <c:pt idx="1222">
                  <c:v>427.55</c:v>
                </c:pt>
                <c:pt idx="1223">
                  <c:v>427.55</c:v>
                </c:pt>
                <c:pt idx="1224">
                  <c:v>467.5</c:v>
                </c:pt>
                <c:pt idx="1225">
                  <c:v>467.5</c:v>
                </c:pt>
                <c:pt idx="1226">
                  <c:v>504.05</c:v>
                </c:pt>
                <c:pt idx="1227">
                  <c:v>504.05</c:v>
                </c:pt>
                <c:pt idx="1228">
                  <c:v>538.04999999999995</c:v>
                </c:pt>
                <c:pt idx="1229">
                  <c:v>538.04999999999995</c:v>
                </c:pt>
                <c:pt idx="1230">
                  <c:v>567.79999999999995</c:v>
                </c:pt>
                <c:pt idx="1231">
                  <c:v>567.79999999999995</c:v>
                </c:pt>
                <c:pt idx="1232">
                  <c:v>594.15</c:v>
                </c:pt>
                <c:pt idx="1233">
                  <c:v>594.15</c:v>
                </c:pt>
                <c:pt idx="1234">
                  <c:v>617.95000000000005</c:v>
                </c:pt>
                <c:pt idx="1235">
                  <c:v>617.95000000000005</c:v>
                </c:pt>
                <c:pt idx="1236">
                  <c:v>638.35</c:v>
                </c:pt>
                <c:pt idx="1237">
                  <c:v>638.35</c:v>
                </c:pt>
                <c:pt idx="1238">
                  <c:v>655.35</c:v>
                </c:pt>
                <c:pt idx="1239">
                  <c:v>655.35</c:v>
                </c:pt>
                <c:pt idx="1240">
                  <c:v>668.95</c:v>
                </c:pt>
                <c:pt idx="1241">
                  <c:v>668.95</c:v>
                </c:pt>
                <c:pt idx="1242">
                  <c:v>679.15</c:v>
                </c:pt>
                <c:pt idx="1243">
                  <c:v>679.15</c:v>
                </c:pt>
                <c:pt idx="1244">
                  <c:v>685.1</c:v>
                </c:pt>
                <c:pt idx="1245">
                  <c:v>685.1</c:v>
                </c:pt>
                <c:pt idx="1246">
                  <c:v>687.65</c:v>
                </c:pt>
                <c:pt idx="1247">
                  <c:v>687.65</c:v>
                </c:pt>
                <c:pt idx="1248">
                  <c:v>686.8</c:v>
                </c:pt>
                <c:pt idx="1249">
                  <c:v>686.8</c:v>
                </c:pt>
                <c:pt idx="1250">
                  <c:v>681.7</c:v>
                </c:pt>
                <c:pt idx="1251">
                  <c:v>681.7</c:v>
                </c:pt>
                <c:pt idx="1252">
                  <c:v>672.35</c:v>
                </c:pt>
                <c:pt idx="1253">
                  <c:v>672.35</c:v>
                </c:pt>
                <c:pt idx="1254">
                  <c:v>659.6</c:v>
                </c:pt>
                <c:pt idx="1255">
                  <c:v>659.6</c:v>
                </c:pt>
                <c:pt idx="1256">
                  <c:v>643.45000000000005</c:v>
                </c:pt>
                <c:pt idx="1257">
                  <c:v>643.45000000000005</c:v>
                </c:pt>
                <c:pt idx="1258">
                  <c:v>624.75</c:v>
                </c:pt>
                <c:pt idx="1259">
                  <c:v>624.75</c:v>
                </c:pt>
                <c:pt idx="1260">
                  <c:v>601.79999999999995</c:v>
                </c:pt>
                <c:pt idx="1261">
                  <c:v>601.79999999999995</c:v>
                </c:pt>
                <c:pt idx="1262">
                  <c:v>576.29999999999995</c:v>
                </c:pt>
                <c:pt idx="1263">
                  <c:v>576.29999999999995</c:v>
                </c:pt>
                <c:pt idx="1264">
                  <c:v>547.4</c:v>
                </c:pt>
                <c:pt idx="1265">
                  <c:v>547.4</c:v>
                </c:pt>
                <c:pt idx="1266">
                  <c:v>515.95000000000005</c:v>
                </c:pt>
                <c:pt idx="1267">
                  <c:v>515.95000000000005</c:v>
                </c:pt>
                <c:pt idx="1268">
                  <c:v>481.1</c:v>
                </c:pt>
                <c:pt idx="1269">
                  <c:v>481.1</c:v>
                </c:pt>
                <c:pt idx="1270">
                  <c:v>441.15</c:v>
                </c:pt>
                <c:pt idx="1271">
                  <c:v>441.15</c:v>
                </c:pt>
                <c:pt idx="1272">
                  <c:v>396.1</c:v>
                </c:pt>
                <c:pt idx="1273">
                  <c:v>396.1</c:v>
                </c:pt>
                <c:pt idx="1274">
                  <c:v>343.4</c:v>
                </c:pt>
                <c:pt idx="1275">
                  <c:v>343.4</c:v>
                </c:pt>
                <c:pt idx="1276">
                  <c:v>320.45</c:v>
                </c:pt>
                <c:pt idx="1277">
                  <c:v>320.45</c:v>
                </c:pt>
                <c:pt idx="1278">
                  <c:v>276.25</c:v>
                </c:pt>
                <c:pt idx="1279">
                  <c:v>276.25</c:v>
                </c:pt>
                <c:pt idx="1280">
                  <c:v>231.2</c:v>
                </c:pt>
                <c:pt idx="1281">
                  <c:v>231.2</c:v>
                </c:pt>
                <c:pt idx="1282">
                  <c:v>186.15</c:v>
                </c:pt>
                <c:pt idx="1283">
                  <c:v>186.15</c:v>
                </c:pt>
                <c:pt idx="1284">
                  <c:v>141.94999999999999</c:v>
                </c:pt>
                <c:pt idx="1285">
                  <c:v>141.94999999999999</c:v>
                </c:pt>
                <c:pt idx="1286">
                  <c:v>98.6</c:v>
                </c:pt>
                <c:pt idx="1287">
                  <c:v>98.6</c:v>
                </c:pt>
                <c:pt idx="1288">
                  <c:v>58.65</c:v>
                </c:pt>
                <c:pt idx="1289">
                  <c:v>58.65</c:v>
                </c:pt>
                <c:pt idx="1290">
                  <c:v>17.850000000000001</c:v>
                </c:pt>
                <c:pt idx="1291">
                  <c:v>17.850000000000001</c:v>
                </c:pt>
                <c:pt idx="1292">
                  <c:v>1.7</c:v>
                </c:pt>
                <c:pt idx="1293">
                  <c:v>1.7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816-40F1-B35D-80C01C0E8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38.1372</c:v>
                </c:pt>
                <c:pt idx="6">
                  <c:v>38.1372</c:v>
                </c:pt>
                <c:pt idx="7">
                  <c:v>38.1372</c:v>
                </c:pt>
                <c:pt idx="8">
                  <c:v>38.1372</c:v>
                </c:pt>
                <c:pt idx="9">
                  <c:v>42.675417000000003</c:v>
                </c:pt>
                <c:pt idx="10">
                  <c:v>43.080399999999997</c:v>
                </c:pt>
                <c:pt idx="11">
                  <c:v>43.080399999999997</c:v>
                </c:pt>
                <c:pt idx="12">
                  <c:v>43.080399999999997</c:v>
                </c:pt>
                <c:pt idx="13">
                  <c:v>46.886935000000001</c:v>
                </c:pt>
                <c:pt idx="14">
                  <c:v>46.961063000000003</c:v>
                </c:pt>
                <c:pt idx="15">
                  <c:v>53.768388000000002</c:v>
                </c:pt>
                <c:pt idx="16">
                  <c:v>54.524099999999997</c:v>
                </c:pt>
                <c:pt idx="17">
                  <c:v>54.524099999999997</c:v>
                </c:pt>
                <c:pt idx="18">
                  <c:v>54.524099999999997</c:v>
                </c:pt>
                <c:pt idx="19">
                  <c:v>54.524099999999997</c:v>
                </c:pt>
                <c:pt idx="20">
                  <c:v>54.524099999999997</c:v>
                </c:pt>
                <c:pt idx="21">
                  <c:v>54.524099999999997</c:v>
                </c:pt>
                <c:pt idx="22">
                  <c:v>54.524099999999997</c:v>
                </c:pt>
                <c:pt idx="23">
                  <c:v>54.524099999999997</c:v>
                </c:pt>
                <c:pt idx="24">
                  <c:v>54.524099999999997</c:v>
                </c:pt>
                <c:pt idx="25">
                  <c:v>54.524099999999997</c:v>
                </c:pt>
                <c:pt idx="26">
                  <c:v>52.995148999999998</c:v>
                </c:pt>
                <c:pt idx="27">
                  <c:v>51.712622000000003</c:v>
                </c:pt>
                <c:pt idx="28">
                  <c:v>51.712622000000003</c:v>
                </c:pt>
                <c:pt idx="29">
                  <c:v>51.712622000000003</c:v>
                </c:pt>
                <c:pt idx="30">
                  <c:v>51.712622000000003</c:v>
                </c:pt>
                <c:pt idx="31">
                  <c:v>51.712622000000003</c:v>
                </c:pt>
                <c:pt idx="32">
                  <c:v>51.712622000000003</c:v>
                </c:pt>
                <c:pt idx="33">
                  <c:v>51.712622000000003</c:v>
                </c:pt>
                <c:pt idx="34">
                  <c:v>51.712622000000003</c:v>
                </c:pt>
                <c:pt idx="35">
                  <c:v>51.712622000000003</c:v>
                </c:pt>
                <c:pt idx="36">
                  <c:v>51.712622000000003</c:v>
                </c:pt>
                <c:pt idx="37">
                  <c:v>51.712622000000003</c:v>
                </c:pt>
                <c:pt idx="38">
                  <c:v>51.712622000000003</c:v>
                </c:pt>
                <c:pt idx="39">
                  <c:v>51.712622000000003</c:v>
                </c:pt>
                <c:pt idx="40">
                  <c:v>51.712622000000003</c:v>
                </c:pt>
                <c:pt idx="41">
                  <c:v>51.712622000000003</c:v>
                </c:pt>
                <c:pt idx="42">
                  <c:v>51.712622000000003</c:v>
                </c:pt>
                <c:pt idx="43">
                  <c:v>51.712622000000003</c:v>
                </c:pt>
                <c:pt idx="44">
                  <c:v>51.712622000000003</c:v>
                </c:pt>
                <c:pt idx="45">
                  <c:v>50.448379000000003</c:v>
                </c:pt>
                <c:pt idx="46">
                  <c:v>49.274439999999998</c:v>
                </c:pt>
                <c:pt idx="47">
                  <c:v>48.771509999999999</c:v>
                </c:pt>
                <c:pt idx="48">
                  <c:v>53.309725999999998</c:v>
                </c:pt>
                <c:pt idx="49">
                  <c:v>56.827464999999997</c:v>
                </c:pt>
                <c:pt idx="50">
                  <c:v>56.827464999999997</c:v>
                </c:pt>
                <c:pt idx="51">
                  <c:v>56.827464999999997</c:v>
                </c:pt>
                <c:pt idx="52">
                  <c:v>56.439869999999999</c:v>
                </c:pt>
                <c:pt idx="53">
                  <c:v>55.277084000000002</c:v>
                </c:pt>
                <c:pt idx="54">
                  <c:v>54.114297000000001</c:v>
                </c:pt>
                <c:pt idx="55">
                  <c:v>53.106549000000001</c:v>
                </c:pt>
                <c:pt idx="56">
                  <c:v>53.106549000000001</c:v>
                </c:pt>
                <c:pt idx="57">
                  <c:v>51.937894999999997</c:v>
                </c:pt>
                <c:pt idx="58">
                  <c:v>50.685765000000004</c:v>
                </c:pt>
                <c:pt idx="59">
                  <c:v>49.433636</c:v>
                </c:pt>
                <c:pt idx="60">
                  <c:v>49.046039999999998</c:v>
                </c:pt>
                <c:pt idx="61">
                  <c:v>47.883254000000001</c:v>
                </c:pt>
                <c:pt idx="62">
                  <c:v>46.720466999999999</c:v>
                </c:pt>
                <c:pt idx="63">
                  <c:v>45.712719</c:v>
                </c:pt>
                <c:pt idx="64">
                  <c:v>45.712719</c:v>
                </c:pt>
                <c:pt idx="65">
                  <c:v>45.009394999999998</c:v>
                </c:pt>
                <c:pt idx="66">
                  <c:v>43.837189000000002</c:v>
                </c:pt>
                <c:pt idx="67">
                  <c:v>42.664982000000002</c:v>
                </c:pt>
                <c:pt idx="68">
                  <c:v>42.039805999999999</c:v>
                </c:pt>
                <c:pt idx="69">
                  <c:v>41.383172999999999</c:v>
                </c:pt>
                <c:pt idx="70">
                  <c:v>40.288786000000002</c:v>
                </c:pt>
                <c:pt idx="71">
                  <c:v>39.194398999999997</c:v>
                </c:pt>
                <c:pt idx="72">
                  <c:v>38.318888999999999</c:v>
                </c:pt>
                <c:pt idx="73">
                  <c:v>38.318888999999999</c:v>
                </c:pt>
                <c:pt idx="74">
                  <c:v>37.24389</c:v>
                </c:pt>
                <c:pt idx="75">
                  <c:v>35.900140999999998</c:v>
                </c:pt>
                <c:pt idx="76">
                  <c:v>34.645975999999997</c:v>
                </c:pt>
                <c:pt idx="77">
                  <c:v>34.160639000000003</c:v>
                </c:pt>
                <c:pt idx="78">
                  <c:v>32.947296999999999</c:v>
                </c:pt>
                <c:pt idx="79">
                  <c:v>31.733954000000001</c:v>
                </c:pt>
                <c:pt idx="80">
                  <c:v>30.925059000000001</c:v>
                </c:pt>
                <c:pt idx="81">
                  <c:v>30.925059000000001</c:v>
                </c:pt>
                <c:pt idx="82">
                  <c:v>29.350954000000002</c:v>
                </c:pt>
                <c:pt idx="83">
                  <c:v>27.776848000000001</c:v>
                </c:pt>
                <c:pt idx="84">
                  <c:v>27.252146</c:v>
                </c:pt>
                <c:pt idx="85">
                  <c:v>25.940394000000001</c:v>
                </c:pt>
                <c:pt idx="86">
                  <c:v>24.628643</c:v>
                </c:pt>
                <c:pt idx="87">
                  <c:v>23.579242000000001</c:v>
                </c:pt>
                <c:pt idx="88">
                  <c:v>23.579242000000001</c:v>
                </c:pt>
                <c:pt idx="89">
                  <c:v>22.429604000000001</c:v>
                </c:pt>
                <c:pt idx="90">
                  <c:v>21.926673999999998</c:v>
                </c:pt>
                <c:pt idx="91">
                  <c:v>26.464891000000001</c:v>
                </c:pt>
                <c:pt idx="92">
                  <c:v>26.934732</c:v>
                </c:pt>
                <c:pt idx="93">
                  <c:v>26.431802000000001</c:v>
                </c:pt>
                <c:pt idx="94">
                  <c:v>29.266297000000002</c:v>
                </c:pt>
                <c:pt idx="95">
                  <c:v>27.254577000000001</c:v>
                </c:pt>
                <c:pt idx="96">
                  <c:v>30.079571000000001</c:v>
                </c:pt>
                <c:pt idx="97">
                  <c:v>30.079571000000001</c:v>
                </c:pt>
                <c:pt idx="98">
                  <c:v>30.079571000000001</c:v>
                </c:pt>
                <c:pt idx="99">
                  <c:v>30.079571000000001</c:v>
                </c:pt>
                <c:pt idx="100">
                  <c:v>31.792794000000001</c:v>
                </c:pt>
                <c:pt idx="101">
                  <c:v>31.792794000000001</c:v>
                </c:pt>
                <c:pt idx="102">
                  <c:v>31.792794000000001</c:v>
                </c:pt>
                <c:pt idx="103">
                  <c:v>31.792794000000001</c:v>
                </c:pt>
                <c:pt idx="104">
                  <c:v>31.792794000000001</c:v>
                </c:pt>
                <c:pt idx="105">
                  <c:v>32.348678999999997</c:v>
                </c:pt>
                <c:pt idx="106">
                  <c:v>32.348678999999997</c:v>
                </c:pt>
                <c:pt idx="107">
                  <c:v>32.348678999999997</c:v>
                </c:pt>
                <c:pt idx="108">
                  <c:v>32.348678999999997</c:v>
                </c:pt>
                <c:pt idx="109">
                  <c:v>36.886896</c:v>
                </c:pt>
                <c:pt idx="110">
                  <c:v>43.694220999999999</c:v>
                </c:pt>
                <c:pt idx="111">
                  <c:v>49.156050999999998</c:v>
                </c:pt>
                <c:pt idx="112">
                  <c:v>53.694268000000001</c:v>
                </c:pt>
                <c:pt idx="113">
                  <c:v>58.232483999999999</c:v>
                </c:pt>
                <c:pt idx="114">
                  <c:v>65.039809000000005</c:v>
                </c:pt>
                <c:pt idx="115">
                  <c:v>69.578024999999997</c:v>
                </c:pt>
                <c:pt idx="116">
                  <c:v>71.847133999999997</c:v>
                </c:pt>
                <c:pt idx="117">
                  <c:v>78.654459000000003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84.045209999999997</c:v>
                </c:pt>
                <c:pt idx="125">
                  <c:v>82.926861000000002</c:v>
                </c:pt>
                <c:pt idx="126">
                  <c:v>82.109739000000005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75.115208999999993</c:v>
                </c:pt>
                <c:pt idx="136">
                  <c:v>74.144752999999994</c:v>
                </c:pt>
                <c:pt idx="137">
                  <c:v>73.104979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71.233384999999998</c:v>
                </c:pt>
                <c:pt idx="141">
                  <c:v>70.451238000000004</c:v>
                </c:pt>
                <c:pt idx="142">
                  <c:v>69.226664999999997</c:v>
                </c:pt>
                <c:pt idx="143">
                  <c:v>67.972465</c:v>
                </c:pt>
                <c:pt idx="144">
                  <c:v>67.303557999999995</c:v>
                </c:pt>
                <c:pt idx="145">
                  <c:v>67.019610999999998</c:v>
                </c:pt>
                <c:pt idx="146">
                  <c:v>65.847404999999995</c:v>
                </c:pt>
                <c:pt idx="147">
                  <c:v>64.675197999999995</c:v>
                </c:pt>
                <c:pt idx="148">
                  <c:v>64.553325999999998</c:v>
                </c:pt>
                <c:pt idx="149">
                  <c:v>63.421733000000003</c:v>
                </c:pt>
                <c:pt idx="150">
                  <c:v>63.050995</c:v>
                </c:pt>
                <c:pt idx="151">
                  <c:v>61.938780000000001</c:v>
                </c:pt>
                <c:pt idx="152">
                  <c:v>60.826565000000002</c:v>
                </c:pt>
                <c:pt idx="153">
                  <c:v>59.714348999999999</c:v>
                </c:pt>
                <c:pt idx="154">
                  <c:v>59.326721999999997</c:v>
                </c:pt>
                <c:pt idx="155">
                  <c:v>58.087842000000002</c:v>
                </c:pt>
                <c:pt idx="156">
                  <c:v>56.848962</c:v>
                </c:pt>
                <c:pt idx="157">
                  <c:v>55.610081999999998</c:v>
                </c:pt>
                <c:pt idx="158">
                  <c:v>55.259203999999997</c:v>
                </c:pt>
                <c:pt idx="159">
                  <c:v>54.206572000000001</c:v>
                </c:pt>
                <c:pt idx="160">
                  <c:v>53.153939999999999</c:v>
                </c:pt>
                <c:pt idx="161">
                  <c:v>52.101308000000003</c:v>
                </c:pt>
                <c:pt idx="162">
                  <c:v>51.680255000000002</c:v>
                </c:pt>
                <c:pt idx="163">
                  <c:v>50.748617000000003</c:v>
                </c:pt>
                <c:pt idx="164">
                  <c:v>49.584069999999997</c:v>
                </c:pt>
                <c:pt idx="165">
                  <c:v>48.419522000000001</c:v>
                </c:pt>
                <c:pt idx="166">
                  <c:v>47.798430000000003</c:v>
                </c:pt>
                <c:pt idx="167">
                  <c:v>47.096674999999998</c:v>
                </c:pt>
                <c:pt idx="168">
                  <c:v>46.044043000000002</c:v>
                </c:pt>
                <c:pt idx="169">
                  <c:v>44.991410999999999</c:v>
                </c:pt>
                <c:pt idx="170">
                  <c:v>43.938778999999997</c:v>
                </c:pt>
                <c:pt idx="171">
                  <c:v>43.868603</c:v>
                </c:pt>
                <c:pt idx="172">
                  <c:v>43.868603</c:v>
                </c:pt>
                <c:pt idx="173">
                  <c:v>42.667085999999998</c:v>
                </c:pt>
                <c:pt idx="174">
                  <c:v>41.280720000000002</c:v>
                </c:pt>
                <c:pt idx="175">
                  <c:v>39.986778999999999</c:v>
                </c:pt>
                <c:pt idx="176">
                  <c:v>39.505575</c:v>
                </c:pt>
                <c:pt idx="177">
                  <c:v>38.302567000000003</c:v>
                </c:pt>
                <c:pt idx="178">
                  <c:v>37.099558999999999</c:v>
                </c:pt>
                <c:pt idx="179">
                  <c:v>36.056952000000003</c:v>
                </c:pt>
                <c:pt idx="180">
                  <c:v>36.056952000000003</c:v>
                </c:pt>
                <c:pt idx="181">
                  <c:v>34.728959000000003</c:v>
                </c:pt>
                <c:pt idx="182">
                  <c:v>33.196660000000001</c:v>
                </c:pt>
                <c:pt idx="183">
                  <c:v>32.175127000000003</c:v>
                </c:pt>
                <c:pt idx="184">
                  <c:v>31.292897</c:v>
                </c:pt>
                <c:pt idx="185">
                  <c:v>29.969550999999999</c:v>
                </c:pt>
                <c:pt idx="186">
                  <c:v>28.646204999999998</c:v>
                </c:pt>
                <c:pt idx="187">
                  <c:v>28.293312</c:v>
                </c:pt>
                <c:pt idx="188">
                  <c:v>28.188808999999999</c:v>
                </c:pt>
                <c:pt idx="189">
                  <c:v>26.934764000000001</c:v>
                </c:pt>
                <c:pt idx="190">
                  <c:v>26.431833999999998</c:v>
                </c:pt>
                <c:pt idx="191">
                  <c:v>26.431833999999998</c:v>
                </c:pt>
                <c:pt idx="192">
                  <c:v>26.431833999999998</c:v>
                </c:pt>
                <c:pt idx="193">
                  <c:v>26.431833999999998</c:v>
                </c:pt>
                <c:pt idx="194">
                  <c:v>26.431833999999998</c:v>
                </c:pt>
                <c:pt idx="195">
                  <c:v>26.431842</c:v>
                </c:pt>
                <c:pt idx="196">
                  <c:v>33.239167000000002</c:v>
                </c:pt>
                <c:pt idx="197">
                  <c:v>33.239167000000002</c:v>
                </c:pt>
                <c:pt idx="198">
                  <c:v>37.777383</c:v>
                </c:pt>
                <c:pt idx="199">
                  <c:v>40.079618000000004</c:v>
                </c:pt>
                <c:pt idx="200">
                  <c:v>46.886943000000002</c:v>
                </c:pt>
                <c:pt idx="201">
                  <c:v>46.886943000000002</c:v>
                </c:pt>
                <c:pt idx="202">
                  <c:v>51.425159000000001</c:v>
                </c:pt>
                <c:pt idx="203">
                  <c:v>55.039769999999997</c:v>
                </c:pt>
                <c:pt idx="204">
                  <c:v>55.039769999999997</c:v>
                </c:pt>
                <c:pt idx="205">
                  <c:v>55.039777000000001</c:v>
                </c:pt>
                <c:pt idx="206">
                  <c:v>55.039777000000001</c:v>
                </c:pt>
                <c:pt idx="207">
                  <c:v>55.039777000000001</c:v>
                </c:pt>
                <c:pt idx="208">
                  <c:v>59.577993999999997</c:v>
                </c:pt>
                <c:pt idx="209">
                  <c:v>64.872615999999994</c:v>
                </c:pt>
                <c:pt idx="210">
                  <c:v>67.308925000000002</c:v>
                </c:pt>
                <c:pt idx="211">
                  <c:v>67.308925000000002</c:v>
                </c:pt>
                <c:pt idx="212">
                  <c:v>71.847140999999993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71.233384999999998</c:v>
                </c:pt>
                <c:pt idx="236">
                  <c:v>70.062798000000001</c:v>
                </c:pt>
                <c:pt idx="237">
                  <c:v>68.808598000000003</c:v>
                </c:pt>
                <c:pt idx="238">
                  <c:v>67.554398000000006</c:v>
                </c:pt>
                <c:pt idx="239">
                  <c:v>67.303557999999995</c:v>
                </c:pt>
                <c:pt idx="240">
                  <c:v>67.303557999999995</c:v>
                </c:pt>
                <c:pt idx="241">
                  <c:v>66.527192999999997</c:v>
                </c:pt>
                <c:pt idx="242">
                  <c:v>65.362645999999998</c:v>
                </c:pt>
                <c:pt idx="243">
                  <c:v>64.198098000000002</c:v>
                </c:pt>
                <c:pt idx="244">
                  <c:v>63.421733000000003</c:v>
                </c:pt>
                <c:pt idx="245">
                  <c:v>62.680256999999997</c:v>
                </c:pt>
                <c:pt idx="246">
                  <c:v>61.568041000000001</c:v>
                </c:pt>
                <c:pt idx="247">
                  <c:v>60.455826000000002</c:v>
                </c:pt>
                <c:pt idx="248">
                  <c:v>59.491906</c:v>
                </c:pt>
                <c:pt idx="249">
                  <c:v>58.913761999999998</c:v>
                </c:pt>
                <c:pt idx="250">
                  <c:v>57.674881999999997</c:v>
                </c:pt>
                <c:pt idx="251">
                  <c:v>56.436002000000002</c:v>
                </c:pt>
                <c:pt idx="252">
                  <c:v>55.610081999999998</c:v>
                </c:pt>
                <c:pt idx="253">
                  <c:v>55.610081999999998</c:v>
                </c:pt>
                <c:pt idx="254">
                  <c:v>54.568199999999997</c:v>
                </c:pt>
                <c:pt idx="255">
                  <c:v>53.560451999999998</c:v>
                </c:pt>
                <c:pt idx="256">
                  <c:v>53.560451999999998</c:v>
                </c:pt>
                <c:pt idx="257">
                  <c:v>52.857128000000003</c:v>
                </c:pt>
                <c:pt idx="258">
                  <c:v>51.684922</c:v>
                </c:pt>
                <c:pt idx="259">
                  <c:v>50.512715</c:v>
                </c:pt>
                <c:pt idx="260">
                  <c:v>49.887537999999999</c:v>
                </c:pt>
                <c:pt idx="261">
                  <c:v>49.230905999999997</c:v>
                </c:pt>
                <c:pt idx="262">
                  <c:v>48.136519</c:v>
                </c:pt>
                <c:pt idx="263">
                  <c:v>47.042132000000002</c:v>
                </c:pt>
                <c:pt idx="264">
                  <c:v>46.166621999999997</c:v>
                </c:pt>
                <c:pt idx="265">
                  <c:v>46.166621999999997</c:v>
                </c:pt>
                <c:pt idx="266">
                  <c:v>45.091622999999998</c:v>
                </c:pt>
                <c:pt idx="267">
                  <c:v>43.747874000000003</c:v>
                </c:pt>
                <c:pt idx="268">
                  <c:v>42.493707999999998</c:v>
                </c:pt>
                <c:pt idx="269">
                  <c:v>42.008372000000001</c:v>
                </c:pt>
                <c:pt idx="270">
                  <c:v>40.795029</c:v>
                </c:pt>
                <c:pt idx="271">
                  <c:v>39.581687000000002</c:v>
                </c:pt>
                <c:pt idx="272">
                  <c:v>38.772792000000003</c:v>
                </c:pt>
                <c:pt idx="273">
                  <c:v>38.302567000000003</c:v>
                </c:pt>
                <c:pt idx="274">
                  <c:v>37.099558999999999</c:v>
                </c:pt>
                <c:pt idx="275">
                  <c:v>35.624580999999999</c:v>
                </c:pt>
                <c:pt idx="276">
                  <c:v>35.099879000000001</c:v>
                </c:pt>
                <c:pt idx="277">
                  <c:v>33.788127000000003</c:v>
                </c:pt>
                <c:pt idx="278">
                  <c:v>32.476376000000002</c:v>
                </c:pt>
                <c:pt idx="279">
                  <c:v>31.426974999999999</c:v>
                </c:pt>
                <c:pt idx="280">
                  <c:v>30.587451000000001</c:v>
                </c:pt>
                <c:pt idx="281">
                  <c:v>29.013345999999999</c:v>
                </c:pt>
                <c:pt idx="282">
                  <c:v>27.754061</c:v>
                </c:pt>
                <c:pt idx="283">
                  <c:v>27.754061</c:v>
                </c:pt>
                <c:pt idx="284">
                  <c:v>27.754061</c:v>
                </c:pt>
                <c:pt idx="285">
                  <c:v>24.610748999999998</c:v>
                </c:pt>
                <c:pt idx="286">
                  <c:v>26.431833999999998</c:v>
                </c:pt>
                <c:pt idx="287">
                  <c:v>30.970051000000002</c:v>
                </c:pt>
                <c:pt idx="288">
                  <c:v>35.012746999999997</c:v>
                </c:pt>
                <c:pt idx="289">
                  <c:v>35.012746999999997</c:v>
                </c:pt>
                <c:pt idx="290">
                  <c:v>35.012746999999997</c:v>
                </c:pt>
                <c:pt idx="291">
                  <c:v>37.281855</c:v>
                </c:pt>
                <c:pt idx="292">
                  <c:v>37.281855</c:v>
                </c:pt>
                <c:pt idx="293">
                  <c:v>37.281855</c:v>
                </c:pt>
                <c:pt idx="294">
                  <c:v>37.281855</c:v>
                </c:pt>
                <c:pt idx="295">
                  <c:v>37.281855</c:v>
                </c:pt>
                <c:pt idx="296">
                  <c:v>40.494506999999999</c:v>
                </c:pt>
                <c:pt idx="297">
                  <c:v>40.494506999999999</c:v>
                </c:pt>
                <c:pt idx="298">
                  <c:v>41.425105000000002</c:v>
                </c:pt>
                <c:pt idx="299">
                  <c:v>41.425105000000002</c:v>
                </c:pt>
                <c:pt idx="300">
                  <c:v>41.820072000000003</c:v>
                </c:pt>
                <c:pt idx="301">
                  <c:v>41.820079999999997</c:v>
                </c:pt>
                <c:pt idx="302">
                  <c:v>48.627403999999999</c:v>
                </c:pt>
                <c:pt idx="303">
                  <c:v>55.434728999999997</c:v>
                </c:pt>
                <c:pt idx="304">
                  <c:v>57.168591999999997</c:v>
                </c:pt>
                <c:pt idx="305">
                  <c:v>58.232452000000002</c:v>
                </c:pt>
                <c:pt idx="306">
                  <c:v>65.039777000000001</c:v>
                </c:pt>
                <c:pt idx="307">
                  <c:v>71.847102000000007</c:v>
                </c:pt>
                <c:pt idx="308">
                  <c:v>78.654426999999998</c:v>
                </c:pt>
                <c:pt idx="309">
                  <c:v>84.538177000000005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82.360760999999997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66.810885999999996</c:v>
                </c:pt>
                <c:pt idx="336">
                  <c:v>65.556685999999999</c:v>
                </c:pt>
                <c:pt idx="337">
                  <c:v>64.553325999999998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63.421733000000003</c:v>
                </c:pt>
                <c:pt idx="341">
                  <c:v>63.421733000000003</c:v>
                </c:pt>
                <c:pt idx="342">
                  <c:v>62.541026000000002</c:v>
                </c:pt>
                <c:pt idx="343">
                  <c:v>61.423799000000002</c:v>
                </c:pt>
                <c:pt idx="344">
                  <c:v>60.464891000000001</c:v>
                </c:pt>
                <c:pt idx="345">
                  <c:v>59.714348999999999</c:v>
                </c:pt>
                <c:pt idx="346">
                  <c:v>58.744186999999997</c:v>
                </c:pt>
                <c:pt idx="347">
                  <c:v>57.631971999999998</c:v>
                </c:pt>
                <c:pt idx="348">
                  <c:v>56.668052000000003</c:v>
                </c:pt>
                <c:pt idx="349">
                  <c:v>56.583066000000002</c:v>
                </c:pt>
                <c:pt idx="350">
                  <c:v>55.425868999999999</c:v>
                </c:pt>
                <c:pt idx="351">
                  <c:v>54.261321000000002</c:v>
                </c:pt>
                <c:pt idx="352">
                  <c:v>53.096774000000003</c:v>
                </c:pt>
                <c:pt idx="353">
                  <c:v>52.786228000000001</c:v>
                </c:pt>
                <c:pt idx="354">
                  <c:v>51.944122</c:v>
                </c:pt>
                <c:pt idx="355">
                  <c:v>50.891489999999997</c:v>
                </c:pt>
                <c:pt idx="356">
                  <c:v>49.838858000000002</c:v>
                </c:pt>
                <c:pt idx="357">
                  <c:v>48.856400999999998</c:v>
                </c:pt>
                <c:pt idx="358">
                  <c:v>48.771414999999998</c:v>
                </c:pt>
                <c:pt idx="359">
                  <c:v>48.069659999999999</c:v>
                </c:pt>
                <c:pt idx="360">
                  <c:v>47.017028000000003</c:v>
                </c:pt>
                <c:pt idx="361">
                  <c:v>45.964396000000001</c:v>
                </c:pt>
                <c:pt idx="362">
                  <c:v>44.911763000000001</c:v>
                </c:pt>
                <c:pt idx="363">
                  <c:v>44.749163000000003</c:v>
                </c:pt>
                <c:pt idx="364">
                  <c:v>43.362797999999998</c:v>
                </c:pt>
                <c:pt idx="365">
                  <c:v>41.976432000000003</c:v>
                </c:pt>
                <c:pt idx="366">
                  <c:v>40.959763000000002</c:v>
                </c:pt>
                <c:pt idx="367">
                  <c:v>40.237957999999999</c:v>
                </c:pt>
                <c:pt idx="368">
                  <c:v>39.034950000000002</c:v>
                </c:pt>
                <c:pt idx="369">
                  <c:v>37.831941999999998</c:v>
                </c:pt>
                <c:pt idx="370">
                  <c:v>37.029935999999999</c:v>
                </c:pt>
                <c:pt idx="371">
                  <c:v>36.417155999999999</c:v>
                </c:pt>
                <c:pt idx="372">
                  <c:v>35.598441999999999</c:v>
                </c:pt>
                <c:pt idx="373">
                  <c:v>34.370370999999999</c:v>
                </c:pt>
                <c:pt idx="374">
                  <c:v>33.142301000000003</c:v>
                </c:pt>
                <c:pt idx="375">
                  <c:v>32.487329000000003</c:v>
                </c:pt>
                <c:pt idx="376">
                  <c:v>32.487329000000003</c:v>
                </c:pt>
                <c:pt idx="377">
                  <c:v>31.159337000000001</c:v>
                </c:pt>
                <c:pt idx="378">
                  <c:v>29.627037999999999</c:v>
                </c:pt>
                <c:pt idx="379">
                  <c:v>28.605505000000001</c:v>
                </c:pt>
                <c:pt idx="380">
                  <c:v>28.605505000000001</c:v>
                </c:pt>
                <c:pt idx="381">
                  <c:v>25.462192999999999</c:v>
                </c:pt>
                <c:pt idx="382">
                  <c:v>30.000409000000001</c:v>
                </c:pt>
                <c:pt idx="383">
                  <c:v>31.343012000000002</c:v>
                </c:pt>
                <c:pt idx="384">
                  <c:v>31.343012000000002</c:v>
                </c:pt>
                <c:pt idx="385">
                  <c:v>31.343012000000002</c:v>
                </c:pt>
                <c:pt idx="386">
                  <c:v>31.343012000000002</c:v>
                </c:pt>
                <c:pt idx="387">
                  <c:v>31.343012000000002</c:v>
                </c:pt>
                <c:pt idx="388">
                  <c:v>31.343012000000002</c:v>
                </c:pt>
                <c:pt idx="389">
                  <c:v>31.343012000000002</c:v>
                </c:pt>
                <c:pt idx="390">
                  <c:v>31.343012000000002</c:v>
                </c:pt>
                <c:pt idx="391">
                  <c:v>31.343012000000002</c:v>
                </c:pt>
                <c:pt idx="392">
                  <c:v>31.343012000000002</c:v>
                </c:pt>
                <c:pt idx="393">
                  <c:v>35.881228999999998</c:v>
                </c:pt>
                <c:pt idx="394">
                  <c:v>42.688552999999999</c:v>
                </c:pt>
                <c:pt idx="395">
                  <c:v>44.324244999999998</c:v>
                </c:pt>
                <c:pt idx="396">
                  <c:v>44.324244999999998</c:v>
                </c:pt>
                <c:pt idx="397">
                  <c:v>48.862462000000001</c:v>
                </c:pt>
                <c:pt idx="398">
                  <c:v>54.960599999999999</c:v>
                </c:pt>
                <c:pt idx="399">
                  <c:v>55.963375999999997</c:v>
                </c:pt>
                <c:pt idx="400">
                  <c:v>60.841419999999999</c:v>
                </c:pt>
                <c:pt idx="401">
                  <c:v>67.015327999999997</c:v>
                </c:pt>
                <c:pt idx="402">
                  <c:v>71.553545</c:v>
                </c:pt>
                <c:pt idx="403">
                  <c:v>71.847126000000003</c:v>
                </c:pt>
                <c:pt idx="404">
                  <c:v>71.847133999999997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82.360760999999997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74.789764000000005</c:v>
                </c:pt>
                <c:pt idx="424">
                  <c:v>73.535563999999994</c:v>
                </c:pt>
                <c:pt idx="425">
                  <c:v>72.364976999999996</c:v>
                </c:pt>
                <c:pt idx="426">
                  <c:v>72.065203999999994</c:v>
                </c:pt>
                <c:pt idx="427">
                  <c:v>71.233384999999998</c:v>
                </c:pt>
                <c:pt idx="428">
                  <c:v>71.200429999999997</c:v>
                </c:pt>
                <c:pt idx="429">
                  <c:v>70.035882999999998</c:v>
                </c:pt>
                <c:pt idx="430">
                  <c:v>68.871335000000002</c:v>
                </c:pt>
                <c:pt idx="431">
                  <c:v>67.972465</c:v>
                </c:pt>
                <c:pt idx="432">
                  <c:v>67.228953000000004</c:v>
                </c:pt>
                <c:pt idx="433">
                  <c:v>65.974751999999995</c:v>
                </c:pt>
                <c:pt idx="434">
                  <c:v>64.720551999999998</c:v>
                </c:pt>
                <c:pt idx="435">
                  <c:v>64.553325999999998</c:v>
                </c:pt>
                <c:pt idx="436">
                  <c:v>63.562221999999998</c:v>
                </c:pt>
                <c:pt idx="437">
                  <c:v>62.323340999999999</c:v>
                </c:pt>
                <c:pt idx="438">
                  <c:v>61.084460999999997</c:v>
                </c:pt>
                <c:pt idx="439">
                  <c:v>60.671500999999999</c:v>
                </c:pt>
                <c:pt idx="440">
                  <c:v>59.559286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56.080938000000003</c:v>
                </c:pt>
                <c:pt idx="445">
                  <c:v>54.842058000000002</c:v>
                </c:pt>
                <c:pt idx="446">
                  <c:v>53.603178</c:v>
                </c:pt>
                <c:pt idx="447">
                  <c:v>52.859850000000002</c:v>
                </c:pt>
                <c:pt idx="448">
                  <c:v>52.859850000000002</c:v>
                </c:pt>
                <c:pt idx="449">
                  <c:v>51.807217000000001</c:v>
                </c:pt>
                <c:pt idx="450">
                  <c:v>50.754584999999999</c:v>
                </c:pt>
                <c:pt idx="451">
                  <c:v>49.701953000000003</c:v>
                </c:pt>
                <c:pt idx="452">
                  <c:v>48.930022999999998</c:v>
                </c:pt>
                <c:pt idx="453">
                  <c:v>48.464204000000002</c:v>
                </c:pt>
                <c:pt idx="454">
                  <c:v>47.299655999999999</c:v>
                </c:pt>
                <c:pt idx="455">
                  <c:v>46.135109</c:v>
                </c:pt>
                <c:pt idx="456">
                  <c:v>45.048197999999999</c:v>
                </c:pt>
                <c:pt idx="457">
                  <c:v>44.697321000000002</c:v>
                </c:pt>
                <c:pt idx="458">
                  <c:v>43.644688000000002</c:v>
                </c:pt>
                <c:pt idx="459">
                  <c:v>42.592055999999999</c:v>
                </c:pt>
                <c:pt idx="460">
                  <c:v>41.539423999999997</c:v>
                </c:pt>
                <c:pt idx="461">
                  <c:v>41.118371000000003</c:v>
                </c:pt>
                <c:pt idx="462">
                  <c:v>40.948889999999999</c:v>
                </c:pt>
                <c:pt idx="463">
                  <c:v>39.815286</c:v>
                </c:pt>
                <c:pt idx="464">
                  <c:v>38.681682000000002</c:v>
                </c:pt>
                <c:pt idx="465">
                  <c:v>37.747312999999998</c:v>
                </c:pt>
                <c:pt idx="466">
                  <c:v>37.236547000000002</c:v>
                </c:pt>
                <c:pt idx="467">
                  <c:v>36.090347000000001</c:v>
                </c:pt>
                <c:pt idx="468">
                  <c:v>34.862276000000001</c:v>
                </c:pt>
                <c:pt idx="469">
                  <c:v>33.634205000000001</c:v>
                </c:pt>
                <c:pt idx="470">
                  <c:v>33.306719999999999</c:v>
                </c:pt>
                <c:pt idx="471">
                  <c:v>32.387340000000002</c:v>
                </c:pt>
                <c:pt idx="472">
                  <c:v>30.855041</c:v>
                </c:pt>
                <c:pt idx="473">
                  <c:v>29.424894999999999</c:v>
                </c:pt>
                <c:pt idx="474">
                  <c:v>28.895557</c:v>
                </c:pt>
                <c:pt idx="475">
                  <c:v>27.572210999999999</c:v>
                </c:pt>
                <c:pt idx="476">
                  <c:v>26.248864999999999</c:v>
                </c:pt>
                <c:pt idx="477">
                  <c:v>25.54308</c:v>
                </c:pt>
                <c:pt idx="478">
                  <c:v>25.54308</c:v>
                </c:pt>
                <c:pt idx="479">
                  <c:v>23.531361</c:v>
                </c:pt>
                <c:pt idx="480">
                  <c:v>23.531361</c:v>
                </c:pt>
                <c:pt idx="481">
                  <c:v>28.069576999999999</c:v>
                </c:pt>
                <c:pt idx="482">
                  <c:v>30.546847</c:v>
                </c:pt>
                <c:pt idx="483">
                  <c:v>30.546847</c:v>
                </c:pt>
                <c:pt idx="484">
                  <c:v>30.546847</c:v>
                </c:pt>
                <c:pt idx="485">
                  <c:v>30.546847</c:v>
                </c:pt>
                <c:pt idx="486">
                  <c:v>30.546847</c:v>
                </c:pt>
                <c:pt idx="487">
                  <c:v>30.546847</c:v>
                </c:pt>
                <c:pt idx="488">
                  <c:v>30.546847</c:v>
                </c:pt>
                <c:pt idx="489">
                  <c:v>33.272292999999998</c:v>
                </c:pt>
                <c:pt idx="490">
                  <c:v>40.079618000000004</c:v>
                </c:pt>
                <c:pt idx="491">
                  <c:v>46.886943000000002</c:v>
                </c:pt>
                <c:pt idx="492">
                  <c:v>50.501561000000002</c:v>
                </c:pt>
                <c:pt idx="493">
                  <c:v>53.694268000000001</c:v>
                </c:pt>
                <c:pt idx="494">
                  <c:v>53.694268000000001</c:v>
                </c:pt>
                <c:pt idx="495">
                  <c:v>53.694268000000001</c:v>
                </c:pt>
                <c:pt idx="496">
                  <c:v>53.694274999999998</c:v>
                </c:pt>
                <c:pt idx="497">
                  <c:v>55.963375999999997</c:v>
                </c:pt>
                <c:pt idx="498">
                  <c:v>59.577993999999997</c:v>
                </c:pt>
                <c:pt idx="499">
                  <c:v>66.385317999999998</c:v>
                </c:pt>
                <c:pt idx="500">
                  <c:v>73.192643000000004</c:v>
                </c:pt>
                <c:pt idx="501">
                  <c:v>79.999967999999996</c:v>
                </c:pt>
                <c:pt idx="502">
                  <c:v>86.807293000000001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79.876856000000004</c:v>
                </c:pt>
                <c:pt idx="515">
                  <c:v>79.045035999999996</c:v>
                </c:pt>
                <c:pt idx="516">
                  <c:v>78.038207</c:v>
                </c:pt>
                <c:pt idx="517">
                  <c:v>76.799327000000005</c:v>
                </c:pt>
                <c:pt idx="518">
                  <c:v>76.221181999999999</c:v>
                </c:pt>
                <c:pt idx="519">
                  <c:v>75.456933000000006</c:v>
                </c:pt>
                <c:pt idx="520">
                  <c:v>75.040559000000002</c:v>
                </c:pt>
                <c:pt idx="521">
                  <c:v>73.829114000000004</c:v>
                </c:pt>
                <c:pt idx="522">
                  <c:v>72.547647999999995</c:v>
                </c:pt>
                <c:pt idx="523">
                  <c:v>71.681287999999995</c:v>
                </c:pt>
                <c:pt idx="524">
                  <c:v>71.022296999999995</c:v>
                </c:pt>
                <c:pt idx="525">
                  <c:v>69.902540000000002</c:v>
                </c:pt>
                <c:pt idx="526">
                  <c:v>68.782782999999995</c:v>
                </c:pt>
                <c:pt idx="527">
                  <c:v>68.409531000000001</c:v>
                </c:pt>
                <c:pt idx="528">
                  <c:v>67.470783999999995</c:v>
                </c:pt>
                <c:pt idx="529">
                  <c:v>67.071717000000007</c:v>
                </c:pt>
                <c:pt idx="530">
                  <c:v>65.817516999999995</c:v>
                </c:pt>
                <c:pt idx="531">
                  <c:v>64.563316999999998</c:v>
                </c:pt>
                <c:pt idx="532">
                  <c:v>64.255752000000001</c:v>
                </c:pt>
                <c:pt idx="533">
                  <c:v>63.135995000000001</c:v>
                </c:pt>
                <c:pt idx="534">
                  <c:v>62.016238000000001</c:v>
                </c:pt>
                <c:pt idx="535">
                  <c:v>60.896481000000001</c:v>
                </c:pt>
                <c:pt idx="536">
                  <c:v>60.597878999999999</c:v>
                </c:pt>
                <c:pt idx="537">
                  <c:v>60.317177000000001</c:v>
                </c:pt>
                <c:pt idx="538">
                  <c:v>59.264544999999998</c:v>
                </c:pt>
                <c:pt idx="539">
                  <c:v>58.211913000000003</c:v>
                </c:pt>
                <c:pt idx="540">
                  <c:v>57.159281</c:v>
                </c:pt>
                <c:pt idx="541">
                  <c:v>56.668052000000003</c:v>
                </c:pt>
                <c:pt idx="542">
                  <c:v>56.668052000000003</c:v>
                </c:pt>
                <c:pt idx="543">
                  <c:v>56.668052000000003</c:v>
                </c:pt>
                <c:pt idx="544">
                  <c:v>55.683323999999999</c:v>
                </c:pt>
                <c:pt idx="545">
                  <c:v>54.690519000000002</c:v>
                </c:pt>
                <c:pt idx="546">
                  <c:v>53.591889999999999</c:v>
                </c:pt>
                <c:pt idx="547">
                  <c:v>52.786228000000001</c:v>
                </c:pt>
                <c:pt idx="548">
                  <c:v>52.786228000000001</c:v>
                </c:pt>
                <c:pt idx="549">
                  <c:v>51.958896000000003</c:v>
                </c:pt>
                <c:pt idx="550">
                  <c:v>50.924731000000001</c:v>
                </c:pt>
                <c:pt idx="551">
                  <c:v>49.890566</c:v>
                </c:pt>
                <c:pt idx="552">
                  <c:v>48.856400999999998</c:v>
                </c:pt>
                <c:pt idx="553">
                  <c:v>48.701127999999997</c:v>
                </c:pt>
                <c:pt idx="554">
                  <c:v>47.536580000000001</c:v>
                </c:pt>
                <c:pt idx="555">
                  <c:v>46.372033000000002</c:v>
                </c:pt>
                <c:pt idx="556">
                  <c:v>45.207486000000003</c:v>
                </c:pt>
                <c:pt idx="557">
                  <c:v>44.974575999999999</c:v>
                </c:pt>
                <c:pt idx="558">
                  <c:v>44.307246999999997</c:v>
                </c:pt>
                <c:pt idx="559">
                  <c:v>43.195031999999998</c:v>
                </c:pt>
                <c:pt idx="560">
                  <c:v>42.082816999999999</c:v>
                </c:pt>
                <c:pt idx="561">
                  <c:v>41.044749000000003</c:v>
                </c:pt>
                <c:pt idx="562">
                  <c:v>41.044749000000003</c:v>
                </c:pt>
                <c:pt idx="563">
                  <c:v>41.044749000000003</c:v>
                </c:pt>
                <c:pt idx="564">
                  <c:v>41.044749000000003</c:v>
                </c:pt>
                <c:pt idx="565">
                  <c:v>41.044749000000003</c:v>
                </c:pt>
                <c:pt idx="566">
                  <c:v>40.860188999999998</c:v>
                </c:pt>
                <c:pt idx="567">
                  <c:v>39.986778999999999</c:v>
                </c:pt>
                <c:pt idx="568">
                  <c:v>39.279916999999998</c:v>
                </c:pt>
                <c:pt idx="569">
                  <c:v>36.843466999999997</c:v>
                </c:pt>
                <c:pt idx="570">
                  <c:v>38.820804000000003</c:v>
                </c:pt>
                <c:pt idx="571">
                  <c:v>37.671166999999997</c:v>
                </c:pt>
                <c:pt idx="572">
                  <c:v>37.168236999999998</c:v>
                </c:pt>
                <c:pt idx="573">
                  <c:v>36.567397999999997</c:v>
                </c:pt>
                <c:pt idx="574">
                  <c:v>36.064467999999998</c:v>
                </c:pt>
                <c:pt idx="575">
                  <c:v>40.602685000000001</c:v>
                </c:pt>
                <c:pt idx="576">
                  <c:v>46.244669999999999</c:v>
                </c:pt>
                <c:pt idx="577">
                  <c:v>47.410009000000002</c:v>
                </c:pt>
                <c:pt idx="578">
                  <c:v>47.410009000000002</c:v>
                </c:pt>
                <c:pt idx="579">
                  <c:v>47.410009000000002</c:v>
                </c:pt>
                <c:pt idx="580">
                  <c:v>47.410009000000002</c:v>
                </c:pt>
                <c:pt idx="581">
                  <c:v>47.410009000000002</c:v>
                </c:pt>
                <c:pt idx="582">
                  <c:v>47.410009000000002</c:v>
                </c:pt>
                <c:pt idx="583">
                  <c:v>47.410009000000002</c:v>
                </c:pt>
                <c:pt idx="584">
                  <c:v>51.075347999999998</c:v>
                </c:pt>
                <c:pt idx="585">
                  <c:v>51.948225999999998</c:v>
                </c:pt>
                <c:pt idx="586">
                  <c:v>51.948225999999998</c:v>
                </c:pt>
                <c:pt idx="587">
                  <c:v>56.486443000000001</c:v>
                </c:pt>
                <c:pt idx="588">
                  <c:v>58.232436999999997</c:v>
                </c:pt>
                <c:pt idx="589">
                  <c:v>58.232436999999997</c:v>
                </c:pt>
                <c:pt idx="590">
                  <c:v>58.635871000000002</c:v>
                </c:pt>
                <c:pt idx="591">
                  <c:v>58.635871000000002</c:v>
                </c:pt>
                <c:pt idx="592">
                  <c:v>58.635877999999998</c:v>
                </c:pt>
                <c:pt idx="593">
                  <c:v>58.635877999999998</c:v>
                </c:pt>
                <c:pt idx="594">
                  <c:v>58.635877999999998</c:v>
                </c:pt>
                <c:pt idx="595">
                  <c:v>59.490555000000001</c:v>
                </c:pt>
                <c:pt idx="596">
                  <c:v>66.297880000000006</c:v>
                </c:pt>
                <c:pt idx="597">
                  <c:v>73.105204999999998</c:v>
                </c:pt>
                <c:pt idx="598">
                  <c:v>76.887051999999997</c:v>
                </c:pt>
                <c:pt idx="599">
                  <c:v>82.269053999999997</c:v>
                </c:pt>
                <c:pt idx="600">
                  <c:v>86.807270000000003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80.015491999999995</c:v>
                </c:pt>
                <c:pt idx="611">
                  <c:v>79.045035999999996</c:v>
                </c:pt>
                <c:pt idx="612">
                  <c:v>79.045035999999996</c:v>
                </c:pt>
                <c:pt idx="613">
                  <c:v>77.944580000000002</c:v>
                </c:pt>
                <c:pt idx="614">
                  <c:v>76.488894999999999</c:v>
                </c:pt>
                <c:pt idx="615">
                  <c:v>75.480774999999994</c:v>
                </c:pt>
                <c:pt idx="616">
                  <c:v>75.115208999999993</c:v>
                </c:pt>
                <c:pt idx="617">
                  <c:v>74.375585999999998</c:v>
                </c:pt>
                <c:pt idx="618">
                  <c:v>73.004716000000002</c:v>
                </c:pt>
                <c:pt idx="619">
                  <c:v>71.837224000000006</c:v>
                </c:pt>
                <c:pt idx="620">
                  <c:v>71.233384999999998</c:v>
                </c:pt>
                <c:pt idx="621">
                  <c:v>70.122145000000003</c:v>
                </c:pt>
                <c:pt idx="622">
                  <c:v>68.828203999999999</c:v>
                </c:pt>
                <c:pt idx="623">
                  <c:v>68.483153000000001</c:v>
                </c:pt>
                <c:pt idx="624">
                  <c:v>67.467301000000006</c:v>
                </c:pt>
                <c:pt idx="625">
                  <c:v>67.091339000000005</c:v>
                </c:pt>
                <c:pt idx="626">
                  <c:v>65.863268000000005</c:v>
                </c:pt>
                <c:pt idx="627">
                  <c:v>64.635197000000005</c:v>
                </c:pt>
                <c:pt idx="628">
                  <c:v>63.809916000000001</c:v>
                </c:pt>
                <c:pt idx="629">
                  <c:v>63.311141999999997</c:v>
                </c:pt>
                <c:pt idx="630">
                  <c:v>62.146594999999998</c:v>
                </c:pt>
                <c:pt idx="631">
                  <c:v>60.982047000000001</c:v>
                </c:pt>
                <c:pt idx="632">
                  <c:v>60.638106000000001</c:v>
                </c:pt>
                <c:pt idx="633">
                  <c:v>59.491906</c:v>
                </c:pt>
                <c:pt idx="634">
                  <c:v>59.034072999999999</c:v>
                </c:pt>
                <c:pt idx="635">
                  <c:v>57.806001999999999</c:v>
                </c:pt>
                <c:pt idx="636">
                  <c:v>56.741674000000003</c:v>
                </c:pt>
                <c:pt idx="637">
                  <c:v>55.765355</c:v>
                </c:pt>
                <c:pt idx="638">
                  <c:v>55.610081999999998</c:v>
                </c:pt>
                <c:pt idx="639">
                  <c:v>55.081066999999997</c:v>
                </c:pt>
                <c:pt idx="640">
                  <c:v>53.947462999999999</c:v>
                </c:pt>
                <c:pt idx="641">
                  <c:v>52.813859000000001</c:v>
                </c:pt>
                <c:pt idx="642">
                  <c:v>51.680255000000002</c:v>
                </c:pt>
                <c:pt idx="643">
                  <c:v>51.292071999999997</c:v>
                </c:pt>
                <c:pt idx="644">
                  <c:v>50.127524999999999</c:v>
                </c:pt>
                <c:pt idx="645">
                  <c:v>48.962978</c:v>
                </c:pt>
                <c:pt idx="646">
                  <c:v>47.798430000000003</c:v>
                </c:pt>
                <c:pt idx="647">
                  <c:v>47.798430000000003</c:v>
                </c:pt>
                <c:pt idx="648">
                  <c:v>47.143459</c:v>
                </c:pt>
                <c:pt idx="649">
                  <c:v>45.915388</c:v>
                </c:pt>
                <c:pt idx="650">
                  <c:v>44.687317</c:v>
                </c:pt>
                <c:pt idx="651">
                  <c:v>43.868603</c:v>
                </c:pt>
                <c:pt idx="652">
                  <c:v>43.868603</c:v>
                </c:pt>
                <c:pt idx="653">
                  <c:v>42.801172000000001</c:v>
                </c:pt>
                <c:pt idx="654">
                  <c:v>42.510055000000001</c:v>
                </c:pt>
                <c:pt idx="655">
                  <c:v>41.491320999999999</c:v>
                </c:pt>
                <c:pt idx="656">
                  <c:v>41.044749000000003</c:v>
                </c:pt>
                <c:pt idx="657">
                  <c:v>41.044749000000003</c:v>
                </c:pt>
                <c:pt idx="658">
                  <c:v>40.804004999999997</c:v>
                </c:pt>
                <c:pt idx="659">
                  <c:v>39.986778999999999</c:v>
                </c:pt>
                <c:pt idx="660">
                  <c:v>38.863970999999999</c:v>
                </c:pt>
                <c:pt idx="661">
                  <c:v>37.460461000000002</c:v>
                </c:pt>
                <c:pt idx="662">
                  <c:v>36.056952000000003</c:v>
                </c:pt>
                <c:pt idx="663">
                  <c:v>35.546185000000001</c:v>
                </c:pt>
                <c:pt idx="664">
                  <c:v>34.013885999999999</c:v>
                </c:pt>
                <c:pt idx="665">
                  <c:v>32.481586999999998</c:v>
                </c:pt>
                <c:pt idx="666">
                  <c:v>32.175127000000003</c:v>
                </c:pt>
                <c:pt idx="667">
                  <c:v>32.175127000000003</c:v>
                </c:pt>
                <c:pt idx="668">
                  <c:v>29.031815000000002</c:v>
                </c:pt>
                <c:pt idx="669">
                  <c:v>31.003184999999998</c:v>
                </c:pt>
                <c:pt idx="670">
                  <c:v>31.003184999999998</c:v>
                </c:pt>
                <c:pt idx="671">
                  <c:v>31.003184999999998</c:v>
                </c:pt>
                <c:pt idx="672">
                  <c:v>31.003184999999998</c:v>
                </c:pt>
                <c:pt idx="673">
                  <c:v>33.272292999999998</c:v>
                </c:pt>
                <c:pt idx="674">
                  <c:v>33.272292999999998</c:v>
                </c:pt>
                <c:pt idx="675">
                  <c:v>33.272292999999998</c:v>
                </c:pt>
                <c:pt idx="676">
                  <c:v>33.272292999999998</c:v>
                </c:pt>
                <c:pt idx="677">
                  <c:v>33.272292999999998</c:v>
                </c:pt>
                <c:pt idx="678">
                  <c:v>33.272292999999998</c:v>
                </c:pt>
                <c:pt idx="679">
                  <c:v>37.810510000000001</c:v>
                </c:pt>
                <c:pt idx="680">
                  <c:v>37.810510000000001</c:v>
                </c:pt>
                <c:pt idx="681">
                  <c:v>41.619504999999997</c:v>
                </c:pt>
                <c:pt idx="682">
                  <c:v>41.619504999999997</c:v>
                </c:pt>
                <c:pt idx="683">
                  <c:v>41.619504999999997</c:v>
                </c:pt>
                <c:pt idx="684">
                  <c:v>41.619504999999997</c:v>
                </c:pt>
                <c:pt idx="685">
                  <c:v>41.619504999999997</c:v>
                </c:pt>
                <c:pt idx="686">
                  <c:v>44.617834000000002</c:v>
                </c:pt>
                <c:pt idx="687">
                  <c:v>45.373449000000001</c:v>
                </c:pt>
                <c:pt idx="688">
                  <c:v>45.963343999999999</c:v>
                </c:pt>
                <c:pt idx="689">
                  <c:v>52.770668999999998</c:v>
                </c:pt>
                <c:pt idx="690">
                  <c:v>58.232483999999999</c:v>
                </c:pt>
                <c:pt idx="691">
                  <c:v>65.039809000000005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AF-4838-ACA1-B7E0646DD0B2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59.790970999999999</c:v>
                </c:pt>
                <c:pt idx="3">
                  <c:v>62.001832999999998</c:v>
                </c:pt>
                <c:pt idx="4">
                  <c:v>62.001832999999998</c:v>
                </c:pt>
                <c:pt idx="5">
                  <c:v>62.001832999999998</c:v>
                </c:pt>
                <c:pt idx="6">
                  <c:v>63.962600999999999</c:v>
                </c:pt>
                <c:pt idx="7">
                  <c:v>63.962600999999999</c:v>
                </c:pt>
                <c:pt idx="8">
                  <c:v>66.061899999999994</c:v>
                </c:pt>
                <c:pt idx="9">
                  <c:v>68.331007999999997</c:v>
                </c:pt>
                <c:pt idx="10">
                  <c:v>68.482104000000007</c:v>
                </c:pt>
                <c:pt idx="11">
                  <c:v>68.484612999999996</c:v>
                </c:pt>
                <c:pt idx="12">
                  <c:v>70.203950000000006</c:v>
                </c:pt>
                <c:pt idx="13">
                  <c:v>71.349196000000006</c:v>
                </c:pt>
                <c:pt idx="14">
                  <c:v>71.827037000000004</c:v>
                </c:pt>
                <c:pt idx="15">
                  <c:v>72.044875000000005</c:v>
                </c:pt>
                <c:pt idx="16">
                  <c:v>73.361089000000007</c:v>
                </c:pt>
                <c:pt idx="17">
                  <c:v>75.799192000000005</c:v>
                </c:pt>
                <c:pt idx="18">
                  <c:v>76.784817000000004</c:v>
                </c:pt>
                <c:pt idx="19">
                  <c:v>80.337405000000004</c:v>
                </c:pt>
                <c:pt idx="20">
                  <c:v>80.461768000000006</c:v>
                </c:pt>
                <c:pt idx="21">
                  <c:v>84.322971999999993</c:v>
                </c:pt>
                <c:pt idx="22">
                  <c:v>84.580473999999995</c:v>
                </c:pt>
                <c:pt idx="23">
                  <c:v>86.134534000000002</c:v>
                </c:pt>
                <c:pt idx="24">
                  <c:v>86.187242999999995</c:v>
                </c:pt>
                <c:pt idx="25">
                  <c:v>87.035462999999993</c:v>
                </c:pt>
                <c:pt idx="26">
                  <c:v>86.745406000000003</c:v>
                </c:pt>
                <c:pt idx="27">
                  <c:v>85.268798000000004</c:v>
                </c:pt>
                <c:pt idx="28">
                  <c:v>84.047407000000007</c:v>
                </c:pt>
                <c:pt idx="29">
                  <c:v>83.594481999999999</c:v>
                </c:pt>
                <c:pt idx="30">
                  <c:v>82.666218999999998</c:v>
                </c:pt>
                <c:pt idx="31">
                  <c:v>81.445021999999994</c:v>
                </c:pt>
                <c:pt idx="32">
                  <c:v>80.475364999999996</c:v>
                </c:pt>
                <c:pt idx="33">
                  <c:v>80.109880000000004</c:v>
                </c:pt>
                <c:pt idx="34">
                  <c:v>79.212298000000004</c:v>
                </c:pt>
                <c:pt idx="35">
                  <c:v>78.186524000000006</c:v>
                </c:pt>
                <c:pt idx="36">
                  <c:v>77.144429000000002</c:v>
                </c:pt>
                <c:pt idx="37">
                  <c:v>76.332094999999995</c:v>
                </c:pt>
                <c:pt idx="38">
                  <c:v>75.680358999999996</c:v>
                </c:pt>
                <c:pt idx="39">
                  <c:v>74.920199999999994</c:v>
                </c:pt>
                <c:pt idx="40">
                  <c:v>73.894836999999995</c:v>
                </c:pt>
                <c:pt idx="41">
                  <c:v>72.834816000000004</c:v>
                </c:pt>
                <c:pt idx="42">
                  <c:v>71.979180999999997</c:v>
                </c:pt>
                <c:pt idx="43">
                  <c:v>71.328669000000005</c:v>
                </c:pt>
                <c:pt idx="44">
                  <c:v>71.084643</c:v>
                </c:pt>
                <c:pt idx="45">
                  <c:v>70.101712000000006</c:v>
                </c:pt>
                <c:pt idx="46">
                  <c:v>69.267621000000005</c:v>
                </c:pt>
                <c:pt idx="47">
                  <c:v>68.554389999999998</c:v>
                </c:pt>
                <c:pt idx="48">
                  <c:v>68.166207999999997</c:v>
                </c:pt>
                <c:pt idx="49">
                  <c:v>67.795468999999997</c:v>
                </c:pt>
                <c:pt idx="50">
                  <c:v>68.426649999999995</c:v>
                </c:pt>
                <c:pt idx="51">
                  <c:v>68.343036999999995</c:v>
                </c:pt>
                <c:pt idx="52">
                  <c:v>68.343036999999995</c:v>
                </c:pt>
                <c:pt idx="53">
                  <c:v>67.612200000000001</c:v>
                </c:pt>
                <c:pt idx="54">
                  <c:v>68.964364000000003</c:v>
                </c:pt>
                <c:pt idx="55">
                  <c:v>68.953402999999994</c:v>
                </c:pt>
                <c:pt idx="56">
                  <c:v>68.397295</c:v>
                </c:pt>
                <c:pt idx="57">
                  <c:v>68.688897999999995</c:v>
                </c:pt>
                <c:pt idx="58">
                  <c:v>68.378821000000002</c:v>
                </c:pt>
                <c:pt idx="59">
                  <c:v>68.211871000000002</c:v>
                </c:pt>
                <c:pt idx="60">
                  <c:v>67.585806000000005</c:v>
                </c:pt>
                <c:pt idx="61">
                  <c:v>66.608863999999997</c:v>
                </c:pt>
                <c:pt idx="62">
                  <c:v>65.665171000000001</c:v>
                </c:pt>
                <c:pt idx="63">
                  <c:v>64.774058999999994</c:v>
                </c:pt>
                <c:pt idx="64">
                  <c:v>63.700549000000002</c:v>
                </c:pt>
                <c:pt idx="65">
                  <c:v>63.040632000000002</c:v>
                </c:pt>
                <c:pt idx="66">
                  <c:v>62.057082999999999</c:v>
                </c:pt>
                <c:pt idx="67">
                  <c:v>61.474809</c:v>
                </c:pt>
                <c:pt idx="68">
                  <c:v>60.345506</c:v>
                </c:pt>
                <c:pt idx="69">
                  <c:v>60.003073999999998</c:v>
                </c:pt>
                <c:pt idx="70">
                  <c:v>59.476757999999997</c:v>
                </c:pt>
                <c:pt idx="71">
                  <c:v>58.950442000000002</c:v>
                </c:pt>
                <c:pt idx="72">
                  <c:v>58.424126000000001</c:v>
                </c:pt>
                <c:pt idx="73">
                  <c:v>58.038161000000002</c:v>
                </c:pt>
                <c:pt idx="74">
                  <c:v>57.812472999999997</c:v>
                </c:pt>
                <c:pt idx="75">
                  <c:v>57.135410999999998</c:v>
                </c:pt>
                <c:pt idx="76">
                  <c:v>56.458348000000001</c:v>
                </c:pt>
                <c:pt idx="77">
                  <c:v>56.097248</c:v>
                </c:pt>
                <c:pt idx="78">
                  <c:v>55.643807000000002</c:v>
                </c:pt>
                <c:pt idx="79">
                  <c:v>54.646994999999997</c:v>
                </c:pt>
                <c:pt idx="80">
                  <c:v>54.080193000000001</c:v>
                </c:pt>
                <c:pt idx="81">
                  <c:v>53.468338000000003</c:v>
                </c:pt>
                <c:pt idx="82">
                  <c:v>52.702188999999997</c:v>
                </c:pt>
                <c:pt idx="83">
                  <c:v>52.191423</c:v>
                </c:pt>
                <c:pt idx="84">
                  <c:v>51.782066</c:v>
                </c:pt>
                <c:pt idx="85">
                  <c:v>50.504033999999997</c:v>
                </c:pt>
                <c:pt idx="86">
                  <c:v>49.123849</c:v>
                </c:pt>
                <c:pt idx="87">
                  <c:v>51.510869</c:v>
                </c:pt>
                <c:pt idx="88">
                  <c:v>53.933428999999997</c:v>
                </c:pt>
                <c:pt idx="89">
                  <c:v>56.968876000000002</c:v>
                </c:pt>
                <c:pt idx="90">
                  <c:v>60.935757000000002</c:v>
                </c:pt>
                <c:pt idx="91">
                  <c:v>60.443050999999997</c:v>
                </c:pt>
                <c:pt idx="92">
                  <c:v>60.002986999999997</c:v>
                </c:pt>
                <c:pt idx="93">
                  <c:v>62.272095</c:v>
                </c:pt>
                <c:pt idx="94">
                  <c:v>64.541203999999993</c:v>
                </c:pt>
                <c:pt idx="95">
                  <c:v>64.541203999999993</c:v>
                </c:pt>
                <c:pt idx="96">
                  <c:v>65.675758000000002</c:v>
                </c:pt>
                <c:pt idx="97">
                  <c:v>65.675758000000002</c:v>
                </c:pt>
                <c:pt idx="98">
                  <c:v>66.327757000000005</c:v>
                </c:pt>
                <c:pt idx="99">
                  <c:v>70.167165999999995</c:v>
                </c:pt>
                <c:pt idx="100">
                  <c:v>74.327194000000006</c:v>
                </c:pt>
                <c:pt idx="101">
                  <c:v>74.327194000000006</c:v>
                </c:pt>
                <c:pt idx="102">
                  <c:v>74.327194000000006</c:v>
                </c:pt>
                <c:pt idx="103">
                  <c:v>76.596301999999994</c:v>
                </c:pt>
                <c:pt idx="104">
                  <c:v>78.312284000000005</c:v>
                </c:pt>
                <c:pt idx="105">
                  <c:v>78.312303999999997</c:v>
                </c:pt>
                <c:pt idx="106">
                  <c:v>78.312303999999997</c:v>
                </c:pt>
                <c:pt idx="107">
                  <c:v>78.312303999999997</c:v>
                </c:pt>
                <c:pt idx="108">
                  <c:v>79.999983999999998</c:v>
                </c:pt>
                <c:pt idx="109">
                  <c:v>84.538201000000001</c:v>
                </c:pt>
                <c:pt idx="110">
                  <c:v>86.596305999999998</c:v>
                </c:pt>
                <c:pt idx="111">
                  <c:v>87.730875999999995</c:v>
                </c:pt>
                <c:pt idx="112">
                  <c:v>87.730891999999997</c:v>
                </c:pt>
                <c:pt idx="113">
                  <c:v>87.730891999999997</c:v>
                </c:pt>
                <c:pt idx="114">
                  <c:v>87.730891999999997</c:v>
                </c:pt>
                <c:pt idx="115">
                  <c:v>88.403666000000001</c:v>
                </c:pt>
                <c:pt idx="116">
                  <c:v>89.538203999999993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87.869521000000006</c:v>
                </c:pt>
                <c:pt idx="124">
                  <c:v>87.188522000000006</c:v>
                </c:pt>
                <c:pt idx="125">
                  <c:v>86.053308000000001</c:v>
                </c:pt>
                <c:pt idx="126">
                  <c:v>84.372169999999997</c:v>
                </c:pt>
                <c:pt idx="127">
                  <c:v>83.587637999999998</c:v>
                </c:pt>
                <c:pt idx="128">
                  <c:v>82.903253000000007</c:v>
                </c:pt>
                <c:pt idx="129">
                  <c:v>81.850921999999997</c:v>
                </c:pt>
                <c:pt idx="130">
                  <c:v>81.746736999999996</c:v>
                </c:pt>
                <c:pt idx="131">
                  <c:v>80.851870000000005</c:v>
                </c:pt>
                <c:pt idx="132">
                  <c:v>79.820531000000003</c:v>
                </c:pt>
                <c:pt idx="133">
                  <c:v>79.462857999999997</c:v>
                </c:pt>
                <c:pt idx="134">
                  <c:v>79.057575</c:v>
                </c:pt>
                <c:pt idx="135">
                  <c:v>78.383523999999994</c:v>
                </c:pt>
                <c:pt idx="136">
                  <c:v>77.827764000000002</c:v>
                </c:pt>
                <c:pt idx="137">
                  <c:v>76.758950999999996</c:v>
                </c:pt>
                <c:pt idx="138">
                  <c:v>76.513583999999994</c:v>
                </c:pt>
                <c:pt idx="139">
                  <c:v>75.761865999999998</c:v>
                </c:pt>
                <c:pt idx="140">
                  <c:v>74.569091999999998</c:v>
                </c:pt>
                <c:pt idx="141">
                  <c:v>73.376317</c:v>
                </c:pt>
                <c:pt idx="142">
                  <c:v>72.702468999999994</c:v>
                </c:pt>
                <c:pt idx="143">
                  <c:v>72.428954000000004</c:v>
                </c:pt>
                <c:pt idx="144">
                  <c:v>72.069028000000003</c:v>
                </c:pt>
                <c:pt idx="145">
                  <c:v>72.069028000000003</c:v>
                </c:pt>
                <c:pt idx="146">
                  <c:v>71.651206000000002</c:v>
                </c:pt>
                <c:pt idx="147">
                  <c:v>71.263610999999997</c:v>
                </c:pt>
                <c:pt idx="148">
                  <c:v>70.682218000000006</c:v>
                </c:pt>
                <c:pt idx="149">
                  <c:v>70.448189999999997</c:v>
                </c:pt>
                <c:pt idx="150">
                  <c:v>70.448189999999997</c:v>
                </c:pt>
                <c:pt idx="151">
                  <c:v>70.161147</c:v>
                </c:pt>
                <c:pt idx="152">
                  <c:v>70.161147</c:v>
                </c:pt>
                <c:pt idx="153">
                  <c:v>70.161147</c:v>
                </c:pt>
                <c:pt idx="154">
                  <c:v>69.579753999999994</c:v>
                </c:pt>
                <c:pt idx="155">
                  <c:v>68.998361000000003</c:v>
                </c:pt>
                <c:pt idx="156">
                  <c:v>67.904578000000001</c:v>
                </c:pt>
                <c:pt idx="157">
                  <c:v>67.232191999999998</c:v>
                </c:pt>
                <c:pt idx="158">
                  <c:v>66.964675999999997</c:v>
                </c:pt>
                <c:pt idx="159">
                  <c:v>65.912754000000007</c:v>
                </c:pt>
                <c:pt idx="160">
                  <c:v>64.744377</c:v>
                </c:pt>
                <c:pt idx="161">
                  <c:v>63.654147000000002</c:v>
                </c:pt>
                <c:pt idx="162">
                  <c:v>63.270642000000002</c:v>
                </c:pt>
                <c:pt idx="163">
                  <c:v>62.442746999999997</c:v>
                </c:pt>
                <c:pt idx="164">
                  <c:v>61.584299000000001</c:v>
                </c:pt>
                <c:pt idx="165">
                  <c:v>61.057983</c:v>
                </c:pt>
                <c:pt idx="166">
                  <c:v>60.531666999999999</c:v>
                </c:pt>
                <c:pt idx="167">
                  <c:v>60.426403999999998</c:v>
                </c:pt>
                <c:pt idx="168">
                  <c:v>59.84413</c:v>
                </c:pt>
                <c:pt idx="169">
                  <c:v>59.321134999999998</c:v>
                </c:pt>
                <c:pt idx="170">
                  <c:v>59.321134999999998</c:v>
                </c:pt>
                <c:pt idx="171">
                  <c:v>58.918664</c:v>
                </c:pt>
                <c:pt idx="172">
                  <c:v>57.876874999999998</c:v>
                </c:pt>
                <c:pt idx="173">
                  <c:v>57.183692000000001</c:v>
                </c:pt>
                <c:pt idx="174">
                  <c:v>56.675358000000003</c:v>
                </c:pt>
                <c:pt idx="175">
                  <c:v>56.314455000000002</c:v>
                </c:pt>
                <c:pt idx="176">
                  <c:v>55.712950999999997</c:v>
                </c:pt>
                <c:pt idx="177">
                  <c:v>55.111446999999998</c:v>
                </c:pt>
                <c:pt idx="178">
                  <c:v>54.710444000000003</c:v>
                </c:pt>
                <c:pt idx="179">
                  <c:v>54.335731000000003</c:v>
                </c:pt>
                <c:pt idx="180">
                  <c:v>52.905132000000002</c:v>
                </c:pt>
                <c:pt idx="181">
                  <c:v>51.474533000000001</c:v>
                </c:pt>
                <c:pt idx="182">
                  <c:v>52.751694999999998</c:v>
                </c:pt>
                <c:pt idx="183">
                  <c:v>53.289071999999997</c:v>
                </c:pt>
                <c:pt idx="184">
                  <c:v>52.197437999999998</c:v>
                </c:pt>
                <c:pt idx="185">
                  <c:v>50.738512</c:v>
                </c:pt>
                <c:pt idx="186">
                  <c:v>49.840121000000003</c:v>
                </c:pt>
                <c:pt idx="187">
                  <c:v>49.782639000000003</c:v>
                </c:pt>
                <c:pt idx="188">
                  <c:v>53.101025999999997</c:v>
                </c:pt>
                <c:pt idx="189">
                  <c:v>59.908351000000003</c:v>
                </c:pt>
                <c:pt idx="190">
                  <c:v>66.715675000000005</c:v>
                </c:pt>
                <c:pt idx="191">
                  <c:v>73.143296000000007</c:v>
                </c:pt>
                <c:pt idx="192">
                  <c:v>75.948331999999994</c:v>
                </c:pt>
                <c:pt idx="193">
                  <c:v>76.877941000000007</c:v>
                </c:pt>
                <c:pt idx="194">
                  <c:v>76.877941000000007</c:v>
                </c:pt>
                <c:pt idx="195">
                  <c:v>78.012495000000001</c:v>
                </c:pt>
                <c:pt idx="196">
                  <c:v>78.012495000000001</c:v>
                </c:pt>
                <c:pt idx="197">
                  <c:v>78.012495000000001</c:v>
                </c:pt>
                <c:pt idx="198">
                  <c:v>78.654459000000003</c:v>
                </c:pt>
                <c:pt idx="199">
                  <c:v>80.461768000000006</c:v>
                </c:pt>
                <c:pt idx="200">
                  <c:v>80.923567000000006</c:v>
                </c:pt>
                <c:pt idx="201">
                  <c:v>84.327229000000003</c:v>
                </c:pt>
                <c:pt idx="202">
                  <c:v>86.596322000000001</c:v>
                </c:pt>
                <c:pt idx="203">
                  <c:v>86.596322000000001</c:v>
                </c:pt>
                <c:pt idx="204">
                  <c:v>86.596322000000001</c:v>
                </c:pt>
                <c:pt idx="205">
                  <c:v>88.865430000000003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88.193365</c:v>
                </c:pt>
                <c:pt idx="220">
                  <c:v>87.188522000000006</c:v>
                </c:pt>
                <c:pt idx="221">
                  <c:v>86.473376000000002</c:v>
                </c:pt>
                <c:pt idx="222">
                  <c:v>85.409522999999993</c:v>
                </c:pt>
                <c:pt idx="223">
                  <c:v>84.075727999999998</c:v>
                </c:pt>
                <c:pt idx="224">
                  <c:v>82.923288999999997</c:v>
                </c:pt>
                <c:pt idx="225">
                  <c:v>81.875107999999997</c:v>
                </c:pt>
                <c:pt idx="226">
                  <c:v>81.746736999999996</c:v>
                </c:pt>
                <c:pt idx="227">
                  <c:v>80.851870000000005</c:v>
                </c:pt>
                <c:pt idx="228">
                  <c:v>79.820531000000003</c:v>
                </c:pt>
                <c:pt idx="229">
                  <c:v>79.462857999999997</c:v>
                </c:pt>
                <c:pt idx="230">
                  <c:v>79.180580000000006</c:v>
                </c:pt>
                <c:pt idx="231">
                  <c:v>78.434436000000005</c:v>
                </c:pt>
                <c:pt idx="232">
                  <c:v>77.827764000000002</c:v>
                </c:pt>
                <c:pt idx="233">
                  <c:v>77.056523999999996</c:v>
                </c:pt>
                <c:pt idx="234">
                  <c:v>76.749902000000006</c:v>
                </c:pt>
                <c:pt idx="235">
                  <c:v>76.035381000000001</c:v>
                </c:pt>
                <c:pt idx="236">
                  <c:v>75.350562999999994</c:v>
                </c:pt>
                <c:pt idx="237">
                  <c:v>74.157787999999996</c:v>
                </c:pt>
                <c:pt idx="238">
                  <c:v>73.288572000000002</c:v>
                </c:pt>
                <c:pt idx="239">
                  <c:v>72.576927999999995</c:v>
                </c:pt>
                <c:pt idx="240">
                  <c:v>71.875230000000002</c:v>
                </c:pt>
                <c:pt idx="241">
                  <c:v>71.293836999999996</c:v>
                </c:pt>
                <c:pt idx="242">
                  <c:v>70.866011999999998</c:v>
                </c:pt>
                <c:pt idx="243">
                  <c:v>70.866011999999998</c:v>
                </c:pt>
                <c:pt idx="244">
                  <c:v>70.866011999999998</c:v>
                </c:pt>
                <c:pt idx="245">
                  <c:v>70.866011999999998</c:v>
                </c:pt>
                <c:pt idx="246">
                  <c:v>70.284619000000006</c:v>
                </c:pt>
                <c:pt idx="247">
                  <c:v>69.315629999999999</c:v>
                </c:pt>
                <c:pt idx="248">
                  <c:v>68.531910999999994</c:v>
                </c:pt>
                <c:pt idx="249">
                  <c:v>68.415632000000002</c:v>
                </c:pt>
                <c:pt idx="250">
                  <c:v>68.039992999999996</c:v>
                </c:pt>
                <c:pt idx="251">
                  <c:v>66.256930999999994</c:v>
                </c:pt>
                <c:pt idx="252">
                  <c:v>66.765420000000006</c:v>
                </c:pt>
                <c:pt idx="253">
                  <c:v>66.228297999999995</c:v>
                </c:pt>
                <c:pt idx="254">
                  <c:v>65.701982000000001</c:v>
                </c:pt>
                <c:pt idx="255">
                  <c:v>65.175666000000007</c:v>
                </c:pt>
                <c:pt idx="256">
                  <c:v>64.649349999999998</c:v>
                </c:pt>
                <c:pt idx="257">
                  <c:v>64.536625000000001</c:v>
                </c:pt>
                <c:pt idx="258">
                  <c:v>63.954352</c:v>
                </c:pt>
                <c:pt idx="259">
                  <c:v>63.372078000000002</c:v>
                </c:pt>
                <c:pt idx="260">
                  <c:v>62.789803999999997</c:v>
                </c:pt>
                <c:pt idx="261">
                  <c:v>62.673349999999999</c:v>
                </c:pt>
                <c:pt idx="262">
                  <c:v>62.147033999999998</c:v>
                </c:pt>
                <c:pt idx="263">
                  <c:v>62.083551999999997</c:v>
                </c:pt>
                <c:pt idx="264">
                  <c:v>62.083551999999997</c:v>
                </c:pt>
                <c:pt idx="265">
                  <c:v>62.083551999999997</c:v>
                </c:pt>
                <c:pt idx="266">
                  <c:v>62.083551999999997</c:v>
                </c:pt>
                <c:pt idx="267">
                  <c:v>62.083551999999997</c:v>
                </c:pt>
                <c:pt idx="268">
                  <c:v>62.083551999999997</c:v>
                </c:pt>
                <c:pt idx="269">
                  <c:v>62.083551999999997</c:v>
                </c:pt>
                <c:pt idx="270">
                  <c:v>61.646847000000001</c:v>
                </c:pt>
                <c:pt idx="271">
                  <c:v>60.552435000000003</c:v>
                </c:pt>
                <c:pt idx="272">
                  <c:v>59.486297999999998</c:v>
                </c:pt>
                <c:pt idx="273">
                  <c:v>58.721839000000003</c:v>
                </c:pt>
                <c:pt idx="274">
                  <c:v>57.504924000000003</c:v>
                </c:pt>
                <c:pt idx="275">
                  <c:v>56.226438999999999</c:v>
                </c:pt>
                <c:pt idx="276">
                  <c:v>55.612403999999998</c:v>
                </c:pt>
                <c:pt idx="277">
                  <c:v>55.267864000000003</c:v>
                </c:pt>
                <c:pt idx="278">
                  <c:v>56.570481999999998</c:v>
                </c:pt>
                <c:pt idx="279">
                  <c:v>56.179847000000002</c:v>
                </c:pt>
                <c:pt idx="280">
                  <c:v>55.917499999999997</c:v>
                </c:pt>
                <c:pt idx="281">
                  <c:v>54.332974999999998</c:v>
                </c:pt>
                <c:pt idx="282">
                  <c:v>57.336275000000001</c:v>
                </c:pt>
                <c:pt idx="283">
                  <c:v>64.143600000000006</c:v>
                </c:pt>
                <c:pt idx="284">
                  <c:v>70.950924000000001</c:v>
                </c:pt>
                <c:pt idx="285">
                  <c:v>74.354590999999999</c:v>
                </c:pt>
                <c:pt idx="286">
                  <c:v>76.289024999999995</c:v>
                </c:pt>
                <c:pt idx="287">
                  <c:v>79.426244999999994</c:v>
                </c:pt>
                <c:pt idx="288">
                  <c:v>79.426244999999994</c:v>
                </c:pt>
                <c:pt idx="289">
                  <c:v>79.733507000000003</c:v>
                </c:pt>
                <c:pt idx="290">
                  <c:v>79.733507000000003</c:v>
                </c:pt>
                <c:pt idx="291">
                  <c:v>79.733507000000003</c:v>
                </c:pt>
                <c:pt idx="292">
                  <c:v>79.733507000000003</c:v>
                </c:pt>
                <c:pt idx="293">
                  <c:v>81.881241000000003</c:v>
                </c:pt>
                <c:pt idx="294">
                  <c:v>82.147694999999999</c:v>
                </c:pt>
                <c:pt idx="295">
                  <c:v>82.147694999999999</c:v>
                </c:pt>
                <c:pt idx="296">
                  <c:v>82.147711000000001</c:v>
                </c:pt>
                <c:pt idx="297">
                  <c:v>84.999977000000001</c:v>
                </c:pt>
                <c:pt idx="298">
                  <c:v>86.060683999999995</c:v>
                </c:pt>
                <c:pt idx="299">
                  <c:v>87.195238000000003</c:v>
                </c:pt>
                <c:pt idx="300">
                  <c:v>87.195238000000003</c:v>
                </c:pt>
                <c:pt idx="301">
                  <c:v>87.195238000000003</c:v>
                </c:pt>
                <c:pt idx="302">
                  <c:v>87.282722000000007</c:v>
                </c:pt>
                <c:pt idx="303">
                  <c:v>87.282722000000007</c:v>
                </c:pt>
                <c:pt idx="304">
                  <c:v>87.282722000000007</c:v>
                </c:pt>
                <c:pt idx="305">
                  <c:v>87.730891999999997</c:v>
                </c:pt>
                <c:pt idx="306">
                  <c:v>87.730891999999997</c:v>
                </c:pt>
                <c:pt idx="307">
                  <c:v>88.865446000000006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88.193365</c:v>
                </c:pt>
                <c:pt idx="316">
                  <c:v>87.188522000000006</c:v>
                </c:pt>
                <c:pt idx="317">
                  <c:v>87.106891000000005</c:v>
                </c:pt>
                <c:pt idx="318">
                  <c:v>85.831659999999999</c:v>
                </c:pt>
                <c:pt idx="319">
                  <c:v>84.094719999999995</c:v>
                </c:pt>
                <c:pt idx="320">
                  <c:v>83.249848999999998</c:v>
                </c:pt>
                <c:pt idx="321">
                  <c:v>82.205887000000004</c:v>
                </c:pt>
                <c:pt idx="322">
                  <c:v>81.774096999999998</c:v>
                </c:pt>
                <c:pt idx="323">
                  <c:v>81.037498999999997</c:v>
                </c:pt>
                <c:pt idx="324">
                  <c:v>79.881021000000004</c:v>
                </c:pt>
                <c:pt idx="325">
                  <c:v>79.682540000000003</c:v>
                </c:pt>
                <c:pt idx="326">
                  <c:v>79.287411000000006</c:v>
                </c:pt>
                <c:pt idx="327">
                  <c:v>79.167209</c:v>
                </c:pt>
                <c:pt idx="328">
                  <c:v>78.083588000000006</c:v>
                </c:pt>
                <c:pt idx="329">
                  <c:v>76.917572000000007</c:v>
                </c:pt>
                <c:pt idx="330">
                  <c:v>76.749902000000006</c:v>
                </c:pt>
                <c:pt idx="331">
                  <c:v>76.035381000000001</c:v>
                </c:pt>
                <c:pt idx="332">
                  <c:v>75.350562999999994</c:v>
                </c:pt>
                <c:pt idx="333">
                  <c:v>74.764324999999999</c:v>
                </c:pt>
                <c:pt idx="334">
                  <c:v>74.070042999999998</c:v>
                </c:pt>
                <c:pt idx="335">
                  <c:v>73.210425000000001</c:v>
                </c:pt>
                <c:pt idx="336">
                  <c:v>72.070598000000004</c:v>
                </c:pt>
                <c:pt idx="337">
                  <c:v>72.766480000000001</c:v>
                </c:pt>
                <c:pt idx="338">
                  <c:v>72.980205999999995</c:v>
                </c:pt>
                <c:pt idx="339">
                  <c:v>72.397931999999997</c:v>
                </c:pt>
                <c:pt idx="340">
                  <c:v>71.528616</c:v>
                </c:pt>
                <c:pt idx="341">
                  <c:v>70.946342000000001</c:v>
                </c:pt>
                <c:pt idx="342">
                  <c:v>70.364948999999996</c:v>
                </c:pt>
                <c:pt idx="343">
                  <c:v>69.783556000000004</c:v>
                </c:pt>
                <c:pt idx="344">
                  <c:v>69.268471000000005</c:v>
                </c:pt>
                <c:pt idx="345">
                  <c:v>68.542803000000006</c:v>
                </c:pt>
                <c:pt idx="346">
                  <c:v>67.749787999999995</c:v>
                </c:pt>
                <c:pt idx="347">
                  <c:v>67.123722999999998</c:v>
                </c:pt>
                <c:pt idx="348">
                  <c:v>66.160531000000006</c:v>
                </c:pt>
                <c:pt idx="349">
                  <c:v>65.395735000000002</c:v>
                </c:pt>
                <c:pt idx="350">
                  <c:v>64.737319999999997</c:v>
                </c:pt>
                <c:pt idx="351">
                  <c:v>63.724307000000003</c:v>
                </c:pt>
                <c:pt idx="352">
                  <c:v>62.594839999999998</c:v>
                </c:pt>
                <c:pt idx="353">
                  <c:v>61.793689000000001</c:v>
                </c:pt>
                <c:pt idx="354">
                  <c:v>61.45682</c:v>
                </c:pt>
                <c:pt idx="355">
                  <c:v>61.176118000000002</c:v>
                </c:pt>
                <c:pt idx="356">
                  <c:v>60.649802000000001</c:v>
                </c:pt>
                <c:pt idx="357">
                  <c:v>59.890576000000003</c:v>
                </c:pt>
                <c:pt idx="358">
                  <c:v>58.781986000000003</c:v>
                </c:pt>
                <c:pt idx="359">
                  <c:v>58.094448999999997</c:v>
                </c:pt>
                <c:pt idx="360">
                  <c:v>57.550994000000003</c:v>
                </c:pt>
                <c:pt idx="361">
                  <c:v>57.014454999999998</c:v>
                </c:pt>
                <c:pt idx="362">
                  <c:v>55.811076999999997</c:v>
                </c:pt>
                <c:pt idx="363">
                  <c:v>54.607697999999999</c:v>
                </c:pt>
                <c:pt idx="364">
                  <c:v>53.855694999999997</c:v>
                </c:pt>
                <c:pt idx="365">
                  <c:v>53.078366000000003</c:v>
                </c:pt>
                <c:pt idx="366">
                  <c:v>52.511564</c:v>
                </c:pt>
                <c:pt idx="367">
                  <c:v>51.944761999999997</c:v>
                </c:pt>
                <c:pt idx="368">
                  <c:v>51.680255000000002</c:v>
                </c:pt>
                <c:pt idx="369">
                  <c:v>51.016258000000001</c:v>
                </c:pt>
                <c:pt idx="370">
                  <c:v>50.250109000000002</c:v>
                </c:pt>
                <c:pt idx="371">
                  <c:v>49.301161999999998</c:v>
                </c:pt>
                <c:pt idx="372">
                  <c:v>48.819963000000001</c:v>
                </c:pt>
                <c:pt idx="373">
                  <c:v>48.053812999999998</c:v>
                </c:pt>
                <c:pt idx="374">
                  <c:v>47.464705000000002</c:v>
                </c:pt>
                <c:pt idx="375">
                  <c:v>47.240748000000004</c:v>
                </c:pt>
                <c:pt idx="376">
                  <c:v>46.127760000000002</c:v>
                </c:pt>
                <c:pt idx="377">
                  <c:v>46.053426999999999</c:v>
                </c:pt>
                <c:pt idx="378">
                  <c:v>48.795416000000003</c:v>
                </c:pt>
                <c:pt idx="379">
                  <c:v>52.022632000000002</c:v>
                </c:pt>
                <c:pt idx="380">
                  <c:v>58.718760000000003</c:v>
                </c:pt>
                <c:pt idx="381">
                  <c:v>65.526084999999995</c:v>
                </c:pt>
                <c:pt idx="382">
                  <c:v>70.834487999999993</c:v>
                </c:pt>
                <c:pt idx="383">
                  <c:v>74.238150000000005</c:v>
                </c:pt>
                <c:pt idx="384">
                  <c:v>77.641812999999999</c:v>
                </c:pt>
                <c:pt idx="385">
                  <c:v>77.898093000000003</c:v>
                </c:pt>
                <c:pt idx="386">
                  <c:v>79.108287000000004</c:v>
                </c:pt>
                <c:pt idx="387">
                  <c:v>79.108287000000004</c:v>
                </c:pt>
                <c:pt idx="388">
                  <c:v>79.108289999999997</c:v>
                </c:pt>
                <c:pt idx="389">
                  <c:v>79.108289999999997</c:v>
                </c:pt>
                <c:pt idx="390">
                  <c:v>79.108289999999997</c:v>
                </c:pt>
                <c:pt idx="391">
                  <c:v>79.108289999999997</c:v>
                </c:pt>
                <c:pt idx="392">
                  <c:v>80.242845000000003</c:v>
                </c:pt>
                <c:pt idx="393">
                  <c:v>80.915588</c:v>
                </c:pt>
                <c:pt idx="394">
                  <c:v>80.915592000000004</c:v>
                </c:pt>
                <c:pt idx="395">
                  <c:v>80.915592000000004</c:v>
                </c:pt>
                <c:pt idx="396">
                  <c:v>80.915592000000004</c:v>
                </c:pt>
                <c:pt idx="397">
                  <c:v>81.475897000000003</c:v>
                </c:pt>
                <c:pt idx="398">
                  <c:v>86.134523000000002</c:v>
                </c:pt>
                <c:pt idx="399">
                  <c:v>89.999965000000003</c:v>
                </c:pt>
                <c:pt idx="400">
                  <c:v>89.999965000000003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87.106891000000005</c:v>
                </c:pt>
                <c:pt idx="414">
                  <c:v>85.819243</c:v>
                </c:pt>
                <c:pt idx="415">
                  <c:v>84.269982999999996</c:v>
                </c:pt>
                <c:pt idx="416">
                  <c:v>83.716460999999995</c:v>
                </c:pt>
                <c:pt idx="417">
                  <c:v>82.887280000000004</c:v>
                </c:pt>
                <c:pt idx="418">
                  <c:v>81.834663000000006</c:v>
                </c:pt>
                <c:pt idx="419">
                  <c:v>81.551449000000005</c:v>
                </c:pt>
                <c:pt idx="420">
                  <c:v>80.867801</c:v>
                </c:pt>
                <c:pt idx="421">
                  <c:v>80.020740000000004</c:v>
                </c:pt>
                <c:pt idx="422">
                  <c:v>79.164664000000002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74.470434999999995</c:v>
                </c:pt>
                <c:pt idx="429">
                  <c:v>73.443759999999997</c:v>
                </c:pt>
                <c:pt idx="430">
                  <c:v>72.691764000000006</c:v>
                </c:pt>
                <c:pt idx="431">
                  <c:v>72.180192000000005</c:v>
                </c:pt>
                <c:pt idx="432">
                  <c:v>71.667587999999995</c:v>
                </c:pt>
                <c:pt idx="433">
                  <c:v>71.620396999999997</c:v>
                </c:pt>
                <c:pt idx="434">
                  <c:v>71.034294000000003</c:v>
                </c:pt>
                <c:pt idx="435">
                  <c:v>70.448189999999997</c:v>
                </c:pt>
                <c:pt idx="436">
                  <c:v>69.897023000000004</c:v>
                </c:pt>
                <c:pt idx="437">
                  <c:v>69.315629999999999</c:v>
                </c:pt>
                <c:pt idx="438">
                  <c:v>69.005554000000004</c:v>
                </c:pt>
                <c:pt idx="439">
                  <c:v>68.838603000000006</c:v>
                </c:pt>
                <c:pt idx="440">
                  <c:v>68.212537999999995</c:v>
                </c:pt>
                <c:pt idx="441">
                  <c:v>67.586473999999995</c:v>
                </c:pt>
                <c:pt idx="442">
                  <c:v>66.587704000000002</c:v>
                </c:pt>
                <c:pt idx="443">
                  <c:v>66.006310999999997</c:v>
                </c:pt>
                <c:pt idx="444">
                  <c:v>65.424916999999994</c:v>
                </c:pt>
                <c:pt idx="445">
                  <c:v>65.308638999999999</c:v>
                </c:pt>
                <c:pt idx="446">
                  <c:v>64.605151000000006</c:v>
                </c:pt>
                <c:pt idx="447">
                  <c:v>63.904420999999999</c:v>
                </c:pt>
                <c:pt idx="448">
                  <c:v>62.792001999999997</c:v>
                </c:pt>
                <c:pt idx="449">
                  <c:v>61.757730000000002</c:v>
                </c:pt>
                <c:pt idx="450">
                  <c:v>61.382471000000002</c:v>
                </c:pt>
                <c:pt idx="451">
                  <c:v>60.260382999999997</c:v>
                </c:pt>
                <c:pt idx="452">
                  <c:v>59.713189999999997</c:v>
                </c:pt>
                <c:pt idx="453">
                  <c:v>59.165996</c:v>
                </c:pt>
                <c:pt idx="454">
                  <c:v>58.903623000000003</c:v>
                </c:pt>
                <c:pt idx="455">
                  <c:v>58.086908000000001</c:v>
                </c:pt>
                <c:pt idx="456">
                  <c:v>56.918531000000002</c:v>
                </c:pt>
                <c:pt idx="457">
                  <c:v>55.750154000000002</c:v>
                </c:pt>
                <c:pt idx="458">
                  <c:v>55.137445999999997</c:v>
                </c:pt>
                <c:pt idx="459">
                  <c:v>54.254871999999999</c:v>
                </c:pt>
                <c:pt idx="460">
                  <c:v>53.197814000000001</c:v>
                </c:pt>
                <c:pt idx="461">
                  <c:v>52.014713</c:v>
                </c:pt>
                <c:pt idx="462">
                  <c:v>51.417337000000003</c:v>
                </c:pt>
                <c:pt idx="463">
                  <c:v>50.885731</c:v>
                </c:pt>
                <c:pt idx="464">
                  <c:v>49.533791999999998</c:v>
                </c:pt>
                <c:pt idx="465">
                  <c:v>48.901606000000001</c:v>
                </c:pt>
                <c:pt idx="466">
                  <c:v>48.547232999999999</c:v>
                </c:pt>
                <c:pt idx="467">
                  <c:v>49.167552000000001</c:v>
                </c:pt>
                <c:pt idx="468">
                  <c:v>48.957101000000002</c:v>
                </c:pt>
                <c:pt idx="469">
                  <c:v>48.923437999999997</c:v>
                </c:pt>
                <c:pt idx="470">
                  <c:v>48.870967999999998</c:v>
                </c:pt>
                <c:pt idx="471">
                  <c:v>47.874907999999998</c:v>
                </c:pt>
                <c:pt idx="472">
                  <c:v>46.722270999999999</c:v>
                </c:pt>
                <c:pt idx="473">
                  <c:v>46.156241999999999</c:v>
                </c:pt>
                <c:pt idx="474">
                  <c:v>46.156241999999999</c:v>
                </c:pt>
                <c:pt idx="475">
                  <c:v>44.710388000000002</c:v>
                </c:pt>
                <c:pt idx="476">
                  <c:v>44.710388000000002</c:v>
                </c:pt>
                <c:pt idx="477">
                  <c:v>44.945819</c:v>
                </c:pt>
                <c:pt idx="478">
                  <c:v>48.349480999999997</c:v>
                </c:pt>
                <c:pt idx="479">
                  <c:v>52.317526000000001</c:v>
                </c:pt>
                <c:pt idx="480">
                  <c:v>56.855741999999999</c:v>
                </c:pt>
                <c:pt idx="481">
                  <c:v>57.990296000000001</c:v>
                </c:pt>
                <c:pt idx="482">
                  <c:v>57.990299999999998</c:v>
                </c:pt>
                <c:pt idx="483">
                  <c:v>60.501581000000002</c:v>
                </c:pt>
                <c:pt idx="484">
                  <c:v>66.174351999999999</c:v>
                </c:pt>
                <c:pt idx="485">
                  <c:v>66.847105999999997</c:v>
                </c:pt>
                <c:pt idx="486">
                  <c:v>69.116219000000001</c:v>
                </c:pt>
                <c:pt idx="487">
                  <c:v>69.116221999999993</c:v>
                </c:pt>
                <c:pt idx="488">
                  <c:v>72.519885000000002</c:v>
                </c:pt>
                <c:pt idx="489">
                  <c:v>72.519889000000006</c:v>
                </c:pt>
                <c:pt idx="490">
                  <c:v>73.654443000000001</c:v>
                </c:pt>
                <c:pt idx="491">
                  <c:v>73.654443000000001</c:v>
                </c:pt>
                <c:pt idx="492">
                  <c:v>73.654443000000001</c:v>
                </c:pt>
                <c:pt idx="493">
                  <c:v>77.058100999999994</c:v>
                </c:pt>
                <c:pt idx="494">
                  <c:v>82.730872000000005</c:v>
                </c:pt>
                <c:pt idx="495">
                  <c:v>83.192674999999994</c:v>
                </c:pt>
                <c:pt idx="496">
                  <c:v>85.461782999999997</c:v>
                </c:pt>
                <c:pt idx="497">
                  <c:v>87.269112000000007</c:v>
                </c:pt>
                <c:pt idx="498">
                  <c:v>88.865446000000006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88.838584999999995</c:v>
                </c:pt>
                <c:pt idx="509">
                  <c:v>87.822233999999995</c:v>
                </c:pt>
                <c:pt idx="510">
                  <c:v>87.472399999999993</c:v>
                </c:pt>
                <c:pt idx="511">
                  <c:v>87.188522000000006</c:v>
                </c:pt>
                <c:pt idx="512">
                  <c:v>86.808197000000007</c:v>
                </c:pt>
                <c:pt idx="513">
                  <c:v>85.464555000000004</c:v>
                </c:pt>
                <c:pt idx="514">
                  <c:v>84.450655999999995</c:v>
                </c:pt>
                <c:pt idx="515">
                  <c:v>84.067086000000003</c:v>
                </c:pt>
                <c:pt idx="516">
                  <c:v>83.462466000000006</c:v>
                </c:pt>
                <c:pt idx="517">
                  <c:v>83.031316000000004</c:v>
                </c:pt>
                <c:pt idx="518">
                  <c:v>82.577060000000003</c:v>
                </c:pt>
                <c:pt idx="519">
                  <c:v>81.957620000000006</c:v>
                </c:pt>
                <c:pt idx="520">
                  <c:v>81.932755</c:v>
                </c:pt>
                <c:pt idx="521">
                  <c:v>81.822568000000004</c:v>
                </c:pt>
                <c:pt idx="522">
                  <c:v>81.619388999999998</c:v>
                </c:pt>
                <c:pt idx="523">
                  <c:v>81.619388999999998</c:v>
                </c:pt>
                <c:pt idx="524">
                  <c:v>81.619388999999998</c:v>
                </c:pt>
                <c:pt idx="525">
                  <c:v>81.410646999999997</c:v>
                </c:pt>
                <c:pt idx="526">
                  <c:v>80.914524999999998</c:v>
                </c:pt>
                <c:pt idx="527">
                  <c:v>80.627702999999997</c:v>
                </c:pt>
                <c:pt idx="528">
                  <c:v>79.666188000000005</c:v>
                </c:pt>
                <c:pt idx="529">
                  <c:v>78.812476000000004</c:v>
                </c:pt>
                <c:pt idx="530">
                  <c:v>78.252598000000006</c:v>
                </c:pt>
                <c:pt idx="531">
                  <c:v>77.338145999999995</c:v>
                </c:pt>
                <c:pt idx="532">
                  <c:v>76.756753000000003</c:v>
                </c:pt>
                <c:pt idx="533">
                  <c:v>75.766002999999998</c:v>
                </c:pt>
                <c:pt idx="534">
                  <c:v>74.958169999999996</c:v>
                </c:pt>
                <c:pt idx="535">
                  <c:v>73.866654999999994</c:v>
                </c:pt>
                <c:pt idx="536">
                  <c:v>72.988232999999994</c:v>
                </c:pt>
                <c:pt idx="537">
                  <c:v>72.437296000000003</c:v>
                </c:pt>
                <c:pt idx="538">
                  <c:v>72.180192000000005</c:v>
                </c:pt>
                <c:pt idx="539">
                  <c:v>72.145739000000006</c:v>
                </c:pt>
                <c:pt idx="540">
                  <c:v>71.628945000000002</c:v>
                </c:pt>
                <c:pt idx="541">
                  <c:v>71.112150999999997</c:v>
                </c:pt>
                <c:pt idx="542">
                  <c:v>70.522114999999999</c:v>
                </c:pt>
                <c:pt idx="543">
                  <c:v>69.697176999999996</c:v>
                </c:pt>
                <c:pt idx="544">
                  <c:v>69.078562000000005</c:v>
                </c:pt>
                <c:pt idx="545">
                  <c:v>68.009495000000001</c:v>
                </c:pt>
                <c:pt idx="546">
                  <c:v>67.270016999999996</c:v>
                </c:pt>
                <c:pt idx="547">
                  <c:v>66.971708000000007</c:v>
                </c:pt>
                <c:pt idx="548">
                  <c:v>65.985639000000006</c:v>
                </c:pt>
                <c:pt idx="549">
                  <c:v>65.426758000000007</c:v>
                </c:pt>
                <c:pt idx="550">
                  <c:v>64.428132000000005</c:v>
                </c:pt>
                <c:pt idx="551">
                  <c:v>63.495002999999997</c:v>
                </c:pt>
                <c:pt idx="552">
                  <c:v>63.047125000000001</c:v>
                </c:pt>
                <c:pt idx="553">
                  <c:v>61.970452000000002</c:v>
                </c:pt>
                <c:pt idx="554">
                  <c:v>61.373283999999998</c:v>
                </c:pt>
                <c:pt idx="555">
                  <c:v>60.653714000000001</c:v>
                </c:pt>
                <c:pt idx="556">
                  <c:v>59.906323</c:v>
                </c:pt>
                <c:pt idx="557">
                  <c:v>58.751370000000001</c:v>
                </c:pt>
                <c:pt idx="558">
                  <c:v>58.843333000000001</c:v>
                </c:pt>
                <c:pt idx="559">
                  <c:v>59.666536999999998</c:v>
                </c:pt>
                <c:pt idx="560">
                  <c:v>58.712907999999999</c:v>
                </c:pt>
                <c:pt idx="561">
                  <c:v>58.378639999999997</c:v>
                </c:pt>
                <c:pt idx="562">
                  <c:v>57.432473999999999</c:v>
                </c:pt>
                <c:pt idx="563">
                  <c:v>56.242682000000002</c:v>
                </c:pt>
                <c:pt idx="564">
                  <c:v>55.200597999999999</c:v>
                </c:pt>
                <c:pt idx="565">
                  <c:v>55.549334000000002</c:v>
                </c:pt>
                <c:pt idx="566">
                  <c:v>57.478782000000002</c:v>
                </c:pt>
                <c:pt idx="567">
                  <c:v>56.75094</c:v>
                </c:pt>
                <c:pt idx="568">
                  <c:v>58.208227999999998</c:v>
                </c:pt>
                <c:pt idx="569">
                  <c:v>57.972385000000003</c:v>
                </c:pt>
                <c:pt idx="570">
                  <c:v>57.696238000000001</c:v>
                </c:pt>
                <c:pt idx="571">
                  <c:v>63.369008999999998</c:v>
                </c:pt>
                <c:pt idx="572">
                  <c:v>70.176333999999997</c:v>
                </c:pt>
                <c:pt idx="573">
                  <c:v>71.017651000000001</c:v>
                </c:pt>
                <c:pt idx="574">
                  <c:v>71.017651000000001</c:v>
                </c:pt>
                <c:pt idx="575">
                  <c:v>71.017651000000001</c:v>
                </c:pt>
                <c:pt idx="576">
                  <c:v>73.171484000000007</c:v>
                </c:pt>
                <c:pt idx="577">
                  <c:v>77.709699999999998</c:v>
                </c:pt>
                <c:pt idx="578">
                  <c:v>79.685550000000006</c:v>
                </c:pt>
                <c:pt idx="579">
                  <c:v>84.685562000000004</c:v>
                </c:pt>
                <c:pt idx="580">
                  <c:v>85.461759999999998</c:v>
                </c:pt>
                <c:pt idx="581">
                  <c:v>85.461759999999998</c:v>
                </c:pt>
                <c:pt idx="582">
                  <c:v>86.954673999999997</c:v>
                </c:pt>
                <c:pt idx="583">
                  <c:v>86.954673999999997</c:v>
                </c:pt>
                <c:pt idx="584">
                  <c:v>88.740831</c:v>
                </c:pt>
                <c:pt idx="585">
                  <c:v>89.980108000000001</c:v>
                </c:pt>
                <c:pt idx="586">
                  <c:v>89.999964000000006</c:v>
                </c:pt>
                <c:pt idx="587">
                  <c:v>89.999964000000006</c:v>
                </c:pt>
                <c:pt idx="588">
                  <c:v>89.999964000000006</c:v>
                </c:pt>
                <c:pt idx="589">
                  <c:v>89.999983999999998</c:v>
                </c:pt>
                <c:pt idx="590">
                  <c:v>89.999983999999998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89.061785</c:v>
                </c:pt>
                <c:pt idx="611">
                  <c:v>89.061785</c:v>
                </c:pt>
                <c:pt idx="612">
                  <c:v>89.061785</c:v>
                </c:pt>
                <c:pt idx="613">
                  <c:v>88.553444999999996</c:v>
                </c:pt>
                <c:pt idx="614">
                  <c:v>88.553444999999996</c:v>
                </c:pt>
                <c:pt idx="615">
                  <c:v>88.553444999999996</c:v>
                </c:pt>
                <c:pt idx="616">
                  <c:v>87.051073000000002</c:v>
                </c:pt>
                <c:pt idx="617">
                  <c:v>86.374010999999996</c:v>
                </c:pt>
                <c:pt idx="618">
                  <c:v>85.696948000000006</c:v>
                </c:pt>
                <c:pt idx="619">
                  <c:v>85.606673000000001</c:v>
                </c:pt>
                <c:pt idx="620">
                  <c:v>85.344684999999998</c:v>
                </c:pt>
                <c:pt idx="621">
                  <c:v>84.689712999999998</c:v>
                </c:pt>
                <c:pt idx="622">
                  <c:v>83.666724000000002</c:v>
                </c:pt>
                <c:pt idx="623">
                  <c:v>82.667205999999993</c:v>
                </c:pt>
                <c:pt idx="624">
                  <c:v>81.858492999999996</c:v>
                </c:pt>
                <c:pt idx="625">
                  <c:v>81.251957000000004</c:v>
                </c:pt>
                <c:pt idx="626">
                  <c:v>80.236064999999996</c:v>
                </c:pt>
                <c:pt idx="627">
                  <c:v>79.177238000000003</c:v>
                </c:pt>
                <c:pt idx="628">
                  <c:v>78.563202000000004</c:v>
                </c:pt>
                <c:pt idx="629">
                  <c:v>77.785424000000006</c:v>
                </c:pt>
                <c:pt idx="630">
                  <c:v>77.171387999999993</c:v>
                </c:pt>
                <c:pt idx="631">
                  <c:v>76.557353000000006</c:v>
                </c:pt>
                <c:pt idx="632">
                  <c:v>76.270803000000001</c:v>
                </c:pt>
                <c:pt idx="633">
                  <c:v>75.882621</c:v>
                </c:pt>
                <c:pt idx="634">
                  <c:v>75.300347000000002</c:v>
                </c:pt>
                <c:pt idx="635">
                  <c:v>74.718073000000004</c:v>
                </c:pt>
                <c:pt idx="636">
                  <c:v>74.329891000000003</c:v>
                </c:pt>
                <c:pt idx="637">
                  <c:v>74.174617999999995</c:v>
                </c:pt>
                <c:pt idx="638">
                  <c:v>73.042168000000004</c:v>
                </c:pt>
                <c:pt idx="639">
                  <c:v>71.870420999999993</c:v>
                </c:pt>
                <c:pt idx="640">
                  <c:v>70.698672999999999</c:v>
                </c:pt>
                <c:pt idx="641">
                  <c:v>70.424064999999999</c:v>
                </c:pt>
                <c:pt idx="642">
                  <c:v>70.121770999999995</c:v>
                </c:pt>
                <c:pt idx="643">
                  <c:v>69.554969</c:v>
                </c:pt>
                <c:pt idx="644">
                  <c:v>68.988167000000004</c:v>
                </c:pt>
                <c:pt idx="645">
                  <c:v>68.459151000000006</c:v>
                </c:pt>
                <c:pt idx="646">
                  <c:v>68.226241999999999</c:v>
                </c:pt>
                <c:pt idx="647">
                  <c:v>67.643968000000001</c:v>
                </c:pt>
                <c:pt idx="648">
                  <c:v>67.061695</c:v>
                </c:pt>
                <c:pt idx="649">
                  <c:v>66.518238999999994</c:v>
                </c:pt>
                <c:pt idx="650">
                  <c:v>66.518238999999994</c:v>
                </c:pt>
                <c:pt idx="651">
                  <c:v>65.650811000000004</c:v>
                </c:pt>
                <c:pt idx="652">
                  <c:v>64.348868999999993</c:v>
                </c:pt>
                <c:pt idx="653">
                  <c:v>63.113408</c:v>
                </c:pt>
                <c:pt idx="654">
                  <c:v>62.689416999999999</c:v>
                </c:pt>
                <c:pt idx="655">
                  <c:v>62.108879000000002</c:v>
                </c:pt>
                <c:pt idx="656">
                  <c:v>61.439025999999998</c:v>
                </c:pt>
                <c:pt idx="657">
                  <c:v>60.769168999999998</c:v>
                </c:pt>
                <c:pt idx="658">
                  <c:v>60.520204999999997</c:v>
                </c:pt>
                <c:pt idx="659">
                  <c:v>59.754055000000001</c:v>
                </c:pt>
                <c:pt idx="660">
                  <c:v>58.987906000000002</c:v>
                </c:pt>
                <c:pt idx="661">
                  <c:v>58.783599000000002</c:v>
                </c:pt>
                <c:pt idx="662">
                  <c:v>58.104281999999998</c:v>
                </c:pt>
                <c:pt idx="663">
                  <c:v>57.376441</c:v>
                </c:pt>
                <c:pt idx="664">
                  <c:v>56.842692</c:v>
                </c:pt>
                <c:pt idx="665">
                  <c:v>56.842692</c:v>
                </c:pt>
                <c:pt idx="666">
                  <c:v>56.600093999999999</c:v>
                </c:pt>
                <c:pt idx="667">
                  <c:v>56.163418</c:v>
                </c:pt>
                <c:pt idx="668">
                  <c:v>55.911952999999997</c:v>
                </c:pt>
                <c:pt idx="669">
                  <c:v>58.366484</c:v>
                </c:pt>
                <c:pt idx="670">
                  <c:v>64.039254999999997</c:v>
                </c:pt>
                <c:pt idx="671">
                  <c:v>66.308363</c:v>
                </c:pt>
                <c:pt idx="672">
                  <c:v>66.308363</c:v>
                </c:pt>
                <c:pt idx="673">
                  <c:v>68.577471000000003</c:v>
                </c:pt>
                <c:pt idx="674">
                  <c:v>73.115688000000006</c:v>
                </c:pt>
                <c:pt idx="675">
                  <c:v>74.271412999999995</c:v>
                </c:pt>
                <c:pt idx="676">
                  <c:v>76.540520999999998</c:v>
                </c:pt>
                <c:pt idx="677">
                  <c:v>77.058104999999998</c:v>
                </c:pt>
                <c:pt idx="678">
                  <c:v>77.730860000000007</c:v>
                </c:pt>
                <c:pt idx="679">
                  <c:v>79.999967999999996</c:v>
                </c:pt>
                <c:pt idx="680">
                  <c:v>79.999967999999996</c:v>
                </c:pt>
                <c:pt idx="681">
                  <c:v>82.269075999999998</c:v>
                </c:pt>
                <c:pt idx="682">
                  <c:v>82.269080000000002</c:v>
                </c:pt>
                <c:pt idx="683">
                  <c:v>83.865430000000003</c:v>
                </c:pt>
                <c:pt idx="684">
                  <c:v>84.999983999999998</c:v>
                </c:pt>
                <c:pt idx="685">
                  <c:v>86.134541999999996</c:v>
                </c:pt>
                <c:pt idx="686">
                  <c:v>87.730891999999997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5AF-4838-ACA1-B7E0646DD0B2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77.433000000000007</c:v>
                </c:pt>
                <c:pt idx="5">
                  <c:v>77.433000000000007</c:v>
                </c:pt>
                <c:pt idx="6">
                  <c:v>78.869217000000006</c:v>
                </c:pt>
                <c:pt idx="7">
                  <c:v>80</c:v>
                </c:pt>
                <c:pt idx="8">
                  <c:v>80.000007999999994</c:v>
                </c:pt>
                <c:pt idx="9">
                  <c:v>84.538224</c:v>
                </c:pt>
                <c:pt idx="10">
                  <c:v>89.076441000000003</c:v>
                </c:pt>
                <c:pt idx="11">
                  <c:v>89.076441000000003</c:v>
                </c:pt>
                <c:pt idx="12">
                  <c:v>89.076441000000003</c:v>
                </c:pt>
                <c:pt idx="13">
                  <c:v>89.076441000000003</c:v>
                </c:pt>
                <c:pt idx="14">
                  <c:v>89.076441000000003</c:v>
                </c:pt>
                <c:pt idx="15">
                  <c:v>89.076441000000003</c:v>
                </c:pt>
                <c:pt idx="16">
                  <c:v>89.076441000000003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88.263890000000004</c:v>
                </c:pt>
                <c:pt idx="30">
                  <c:v>87.188522000000006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87.188522000000006</c:v>
                </c:pt>
                <c:pt idx="38">
                  <c:v>87.188522000000006</c:v>
                </c:pt>
                <c:pt idx="39">
                  <c:v>87.188522000000006</c:v>
                </c:pt>
                <c:pt idx="40">
                  <c:v>87.188522000000006</c:v>
                </c:pt>
                <c:pt idx="41">
                  <c:v>87.188522000000006</c:v>
                </c:pt>
                <c:pt idx="42">
                  <c:v>87.188522000000006</c:v>
                </c:pt>
                <c:pt idx="43">
                  <c:v>87.188522000000006</c:v>
                </c:pt>
                <c:pt idx="44">
                  <c:v>87.188522000000006</c:v>
                </c:pt>
                <c:pt idx="45">
                  <c:v>87.188522000000006</c:v>
                </c:pt>
                <c:pt idx="46">
                  <c:v>87.188522000000006</c:v>
                </c:pt>
                <c:pt idx="47">
                  <c:v>87.188522000000006</c:v>
                </c:pt>
                <c:pt idx="48">
                  <c:v>87.188522000000006</c:v>
                </c:pt>
                <c:pt idx="49">
                  <c:v>87.188522000000006</c:v>
                </c:pt>
                <c:pt idx="50">
                  <c:v>87.188522000000006</c:v>
                </c:pt>
                <c:pt idx="51">
                  <c:v>87.188522000000006</c:v>
                </c:pt>
                <c:pt idx="52">
                  <c:v>87.188522000000006</c:v>
                </c:pt>
                <c:pt idx="53">
                  <c:v>87.188522000000006</c:v>
                </c:pt>
                <c:pt idx="54">
                  <c:v>87.188522000000006</c:v>
                </c:pt>
                <c:pt idx="55">
                  <c:v>87.188522000000006</c:v>
                </c:pt>
                <c:pt idx="56">
                  <c:v>87.188522000000006</c:v>
                </c:pt>
                <c:pt idx="57">
                  <c:v>89.999960999999999</c:v>
                </c:pt>
                <c:pt idx="58">
                  <c:v>90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89.999960999999999</c:v>
                </c:pt>
                <c:pt idx="141">
                  <c:v>89.999967999999996</c:v>
                </c:pt>
                <c:pt idx="142">
                  <c:v>89.999967999999996</c:v>
                </c:pt>
                <c:pt idx="143">
                  <c:v>89.999967999999996</c:v>
                </c:pt>
                <c:pt idx="144">
                  <c:v>89.999967999999996</c:v>
                </c:pt>
                <c:pt idx="145">
                  <c:v>89.999967999999996</c:v>
                </c:pt>
                <c:pt idx="146">
                  <c:v>89.999967999999996</c:v>
                </c:pt>
                <c:pt idx="147">
                  <c:v>89.999967999999996</c:v>
                </c:pt>
                <c:pt idx="148">
                  <c:v>89.999967999999996</c:v>
                </c:pt>
                <c:pt idx="149">
                  <c:v>89.999967999999996</c:v>
                </c:pt>
                <c:pt idx="150">
                  <c:v>89.999967999999996</c:v>
                </c:pt>
                <c:pt idx="151">
                  <c:v>89.999967999999996</c:v>
                </c:pt>
                <c:pt idx="152">
                  <c:v>89.999967999999996</c:v>
                </c:pt>
                <c:pt idx="153">
                  <c:v>89.999967999999996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87.914658000000003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90</c:v>
                </c:pt>
                <c:pt idx="239">
                  <c:v>90</c:v>
                </c:pt>
                <c:pt idx="240">
                  <c:v>90</c:v>
                </c:pt>
                <c:pt idx="241">
                  <c:v>90</c:v>
                </c:pt>
                <c:pt idx="242">
                  <c:v>90</c:v>
                </c:pt>
                <c:pt idx="243">
                  <c:v>90</c:v>
                </c:pt>
                <c:pt idx="244">
                  <c:v>90</c:v>
                </c:pt>
                <c:pt idx="245">
                  <c:v>90</c:v>
                </c:pt>
                <c:pt idx="246">
                  <c:v>90</c:v>
                </c:pt>
                <c:pt idx="247">
                  <c:v>90</c:v>
                </c:pt>
                <c:pt idx="248">
                  <c:v>90</c:v>
                </c:pt>
                <c:pt idx="249">
                  <c:v>90</c:v>
                </c:pt>
                <c:pt idx="250">
                  <c:v>90</c:v>
                </c:pt>
                <c:pt idx="251">
                  <c:v>90</c:v>
                </c:pt>
                <c:pt idx="252">
                  <c:v>90</c:v>
                </c:pt>
                <c:pt idx="253">
                  <c:v>90</c:v>
                </c:pt>
                <c:pt idx="254">
                  <c:v>90</c:v>
                </c:pt>
                <c:pt idx="255">
                  <c:v>90</c:v>
                </c:pt>
                <c:pt idx="256">
                  <c:v>90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87.730884000000003</c:v>
                </c:pt>
                <c:pt idx="326">
                  <c:v>87.730891999999997</c:v>
                </c:pt>
                <c:pt idx="327">
                  <c:v>87.730891999999997</c:v>
                </c:pt>
                <c:pt idx="328">
                  <c:v>88.785625999999993</c:v>
                </c:pt>
                <c:pt idx="329">
                  <c:v>89.999967999999996</c:v>
                </c:pt>
                <c:pt idx="330">
                  <c:v>89.999967999999996</c:v>
                </c:pt>
                <c:pt idx="331">
                  <c:v>89.999967999999996</c:v>
                </c:pt>
                <c:pt idx="332">
                  <c:v>89.999967999999996</c:v>
                </c:pt>
                <c:pt idx="333">
                  <c:v>89.999967999999996</c:v>
                </c:pt>
                <c:pt idx="334">
                  <c:v>89.999967999999996</c:v>
                </c:pt>
                <c:pt idx="335">
                  <c:v>90</c:v>
                </c:pt>
                <c:pt idx="336">
                  <c:v>90</c:v>
                </c:pt>
                <c:pt idx="337">
                  <c:v>90</c:v>
                </c:pt>
                <c:pt idx="338">
                  <c:v>90</c:v>
                </c:pt>
                <c:pt idx="339">
                  <c:v>90</c:v>
                </c:pt>
                <c:pt idx="340">
                  <c:v>90</c:v>
                </c:pt>
                <c:pt idx="341">
                  <c:v>90</c:v>
                </c:pt>
                <c:pt idx="342">
                  <c:v>90</c:v>
                </c:pt>
                <c:pt idx="343">
                  <c:v>90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87.188522000000006</c:v>
                </c:pt>
                <c:pt idx="437">
                  <c:v>87.188522000000006</c:v>
                </c:pt>
                <c:pt idx="438">
                  <c:v>87.188522000000006</c:v>
                </c:pt>
                <c:pt idx="439">
                  <c:v>87.188522000000006</c:v>
                </c:pt>
                <c:pt idx="440">
                  <c:v>87.188522000000006</c:v>
                </c:pt>
                <c:pt idx="441">
                  <c:v>87.188522000000006</c:v>
                </c:pt>
                <c:pt idx="442">
                  <c:v>87.188522000000006</c:v>
                </c:pt>
                <c:pt idx="443">
                  <c:v>87.188522000000006</c:v>
                </c:pt>
                <c:pt idx="444">
                  <c:v>87.188522000000006</c:v>
                </c:pt>
                <c:pt idx="445">
                  <c:v>87.188522000000006</c:v>
                </c:pt>
                <c:pt idx="446">
                  <c:v>87.188522000000006</c:v>
                </c:pt>
                <c:pt idx="447">
                  <c:v>87.188522000000006</c:v>
                </c:pt>
                <c:pt idx="448">
                  <c:v>87.188522000000006</c:v>
                </c:pt>
                <c:pt idx="449">
                  <c:v>89.999960999999999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5AF-4838-ACA1-B7E0646DD0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60</c:v>
                </c:pt>
                <c:pt idx="1">
                  <c:v>60</c:v>
                </c:pt>
                <c:pt idx="2">
                  <c:v>1E-4</c:v>
                </c:pt>
                <c:pt idx="3">
                  <c:v>1E-4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150.00020000000001</c:v>
                </c:pt>
                <c:pt idx="13">
                  <c:v>150.00020000000001</c:v>
                </c:pt>
                <c:pt idx="14">
                  <c:v>311.11278800000002</c:v>
                </c:pt>
                <c:pt idx="15">
                  <c:v>311.11278800000002</c:v>
                </c:pt>
                <c:pt idx="16">
                  <c:v>284.16742900000003</c:v>
                </c:pt>
                <c:pt idx="17">
                  <c:v>284.16742900000003</c:v>
                </c:pt>
                <c:pt idx="18">
                  <c:v>150</c:v>
                </c:pt>
                <c:pt idx="19">
                  <c:v>150</c:v>
                </c:pt>
                <c:pt idx="20">
                  <c:v>92.634105000000005</c:v>
                </c:pt>
                <c:pt idx="21">
                  <c:v>92.634105000000005</c:v>
                </c:pt>
                <c:pt idx="22">
                  <c:v>180</c:v>
                </c:pt>
                <c:pt idx="23">
                  <c:v>180</c:v>
                </c:pt>
                <c:pt idx="24">
                  <c:v>120</c:v>
                </c:pt>
                <c:pt idx="25">
                  <c:v>120</c:v>
                </c:pt>
                <c:pt idx="26">
                  <c:v>109.164379</c:v>
                </c:pt>
                <c:pt idx="27">
                  <c:v>109.164379</c:v>
                </c:pt>
                <c:pt idx="28">
                  <c:v>84.778648000000004</c:v>
                </c:pt>
                <c:pt idx="29">
                  <c:v>84.778648000000004</c:v>
                </c:pt>
                <c:pt idx="30">
                  <c:v>224.45900499999999</c:v>
                </c:pt>
                <c:pt idx="31">
                  <c:v>224.45900499999999</c:v>
                </c:pt>
                <c:pt idx="32">
                  <c:v>210.00020000000001</c:v>
                </c:pt>
                <c:pt idx="33">
                  <c:v>210.00020000000001</c:v>
                </c:pt>
                <c:pt idx="34">
                  <c:v>329.99990000000003</c:v>
                </c:pt>
                <c:pt idx="35">
                  <c:v>329.99990000000003</c:v>
                </c:pt>
                <c:pt idx="36">
                  <c:v>180.71945700000001</c:v>
                </c:pt>
                <c:pt idx="37">
                  <c:v>180.71945700000001</c:v>
                </c:pt>
                <c:pt idx="38">
                  <c:v>479.944253</c:v>
                </c:pt>
                <c:pt idx="39">
                  <c:v>479.944253</c:v>
                </c:pt>
                <c:pt idx="40">
                  <c:v>654.65773200000001</c:v>
                </c:pt>
                <c:pt idx="41">
                  <c:v>654.65773200000001</c:v>
                </c:pt>
                <c:pt idx="42">
                  <c:v>690</c:v>
                </c:pt>
                <c:pt idx="43">
                  <c:v>690</c:v>
                </c:pt>
                <c:pt idx="44">
                  <c:v>672.21074699999997</c:v>
                </c:pt>
                <c:pt idx="45">
                  <c:v>672.21074699999997</c:v>
                </c:pt>
                <c:pt idx="46">
                  <c:v>749.99957900000004</c:v>
                </c:pt>
                <c:pt idx="47">
                  <c:v>749.99957900000004</c:v>
                </c:pt>
                <c:pt idx="48">
                  <c:v>621.63003200000003</c:v>
                </c:pt>
                <c:pt idx="49">
                  <c:v>621.63003200000003</c:v>
                </c:pt>
                <c:pt idx="50">
                  <c:v>390</c:v>
                </c:pt>
                <c:pt idx="51">
                  <c:v>390</c:v>
                </c:pt>
                <c:pt idx="52">
                  <c:v>120</c:v>
                </c:pt>
                <c:pt idx="53">
                  <c:v>120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19.465729</c:v>
                </c:pt>
                <c:pt idx="79">
                  <c:v>19.465729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60</c:v>
                </c:pt>
                <c:pt idx="85">
                  <c:v>60</c:v>
                </c:pt>
                <c:pt idx="86">
                  <c:v>2.0000000000000001E-4</c:v>
                </c:pt>
                <c:pt idx="87">
                  <c:v>2.0000000000000001E-4</c:v>
                </c:pt>
                <c:pt idx="88">
                  <c:v>1E-4</c:v>
                </c:pt>
                <c:pt idx="89">
                  <c:v>1E-4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30</c:v>
                </c:pt>
                <c:pt idx="97">
                  <c:v>30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1.005244</c:v>
                </c:pt>
                <c:pt idx="103">
                  <c:v>1.005244</c:v>
                </c:pt>
                <c:pt idx="104">
                  <c:v>60</c:v>
                </c:pt>
                <c:pt idx="105">
                  <c:v>60</c:v>
                </c:pt>
                <c:pt idx="106">
                  <c:v>88.139047000000005</c:v>
                </c:pt>
                <c:pt idx="107">
                  <c:v>88.139047000000005</c:v>
                </c:pt>
                <c:pt idx="108">
                  <c:v>90</c:v>
                </c:pt>
                <c:pt idx="109">
                  <c:v>90</c:v>
                </c:pt>
                <c:pt idx="110">
                  <c:v>2.0000000000000001E-4</c:v>
                </c:pt>
                <c:pt idx="111">
                  <c:v>2.0000000000000001E-4</c:v>
                </c:pt>
                <c:pt idx="112">
                  <c:v>59.999679</c:v>
                </c:pt>
                <c:pt idx="113">
                  <c:v>59.999679</c:v>
                </c:pt>
                <c:pt idx="114">
                  <c:v>44.071899999999999</c:v>
                </c:pt>
                <c:pt idx="115">
                  <c:v>44.071899999999999</c:v>
                </c:pt>
                <c:pt idx="116">
                  <c:v>4.2099999999999999E-4</c:v>
                </c:pt>
                <c:pt idx="117">
                  <c:v>4.2099999999999999E-4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1E-4</c:v>
                </c:pt>
                <c:pt idx="125">
                  <c:v>1E-4</c:v>
                </c:pt>
                <c:pt idx="126">
                  <c:v>1E-4</c:v>
                </c:pt>
                <c:pt idx="127">
                  <c:v>1E-4</c:v>
                </c:pt>
                <c:pt idx="128">
                  <c:v>90</c:v>
                </c:pt>
                <c:pt idx="129">
                  <c:v>90</c:v>
                </c:pt>
                <c:pt idx="130">
                  <c:v>42.875870999999997</c:v>
                </c:pt>
                <c:pt idx="131">
                  <c:v>42.875870999999997</c:v>
                </c:pt>
                <c:pt idx="132">
                  <c:v>59.334355000000002</c:v>
                </c:pt>
                <c:pt idx="133">
                  <c:v>59.334355000000002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1E-4</c:v>
                </c:pt>
                <c:pt idx="145">
                  <c:v>1E-4</c:v>
                </c:pt>
                <c:pt idx="146">
                  <c:v>90</c:v>
                </c:pt>
                <c:pt idx="147">
                  <c:v>90</c:v>
                </c:pt>
                <c:pt idx="148">
                  <c:v>90</c:v>
                </c:pt>
                <c:pt idx="149">
                  <c:v>90</c:v>
                </c:pt>
                <c:pt idx="150">
                  <c:v>29.956458000000001</c:v>
                </c:pt>
                <c:pt idx="151">
                  <c:v>29.956458000000001</c:v>
                </c:pt>
                <c:pt idx="152">
                  <c:v>1E-4</c:v>
                </c:pt>
                <c:pt idx="153">
                  <c:v>1E-4</c:v>
                </c:pt>
                <c:pt idx="154">
                  <c:v>0</c:v>
                </c:pt>
                <c:pt idx="155">
                  <c:v>0</c:v>
                </c:pt>
                <c:pt idx="156">
                  <c:v>60</c:v>
                </c:pt>
                <c:pt idx="157">
                  <c:v>60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120</c:v>
                </c:pt>
                <c:pt idx="163">
                  <c:v>120</c:v>
                </c:pt>
                <c:pt idx="164">
                  <c:v>60</c:v>
                </c:pt>
                <c:pt idx="165">
                  <c:v>60</c:v>
                </c:pt>
                <c:pt idx="166">
                  <c:v>0</c:v>
                </c:pt>
                <c:pt idx="167">
                  <c:v>0</c:v>
                </c:pt>
                <c:pt idx="168">
                  <c:v>120.00020000000001</c:v>
                </c:pt>
                <c:pt idx="169">
                  <c:v>120.00020000000001</c:v>
                </c:pt>
                <c:pt idx="170">
                  <c:v>180.00020000000001</c:v>
                </c:pt>
                <c:pt idx="171">
                  <c:v>180.00020000000001</c:v>
                </c:pt>
                <c:pt idx="172">
                  <c:v>131.49117799999999</c:v>
                </c:pt>
                <c:pt idx="173">
                  <c:v>131.49117799999999</c:v>
                </c:pt>
                <c:pt idx="174">
                  <c:v>252.210947</c:v>
                </c:pt>
                <c:pt idx="175">
                  <c:v>252.210947</c:v>
                </c:pt>
                <c:pt idx="176">
                  <c:v>270</c:v>
                </c:pt>
                <c:pt idx="177">
                  <c:v>270</c:v>
                </c:pt>
                <c:pt idx="178">
                  <c:v>312.21134699999999</c:v>
                </c:pt>
                <c:pt idx="179">
                  <c:v>312.21134699999999</c:v>
                </c:pt>
                <c:pt idx="180">
                  <c:v>492.21064699999999</c:v>
                </c:pt>
                <c:pt idx="181">
                  <c:v>492.21064699999999</c:v>
                </c:pt>
                <c:pt idx="182">
                  <c:v>630</c:v>
                </c:pt>
                <c:pt idx="183">
                  <c:v>630</c:v>
                </c:pt>
                <c:pt idx="184">
                  <c:v>690</c:v>
                </c:pt>
                <c:pt idx="185">
                  <c:v>690</c:v>
                </c:pt>
                <c:pt idx="186">
                  <c:v>799.20862699999998</c:v>
                </c:pt>
                <c:pt idx="187">
                  <c:v>799.20862699999998</c:v>
                </c:pt>
                <c:pt idx="188">
                  <c:v>810</c:v>
                </c:pt>
                <c:pt idx="189">
                  <c:v>810</c:v>
                </c:pt>
                <c:pt idx="190">
                  <c:v>810</c:v>
                </c:pt>
                <c:pt idx="191">
                  <c:v>810</c:v>
                </c:pt>
                <c:pt idx="192">
                  <c:v>840</c:v>
                </c:pt>
                <c:pt idx="193">
                  <c:v>840</c:v>
                </c:pt>
                <c:pt idx="194">
                  <c:v>900</c:v>
                </c:pt>
                <c:pt idx="195">
                  <c:v>900</c:v>
                </c:pt>
                <c:pt idx="196">
                  <c:v>870</c:v>
                </c:pt>
                <c:pt idx="197">
                  <c:v>870</c:v>
                </c:pt>
                <c:pt idx="198">
                  <c:v>870</c:v>
                </c:pt>
                <c:pt idx="199">
                  <c:v>870</c:v>
                </c:pt>
                <c:pt idx="200">
                  <c:v>870</c:v>
                </c:pt>
                <c:pt idx="201">
                  <c:v>870</c:v>
                </c:pt>
                <c:pt idx="202">
                  <c:v>200</c:v>
                </c:pt>
                <c:pt idx="203">
                  <c:v>200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200</c:v>
                </c:pt>
                <c:pt idx="209">
                  <c:v>200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200</c:v>
                </c:pt>
                <c:pt idx="219">
                  <c:v>200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200</c:v>
                </c:pt>
                <c:pt idx="225">
                  <c:v>200</c:v>
                </c:pt>
                <c:pt idx="226">
                  <c:v>200</c:v>
                </c:pt>
                <c:pt idx="227">
                  <c:v>200</c:v>
                </c:pt>
                <c:pt idx="228">
                  <c:v>229.73830000000001</c:v>
                </c:pt>
                <c:pt idx="229">
                  <c:v>229.73830000000001</c:v>
                </c:pt>
                <c:pt idx="230">
                  <c:v>240.00030000000001</c:v>
                </c:pt>
                <c:pt idx="231">
                  <c:v>240.00030000000001</c:v>
                </c:pt>
                <c:pt idx="232">
                  <c:v>240.00030000000001</c:v>
                </c:pt>
                <c:pt idx="233">
                  <c:v>240.00030000000001</c:v>
                </c:pt>
                <c:pt idx="234">
                  <c:v>233.212805</c:v>
                </c:pt>
                <c:pt idx="235">
                  <c:v>233.212805</c:v>
                </c:pt>
                <c:pt idx="236">
                  <c:v>240.00042099999999</c:v>
                </c:pt>
                <c:pt idx="237">
                  <c:v>240.00042099999999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16.055296999999999</c:v>
                </c:pt>
                <c:pt idx="271">
                  <c:v>16.055296999999999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17.631076</c:v>
                </c:pt>
                <c:pt idx="313">
                  <c:v>17.631076</c:v>
                </c:pt>
                <c:pt idx="314">
                  <c:v>60.000100000000003</c:v>
                </c:pt>
                <c:pt idx="315">
                  <c:v>60.000100000000003</c:v>
                </c:pt>
                <c:pt idx="316">
                  <c:v>1E-4</c:v>
                </c:pt>
                <c:pt idx="317">
                  <c:v>1E-4</c:v>
                </c:pt>
                <c:pt idx="318">
                  <c:v>1E-4</c:v>
                </c:pt>
                <c:pt idx="319">
                  <c:v>1E-4</c:v>
                </c:pt>
                <c:pt idx="320">
                  <c:v>4.2099999999999999E-4</c:v>
                </c:pt>
                <c:pt idx="321">
                  <c:v>4.2099999999999999E-4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60.000100000000003</c:v>
                </c:pt>
                <c:pt idx="337">
                  <c:v>60.000100000000003</c:v>
                </c:pt>
                <c:pt idx="338">
                  <c:v>61.612726000000002</c:v>
                </c:pt>
                <c:pt idx="339">
                  <c:v>61.612726000000002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60</c:v>
                </c:pt>
                <c:pt idx="345">
                  <c:v>60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5.2099999999999998E-4</c:v>
                </c:pt>
                <c:pt idx="353">
                  <c:v>5.2099999999999998E-4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60</c:v>
                </c:pt>
                <c:pt idx="361">
                  <c:v>60</c:v>
                </c:pt>
                <c:pt idx="362">
                  <c:v>60</c:v>
                </c:pt>
                <c:pt idx="363">
                  <c:v>60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60</c:v>
                </c:pt>
                <c:pt idx="369">
                  <c:v>60</c:v>
                </c:pt>
                <c:pt idx="370">
                  <c:v>150</c:v>
                </c:pt>
                <c:pt idx="371">
                  <c:v>150</c:v>
                </c:pt>
                <c:pt idx="372">
                  <c:v>150</c:v>
                </c:pt>
                <c:pt idx="373">
                  <c:v>150</c:v>
                </c:pt>
                <c:pt idx="374">
                  <c:v>120</c:v>
                </c:pt>
                <c:pt idx="375">
                  <c:v>120</c:v>
                </c:pt>
                <c:pt idx="376">
                  <c:v>150.0001</c:v>
                </c:pt>
                <c:pt idx="377">
                  <c:v>150.0001</c:v>
                </c:pt>
                <c:pt idx="378">
                  <c:v>150</c:v>
                </c:pt>
                <c:pt idx="379">
                  <c:v>150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510.00009999999997</c:v>
                </c:pt>
                <c:pt idx="385">
                  <c:v>510.00009999999997</c:v>
                </c:pt>
                <c:pt idx="386">
                  <c:v>590.33560199999999</c:v>
                </c:pt>
                <c:pt idx="387">
                  <c:v>590.33560199999999</c:v>
                </c:pt>
                <c:pt idx="388">
                  <c:v>135.247084</c:v>
                </c:pt>
                <c:pt idx="389">
                  <c:v>135.247084</c:v>
                </c:pt>
                <c:pt idx="390">
                  <c:v>77.794681999999995</c:v>
                </c:pt>
                <c:pt idx="391">
                  <c:v>77.794681999999995</c:v>
                </c:pt>
                <c:pt idx="392">
                  <c:v>510</c:v>
                </c:pt>
                <c:pt idx="393">
                  <c:v>510</c:v>
                </c:pt>
                <c:pt idx="394">
                  <c:v>502.33553599999999</c:v>
                </c:pt>
                <c:pt idx="395">
                  <c:v>502.33553599999999</c:v>
                </c:pt>
                <c:pt idx="396">
                  <c:v>420.00020000000001</c:v>
                </c:pt>
                <c:pt idx="397">
                  <c:v>420.00020000000001</c:v>
                </c:pt>
                <c:pt idx="398">
                  <c:v>450</c:v>
                </c:pt>
                <c:pt idx="399">
                  <c:v>450</c:v>
                </c:pt>
                <c:pt idx="400">
                  <c:v>255.420725</c:v>
                </c:pt>
                <c:pt idx="401">
                  <c:v>255.420725</c:v>
                </c:pt>
                <c:pt idx="402">
                  <c:v>82.974172999999993</c:v>
                </c:pt>
                <c:pt idx="403">
                  <c:v>82.974172999999993</c:v>
                </c:pt>
                <c:pt idx="404">
                  <c:v>127.474662</c:v>
                </c:pt>
                <c:pt idx="405">
                  <c:v>127.474662</c:v>
                </c:pt>
                <c:pt idx="406">
                  <c:v>137.789153</c:v>
                </c:pt>
                <c:pt idx="407">
                  <c:v>137.789153</c:v>
                </c:pt>
                <c:pt idx="408">
                  <c:v>303.25073700000002</c:v>
                </c:pt>
                <c:pt idx="409">
                  <c:v>303.25073700000002</c:v>
                </c:pt>
                <c:pt idx="410">
                  <c:v>616.55440999999996</c:v>
                </c:pt>
                <c:pt idx="411">
                  <c:v>616.55440999999996</c:v>
                </c:pt>
                <c:pt idx="412">
                  <c:v>750</c:v>
                </c:pt>
                <c:pt idx="413">
                  <c:v>750</c:v>
                </c:pt>
                <c:pt idx="414">
                  <c:v>757.31436699999995</c:v>
                </c:pt>
                <c:pt idx="415">
                  <c:v>757.31436699999995</c:v>
                </c:pt>
                <c:pt idx="416">
                  <c:v>545.57800499999996</c:v>
                </c:pt>
                <c:pt idx="417">
                  <c:v>545.57800499999996</c:v>
                </c:pt>
                <c:pt idx="418">
                  <c:v>637.46506599999998</c:v>
                </c:pt>
                <c:pt idx="419">
                  <c:v>637.46506599999998</c:v>
                </c:pt>
                <c:pt idx="420">
                  <c:v>707.39518999999996</c:v>
                </c:pt>
                <c:pt idx="421">
                  <c:v>707.39518999999996</c:v>
                </c:pt>
                <c:pt idx="422">
                  <c:v>627.93751999999995</c:v>
                </c:pt>
                <c:pt idx="423">
                  <c:v>627.93751999999995</c:v>
                </c:pt>
                <c:pt idx="424">
                  <c:v>737.78895299999999</c:v>
                </c:pt>
                <c:pt idx="425">
                  <c:v>737.78895299999999</c:v>
                </c:pt>
                <c:pt idx="426">
                  <c:v>564.42209500000001</c:v>
                </c:pt>
                <c:pt idx="427">
                  <c:v>564.42209500000001</c:v>
                </c:pt>
                <c:pt idx="428">
                  <c:v>383.792552</c:v>
                </c:pt>
                <c:pt idx="429">
                  <c:v>383.792552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16.054576000000001</c:v>
                </c:pt>
                <c:pt idx="497">
                  <c:v>16.054576000000001</c:v>
                </c:pt>
                <c:pt idx="498">
                  <c:v>60</c:v>
                </c:pt>
                <c:pt idx="499">
                  <c:v>60</c:v>
                </c:pt>
                <c:pt idx="500">
                  <c:v>1E-4</c:v>
                </c:pt>
                <c:pt idx="501">
                  <c:v>1E-4</c:v>
                </c:pt>
                <c:pt idx="502">
                  <c:v>1E-4</c:v>
                </c:pt>
                <c:pt idx="503">
                  <c:v>1E-4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5.2099999999999998E-4</c:v>
                </c:pt>
                <c:pt idx="513">
                  <c:v>5.2099999999999998E-4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42.182000000000002</c:v>
                </c:pt>
                <c:pt idx="523">
                  <c:v>42.182000000000002</c:v>
                </c:pt>
                <c:pt idx="524">
                  <c:v>21.068000000000001</c:v>
                </c:pt>
                <c:pt idx="525">
                  <c:v>21.068000000000001</c:v>
                </c:pt>
                <c:pt idx="526">
                  <c:v>4.0460000000000003</c:v>
                </c:pt>
                <c:pt idx="527">
                  <c:v>4.0460000000000003</c:v>
                </c:pt>
                <c:pt idx="528">
                  <c:v>30</c:v>
                </c:pt>
                <c:pt idx="529">
                  <c:v>30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30</c:v>
                </c:pt>
                <c:pt idx="535">
                  <c:v>30</c:v>
                </c:pt>
                <c:pt idx="536">
                  <c:v>30</c:v>
                </c:pt>
                <c:pt idx="537">
                  <c:v>30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60</c:v>
                </c:pt>
                <c:pt idx="543">
                  <c:v>60</c:v>
                </c:pt>
                <c:pt idx="544">
                  <c:v>17.134550000000001</c:v>
                </c:pt>
                <c:pt idx="545">
                  <c:v>17.134550000000001</c:v>
                </c:pt>
                <c:pt idx="546">
                  <c:v>17.134550000000001</c:v>
                </c:pt>
                <c:pt idx="547">
                  <c:v>17.134550000000001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60</c:v>
                </c:pt>
                <c:pt idx="557">
                  <c:v>60</c:v>
                </c:pt>
                <c:pt idx="558">
                  <c:v>1E-4</c:v>
                </c:pt>
                <c:pt idx="559">
                  <c:v>1E-4</c:v>
                </c:pt>
                <c:pt idx="560">
                  <c:v>120</c:v>
                </c:pt>
                <c:pt idx="561">
                  <c:v>120</c:v>
                </c:pt>
                <c:pt idx="562">
                  <c:v>51.105137999999997</c:v>
                </c:pt>
                <c:pt idx="563">
                  <c:v>51.105137999999997</c:v>
                </c:pt>
                <c:pt idx="564">
                  <c:v>0</c:v>
                </c:pt>
                <c:pt idx="565">
                  <c:v>0</c:v>
                </c:pt>
                <c:pt idx="566">
                  <c:v>90</c:v>
                </c:pt>
                <c:pt idx="567">
                  <c:v>90</c:v>
                </c:pt>
                <c:pt idx="568">
                  <c:v>169.67549299999999</c:v>
                </c:pt>
                <c:pt idx="569">
                  <c:v>169.67549299999999</c:v>
                </c:pt>
                <c:pt idx="570">
                  <c:v>90</c:v>
                </c:pt>
                <c:pt idx="571">
                  <c:v>90</c:v>
                </c:pt>
                <c:pt idx="572">
                  <c:v>167.09780499999999</c:v>
                </c:pt>
                <c:pt idx="573">
                  <c:v>167.09780499999999</c:v>
                </c:pt>
                <c:pt idx="574">
                  <c:v>270</c:v>
                </c:pt>
                <c:pt idx="575">
                  <c:v>270</c:v>
                </c:pt>
                <c:pt idx="576">
                  <c:v>423.63699200000002</c:v>
                </c:pt>
                <c:pt idx="577">
                  <c:v>423.63699200000002</c:v>
                </c:pt>
                <c:pt idx="578">
                  <c:v>496.24625500000002</c:v>
                </c:pt>
                <c:pt idx="579">
                  <c:v>496.24625500000002</c:v>
                </c:pt>
                <c:pt idx="580">
                  <c:v>450.00009999999997</c:v>
                </c:pt>
                <c:pt idx="581">
                  <c:v>450.00009999999997</c:v>
                </c:pt>
                <c:pt idx="582">
                  <c:v>582.21052599999996</c:v>
                </c:pt>
                <c:pt idx="583">
                  <c:v>582.21052599999996</c:v>
                </c:pt>
                <c:pt idx="584">
                  <c:v>544.94938400000001</c:v>
                </c:pt>
                <c:pt idx="585">
                  <c:v>544.94938400000001</c:v>
                </c:pt>
                <c:pt idx="586">
                  <c:v>609.27578900000003</c:v>
                </c:pt>
                <c:pt idx="587">
                  <c:v>609.27578900000003</c:v>
                </c:pt>
                <c:pt idx="588">
                  <c:v>526.79535699999997</c:v>
                </c:pt>
                <c:pt idx="589">
                  <c:v>526.79535699999997</c:v>
                </c:pt>
                <c:pt idx="590">
                  <c:v>786.91450399999997</c:v>
                </c:pt>
                <c:pt idx="591">
                  <c:v>786.91450399999997</c:v>
                </c:pt>
                <c:pt idx="592">
                  <c:v>472.44901399999998</c:v>
                </c:pt>
                <c:pt idx="593">
                  <c:v>472.44901399999998</c:v>
                </c:pt>
                <c:pt idx="594">
                  <c:v>330.00009999999997</c:v>
                </c:pt>
                <c:pt idx="595">
                  <c:v>330.00009999999997</c:v>
                </c:pt>
                <c:pt idx="596">
                  <c:v>46.630538999999999</c:v>
                </c:pt>
                <c:pt idx="597">
                  <c:v>46.630538999999999</c:v>
                </c:pt>
                <c:pt idx="598">
                  <c:v>176.54929999999999</c:v>
                </c:pt>
                <c:pt idx="599">
                  <c:v>176.54929999999999</c:v>
                </c:pt>
                <c:pt idx="600">
                  <c:v>453.01782900000001</c:v>
                </c:pt>
                <c:pt idx="601">
                  <c:v>453.01782900000001</c:v>
                </c:pt>
                <c:pt idx="602">
                  <c:v>449.99937899999998</c:v>
                </c:pt>
                <c:pt idx="603">
                  <c:v>449.99937899999998</c:v>
                </c:pt>
                <c:pt idx="604">
                  <c:v>530.430836</c:v>
                </c:pt>
                <c:pt idx="605">
                  <c:v>530.430836</c:v>
                </c:pt>
                <c:pt idx="606">
                  <c:v>414.42157400000002</c:v>
                </c:pt>
                <c:pt idx="607">
                  <c:v>414.42157400000002</c:v>
                </c:pt>
                <c:pt idx="608">
                  <c:v>432.21124700000001</c:v>
                </c:pt>
                <c:pt idx="609">
                  <c:v>432.21124700000001</c:v>
                </c:pt>
                <c:pt idx="610">
                  <c:v>459.06219499999997</c:v>
                </c:pt>
                <c:pt idx="611">
                  <c:v>459.06219499999997</c:v>
                </c:pt>
                <c:pt idx="612">
                  <c:v>642.21104700000001</c:v>
                </c:pt>
                <c:pt idx="613">
                  <c:v>642.21104700000001</c:v>
                </c:pt>
                <c:pt idx="614">
                  <c:v>642.21146799999997</c:v>
                </c:pt>
                <c:pt idx="615">
                  <c:v>642.21146799999997</c:v>
                </c:pt>
                <c:pt idx="616">
                  <c:v>432.21052600000002</c:v>
                </c:pt>
                <c:pt idx="617">
                  <c:v>432.21052600000002</c:v>
                </c:pt>
                <c:pt idx="618">
                  <c:v>294.42209500000001</c:v>
                </c:pt>
                <c:pt idx="619">
                  <c:v>294.42209500000001</c:v>
                </c:pt>
                <c:pt idx="620">
                  <c:v>299.99990000000003</c:v>
                </c:pt>
                <c:pt idx="621">
                  <c:v>299.99990000000003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30</c:v>
                </c:pt>
                <c:pt idx="647">
                  <c:v>30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16.054759000000001</c:v>
                </c:pt>
                <c:pt idx="713">
                  <c:v>16.054759000000001</c:v>
                </c:pt>
                <c:pt idx="714">
                  <c:v>1E-4</c:v>
                </c:pt>
                <c:pt idx="715">
                  <c:v>1E-4</c:v>
                </c:pt>
                <c:pt idx="716">
                  <c:v>1E-4</c:v>
                </c:pt>
                <c:pt idx="717">
                  <c:v>1E-4</c:v>
                </c:pt>
                <c:pt idx="718">
                  <c:v>1E-4</c:v>
                </c:pt>
                <c:pt idx="719">
                  <c:v>1E-4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1E-4</c:v>
                </c:pt>
                <c:pt idx="725">
                  <c:v>1E-4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60</c:v>
                </c:pt>
                <c:pt idx="737">
                  <c:v>60</c:v>
                </c:pt>
                <c:pt idx="738">
                  <c:v>60</c:v>
                </c:pt>
                <c:pt idx="739">
                  <c:v>60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57.551465999999998</c:v>
                </c:pt>
                <c:pt idx="745">
                  <c:v>57.551465999999998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210</c:v>
                </c:pt>
                <c:pt idx="753">
                  <c:v>210</c:v>
                </c:pt>
                <c:pt idx="754">
                  <c:v>179.21388099999999</c:v>
                </c:pt>
                <c:pt idx="755">
                  <c:v>179.21388099999999</c:v>
                </c:pt>
                <c:pt idx="756">
                  <c:v>7.159808</c:v>
                </c:pt>
                <c:pt idx="757">
                  <c:v>7.159808</c:v>
                </c:pt>
                <c:pt idx="758">
                  <c:v>30</c:v>
                </c:pt>
                <c:pt idx="759">
                  <c:v>30</c:v>
                </c:pt>
                <c:pt idx="760">
                  <c:v>150.0001</c:v>
                </c:pt>
                <c:pt idx="761">
                  <c:v>150.0001</c:v>
                </c:pt>
                <c:pt idx="762">
                  <c:v>330</c:v>
                </c:pt>
                <c:pt idx="763">
                  <c:v>330</c:v>
                </c:pt>
                <c:pt idx="764">
                  <c:v>156.360051</c:v>
                </c:pt>
                <c:pt idx="765">
                  <c:v>156.360051</c:v>
                </c:pt>
                <c:pt idx="766">
                  <c:v>270</c:v>
                </c:pt>
                <c:pt idx="767">
                  <c:v>270</c:v>
                </c:pt>
                <c:pt idx="768">
                  <c:v>407.76676600000002</c:v>
                </c:pt>
                <c:pt idx="769">
                  <c:v>407.76676600000002</c:v>
                </c:pt>
                <c:pt idx="770">
                  <c:v>502.71011299999998</c:v>
                </c:pt>
                <c:pt idx="771">
                  <c:v>502.71011299999998</c:v>
                </c:pt>
                <c:pt idx="772">
                  <c:v>395.761911</c:v>
                </c:pt>
                <c:pt idx="773">
                  <c:v>395.761911</c:v>
                </c:pt>
                <c:pt idx="774">
                  <c:v>270.00009999999997</c:v>
                </c:pt>
                <c:pt idx="775">
                  <c:v>270.00009999999997</c:v>
                </c:pt>
                <c:pt idx="776">
                  <c:v>353.46839199999999</c:v>
                </c:pt>
                <c:pt idx="777">
                  <c:v>353.46839199999999</c:v>
                </c:pt>
                <c:pt idx="778">
                  <c:v>538.26624400000003</c:v>
                </c:pt>
                <c:pt idx="779">
                  <c:v>538.26624400000003</c:v>
                </c:pt>
                <c:pt idx="780">
                  <c:v>346.054776</c:v>
                </c:pt>
                <c:pt idx="781">
                  <c:v>346.054776</c:v>
                </c:pt>
                <c:pt idx="782">
                  <c:v>270.55967299999998</c:v>
                </c:pt>
                <c:pt idx="783">
                  <c:v>270.55967299999998</c:v>
                </c:pt>
                <c:pt idx="784">
                  <c:v>539.99990000000003</c:v>
                </c:pt>
                <c:pt idx="785">
                  <c:v>539.99990000000003</c:v>
                </c:pt>
                <c:pt idx="786">
                  <c:v>690.00009999999997</c:v>
                </c:pt>
                <c:pt idx="787">
                  <c:v>690.00009999999997</c:v>
                </c:pt>
                <c:pt idx="788">
                  <c:v>660</c:v>
                </c:pt>
                <c:pt idx="789">
                  <c:v>660</c:v>
                </c:pt>
                <c:pt idx="790">
                  <c:v>384.37339400000002</c:v>
                </c:pt>
                <c:pt idx="791">
                  <c:v>384.37339400000002</c:v>
                </c:pt>
                <c:pt idx="792">
                  <c:v>510.00062100000002</c:v>
                </c:pt>
                <c:pt idx="793">
                  <c:v>510.00062100000002</c:v>
                </c:pt>
                <c:pt idx="794">
                  <c:v>330</c:v>
                </c:pt>
                <c:pt idx="795">
                  <c:v>330</c:v>
                </c:pt>
                <c:pt idx="796">
                  <c:v>410.93392799999998</c:v>
                </c:pt>
                <c:pt idx="797">
                  <c:v>410.93392799999998</c:v>
                </c:pt>
                <c:pt idx="798">
                  <c:v>396.93534099999999</c:v>
                </c:pt>
                <c:pt idx="799">
                  <c:v>396.93534099999999</c:v>
                </c:pt>
                <c:pt idx="800">
                  <c:v>461.37257</c:v>
                </c:pt>
                <c:pt idx="801">
                  <c:v>461.37257</c:v>
                </c:pt>
                <c:pt idx="802">
                  <c:v>509.99987900000002</c:v>
                </c:pt>
                <c:pt idx="803">
                  <c:v>509.99987900000002</c:v>
                </c:pt>
                <c:pt idx="804">
                  <c:v>620.09895200000005</c:v>
                </c:pt>
                <c:pt idx="805">
                  <c:v>620.09895200000005</c:v>
                </c:pt>
                <c:pt idx="806">
                  <c:v>431.14936799999998</c:v>
                </c:pt>
                <c:pt idx="807">
                  <c:v>431.14936799999998</c:v>
                </c:pt>
                <c:pt idx="808">
                  <c:v>635.57820500000003</c:v>
                </c:pt>
                <c:pt idx="809">
                  <c:v>635.57820500000003</c:v>
                </c:pt>
                <c:pt idx="810">
                  <c:v>646.245634</c:v>
                </c:pt>
                <c:pt idx="811">
                  <c:v>646.245634</c:v>
                </c:pt>
                <c:pt idx="812">
                  <c:v>401.58160500000002</c:v>
                </c:pt>
                <c:pt idx="813">
                  <c:v>401.58160500000002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2.0000000000000001E-4</c:v>
                </c:pt>
                <c:pt idx="865">
                  <c:v>2.0000000000000001E-4</c:v>
                </c:pt>
                <c:pt idx="866">
                  <c:v>120</c:v>
                </c:pt>
                <c:pt idx="867">
                  <c:v>120</c:v>
                </c:pt>
                <c:pt idx="868">
                  <c:v>2.0000000000000001E-4</c:v>
                </c:pt>
                <c:pt idx="869">
                  <c:v>2.0000000000000001E-4</c:v>
                </c:pt>
                <c:pt idx="870">
                  <c:v>2.0000000000000001E-4</c:v>
                </c:pt>
                <c:pt idx="871">
                  <c:v>2.0000000000000001E-4</c:v>
                </c:pt>
                <c:pt idx="872">
                  <c:v>0</c:v>
                </c:pt>
                <c:pt idx="873">
                  <c:v>0</c:v>
                </c:pt>
                <c:pt idx="874">
                  <c:v>1E-4</c:v>
                </c:pt>
                <c:pt idx="875">
                  <c:v>1E-4</c:v>
                </c:pt>
                <c:pt idx="876">
                  <c:v>17.002033999999998</c:v>
                </c:pt>
                <c:pt idx="877">
                  <c:v>17.002033999999998</c:v>
                </c:pt>
                <c:pt idx="878">
                  <c:v>1E-4</c:v>
                </c:pt>
                <c:pt idx="879">
                  <c:v>1E-4</c:v>
                </c:pt>
                <c:pt idx="880">
                  <c:v>47.134349999999998</c:v>
                </c:pt>
                <c:pt idx="881">
                  <c:v>47.134349999999998</c:v>
                </c:pt>
                <c:pt idx="882">
                  <c:v>46.053896999999999</c:v>
                </c:pt>
                <c:pt idx="883">
                  <c:v>46.053896999999999</c:v>
                </c:pt>
                <c:pt idx="884">
                  <c:v>1E-4</c:v>
                </c:pt>
                <c:pt idx="885">
                  <c:v>1E-4</c:v>
                </c:pt>
                <c:pt idx="886">
                  <c:v>1E-4</c:v>
                </c:pt>
                <c:pt idx="887">
                  <c:v>1E-4</c:v>
                </c:pt>
                <c:pt idx="888">
                  <c:v>5.0000000000000001E-4</c:v>
                </c:pt>
                <c:pt idx="889">
                  <c:v>5.0000000000000001E-4</c:v>
                </c:pt>
                <c:pt idx="890">
                  <c:v>1E-4</c:v>
                </c:pt>
                <c:pt idx="891">
                  <c:v>1E-4</c:v>
                </c:pt>
                <c:pt idx="892">
                  <c:v>1E-4</c:v>
                </c:pt>
                <c:pt idx="893">
                  <c:v>1E-4</c:v>
                </c:pt>
                <c:pt idx="894">
                  <c:v>90</c:v>
                </c:pt>
                <c:pt idx="895">
                  <c:v>90</c:v>
                </c:pt>
                <c:pt idx="896">
                  <c:v>30.0001</c:v>
                </c:pt>
                <c:pt idx="897">
                  <c:v>30.0001</c:v>
                </c:pt>
                <c:pt idx="898">
                  <c:v>0</c:v>
                </c:pt>
                <c:pt idx="899">
                  <c:v>0</c:v>
                </c:pt>
                <c:pt idx="900">
                  <c:v>16.055197</c:v>
                </c:pt>
                <c:pt idx="901">
                  <c:v>16.055197</c:v>
                </c:pt>
                <c:pt idx="902">
                  <c:v>65.244705999999994</c:v>
                </c:pt>
                <c:pt idx="903">
                  <c:v>65.244705999999994</c:v>
                </c:pt>
                <c:pt idx="904">
                  <c:v>31.743976</c:v>
                </c:pt>
                <c:pt idx="905">
                  <c:v>31.743976</c:v>
                </c:pt>
                <c:pt idx="906">
                  <c:v>44.311999999999998</c:v>
                </c:pt>
                <c:pt idx="907">
                  <c:v>44.311999999999998</c:v>
                </c:pt>
                <c:pt idx="908">
                  <c:v>17.655421</c:v>
                </c:pt>
                <c:pt idx="909">
                  <c:v>17.655421</c:v>
                </c:pt>
                <c:pt idx="910">
                  <c:v>5.3659999999999997</c:v>
                </c:pt>
                <c:pt idx="911">
                  <c:v>5.3659999999999997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60</c:v>
                </c:pt>
                <c:pt idx="931">
                  <c:v>60</c:v>
                </c:pt>
                <c:pt idx="932">
                  <c:v>90</c:v>
                </c:pt>
                <c:pt idx="933">
                  <c:v>90</c:v>
                </c:pt>
                <c:pt idx="934">
                  <c:v>90</c:v>
                </c:pt>
                <c:pt idx="935">
                  <c:v>90</c:v>
                </c:pt>
                <c:pt idx="936">
                  <c:v>90</c:v>
                </c:pt>
                <c:pt idx="937">
                  <c:v>90</c:v>
                </c:pt>
                <c:pt idx="938">
                  <c:v>150</c:v>
                </c:pt>
                <c:pt idx="939">
                  <c:v>150</c:v>
                </c:pt>
                <c:pt idx="940">
                  <c:v>172.30527900000001</c:v>
                </c:pt>
                <c:pt idx="941">
                  <c:v>172.30527900000001</c:v>
                </c:pt>
                <c:pt idx="942">
                  <c:v>137.13444999999999</c:v>
                </c:pt>
                <c:pt idx="943">
                  <c:v>137.13444999999999</c:v>
                </c:pt>
                <c:pt idx="944">
                  <c:v>59.999778999999997</c:v>
                </c:pt>
                <c:pt idx="945">
                  <c:v>59.999778999999997</c:v>
                </c:pt>
                <c:pt idx="946">
                  <c:v>120</c:v>
                </c:pt>
                <c:pt idx="947">
                  <c:v>120</c:v>
                </c:pt>
                <c:pt idx="948">
                  <c:v>300.00042100000002</c:v>
                </c:pt>
                <c:pt idx="949">
                  <c:v>300.00042100000002</c:v>
                </c:pt>
                <c:pt idx="950">
                  <c:v>380.94642800000003</c:v>
                </c:pt>
                <c:pt idx="951">
                  <c:v>380.94642800000003</c:v>
                </c:pt>
                <c:pt idx="952">
                  <c:v>270.00009999999997</c:v>
                </c:pt>
                <c:pt idx="953">
                  <c:v>270.00009999999997</c:v>
                </c:pt>
                <c:pt idx="954">
                  <c:v>390</c:v>
                </c:pt>
                <c:pt idx="955">
                  <c:v>390</c:v>
                </c:pt>
                <c:pt idx="956">
                  <c:v>510.00009999999997</c:v>
                </c:pt>
                <c:pt idx="957">
                  <c:v>510.00009999999997</c:v>
                </c:pt>
                <c:pt idx="958">
                  <c:v>420</c:v>
                </c:pt>
                <c:pt idx="959">
                  <c:v>420</c:v>
                </c:pt>
                <c:pt idx="960">
                  <c:v>270.00020000000001</c:v>
                </c:pt>
                <c:pt idx="961">
                  <c:v>270.00020000000001</c:v>
                </c:pt>
                <c:pt idx="962">
                  <c:v>257.410526</c:v>
                </c:pt>
                <c:pt idx="963">
                  <c:v>257.410526</c:v>
                </c:pt>
                <c:pt idx="964">
                  <c:v>270.000721</c:v>
                </c:pt>
                <c:pt idx="965">
                  <c:v>270.000721</c:v>
                </c:pt>
                <c:pt idx="966">
                  <c:v>360.00009999999997</c:v>
                </c:pt>
                <c:pt idx="967">
                  <c:v>360.00009999999997</c:v>
                </c:pt>
                <c:pt idx="968">
                  <c:v>688.39327000000003</c:v>
                </c:pt>
                <c:pt idx="969">
                  <c:v>688.39327000000003</c:v>
                </c:pt>
                <c:pt idx="970">
                  <c:v>758.68472499999996</c:v>
                </c:pt>
                <c:pt idx="971">
                  <c:v>758.68472499999996</c:v>
                </c:pt>
                <c:pt idx="972">
                  <c:v>570.00019999999995</c:v>
                </c:pt>
                <c:pt idx="973">
                  <c:v>570.00019999999995</c:v>
                </c:pt>
                <c:pt idx="974">
                  <c:v>435.89832000000001</c:v>
                </c:pt>
                <c:pt idx="975">
                  <c:v>435.89832000000001</c:v>
                </c:pt>
                <c:pt idx="976">
                  <c:v>570.00019999999995</c:v>
                </c:pt>
                <c:pt idx="977">
                  <c:v>570.00019999999995</c:v>
                </c:pt>
                <c:pt idx="978">
                  <c:v>605.01324599999998</c:v>
                </c:pt>
                <c:pt idx="979">
                  <c:v>605.01324599999998</c:v>
                </c:pt>
                <c:pt idx="980">
                  <c:v>623.96197900000004</c:v>
                </c:pt>
                <c:pt idx="981">
                  <c:v>623.96197900000004</c:v>
                </c:pt>
                <c:pt idx="982">
                  <c:v>274.56877700000001</c:v>
                </c:pt>
                <c:pt idx="983">
                  <c:v>274.56877700000001</c:v>
                </c:pt>
                <c:pt idx="984">
                  <c:v>300.00029999999998</c:v>
                </c:pt>
                <c:pt idx="985">
                  <c:v>300.00029999999998</c:v>
                </c:pt>
                <c:pt idx="986">
                  <c:v>282.21062599999999</c:v>
                </c:pt>
                <c:pt idx="987">
                  <c:v>282.21062599999999</c:v>
                </c:pt>
                <c:pt idx="988">
                  <c:v>188.81222099999999</c:v>
                </c:pt>
                <c:pt idx="989">
                  <c:v>188.81222099999999</c:v>
                </c:pt>
                <c:pt idx="990">
                  <c:v>126.994623</c:v>
                </c:pt>
                <c:pt idx="991">
                  <c:v>126.994623</c:v>
                </c:pt>
                <c:pt idx="992">
                  <c:v>450.00084199999998</c:v>
                </c:pt>
                <c:pt idx="993">
                  <c:v>450.00084199999998</c:v>
                </c:pt>
                <c:pt idx="994">
                  <c:v>354.42071099999998</c:v>
                </c:pt>
                <c:pt idx="995">
                  <c:v>354.42071099999998</c:v>
                </c:pt>
                <c:pt idx="996">
                  <c:v>360</c:v>
                </c:pt>
                <c:pt idx="997">
                  <c:v>360</c:v>
                </c:pt>
                <c:pt idx="998">
                  <c:v>60</c:v>
                </c:pt>
                <c:pt idx="999">
                  <c:v>60</c:v>
                </c:pt>
                <c:pt idx="1000">
                  <c:v>236.23998900000001</c:v>
                </c:pt>
                <c:pt idx="1001">
                  <c:v>236.23998900000001</c:v>
                </c:pt>
                <c:pt idx="1002">
                  <c:v>200.07400000000001</c:v>
                </c:pt>
                <c:pt idx="1003">
                  <c:v>200.07400000000001</c:v>
                </c:pt>
                <c:pt idx="1004">
                  <c:v>210.59399999999999</c:v>
                </c:pt>
                <c:pt idx="1005">
                  <c:v>210.59399999999999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60</c:v>
                </c:pt>
                <c:pt idx="1137">
                  <c:v>60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106.05487599999999</c:v>
                </c:pt>
                <c:pt idx="1145">
                  <c:v>106.05487599999999</c:v>
                </c:pt>
                <c:pt idx="1146">
                  <c:v>180</c:v>
                </c:pt>
                <c:pt idx="1147">
                  <c:v>180</c:v>
                </c:pt>
                <c:pt idx="1148">
                  <c:v>150.0001</c:v>
                </c:pt>
                <c:pt idx="1149">
                  <c:v>150.0001</c:v>
                </c:pt>
                <c:pt idx="1150">
                  <c:v>120</c:v>
                </c:pt>
                <c:pt idx="1151">
                  <c:v>120</c:v>
                </c:pt>
                <c:pt idx="1152">
                  <c:v>311.21567599999997</c:v>
                </c:pt>
                <c:pt idx="1153">
                  <c:v>311.21567599999997</c:v>
                </c:pt>
                <c:pt idx="1154">
                  <c:v>270.00020000000001</c:v>
                </c:pt>
                <c:pt idx="1155">
                  <c:v>270.00020000000001</c:v>
                </c:pt>
                <c:pt idx="1156">
                  <c:v>90</c:v>
                </c:pt>
                <c:pt idx="1157">
                  <c:v>90</c:v>
                </c:pt>
                <c:pt idx="1158">
                  <c:v>30.0001</c:v>
                </c:pt>
                <c:pt idx="1159">
                  <c:v>30.0001</c:v>
                </c:pt>
                <c:pt idx="1160">
                  <c:v>205.39186599999999</c:v>
                </c:pt>
                <c:pt idx="1161">
                  <c:v>205.39186599999999</c:v>
                </c:pt>
                <c:pt idx="1162">
                  <c:v>160.816475</c:v>
                </c:pt>
                <c:pt idx="1163">
                  <c:v>160.816475</c:v>
                </c:pt>
                <c:pt idx="1164">
                  <c:v>90.000100000000003</c:v>
                </c:pt>
                <c:pt idx="1165">
                  <c:v>90.000100000000003</c:v>
                </c:pt>
                <c:pt idx="1166">
                  <c:v>150.0001</c:v>
                </c:pt>
                <c:pt idx="1167">
                  <c:v>150.0001</c:v>
                </c:pt>
                <c:pt idx="1168">
                  <c:v>346.05497600000001</c:v>
                </c:pt>
                <c:pt idx="1169">
                  <c:v>346.05497600000001</c:v>
                </c:pt>
                <c:pt idx="1170">
                  <c:v>552.21114699999998</c:v>
                </c:pt>
                <c:pt idx="1171">
                  <c:v>552.21114699999998</c:v>
                </c:pt>
                <c:pt idx="1172">
                  <c:v>494.765626</c:v>
                </c:pt>
                <c:pt idx="1173">
                  <c:v>494.765626</c:v>
                </c:pt>
                <c:pt idx="1174">
                  <c:v>480.00009999999997</c:v>
                </c:pt>
                <c:pt idx="1175">
                  <c:v>480.00009999999997</c:v>
                </c:pt>
                <c:pt idx="1176">
                  <c:v>326.95218799999998</c:v>
                </c:pt>
                <c:pt idx="1177">
                  <c:v>326.95218799999998</c:v>
                </c:pt>
                <c:pt idx="1178">
                  <c:v>450.00020000000001</c:v>
                </c:pt>
                <c:pt idx="1179">
                  <c:v>450.00020000000001</c:v>
                </c:pt>
                <c:pt idx="1180">
                  <c:v>585.67560100000003</c:v>
                </c:pt>
                <c:pt idx="1181">
                  <c:v>585.67560100000003</c:v>
                </c:pt>
                <c:pt idx="1182">
                  <c:v>579.14794500000005</c:v>
                </c:pt>
                <c:pt idx="1183">
                  <c:v>579.14794500000005</c:v>
                </c:pt>
                <c:pt idx="1184">
                  <c:v>360.00032099999999</c:v>
                </c:pt>
                <c:pt idx="1185">
                  <c:v>360.00032099999999</c:v>
                </c:pt>
                <c:pt idx="1186">
                  <c:v>457.464966</c:v>
                </c:pt>
                <c:pt idx="1187">
                  <c:v>457.464966</c:v>
                </c:pt>
                <c:pt idx="1188">
                  <c:v>387.59913399999999</c:v>
                </c:pt>
                <c:pt idx="1189">
                  <c:v>387.59913399999999</c:v>
                </c:pt>
                <c:pt idx="1190">
                  <c:v>507.59510399999999</c:v>
                </c:pt>
                <c:pt idx="1191">
                  <c:v>507.59510399999999</c:v>
                </c:pt>
                <c:pt idx="1192">
                  <c:v>624.42219499999999</c:v>
                </c:pt>
                <c:pt idx="1193">
                  <c:v>624.42219499999999</c:v>
                </c:pt>
                <c:pt idx="1194">
                  <c:v>522.21146799999997</c:v>
                </c:pt>
                <c:pt idx="1195">
                  <c:v>522.21146799999997</c:v>
                </c:pt>
                <c:pt idx="1196">
                  <c:v>534.42157399999996</c:v>
                </c:pt>
                <c:pt idx="1197">
                  <c:v>534.42157399999996</c:v>
                </c:pt>
                <c:pt idx="1198">
                  <c:v>432.21136799999999</c:v>
                </c:pt>
                <c:pt idx="1199">
                  <c:v>432.21136799999999</c:v>
                </c:pt>
                <c:pt idx="1200">
                  <c:v>363.84716700000001</c:v>
                </c:pt>
                <c:pt idx="1201">
                  <c:v>363.84716700000001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30</c:v>
                </c:pt>
                <c:pt idx="1311">
                  <c:v>30</c:v>
                </c:pt>
                <c:pt idx="1312">
                  <c:v>133.731979</c:v>
                </c:pt>
                <c:pt idx="1313">
                  <c:v>133.731979</c:v>
                </c:pt>
                <c:pt idx="1314">
                  <c:v>270.00009999999997</c:v>
                </c:pt>
                <c:pt idx="1315">
                  <c:v>270.00009999999997</c:v>
                </c:pt>
                <c:pt idx="1316">
                  <c:v>340.37882999999999</c:v>
                </c:pt>
                <c:pt idx="1317">
                  <c:v>340.37882999999999</c:v>
                </c:pt>
                <c:pt idx="1318">
                  <c:v>360</c:v>
                </c:pt>
                <c:pt idx="1319">
                  <c:v>360</c:v>
                </c:pt>
                <c:pt idx="1320">
                  <c:v>329.99990000000003</c:v>
                </c:pt>
                <c:pt idx="1321">
                  <c:v>329.99990000000003</c:v>
                </c:pt>
                <c:pt idx="1322">
                  <c:v>150.0001</c:v>
                </c:pt>
                <c:pt idx="1323">
                  <c:v>150.0001</c:v>
                </c:pt>
                <c:pt idx="1324">
                  <c:v>180</c:v>
                </c:pt>
                <c:pt idx="1325">
                  <c:v>180</c:v>
                </c:pt>
                <c:pt idx="1326">
                  <c:v>102.210947</c:v>
                </c:pt>
                <c:pt idx="1327">
                  <c:v>102.210947</c:v>
                </c:pt>
                <c:pt idx="1328">
                  <c:v>102.255442</c:v>
                </c:pt>
                <c:pt idx="1329">
                  <c:v>102.255442</c:v>
                </c:pt>
                <c:pt idx="1330">
                  <c:v>72.210325999999995</c:v>
                </c:pt>
                <c:pt idx="1331">
                  <c:v>72.210325999999995</c:v>
                </c:pt>
                <c:pt idx="1332">
                  <c:v>30</c:v>
                </c:pt>
                <c:pt idx="1333">
                  <c:v>30</c:v>
                </c:pt>
                <c:pt idx="1334">
                  <c:v>90</c:v>
                </c:pt>
                <c:pt idx="1335">
                  <c:v>90</c:v>
                </c:pt>
                <c:pt idx="1336">
                  <c:v>0</c:v>
                </c:pt>
                <c:pt idx="1337">
                  <c:v>0</c:v>
                </c:pt>
                <c:pt idx="1338">
                  <c:v>462.54728499999999</c:v>
                </c:pt>
                <c:pt idx="1339">
                  <c:v>462.54728499999999</c:v>
                </c:pt>
                <c:pt idx="1340">
                  <c:v>818.32866799999999</c:v>
                </c:pt>
                <c:pt idx="1341">
                  <c:v>818.32866799999999</c:v>
                </c:pt>
                <c:pt idx="1342">
                  <c:v>780</c:v>
                </c:pt>
                <c:pt idx="1343">
                  <c:v>780</c:v>
                </c:pt>
                <c:pt idx="1344">
                  <c:v>150.00020000000001</c:v>
                </c:pt>
                <c:pt idx="1345">
                  <c:v>150.00020000000001</c:v>
                </c:pt>
                <c:pt idx="1346">
                  <c:v>271.09162700000002</c:v>
                </c:pt>
                <c:pt idx="1347">
                  <c:v>271.09162700000002</c:v>
                </c:pt>
                <c:pt idx="1348">
                  <c:v>308.41099700000001</c:v>
                </c:pt>
                <c:pt idx="1349">
                  <c:v>308.41099700000001</c:v>
                </c:pt>
                <c:pt idx="1350">
                  <c:v>285.192364</c:v>
                </c:pt>
                <c:pt idx="1351">
                  <c:v>285.192364</c:v>
                </c:pt>
                <c:pt idx="1352">
                  <c:v>270.00009999999997</c:v>
                </c:pt>
                <c:pt idx="1353">
                  <c:v>270.00009999999997</c:v>
                </c:pt>
                <c:pt idx="1354">
                  <c:v>256.70203400000003</c:v>
                </c:pt>
                <c:pt idx="1355">
                  <c:v>256.70203400000003</c:v>
                </c:pt>
                <c:pt idx="1356">
                  <c:v>195.43357800000001</c:v>
                </c:pt>
                <c:pt idx="1357">
                  <c:v>195.43357800000001</c:v>
                </c:pt>
                <c:pt idx="1358">
                  <c:v>471.83709800000003</c:v>
                </c:pt>
                <c:pt idx="1359">
                  <c:v>471.83709800000003</c:v>
                </c:pt>
                <c:pt idx="1360">
                  <c:v>42.210346999999999</c:v>
                </c:pt>
                <c:pt idx="1361">
                  <c:v>42.210346999999999</c:v>
                </c:pt>
                <c:pt idx="1362">
                  <c:v>0</c:v>
                </c:pt>
                <c:pt idx="1363">
                  <c:v>0</c:v>
                </c:pt>
                <c:pt idx="1364">
                  <c:v>107.789653</c:v>
                </c:pt>
                <c:pt idx="1365">
                  <c:v>107.789653</c:v>
                </c:pt>
                <c:pt idx="1366">
                  <c:v>150.0001</c:v>
                </c:pt>
                <c:pt idx="1367">
                  <c:v>150.0001</c:v>
                </c:pt>
                <c:pt idx="1368">
                  <c:v>101.23847000000001</c:v>
                </c:pt>
                <c:pt idx="1369">
                  <c:v>101.23847000000001</c:v>
                </c:pt>
                <c:pt idx="1370">
                  <c:v>200</c:v>
                </c:pt>
                <c:pt idx="1371">
                  <c:v>200</c:v>
                </c:pt>
                <c:pt idx="1372">
                  <c:v>150.00052099999999</c:v>
                </c:pt>
                <c:pt idx="1373">
                  <c:v>150.00052099999999</c:v>
                </c:pt>
                <c:pt idx="1374">
                  <c:v>178.24033800000001</c:v>
                </c:pt>
                <c:pt idx="1375">
                  <c:v>178.24033800000001</c:v>
                </c:pt>
                <c:pt idx="1376">
                  <c:v>200</c:v>
                </c:pt>
                <c:pt idx="1377">
                  <c:v>200</c:v>
                </c:pt>
                <c:pt idx="1378">
                  <c:v>200</c:v>
                </c:pt>
                <c:pt idx="1379">
                  <c:v>200</c:v>
                </c:pt>
                <c:pt idx="1380">
                  <c:v>200</c:v>
                </c:pt>
                <c:pt idx="1381">
                  <c:v>200</c:v>
                </c:pt>
                <c:pt idx="1382">
                  <c:v>180.00030000000001</c:v>
                </c:pt>
                <c:pt idx="1383">
                  <c:v>180.00030000000001</c:v>
                </c:pt>
                <c:pt idx="1384">
                  <c:v>200</c:v>
                </c:pt>
                <c:pt idx="1385">
                  <c:v>200</c:v>
                </c:pt>
                <c:pt idx="1386">
                  <c:v>200.71100000000001</c:v>
                </c:pt>
                <c:pt idx="1387">
                  <c:v>200.71100000000001</c:v>
                </c:pt>
                <c:pt idx="1388">
                  <c:v>213.47399999999999</c:v>
                </c:pt>
                <c:pt idx="1389">
                  <c:v>213.47399999999999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F15-42B1-8EC2-F5074295417C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22.578555000000001</c:v>
                </c:pt>
                <c:pt idx="51">
                  <c:v>22.578555000000001</c:v>
                </c:pt>
                <c:pt idx="52">
                  <c:v>69.849999999999994</c:v>
                </c:pt>
                <c:pt idx="53">
                  <c:v>69.849999999999994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122.088691</c:v>
                </c:pt>
                <c:pt idx="201">
                  <c:v>122.088691</c:v>
                </c:pt>
                <c:pt idx="202">
                  <c:v>200</c:v>
                </c:pt>
                <c:pt idx="203">
                  <c:v>200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200</c:v>
                </c:pt>
                <c:pt idx="209">
                  <c:v>200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200</c:v>
                </c:pt>
                <c:pt idx="219">
                  <c:v>200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200</c:v>
                </c:pt>
                <c:pt idx="225">
                  <c:v>200</c:v>
                </c:pt>
                <c:pt idx="226">
                  <c:v>200</c:v>
                </c:pt>
                <c:pt idx="227">
                  <c:v>200</c:v>
                </c:pt>
                <c:pt idx="228">
                  <c:v>229.73830000000001</c:v>
                </c:pt>
                <c:pt idx="229">
                  <c:v>229.73830000000001</c:v>
                </c:pt>
                <c:pt idx="230">
                  <c:v>240.00030000000001</c:v>
                </c:pt>
                <c:pt idx="231">
                  <c:v>240.00030000000001</c:v>
                </c:pt>
                <c:pt idx="232">
                  <c:v>240.00030000000001</c:v>
                </c:pt>
                <c:pt idx="233">
                  <c:v>240.00030000000001</c:v>
                </c:pt>
                <c:pt idx="234">
                  <c:v>233.212805</c:v>
                </c:pt>
                <c:pt idx="235">
                  <c:v>233.212805</c:v>
                </c:pt>
                <c:pt idx="236">
                  <c:v>234.90042099999999</c:v>
                </c:pt>
                <c:pt idx="237">
                  <c:v>234.90042099999999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140.24315899999999</c:v>
                </c:pt>
                <c:pt idx="1001">
                  <c:v>140.24315899999999</c:v>
                </c:pt>
                <c:pt idx="1002">
                  <c:v>197.524</c:v>
                </c:pt>
                <c:pt idx="1003">
                  <c:v>197.524</c:v>
                </c:pt>
                <c:pt idx="1004">
                  <c:v>191.89400000000001</c:v>
                </c:pt>
                <c:pt idx="1005">
                  <c:v>191.89400000000001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101.23847000000001</c:v>
                </c:pt>
                <c:pt idx="1369">
                  <c:v>101.23847000000001</c:v>
                </c:pt>
                <c:pt idx="1370">
                  <c:v>200</c:v>
                </c:pt>
                <c:pt idx="1371">
                  <c:v>200</c:v>
                </c:pt>
                <c:pt idx="1372">
                  <c:v>150.00052099999999</c:v>
                </c:pt>
                <c:pt idx="1373">
                  <c:v>150.00052099999999</c:v>
                </c:pt>
                <c:pt idx="1374">
                  <c:v>178.24033800000001</c:v>
                </c:pt>
                <c:pt idx="1375">
                  <c:v>178.24033800000001</c:v>
                </c:pt>
                <c:pt idx="1376">
                  <c:v>200</c:v>
                </c:pt>
                <c:pt idx="1377">
                  <c:v>200</c:v>
                </c:pt>
                <c:pt idx="1378">
                  <c:v>200</c:v>
                </c:pt>
                <c:pt idx="1379">
                  <c:v>200</c:v>
                </c:pt>
                <c:pt idx="1380">
                  <c:v>200</c:v>
                </c:pt>
                <c:pt idx="1381">
                  <c:v>200</c:v>
                </c:pt>
                <c:pt idx="1382">
                  <c:v>180.00030000000001</c:v>
                </c:pt>
                <c:pt idx="1383">
                  <c:v>180.00030000000001</c:v>
                </c:pt>
                <c:pt idx="1384">
                  <c:v>200</c:v>
                </c:pt>
                <c:pt idx="1385">
                  <c:v>200</c:v>
                </c:pt>
                <c:pt idx="1386">
                  <c:v>198.161</c:v>
                </c:pt>
                <c:pt idx="1387">
                  <c:v>198.161</c:v>
                </c:pt>
                <c:pt idx="1388">
                  <c:v>200.72399999999999</c:v>
                </c:pt>
                <c:pt idx="1389">
                  <c:v>200.72399999999999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F15-42B1-8EC2-F5074295417C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5.95</c:v>
                </c:pt>
                <c:pt idx="45">
                  <c:v>5.95</c:v>
                </c:pt>
                <c:pt idx="46">
                  <c:v>16.149999999999999</c:v>
                </c:pt>
                <c:pt idx="47">
                  <c:v>16.149999999999999</c:v>
                </c:pt>
                <c:pt idx="48">
                  <c:v>16.149999999999999</c:v>
                </c:pt>
                <c:pt idx="49">
                  <c:v>16.149999999999999</c:v>
                </c:pt>
                <c:pt idx="50">
                  <c:v>24.65</c:v>
                </c:pt>
                <c:pt idx="51">
                  <c:v>24.65</c:v>
                </c:pt>
                <c:pt idx="52">
                  <c:v>50.15</c:v>
                </c:pt>
                <c:pt idx="53">
                  <c:v>50.15</c:v>
                </c:pt>
                <c:pt idx="54">
                  <c:v>66.3</c:v>
                </c:pt>
                <c:pt idx="55">
                  <c:v>66.3</c:v>
                </c:pt>
                <c:pt idx="56">
                  <c:v>73.099999999999994</c:v>
                </c:pt>
                <c:pt idx="57">
                  <c:v>73.099999999999994</c:v>
                </c:pt>
                <c:pt idx="58">
                  <c:v>64.599999999999994</c:v>
                </c:pt>
                <c:pt idx="59">
                  <c:v>64.599999999999994</c:v>
                </c:pt>
                <c:pt idx="60">
                  <c:v>75.650000000000006</c:v>
                </c:pt>
                <c:pt idx="61">
                  <c:v>75.650000000000006</c:v>
                </c:pt>
                <c:pt idx="62">
                  <c:v>111.35</c:v>
                </c:pt>
                <c:pt idx="63">
                  <c:v>111.35</c:v>
                </c:pt>
                <c:pt idx="64">
                  <c:v>119</c:v>
                </c:pt>
                <c:pt idx="65">
                  <c:v>119</c:v>
                </c:pt>
                <c:pt idx="66">
                  <c:v>120.7</c:v>
                </c:pt>
                <c:pt idx="67">
                  <c:v>120.7</c:v>
                </c:pt>
                <c:pt idx="68">
                  <c:v>136.85</c:v>
                </c:pt>
                <c:pt idx="69">
                  <c:v>136.85</c:v>
                </c:pt>
                <c:pt idx="70">
                  <c:v>173.4</c:v>
                </c:pt>
                <c:pt idx="71">
                  <c:v>173.4</c:v>
                </c:pt>
                <c:pt idx="72">
                  <c:v>277.95</c:v>
                </c:pt>
                <c:pt idx="73">
                  <c:v>277.95</c:v>
                </c:pt>
                <c:pt idx="74">
                  <c:v>447.95</c:v>
                </c:pt>
                <c:pt idx="75">
                  <c:v>447.95</c:v>
                </c:pt>
                <c:pt idx="76">
                  <c:v>535.5</c:v>
                </c:pt>
                <c:pt idx="77">
                  <c:v>535.5</c:v>
                </c:pt>
                <c:pt idx="78">
                  <c:v>616.25</c:v>
                </c:pt>
                <c:pt idx="79">
                  <c:v>616.25</c:v>
                </c:pt>
                <c:pt idx="80">
                  <c:v>528.70000000000005</c:v>
                </c:pt>
                <c:pt idx="81">
                  <c:v>528.70000000000005</c:v>
                </c:pt>
                <c:pt idx="82">
                  <c:v>578</c:v>
                </c:pt>
                <c:pt idx="83">
                  <c:v>578</c:v>
                </c:pt>
                <c:pt idx="84">
                  <c:v>708.9</c:v>
                </c:pt>
                <c:pt idx="85">
                  <c:v>708.9</c:v>
                </c:pt>
                <c:pt idx="86">
                  <c:v>721.65</c:v>
                </c:pt>
                <c:pt idx="87">
                  <c:v>721.65</c:v>
                </c:pt>
                <c:pt idx="88">
                  <c:v>731.85</c:v>
                </c:pt>
                <c:pt idx="89">
                  <c:v>731.85</c:v>
                </c:pt>
                <c:pt idx="90">
                  <c:v>733.55</c:v>
                </c:pt>
                <c:pt idx="91">
                  <c:v>733.55</c:v>
                </c:pt>
                <c:pt idx="92">
                  <c:v>657.05</c:v>
                </c:pt>
                <c:pt idx="93">
                  <c:v>657.05</c:v>
                </c:pt>
                <c:pt idx="94">
                  <c:v>538.04999999999995</c:v>
                </c:pt>
                <c:pt idx="95">
                  <c:v>538.04999999999995</c:v>
                </c:pt>
                <c:pt idx="96">
                  <c:v>426.7</c:v>
                </c:pt>
                <c:pt idx="97">
                  <c:v>426.7</c:v>
                </c:pt>
                <c:pt idx="98">
                  <c:v>293.25</c:v>
                </c:pt>
                <c:pt idx="99">
                  <c:v>293.25</c:v>
                </c:pt>
                <c:pt idx="100">
                  <c:v>183.6</c:v>
                </c:pt>
                <c:pt idx="101">
                  <c:v>183.6</c:v>
                </c:pt>
                <c:pt idx="102">
                  <c:v>137.69999999999999</c:v>
                </c:pt>
                <c:pt idx="103">
                  <c:v>137.69999999999999</c:v>
                </c:pt>
                <c:pt idx="104">
                  <c:v>128.35</c:v>
                </c:pt>
                <c:pt idx="105">
                  <c:v>128.35</c:v>
                </c:pt>
                <c:pt idx="106">
                  <c:v>370.6</c:v>
                </c:pt>
                <c:pt idx="107">
                  <c:v>370.6</c:v>
                </c:pt>
                <c:pt idx="108">
                  <c:v>306.85000000000002</c:v>
                </c:pt>
                <c:pt idx="109">
                  <c:v>306.85000000000002</c:v>
                </c:pt>
                <c:pt idx="110">
                  <c:v>429.25</c:v>
                </c:pt>
                <c:pt idx="111">
                  <c:v>429.25</c:v>
                </c:pt>
                <c:pt idx="112">
                  <c:v>282.2</c:v>
                </c:pt>
                <c:pt idx="113">
                  <c:v>282.2</c:v>
                </c:pt>
                <c:pt idx="114">
                  <c:v>90.1</c:v>
                </c:pt>
                <c:pt idx="115">
                  <c:v>90.1</c:v>
                </c:pt>
                <c:pt idx="116">
                  <c:v>98.6</c:v>
                </c:pt>
                <c:pt idx="117">
                  <c:v>98.6</c:v>
                </c:pt>
                <c:pt idx="118">
                  <c:v>79.900000000000006</c:v>
                </c:pt>
                <c:pt idx="119">
                  <c:v>79.900000000000006</c:v>
                </c:pt>
                <c:pt idx="120">
                  <c:v>75.650000000000006</c:v>
                </c:pt>
                <c:pt idx="121">
                  <c:v>75.650000000000006</c:v>
                </c:pt>
                <c:pt idx="122">
                  <c:v>120.7</c:v>
                </c:pt>
                <c:pt idx="123">
                  <c:v>120.7</c:v>
                </c:pt>
                <c:pt idx="124">
                  <c:v>141.1</c:v>
                </c:pt>
                <c:pt idx="125">
                  <c:v>141.1</c:v>
                </c:pt>
                <c:pt idx="126">
                  <c:v>154.69999999999999</c:v>
                </c:pt>
                <c:pt idx="127">
                  <c:v>154.69999999999999</c:v>
                </c:pt>
                <c:pt idx="128">
                  <c:v>186.15</c:v>
                </c:pt>
                <c:pt idx="129">
                  <c:v>186.15</c:v>
                </c:pt>
                <c:pt idx="130">
                  <c:v>174.25</c:v>
                </c:pt>
                <c:pt idx="131">
                  <c:v>174.25</c:v>
                </c:pt>
                <c:pt idx="132">
                  <c:v>165.75</c:v>
                </c:pt>
                <c:pt idx="133">
                  <c:v>165.75</c:v>
                </c:pt>
                <c:pt idx="134">
                  <c:v>127.5</c:v>
                </c:pt>
                <c:pt idx="135">
                  <c:v>127.5</c:v>
                </c:pt>
                <c:pt idx="136">
                  <c:v>92.65</c:v>
                </c:pt>
                <c:pt idx="137">
                  <c:v>92.65</c:v>
                </c:pt>
                <c:pt idx="138">
                  <c:v>60.35</c:v>
                </c:pt>
                <c:pt idx="139">
                  <c:v>60.35</c:v>
                </c:pt>
                <c:pt idx="140">
                  <c:v>28.9</c:v>
                </c:pt>
                <c:pt idx="141">
                  <c:v>28.9</c:v>
                </c:pt>
                <c:pt idx="142">
                  <c:v>7.65</c:v>
                </c:pt>
                <c:pt idx="143">
                  <c:v>7.65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5.0999999999999996</c:v>
                </c:pt>
                <c:pt idx="237">
                  <c:v>5.0999999999999996</c:v>
                </c:pt>
                <c:pt idx="238">
                  <c:v>17.850000000000001</c:v>
                </c:pt>
                <c:pt idx="239">
                  <c:v>17.850000000000001</c:v>
                </c:pt>
                <c:pt idx="240">
                  <c:v>29.75</c:v>
                </c:pt>
                <c:pt idx="241">
                  <c:v>29.75</c:v>
                </c:pt>
                <c:pt idx="242">
                  <c:v>62.9</c:v>
                </c:pt>
                <c:pt idx="243">
                  <c:v>62.9</c:v>
                </c:pt>
                <c:pt idx="244">
                  <c:v>102</c:v>
                </c:pt>
                <c:pt idx="245">
                  <c:v>102</c:v>
                </c:pt>
                <c:pt idx="246">
                  <c:v>145.35</c:v>
                </c:pt>
                <c:pt idx="247">
                  <c:v>145.35</c:v>
                </c:pt>
                <c:pt idx="248">
                  <c:v>198.05</c:v>
                </c:pt>
                <c:pt idx="249">
                  <c:v>198.05</c:v>
                </c:pt>
                <c:pt idx="250">
                  <c:v>261.8</c:v>
                </c:pt>
                <c:pt idx="251">
                  <c:v>261.8</c:v>
                </c:pt>
                <c:pt idx="252">
                  <c:v>297.5</c:v>
                </c:pt>
                <c:pt idx="253">
                  <c:v>297.5</c:v>
                </c:pt>
                <c:pt idx="254">
                  <c:v>350.2</c:v>
                </c:pt>
                <c:pt idx="255">
                  <c:v>350.2</c:v>
                </c:pt>
                <c:pt idx="256">
                  <c:v>396.1</c:v>
                </c:pt>
                <c:pt idx="257">
                  <c:v>396.1</c:v>
                </c:pt>
                <c:pt idx="258">
                  <c:v>431.8</c:v>
                </c:pt>
                <c:pt idx="259">
                  <c:v>431.8</c:v>
                </c:pt>
                <c:pt idx="260">
                  <c:v>478.55</c:v>
                </c:pt>
                <c:pt idx="261">
                  <c:v>478.55</c:v>
                </c:pt>
                <c:pt idx="262">
                  <c:v>523.6</c:v>
                </c:pt>
                <c:pt idx="263">
                  <c:v>523.6</c:v>
                </c:pt>
                <c:pt idx="264">
                  <c:v>566.95000000000005</c:v>
                </c:pt>
                <c:pt idx="265">
                  <c:v>566.95000000000005</c:v>
                </c:pt>
                <c:pt idx="266">
                  <c:v>607.75</c:v>
                </c:pt>
                <c:pt idx="267">
                  <c:v>607.75</c:v>
                </c:pt>
                <c:pt idx="268">
                  <c:v>641.75</c:v>
                </c:pt>
                <c:pt idx="269">
                  <c:v>641.75</c:v>
                </c:pt>
                <c:pt idx="270">
                  <c:v>669.8</c:v>
                </c:pt>
                <c:pt idx="271">
                  <c:v>669.8</c:v>
                </c:pt>
                <c:pt idx="272">
                  <c:v>694.45</c:v>
                </c:pt>
                <c:pt idx="273">
                  <c:v>694.45</c:v>
                </c:pt>
                <c:pt idx="274">
                  <c:v>704.65</c:v>
                </c:pt>
                <c:pt idx="275">
                  <c:v>704.65</c:v>
                </c:pt>
                <c:pt idx="276">
                  <c:v>645.15</c:v>
                </c:pt>
                <c:pt idx="277">
                  <c:v>645.15</c:v>
                </c:pt>
                <c:pt idx="278">
                  <c:v>644.29999999999995</c:v>
                </c:pt>
                <c:pt idx="279">
                  <c:v>644.29999999999995</c:v>
                </c:pt>
                <c:pt idx="280">
                  <c:v>632.4</c:v>
                </c:pt>
                <c:pt idx="281">
                  <c:v>632.4</c:v>
                </c:pt>
                <c:pt idx="282">
                  <c:v>715.7</c:v>
                </c:pt>
                <c:pt idx="283">
                  <c:v>715.7</c:v>
                </c:pt>
                <c:pt idx="284">
                  <c:v>760.75</c:v>
                </c:pt>
                <c:pt idx="285">
                  <c:v>760.75</c:v>
                </c:pt>
                <c:pt idx="286">
                  <c:v>757.35</c:v>
                </c:pt>
                <c:pt idx="287">
                  <c:v>757.35</c:v>
                </c:pt>
                <c:pt idx="288">
                  <c:v>750.55</c:v>
                </c:pt>
                <c:pt idx="289">
                  <c:v>750.55</c:v>
                </c:pt>
                <c:pt idx="290">
                  <c:v>739.5</c:v>
                </c:pt>
                <c:pt idx="291">
                  <c:v>739.5</c:v>
                </c:pt>
                <c:pt idx="292">
                  <c:v>725.9</c:v>
                </c:pt>
                <c:pt idx="293">
                  <c:v>725.9</c:v>
                </c:pt>
                <c:pt idx="294">
                  <c:v>709.75</c:v>
                </c:pt>
                <c:pt idx="295">
                  <c:v>709.75</c:v>
                </c:pt>
                <c:pt idx="296">
                  <c:v>690.2</c:v>
                </c:pt>
                <c:pt idx="297">
                  <c:v>690.2</c:v>
                </c:pt>
                <c:pt idx="298">
                  <c:v>667.25</c:v>
                </c:pt>
                <c:pt idx="299">
                  <c:v>667.25</c:v>
                </c:pt>
                <c:pt idx="300">
                  <c:v>640.9</c:v>
                </c:pt>
                <c:pt idx="301">
                  <c:v>640.9</c:v>
                </c:pt>
                <c:pt idx="302">
                  <c:v>612.85</c:v>
                </c:pt>
                <c:pt idx="303">
                  <c:v>612.85</c:v>
                </c:pt>
                <c:pt idx="304">
                  <c:v>578</c:v>
                </c:pt>
                <c:pt idx="305">
                  <c:v>578</c:v>
                </c:pt>
                <c:pt idx="306">
                  <c:v>510</c:v>
                </c:pt>
                <c:pt idx="307">
                  <c:v>510</c:v>
                </c:pt>
                <c:pt idx="308">
                  <c:v>499.8</c:v>
                </c:pt>
                <c:pt idx="309">
                  <c:v>499.8</c:v>
                </c:pt>
                <c:pt idx="310">
                  <c:v>406.3</c:v>
                </c:pt>
                <c:pt idx="311">
                  <c:v>406.3</c:v>
                </c:pt>
                <c:pt idx="312">
                  <c:v>206.55</c:v>
                </c:pt>
                <c:pt idx="313">
                  <c:v>206.55</c:v>
                </c:pt>
                <c:pt idx="314">
                  <c:v>318.75</c:v>
                </c:pt>
                <c:pt idx="315">
                  <c:v>318.75</c:v>
                </c:pt>
                <c:pt idx="316">
                  <c:v>283.89999999999998</c:v>
                </c:pt>
                <c:pt idx="317">
                  <c:v>283.89999999999998</c:v>
                </c:pt>
                <c:pt idx="318">
                  <c:v>235.45</c:v>
                </c:pt>
                <c:pt idx="319">
                  <c:v>235.45</c:v>
                </c:pt>
                <c:pt idx="320">
                  <c:v>211.65</c:v>
                </c:pt>
                <c:pt idx="321">
                  <c:v>211.65</c:v>
                </c:pt>
                <c:pt idx="322">
                  <c:v>135.15</c:v>
                </c:pt>
                <c:pt idx="323">
                  <c:v>135.15</c:v>
                </c:pt>
                <c:pt idx="324">
                  <c:v>115.6</c:v>
                </c:pt>
                <c:pt idx="325">
                  <c:v>115.6</c:v>
                </c:pt>
                <c:pt idx="326">
                  <c:v>78.2</c:v>
                </c:pt>
                <c:pt idx="327">
                  <c:v>78.2</c:v>
                </c:pt>
                <c:pt idx="328">
                  <c:v>78.2</c:v>
                </c:pt>
                <c:pt idx="329">
                  <c:v>78.2</c:v>
                </c:pt>
                <c:pt idx="330">
                  <c:v>48.45</c:v>
                </c:pt>
                <c:pt idx="331">
                  <c:v>48.45</c:v>
                </c:pt>
                <c:pt idx="332">
                  <c:v>17.850000000000001</c:v>
                </c:pt>
                <c:pt idx="333">
                  <c:v>17.850000000000001</c:v>
                </c:pt>
                <c:pt idx="334">
                  <c:v>3.4</c:v>
                </c:pt>
                <c:pt idx="335">
                  <c:v>3.4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0.85</c:v>
                </c:pt>
                <c:pt idx="427">
                  <c:v>0.85</c:v>
                </c:pt>
                <c:pt idx="428">
                  <c:v>13.6</c:v>
                </c:pt>
                <c:pt idx="429">
                  <c:v>13.6</c:v>
                </c:pt>
                <c:pt idx="430">
                  <c:v>43.35</c:v>
                </c:pt>
                <c:pt idx="431">
                  <c:v>43.35</c:v>
                </c:pt>
                <c:pt idx="432">
                  <c:v>81.599999999999994</c:v>
                </c:pt>
                <c:pt idx="433">
                  <c:v>81.599999999999994</c:v>
                </c:pt>
                <c:pt idx="434">
                  <c:v>123.25</c:v>
                </c:pt>
                <c:pt idx="435">
                  <c:v>123.25</c:v>
                </c:pt>
                <c:pt idx="436">
                  <c:v>167.45</c:v>
                </c:pt>
                <c:pt idx="437">
                  <c:v>167.45</c:v>
                </c:pt>
                <c:pt idx="438">
                  <c:v>214.2</c:v>
                </c:pt>
                <c:pt idx="439">
                  <c:v>214.2</c:v>
                </c:pt>
                <c:pt idx="440">
                  <c:v>261.8</c:v>
                </c:pt>
                <c:pt idx="441">
                  <c:v>261.8</c:v>
                </c:pt>
                <c:pt idx="442">
                  <c:v>310.25</c:v>
                </c:pt>
                <c:pt idx="443">
                  <c:v>310.25</c:v>
                </c:pt>
                <c:pt idx="444">
                  <c:v>357</c:v>
                </c:pt>
                <c:pt idx="445">
                  <c:v>357</c:v>
                </c:pt>
                <c:pt idx="446">
                  <c:v>402.9</c:v>
                </c:pt>
                <c:pt idx="447">
                  <c:v>402.9</c:v>
                </c:pt>
                <c:pt idx="448">
                  <c:v>447.95</c:v>
                </c:pt>
                <c:pt idx="449">
                  <c:v>447.95</c:v>
                </c:pt>
                <c:pt idx="450">
                  <c:v>490.45</c:v>
                </c:pt>
                <c:pt idx="451">
                  <c:v>490.45</c:v>
                </c:pt>
                <c:pt idx="452">
                  <c:v>532.1</c:v>
                </c:pt>
                <c:pt idx="453">
                  <c:v>532.1</c:v>
                </c:pt>
                <c:pt idx="454">
                  <c:v>571.20000000000005</c:v>
                </c:pt>
                <c:pt idx="455">
                  <c:v>571.20000000000005</c:v>
                </c:pt>
                <c:pt idx="456">
                  <c:v>607.75</c:v>
                </c:pt>
                <c:pt idx="457">
                  <c:v>607.75</c:v>
                </c:pt>
                <c:pt idx="458">
                  <c:v>641.75</c:v>
                </c:pt>
                <c:pt idx="459">
                  <c:v>641.75</c:v>
                </c:pt>
                <c:pt idx="460">
                  <c:v>671.5</c:v>
                </c:pt>
                <c:pt idx="461">
                  <c:v>671.5</c:v>
                </c:pt>
                <c:pt idx="462">
                  <c:v>698.7</c:v>
                </c:pt>
                <c:pt idx="463">
                  <c:v>698.7</c:v>
                </c:pt>
                <c:pt idx="464">
                  <c:v>721.65</c:v>
                </c:pt>
                <c:pt idx="465">
                  <c:v>721.65</c:v>
                </c:pt>
                <c:pt idx="466">
                  <c:v>742.05</c:v>
                </c:pt>
                <c:pt idx="467">
                  <c:v>742.05</c:v>
                </c:pt>
                <c:pt idx="468">
                  <c:v>758.2</c:v>
                </c:pt>
                <c:pt idx="469">
                  <c:v>758.2</c:v>
                </c:pt>
                <c:pt idx="470">
                  <c:v>771.8</c:v>
                </c:pt>
                <c:pt idx="471">
                  <c:v>771.8</c:v>
                </c:pt>
                <c:pt idx="472">
                  <c:v>781.15</c:v>
                </c:pt>
                <c:pt idx="473">
                  <c:v>781.15</c:v>
                </c:pt>
                <c:pt idx="474">
                  <c:v>787.1</c:v>
                </c:pt>
                <c:pt idx="475">
                  <c:v>787.1</c:v>
                </c:pt>
                <c:pt idx="476">
                  <c:v>788.8</c:v>
                </c:pt>
                <c:pt idx="477">
                  <c:v>788.8</c:v>
                </c:pt>
                <c:pt idx="478">
                  <c:v>787.1</c:v>
                </c:pt>
                <c:pt idx="479">
                  <c:v>787.1</c:v>
                </c:pt>
                <c:pt idx="480">
                  <c:v>782</c:v>
                </c:pt>
                <c:pt idx="481">
                  <c:v>782</c:v>
                </c:pt>
                <c:pt idx="482">
                  <c:v>772.65</c:v>
                </c:pt>
                <c:pt idx="483">
                  <c:v>772.65</c:v>
                </c:pt>
                <c:pt idx="484">
                  <c:v>760.75</c:v>
                </c:pt>
                <c:pt idx="485">
                  <c:v>760.75</c:v>
                </c:pt>
                <c:pt idx="486">
                  <c:v>744.6</c:v>
                </c:pt>
                <c:pt idx="487">
                  <c:v>744.6</c:v>
                </c:pt>
                <c:pt idx="488">
                  <c:v>725.9</c:v>
                </c:pt>
                <c:pt idx="489">
                  <c:v>725.9</c:v>
                </c:pt>
                <c:pt idx="490">
                  <c:v>703.8</c:v>
                </c:pt>
                <c:pt idx="491">
                  <c:v>703.8</c:v>
                </c:pt>
                <c:pt idx="492">
                  <c:v>678.3</c:v>
                </c:pt>
                <c:pt idx="493">
                  <c:v>678.3</c:v>
                </c:pt>
                <c:pt idx="494">
                  <c:v>649.4</c:v>
                </c:pt>
                <c:pt idx="495">
                  <c:v>649.4</c:v>
                </c:pt>
                <c:pt idx="496">
                  <c:v>618.79999999999995</c:v>
                </c:pt>
                <c:pt idx="497">
                  <c:v>618.79999999999995</c:v>
                </c:pt>
                <c:pt idx="498">
                  <c:v>584.79999999999995</c:v>
                </c:pt>
                <c:pt idx="499">
                  <c:v>584.79999999999995</c:v>
                </c:pt>
                <c:pt idx="500">
                  <c:v>548.25</c:v>
                </c:pt>
                <c:pt idx="501">
                  <c:v>548.25</c:v>
                </c:pt>
                <c:pt idx="502">
                  <c:v>501.5</c:v>
                </c:pt>
                <c:pt idx="503">
                  <c:v>501.5</c:v>
                </c:pt>
                <c:pt idx="504">
                  <c:v>395.25</c:v>
                </c:pt>
                <c:pt idx="505">
                  <c:v>395.25</c:v>
                </c:pt>
                <c:pt idx="506">
                  <c:v>289</c:v>
                </c:pt>
                <c:pt idx="507">
                  <c:v>289</c:v>
                </c:pt>
                <c:pt idx="508">
                  <c:v>226.1</c:v>
                </c:pt>
                <c:pt idx="509">
                  <c:v>226.1</c:v>
                </c:pt>
                <c:pt idx="510">
                  <c:v>192.95</c:v>
                </c:pt>
                <c:pt idx="511">
                  <c:v>192.95</c:v>
                </c:pt>
                <c:pt idx="512">
                  <c:v>204</c:v>
                </c:pt>
                <c:pt idx="513">
                  <c:v>204</c:v>
                </c:pt>
                <c:pt idx="514">
                  <c:v>199.75</c:v>
                </c:pt>
                <c:pt idx="515">
                  <c:v>199.75</c:v>
                </c:pt>
                <c:pt idx="516">
                  <c:v>160.65</c:v>
                </c:pt>
                <c:pt idx="517">
                  <c:v>160.65</c:v>
                </c:pt>
                <c:pt idx="518">
                  <c:v>137.69999999999999</c:v>
                </c:pt>
                <c:pt idx="519">
                  <c:v>137.69999999999999</c:v>
                </c:pt>
                <c:pt idx="520">
                  <c:v>103.7</c:v>
                </c:pt>
                <c:pt idx="521">
                  <c:v>103.7</c:v>
                </c:pt>
                <c:pt idx="522">
                  <c:v>51.85</c:v>
                </c:pt>
                <c:pt idx="523">
                  <c:v>51.85</c:v>
                </c:pt>
                <c:pt idx="524">
                  <c:v>17</c:v>
                </c:pt>
                <c:pt idx="525">
                  <c:v>17</c:v>
                </c:pt>
                <c:pt idx="526">
                  <c:v>7.65</c:v>
                </c:pt>
                <c:pt idx="527">
                  <c:v>7.65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5.95</c:v>
                </c:pt>
                <c:pt idx="621">
                  <c:v>5.95</c:v>
                </c:pt>
                <c:pt idx="622">
                  <c:v>18.7</c:v>
                </c:pt>
                <c:pt idx="623">
                  <c:v>18.7</c:v>
                </c:pt>
                <c:pt idx="624">
                  <c:v>27.2</c:v>
                </c:pt>
                <c:pt idx="625">
                  <c:v>27.2</c:v>
                </c:pt>
                <c:pt idx="626">
                  <c:v>39.950000000000003</c:v>
                </c:pt>
                <c:pt idx="627">
                  <c:v>39.950000000000003</c:v>
                </c:pt>
                <c:pt idx="628">
                  <c:v>72.25</c:v>
                </c:pt>
                <c:pt idx="629">
                  <c:v>72.25</c:v>
                </c:pt>
                <c:pt idx="630">
                  <c:v>96.05</c:v>
                </c:pt>
                <c:pt idx="631">
                  <c:v>96.05</c:v>
                </c:pt>
                <c:pt idx="632">
                  <c:v>146.19999999999999</c:v>
                </c:pt>
                <c:pt idx="633">
                  <c:v>146.19999999999999</c:v>
                </c:pt>
                <c:pt idx="634">
                  <c:v>160.65</c:v>
                </c:pt>
                <c:pt idx="635">
                  <c:v>160.65</c:v>
                </c:pt>
                <c:pt idx="636">
                  <c:v>160.65</c:v>
                </c:pt>
                <c:pt idx="637">
                  <c:v>160.65</c:v>
                </c:pt>
                <c:pt idx="638">
                  <c:v>211.65</c:v>
                </c:pt>
                <c:pt idx="639">
                  <c:v>211.65</c:v>
                </c:pt>
                <c:pt idx="640">
                  <c:v>275.39999999999998</c:v>
                </c:pt>
                <c:pt idx="641">
                  <c:v>275.39999999999998</c:v>
                </c:pt>
                <c:pt idx="642">
                  <c:v>291.55</c:v>
                </c:pt>
                <c:pt idx="643">
                  <c:v>291.55</c:v>
                </c:pt>
                <c:pt idx="644">
                  <c:v>310.25</c:v>
                </c:pt>
                <c:pt idx="645">
                  <c:v>310.25</c:v>
                </c:pt>
                <c:pt idx="646">
                  <c:v>320.45</c:v>
                </c:pt>
                <c:pt idx="647">
                  <c:v>320.45</c:v>
                </c:pt>
                <c:pt idx="648">
                  <c:v>417.35</c:v>
                </c:pt>
                <c:pt idx="649">
                  <c:v>417.35</c:v>
                </c:pt>
                <c:pt idx="650">
                  <c:v>555.04999999999995</c:v>
                </c:pt>
                <c:pt idx="651">
                  <c:v>555.04999999999995</c:v>
                </c:pt>
                <c:pt idx="652">
                  <c:v>620.5</c:v>
                </c:pt>
                <c:pt idx="653">
                  <c:v>620.5</c:v>
                </c:pt>
                <c:pt idx="654">
                  <c:v>624.75</c:v>
                </c:pt>
                <c:pt idx="655">
                  <c:v>624.75</c:v>
                </c:pt>
                <c:pt idx="656">
                  <c:v>437.75</c:v>
                </c:pt>
                <c:pt idx="657">
                  <c:v>437.75</c:v>
                </c:pt>
                <c:pt idx="658">
                  <c:v>324.7</c:v>
                </c:pt>
                <c:pt idx="659">
                  <c:v>324.7</c:v>
                </c:pt>
                <c:pt idx="660">
                  <c:v>356.15</c:v>
                </c:pt>
                <c:pt idx="661">
                  <c:v>356.15</c:v>
                </c:pt>
                <c:pt idx="662">
                  <c:v>490.45</c:v>
                </c:pt>
                <c:pt idx="663">
                  <c:v>490.45</c:v>
                </c:pt>
                <c:pt idx="664">
                  <c:v>646.85</c:v>
                </c:pt>
                <c:pt idx="665">
                  <c:v>646.85</c:v>
                </c:pt>
                <c:pt idx="666">
                  <c:v>670.65</c:v>
                </c:pt>
                <c:pt idx="667">
                  <c:v>670.65</c:v>
                </c:pt>
                <c:pt idx="668">
                  <c:v>720.8</c:v>
                </c:pt>
                <c:pt idx="669">
                  <c:v>720.8</c:v>
                </c:pt>
                <c:pt idx="670">
                  <c:v>722.5</c:v>
                </c:pt>
                <c:pt idx="671">
                  <c:v>722.5</c:v>
                </c:pt>
                <c:pt idx="672">
                  <c:v>714.85</c:v>
                </c:pt>
                <c:pt idx="673">
                  <c:v>714.85</c:v>
                </c:pt>
                <c:pt idx="674">
                  <c:v>702.95</c:v>
                </c:pt>
                <c:pt idx="675">
                  <c:v>702.95</c:v>
                </c:pt>
                <c:pt idx="676">
                  <c:v>687.65</c:v>
                </c:pt>
                <c:pt idx="677">
                  <c:v>687.65</c:v>
                </c:pt>
                <c:pt idx="678">
                  <c:v>667.25</c:v>
                </c:pt>
                <c:pt idx="679">
                  <c:v>667.25</c:v>
                </c:pt>
                <c:pt idx="680">
                  <c:v>644.29999999999995</c:v>
                </c:pt>
                <c:pt idx="681">
                  <c:v>644.29999999999995</c:v>
                </c:pt>
                <c:pt idx="682">
                  <c:v>470.05</c:v>
                </c:pt>
                <c:pt idx="683">
                  <c:v>470.05</c:v>
                </c:pt>
                <c:pt idx="684">
                  <c:v>197.2</c:v>
                </c:pt>
                <c:pt idx="685">
                  <c:v>197.2</c:v>
                </c:pt>
                <c:pt idx="686">
                  <c:v>113.9</c:v>
                </c:pt>
                <c:pt idx="687">
                  <c:v>113.9</c:v>
                </c:pt>
                <c:pt idx="688">
                  <c:v>96.9</c:v>
                </c:pt>
                <c:pt idx="689">
                  <c:v>96.9</c:v>
                </c:pt>
                <c:pt idx="690">
                  <c:v>143.65</c:v>
                </c:pt>
                <c:pt idx="691">
                  <c:v>143.65</c:v>
                </c:pt>
                <c:pt idx="692">
                  <c:v>207.4</c:v>
                </c:pt>
                <c:pt idx="693">
                  <c:v>207.4</c:v>
                </c:pt>
                <c:pt idx="694">
                  <c:v>155.55000000000001</c:v>
                </c:pt>
                <c:pt idx="695">
                  <c:v>155.55000000000001</c:v>
                </c:pt>
                <c:pt idx="696">
                  <c:v>91.8</c:v>
                </c:pt>
                <c:pt idx="697">
                  <c:v>91.8</c:v>
                </c:pt>
                <c:pt idx="698">
                  <c:v>107.95</c:v>
                </c:pt>
                <c:pt idx="699">
                  <c:v>107.95</c:v>
                </c:pt>
                <c:pt idx="700">
                  <c:v>134.30000000000001</c:v>
                </c:pt>
                <c:pt idx="701">
                  <c:v>134.30000000000001</c:v>
                </c:pt>
                <c:pt idx="702">
                  <c:v>124.95</c:v>
                </c:pt>
                <c:pt idx="703">
                  <c:v>124.95</c:v>
                </c:pt>
                <c:pt idx="704">
                  <c:v>121.55</c:v>
                </c:pt>
                <c:pt idx="705">
                  <c:v>121.55</c:v>
                </c:pt>
                <c:pt idx="706">
                  <c:v>97.75</c:v>
                </c:pt>
                <c:pt idx="707">
                  <c:v>97.75</c:v>
                </c:pt>
                <c:pt idx="708">
                  <c:v>91.8</c:v>
                </c:pt>
                <c:pt idx="709">
                  <c:v>91.8</c:v>
                </c:pt>
                <c:pt idx="710">
                  <c:v>61.2</c:v>
                </c:pt>
                <c:pt idx="711">
                  <c:v>61.2</c:v>
                </c:pt>
                <c:pt idx="712">
                  <c:v>48.45</c:v>
                </c:pt>
                <c:pt idx="713">
                  <c:v>48.45</c:v>
                </c:pt>
                <c:pt idx="714">
                  <c:v>29.75</c:v>
                </c:pt>
                <c:pt idx="715">
                  <c:v>29.75</c:v>
                </c:pt>
                <c:pt idx="716">
                  <c:v>17.850000000000001</c:v>
                </c:pt>
                <c:pt idx="717">
                  <c:v>17.850000000000001</c:v>
                </c:pt>
                <c:pt idx="718">
                  <c:v>1.7</c:v>
                </c:pt>
                <c:pt idx="719">
                  <c:v>1.7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3.4</c:v>
                </c:pt>
                <c:pt idx="813">
                  <c:v>3.4</c:v>
                </c:pt>
                <c:pt idx="814">
                  <c:v>12.75</c:v>
                </c:pt>
                <c:pt idx="815">
                  <c:v>12.75</c:v>
                </c:pt>
                <c:pt idx="816">
                  <c:v>27.2</c:v>
                </c:pt>
                <c:pt idx="817">
                  <c:v>27.2</c:v>
                </c:pt>
                <c:pt idx="818">
                  <c:v>49.3</c:v>
                </c:pt>
                <c:pt idx="819">
                  <c:v>49.3</c:v>
                </c:pt>
                <c:pt idx="820">
                  <c:v>77.349999999999994</c:v>
                </c:pt>
                <c:pt idx="821">
                  <c:v>77.349999999999994</c:v>
                </c:pt>
                <c:pt idx="822">
                  <c:v>82.45</c:v>
                </c:pt>
                <c:pt idx="823">
                  <c:v>82.45</c:v>
                </c:pt>
                <c:pt idx="824">
                  <c:v>124.95</c:v>
                </c:pt>
                <c:pt idx="825">
                  <c:v>124.95</c:v>
                </c:pt>
                <c:pt idx="826">
                  <c:v>116.45</c:v>
                </c:pt>
                <c:pt idx="827">
                  <c:v>116.45</c:v>
                </c:pt>
                <c:pt idx="828">
                  <c:v>93.5</c:v>
                </c:pt>
                <c:pt idx="829">
                  <c:v>93.5</c:v>
                </c:pt>
                <c:pt idx="830">
                  <c:v>159.80000000000001</c:v>
                </c:pt>
                <c:pt idx="831">
                  <c:v>159.80000000000001</c:v>
                </c:pt>
                <c:pt idx="832">
                  <c:v>198.05</c:v>
                </c:pt>
                <c:pt idx="833">
                  <c:v>198.05</c:v>
                </c:pt>
                <c:pt idx="834">
                  <c:v>181.9</c:v>
                </c:pt>
                <c:pt idx="835">
                  <c:v>181.9</c:v>
                </c:pt>
                <c:pt idx="836">
                  <c:v>194.65</c:v>
                </c:pt>
                <c:pt idx="837">
                  <c:v>194.65</c:v>
                </c:pt>
                <c:pt idx="838">
                  <c:v>228.65</c:v>
                </c:pt>
                <c:pt idx="839">
                  <c:v>228.65</c:v>
                </c:pt>
                <c:pt idx="840">
                  <c:v>243.95</c:v>
                </c:pt>
                <c:pt idx="841">
                  <c:v>243.95</c:v>
                </c:pt>
                <c:pt idx="842">
                  <c:v>289.85000000000002</c:v>
                </c:pt>
                <c:pt idx="843">
                  <c:v>289.85000000000002</c:v>
                </c:pt>
                <c:pt idx="844">
                  <c:v>267.75</c:v>
                </c:pt>
                <c:pt idx="845">
                  <c:v>267.75</c:v>
                </c:pt>
                <c:pt idx="846">
                  <c:v>298.35000000000002</c:v>
                </c:pt>
                <c:pt idx="847">
                  <c:v>298.35000000000002</c:v>
                </c:pt>
                <c:pt idx="848">
                  <c:v>396.95</c:v>
                </c:pt>
                <c:pt idx="849">
                  <c:v>396.95</c:v>
                </c:pt>
                <c:pt idx="850">
                  <c:v>418.2</c:v>
                </c:pt>
                <c:pt idx="851">
                  <c:v>418.2</c:v>
                </c:pt>
                <c:pt idx="852">
                  <c:v>395.25</c:v>
                </c:pt>
                <c:pt idx="853">
                  <c:v>395.25</c:v>
                </c:pt>
                <c:pt idx="854">
                  <c:v>449.65</c:v>
                </c:pt>
                <c:pt idx="855">
                  <c:v>449.65</c:v>
                </c:pt>
                <c:pt idx="856">
                  <c:v>385.9</c:v>
                </c:pt>
                <c:pt idx="857">
                  <c:v>385.9</c:v>
                </c:pt>
                <c:pt idx="858">
                  <c:v>414.8</c:v>
                </c:pt>
                <c:pt idx="859">
                  <c:v>414.8</c:v>
                </c:pt>
                <c:pt idx="860">
                  <c:v>391.85</c:v>
                </c:pt>
                <c:pt idx="861">
                  <c:v>391.85</c:v>
                </c:pt>
                <c:pt idx="862">
                  <c:v>377.4</c:v>
                </c:pt>
                <c:pt idx="863">
                  <c:v>377.4</c:v>
                </c:pt>
                <c:pt idx="864">
                  <c:v>374</c:v>
                </c:pt>
                <c:pt idx="865">
                  <c:v>374</c:v>
                </c:pt>
                <c:pt idx="866">
                  <c:v>400.35</c:v>
                </c:pt>
                <c:pt idx="867">
                  <c:v>400.35</c:v>
                </c:pt>
                <c:pt idx="868">
                  <c:v>362.95</c:v>
                </c:pt>
                <c:pt idx="869">
                  <c:v>362.95</c:v>
                </c:pt>
                <c:pt idx="870">
                  <c:v>274.55</c:v>
                </c:pt>
                <c:pt idx="871">
                  <c:v>274.55</c:v>
                </c:pt>
                <c:pt idx="872">
                  <c:v>258.39999999999998</c:v>
                </c:pt>
                <c:pt idx="873">
                  <c:v>258.39999999999998</c:v>
                </c:pt>
                <c:pt idx="874">
                  <c:v>324.7</c:v>
                </c:pt>
                <c:pt idx="875">
                  <c:v>324.7</c:v>
                </c:pt>
                <c:pt idx="876">
                  <c:v>315.35000000000002</c:v>
                </c:pt>
                <c:pt idx="877">
                  <c:v>315.35000000000002</c:v>
                </c:pt>
                <c:pt idx="878">
                  <c:v>399.5</c:v>
                </c:pt>
                <c:pt idx="879">
                  <c:v>399.5</c:v>
                </c:pt>
                <c:pt idx="880">
                  <c:v>444.55</c:v>
                </c:pt>
                <c:pt idx="881">
                  <c:v>444.55</c:v>
                </c:pt>
                <c:pt idx="882">
                  <c:v>409.7</c:v>
                </c:pt>
                <c:pt idx="883">
                  <c:v>409.7</c:v>
                </c:pt>
                <c:pt idx="884">
                  <c:v>324.7</c:v>
                </c:pt>
                <c:pt idx="885">
                  <c:v>324.7</c:v>
                </c:pt>
                <c:pt idx="886">
                  <c:v>268.60000000000002</c:v>
                </c:pt>
                <c:pt idx="887">
                  <c:v>268.60000000000002</c:v>
                </c:pt>
                <c:pt idx="888">
                  <c:v>277.10000000000002</c:v>
                </c:pt>
                <c:pt idx="889">
                  <c:v>277.10000000000002</c:v>
                </c:pt>
                <c:pt idx="890">
                  <c:v>238.85</c:v>
                </c:pt>
                <c:pt idx="891">
                  <c:v>238.85</c:v>
                </c:pt>
                <c:pt idx="892">
                  <c:v>184.45</c:v>
                </c:pt>
                <c:pt idx="893">
                  <c:v>184.45</c:v>
                </c:pt>
                <c:pt idx="894">
                  <c:v>140.25</c:v>
                </c:pt>
                <c:pt idx="895">
                  <c:v>140.25</c:v>
                </c:pt>
                <c:pt idx="896">
                  <c:v>129.19999999999999</c:v>
                </c:pt>
                <c:pt idx="897">
                  <c:v>129.19999999999999</c:v>
                </c:pt>
                <c:pt idx="898">
                  <c:v>97.75</c:v>
                </c:pt>
                <c:pt idx="899">
                  <c:v>97.75</c:v>
                </c:pt>
                <c:pt idx="900">
                  <c:v>71.400000000000006</c:v>
                </c:pt>
                <c:pt idx="901">
                  <c:v>71.400000000000006</c:v>
                </c:pt>
                <c:pt idx="902">
                  <c:v>51</c:v>
                </c:pt>
                <c:pt idx="903">
                  <c:v>51</c:v>
                </c:pt>
                <c:pt idx="904">
                  <c:v>27.2</c:v>
                </c:pt>
                <c:pt idx="905">
                  <c:v>27.2</c:v>
                </c:pt>
                <c:pt idx="906">
                  <c:v>9.35</c:v>
                </c:pt>
                <c:pt idx="907">
                  <c:v>9.35</c:v>
                </c:pt>
                <c:pt idx="908">
                  <c:v>2.5499999999999998</c:v>
                </c:pt>
                <c:pt idx="909">
                  <c:v>2.5499999999999998</c:v>
                </c:pt>
                <c:pt idx="910">
                  <c:v>3.4</c:v>
                </c:pt>
                <c:pt idx="911">
                  <c:v>3.4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2.5499999999999998</c:v>
                </c:pt>
                <c:pt idx="1003">
                  <c:v>2.5499999999999998</c:v>
                </c:pt>
                <c:pt idx="1004">
                  <c:v>18.7</c:v>
                </c:pt>
                <c:pt idx="1005">
                  <c:v>18.7</c:v>
                </c:pt>
                <c:pt idx="1006">
                  <c:v>46.75</c:v>
                </c:pt>
                <c:pt idx="1007">
                  <c:v>46.75</c:v>
                </c:pt>
                <c:pt idx="1008">
                  <c:v>79.05</c:v>
                </c:pt>
                <c:pt idx="1009">
                  <c:v>79.05</c:v>
                </c:pt>
                <c:pt idx="1010">
                  <c:v>115.6</c:v>
                </c:pt>
                <c:pt idx="1011">
                  <c:v>115.6</c:v>
                </c:pt>
                <c:pt idx="1012">
                  <c:v>156.4</c:v>
                </c:pt>
                <c:pt idx="1013">
                  <c:v>156.4</c:v>
                </c:pt>
                <c:pt idx="1014">
                  <c:v>199.75</c:v>
                </c:pt>
                <c:pt idx="1015">
                  <c:v>199.75</c:v>
                </c:pt>
                <c:pt idx="1016">
                  <c:v>243.1</c:v>
                </c:pt>
                <c:pt idx="1017">
                  <c:v>243.1</c:v>
                </c:pt>
                <c:pt idx="1018">
                  <c:v>288.14999999999998</c:v>
                </c:pt>
                <c:pt idx="1019">
                  <c:v>288.14999999999998</c:v>
                </c:pt>
                <c:pt idx="1020">
                  <c:v>332.35</c:v>
                </c:pt>
                <c:pt idx="1021">
                  <c:v>332.35</c:v>
                </c:pt>
                <c:pt idx="1022">
                  <c:v>376.55</c:v>
                </c:pt>
                <c:pt idx="1023">
                  <c:v>376.55</c:v>
                </c:pt>
                <c:pt idx="1024">
                  <c:v>419.05</c:v>
                </c:pt>
                <c:pt idx="1025">
                  <c:v>419.05</c:v>
                </c:pt>
                <c:pt idx="1026">
                  <c:v>460.7</c:v>
                </c:pt>
                <c:pt idx="1027">
                  <c:v>460.7</c:v>
                </c:pt>
                <c:pt idx="1028">
                  <c:v>501.5</c:v>
                </c:pt>
                <c:pt idx="1029">
                  <c:v>501.5</c:v>
                </c:pt>
                <c:pt idx="1030">
                  <c:v>541.45000000000005</c:v>
                </c:pt>
                <c:pt idx="1031">
                  <c:v>541.45000000000005</c:v>
                </c:pt>
                <c:pt idx="1032">
                  <c:v>579.70000000000005</c:v>
                </c:pt>
                <c:pt idx="1033">
                  <c:v>579.70000000000005</c:v>
                </c:pt>
                <c:pt idx="1034">
                  <c:v>614.54999999999995</c:v>
                </c:pt>
                <c:pt idx="1035">
                  <c:v>614.54999999999995</c:v>
                </c:pt>
                <c:pt idx="1036">
                  <c:v>646</c:v>
                </c:pt>
                <c:pt idx="1037">
                  <c:v>646</c:v>
                </c:pt>
                <c:pt idx="1038">
                  <c:v>673.2</c:v>
                </c:pt>
                <c:pt idx="1039">
                  <c:v>673.2</c:v>
                </c:pt>
                <c:pt idx="1040">
                  <c:v>697</c:v>
                </c:pt>
                <c:pt idx="1041">
                  <c:v>697</c:v>
                </c:pt>
                <c:pt idx="1042">
                  <c:v>717.4</c:v>
                </c:pt>
                <c:pt idx="1043">
                  <c:v>717.4</c:v>
                </c:pt>
                <c:pt idx="1044">
                  <c:v>734.4</c:v>
                </c:pt>
                <c:pt idx="1045">
                  <c:v>734.4</c:v>
                </c:pt>
                <c:pt idx="1046">
                  <c:v>748</c:v>
                </c:pt>
                <c:pt idx="1047">
                  <c:v>748</c:v>
                </c:pt>
                <c:pt idx="1048">
                  <c:v>758.2</c:v>
                </c:pt>
                <c:pt idx="1049">
                  <c:v>758.2</c:v>
                </c:pt>
                <c:pt idx="1050">
                  <c:v>764.15</c:v>
                </c:pt>
                <c:pt idx="1051">
                  <c:v>764.15</c:v>
                </c:pt>
                <c:pt idx="1052">
                  <c:v>764.15</c:v>
                </c:pt>
                <c:pt idx="1053">
                  <c:v>764.15</c:v>
                </c:pt>
                <c:pt idx="1054">
                  <c:v>762.45</c:v>
                </c:pt>
                <c:pt idx="1055">
                  <c:v>762.45</c:v>
                </c:pt>
                <c:pt idx="1056">
                  <c:v>701.25</c:v>
                </c:pt>
                <c:pt idx="1057">
                  <c:v>701.25</c:v>
                </c:pt>
                <c:pt idx="1058">
                  <c:v>662.15</c:v>
                </c:pt>
                <c:pt idx="1059">
                  <c:v>662.15</c:v>
                </c:pt>
                <c:pt idx="1060">
                  <c:v>629.85</c:v>
                </c:pt>
                <c:pt idx="1061">
                  <c:v>629.85</c:v>
                </c:pt>
                <c:pt idx="1062">
                  <c:v>610.29999999999995</c:v>
                </c:pt>
                <c:pt idx="1063">
                  <c:v>610.29999999999995</c:v>
                </c:pt>
                <c:pt idx="1064">
                  <c:v>654.5</c:v>
                </c:pt>
                <c:pt idx="1065">
                  <c:v>654.5</c:v>
                </c:pt>
                <c:pt idx="1066">
                  <c:v>640.9</c:v>
                </c:pt>
                <c:pt idx="1067">
                  <c:v>640.9</c:v>
                </c:pt>
                <c:pt idx="1068">
                  <c:v>618.79999999999995</c:v>
                </c:pt>
                <c:pt idx="1069">
                  <c:v>618.79999999999995</c:v>
                </c:pt>
                <c:pt idx="1070">
                  <c:v>558.45000000000005</c:v>
                </c:pt>
                <c:pt idx="1071">
                  <c:v>558.45000000000005</c:v>
                </c:pt>
                <c:pt idx="1072">
                  <c:v>532.1</c:v>
                </c:pt>
                <c:pt idx="1073">
                  <c:v>532.1</c:v>
                </c:pt>
                <c:pt idx="1074">
                  <c:v>432.65</c:v>
                </c:pt>
                <c:pt idx="1075">
                  <c:v>432.65</c:v>
                </c:pt>
                <c:pt idx="1076">
                  <c:v>420.75</c:v>
                </c:pt>
                <c:pt idx="1077">
                  <c:v>420.75</c:v>
                </c:pt>
                <c:pt idx="1078">
                  <c:v>272</c:v>
                </c:pt>
                <c:pt idx="1079">
                  <c:v>272</c:v>
                </c:pt>
                <c:pt idx="1080">
                  <c:v>170.85</c:v>
                </c:pt>
                <c:pt idx="1081">
                  <c:v>170.85</c:v>
                </c:pt>
                <c:pt idx="1082">
                  <c:v>157.25</c:v>
                </c:pt>
                <c:pt idx="1083">
                  <c:v>157.25</c:v>
                </c:pt>
                <c:pt idx="1084">
                  <c:v>226.95</c:v>
                </c:pt>
                <c:pt idx="1085">
                  <c:v>226.95</c:v>
                </c:pt>
                <c:pt idx="1086">
                  <c:v>302.60000000000002</c:v>
                </c:pt>
                <c:pt idx="1087">
                  <c:v>302.60000000000002</c:v>
                </c:pt>
                <c:pt idx="1088">
                  <c:v>246.5</c:v>
                </c:pt>
                <c:pt idx="1089">
                  <c:v>246.5</c:v>
                </c:pt>
                <c:pt idx="1090">
                  <c:v>161.5</c:v>
                </c:pt>
                <c:pt idx="1091">
                  <c:v>161.5</c:v>
                </c:pt>
                <c:pt idx="1092">
                  <c:v>126.65</c:v>
                </c:pt>
                <c:pt idx="1093">
                  <c:v>126.65</c:v>
                </c:pt>
                <c:pt idx="1094">
                  <c:v>118.15</c:v>
                </c:pt>
                <c:pt idx="1095">
                  <c:v>118.15</c:v>
                </c:pt>
                <c:pt idx="1096">
                  <c:v>61.2</c:v>
                </c:pt>
                <c:pt idx="1097">
                  <c:v>61.2</c:v>
                </c:pt>
                <c:pt idx="1098">
                  <c:v>47.6</c:v>
                </c:pt>
                <c:pt idx="1099">
                  <c:v>47.6</c:v>
                </c:pt>
                <c:pt idx="1100">
                  <c:v>28.9</c:v>
                </c:pt>
                <c:pt idx="1101">
                  <c:v>28.9</c:v>
                </c:pt>
                <c:pt idx="1102">
                  <c:v>7.65</c:v>
                </c:pt>
                <c:pt idx="1103">
                  <c:v>7.65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6.8</c:v>
                </c:pt>
                <c:pt idx="1197">
                  <c:v>6.8</c:v>
                </c:pt>
                <c:pt idx="1198">
                  <c:v>11.9</c:v>
                </c:pt>
                <c:pt idx="1199">
                  <c:v>11.9</c:v>
                </c:pt>
                <c:pt idx="1200">
                  <c:v>17.850000000000001</c:v>
                </c:pt>
                <c:pt idx="1201">
                  <c:v>17.850000000000001</c:v>
                </c:pt>
                <c:pt idx="1202">
                  <c:v>27.2</c:v>
                </c:pt>
                <c:pt idx="1203">
                  <c:v>27.2</c:v>
                </c:pt>
                <c:pt idx="1204">
                  <c:v>41.65</c:v>
                </c:pt>
                <c:pt idx="1205">
                  <c:v>41.65</c:v>
                </c:pt>
                <c:pt idx="1206">
                  <c:v>54.4</c:v>
                </c:pt>
                <c:pt idx="1207">
                  <c:v>54.4</c:v>
                </c:pt>
                <c:pt idx="1208">
                  <c:v>68</c:v>
                </c:pt>
                <c:pt idx="1209">
                  <c:v>68</c:v>
                </c:pt>
                <c:pt idx="1210">
                  <c:v>79.900000000000006</c:v>
                </c:pt>
                <c:pt idx="1211">
                  <c:v>79.900000000000006</c:v>
                </c:pt>
                <c:pt idx="1212">
                  <c:v>80.75</c:v>
                </c:pt>
                <c:pt idx="1213">
                  <c:v>80.75</c:v>
                </c:pt>
                <c:pt idx="1214">
                  <c:v>85.85</c:v>
                </c:pt>
                <c:pt idx="1215">
                  <c:v>85.85</c:v>
                </c:pt>
                <c:pt idx="1216">
                  <c:v>85.85</c:v>
                </c:pt>
                <c:pt idx="1217">
                  <c:v>85.85</c:v>
                </c:pt>
                <c:pt idx="1218">
                  <c:v>73.95</c:v>
                </c:pt>
                <c:pt idx="1219">
                  <c:v>73.95</c:v>
                </c:pt>
                <c:pt idx="1220">
                  <c:v>102</c:v>
                </c:pt>
                <c:pt idx="1221">
                  <c:v>102</c:v>
                </c:pt>
                <c:pt idx="1222">
                  <c:v>99.45</c:v>
                </c:pt>
                <c:pt idx="1223">
                  <c:v>99.45</c:v>
                </c:pt>
                <c:pt idx="1224">
                  <c:v>81.599999999999994</c:v>
                </c:pt>
                <c:pt idx="1225">
                  <c:v>81.599999999999994</c:v>
                </c:pt>
                <c:pt idx="1226">
                  <c:v>102.85</c:v>
                </c:pt>
                <c:pt idx="1227">
                  <c:v>102.85</c:v>
                </c:pt>
                <c:pt idx="1228">
                  <c:v>102</c:v>
                </c:pt>
                <c:pt idx="1229">
                  <c:v>102</c:v>
                </c:pt>
                <c:pt idx="1230">
                  <c:v>101.15</c:v>
                </c:pt>
                <c:pt idx="1231">
                  <c:v>101.15</c:v>
                </c:pt>
                <c:pt idx="1232">
                  <c:v>99.45</c:v>
                </c:pt>
                <c:pt idx="1233">
                  <c:v>99.45</c:v>
                </c:pt>
                <c:pt idx="1234">
                  <c:v>136</c:v>
                </c:pt>
                <c:pt idx="1235">
                  <c:v>136</c:v>
                </c:pt>
                <c:pt idx="1236">
                  <c:v>122.4</c:v>
                </c:pt>
                <c:pt idx="1237">
                  <c:v>122.4</c:v>
                </c:pt>
                <c:pt idx="1238">
                  <c:v>79.05</c:v>
                </c:pt>
                <c:pt idx="1239">
                  <c:v>79.05</c:v>
                </c:pt>
                <c:pt idx="1240">
                  <c:v>129.19999999999999</c:v>
                </c:pt>
                <c:pt idx="1241">
                  <c:v>129.19999999999999</c:v>
                </c:pt>
                <c:pt idx="1242">
                  <c:v>119</c:v>
                </c:pt>
                <c:pt idx="1243">
                  <c:v>119</c:v>
                </c:pt>
                <c:pt idx="1244">
                  <c:v>107.95</c:v>
                </c:pt>
                <c:pt idx="1245">
                  <c:v>107.95</c:v>
                </c:pt>
                <c:pt idx="1246">
                  <c:v>105.4</c:v>
                </c:pt>
                <c:pt idx="1247">
                  <c:v>105.4</c:v>
                </c:pt>
                <c:pt idx="1248">
                  <c:v>107.95</c:v>
                </c:pt>
                <c:pt idx="1249">
                  <c:v>107.95</c:v>
                </c:pt>
                <c:pt idx="1250">
                  <c:v>98.6</c:v>
                </c:pt>
                <c:pt idx="1251">
                  <c:v>98.6</c:v>
                </c:pt>
                <c:pt idx="1252">
                  <c:v>93.5</c:v>
                </c:pt>
                <c:pt idx="1253">
                  <c:v>93.5</c:v>
                </c:pt>
                <c:pt idx="1254">
                  <c:v>85</c:v>
                </c:pt>
                <c:pt idx="1255">
                  <c:v>85</c:v>
                </c:pt>
                <c:pt idx="1256">
                  <c:v>75.650000000000006</c:v>
                </c:pt>
                <c:pt idx="1257">
                  <c:v>75.650000000000006</c:v>
                </c:pt>
                <c:pt idx="1258">
                  <c:v>68.849999999999994</c:v>
                </c:pt>
                <c:pt idx="1259">
                  <c:v>68.849999999999994</c:v>
                </c:pt>
                <c:pt idx="1260">
                  <c:v>68.849999999999994</c:v>
                </c:pt>
                <c:pt idx="1261">
                  <c:v>68.849999999999994</c:v>
                </c:pt>
                <c:pt idx="1262">
                  <c:v>58.65</c:v>
                </c:pt>
                <c:pt idx="1263">
                  <c:v>58.65</c:v>
                </c:pt>
                <c:pt idx="1264">
                  <c:v>55.25</c:v>
                </c:pt>
                <c:pt idx="1265">
                  <c:v>55.25</c:v>
                </c:pt>
                <c:pt idx="1266">
                  <c:v>47.6</c:v>
                </c:pt>
                <c:pt idx="1267">
                  <c:v>47.6</c:v>
                </c:pt>
                <c:pt idx="1268">
                  <c:v>62.05</c:v>
                </c:pt>
                <c:pt idx="1269">
                  <c:v>62.05</c:v>
                </c:pt>
                <c:pt idx="1270">
                  <c:v>45.05</c:v>
                </c:pt>
                <c:pt idx="1271">
                  <c:v>45.05</c:v>
                </c:pt>
                <c:pt idx="1272">
                  <c:v>49.3</c:v>
                </c:pt>
                <c:pt idx="1273">
                  <c:v>49.3</c:v>
                </c:pt>
                <c:pt idx="1274">
                  <c:v>30.6</c:v>
                </c:pt>
                <c:pt idx="1275">
                  <c:v>30.6</c:v>
                </c:pt>
                <c:pt idx="1276">
                  <c:v>34</c:v>
                </c:pt>
                <c:pt idx="1277">
                  <c:v>34</c:v>
                </c:pt>
                <c:pt idx="1278">
                  <c:v>60.35</c:v>
                </c:pt>
                <c:pt idx="1279">
                  <c:v>60.35</c:v>
                </c:pt>
                <c:pt idx="1280">
                  <c:v>51.85</c:v>
                </c:pt>
                <c:pt idx="1281">
                  <c:v>51.85</c:v>
                </c:pt>
                <c:pt idx="1282">
                  <c:v>42.5</c:v>
                </c:pt>
                <c:pt idx="1283">
                  <c:v>42.5</c:v>
                </c:pt>
                <c:pt idx="1284">
                  <c:v>27.2</c:v>
                </c:pt>
                <c:pt idx="1285">
                  <c:v>27.2</c:v>
                </c:pt>
                <c:pt idx="1286">
                  <c:v>22.1</c:v>
                </c:pt>
                <c:pt idx="1287">
                  <c:v>22.1</c:v>
                </c:pt>
                <c:pt idx="1288">
                  <c:v>14.45</c:v>
                </c:pt>
                <c:pt idx="1289">
                  <c:v>14.45</c:v>
                </c:pt>
                <c:pt idx="1290">
                  <c:v>4.25</c:v>
                </c:pt>
                <c:pt idx="1291">
                  <c:v>4.25</c:v>
                </c:pt>
                <c:pt idx="1292">
                  <c:v>1.7</c:v>
                </c:pt>
                <c:pt idx="1293">
                  <c:v>1.7</c:v>
                </c:pt>
                <c:pt idx="1294">
                  <c:v>2.5499999999999998</c:v>
                </c:pt>
                <c:pt idx="1295">
                  <c:v>2.5499999999999998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2.5499999999999998</c:v>
                </c:pt>
                <c:pt idx="1387">
                  <c:v>2.5499999999999998</c:v>
                </c:pt>
                <c:pt idx="1388">
                  <c:v>12.75</c:v>
                </c:pt>
                <c:pt idx="1389">
                  <c:v>12.75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F15-42B1-8EC2-F50742954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38.1372</c:v>
                </c:pt>
                <c:pt idx="1">
                  <c:v>38.1372</c:v>
                </c:pt>
                <c:pt idx="2">
                  <c:v>38.1372</c:v>
                </c:pt>
                <c:pt idx="3">
                  <c:v>38.1372</c:v>
                </c:pt>
                <c:pt idx="4">
                  <c:v>38.1372</c:v>
                </c:pt>
                <c:pt idx="5">
                  <c:v>38.1372</c:v>
                </c:pt>
                <c:pt idx="6">
                  <c:v>38.1372</c:v>
                </c:pt>
                <c:pt idx="7">
                  <c:v>38.1372</c:v>
                </c:pt>
                <c:pt idx="8">
                  <c:v>38.1372</c:v>
                </c:pt>
                <c:pt idx="9">
                  <c:v>38.1372</c:v>
                </c:pt>
                <c:pt idx="10">
                  <c:v>38.1372</c:v>
                </c:pt>
                <c:pt idx="11">
                  <c:v>38.1372</c:v>
                </c:pt>
                <c:pt idx="12">
                  <c:v>38.1372</c:v>
                </c:pt>
                <c:pt idx="13">
                  <c:v>38.1372</c:v>
                </c:pt>
                <c:pt idx="14">
                  <c:v>38.1372</c:v>
                </c:pt>
                <c:pt idx="15">
                  <c:v>38.1372</c:v>
                </c:pt>
                <c:pt idx="16">
                  <c:v>38.1372</c:v>
                </c:pt>
                <c:pt idx="17">
                  <c:v>42.675417000000003</c:v>
                </c:pt>
                <c:pt idx="18">
                  <c:v>48.627532000000002</c:v>
                </c:pt>
                <c:pt idx="19">
                  <c:v>48.681950000000001</c:v>
                </c:pt>
                <c:pt idx="20">
                  <c:v>52.916656000000003</c:v>
                </c:pt>
                <c:pt idx="21">
                  <c:v>52.916656000000003</c:v>
                </c:pt>
                <c:pt idx="22">
                  <c:v>52.916656000000003</c:v>
                </c:pt>
                <c:pt idx="23">
                  <c:v>52.916656000000003</c:v>
                </c:pt>
                <c:pt idx="24">
                  <c:v>57.454872000000002</c:v>
                </c:pt>
                <c:pt idx="25">
                  <c:v>64.262197</c:v>
                </c:pt>
                <c:pt idx="26">
                  <c:v>65.83793</c:v>
                </c:pt>
                <c:pt idx="27">
                  <c:v>65.83793</c:v>
                </c:pt>
                <c:pt idx="28">
                  <c:v>65.759827000000001</c:v>
                </c:pt>
                <c:pt idx="29">
                  <c:v>61.977564000000001</c:v>
                </c:pt>
                <c:pt idx="30">
                  <c:v>60.782474000000001</c:v>
                </c:pt>
                <c:pt idx="31">
                  <c:v>60.304439000000002</c:v>
                </c:pt>
                <c:pt idx="32">
                  <c:v>60.304439000000002</c:v>
                </c:pt>
                <c:pt idx="33">
                  <c:v>60.304439000000002</c:v>
                </c:pt>
                <c:pt idx="34">
                  <c:v>59.559593999999997</c:v>
                </c:pt>
                <c:pt idx="35">
                  <c:v>58.479326</c:v>
                </c:pt>
                <c:pt idx="36">
                  <c:v>58.263272000000001</c:v>
                </c:pt>
                <c:pt idx="37">
                  <c:v>58.263272000000001</c:v>
                </c:pt>
                <c:pt idx="38">
                  <c:v>57.130819000000002</c:v>
                </c:pt>
                <c:pt idx="39">
                  <c:v>55.917476999999998</c:v>
                </c:pt>
                <c:pt idx="40">
                  <c:v>54.704135000000001</c:v>
                </c:pt>
                <c:pt idx="41">
                  <c:v>54.542355999999998</c:v>
                </c:pt>
                <c:pt idx="42">
                  <c:v>53.604590000000002</c:v>
                </c:pt>
                <c:pt idx="43">
                  <c:v>52.432383999999999</c:v>
                </c:pt>
                <c:pt idx="44">
                  <c:v>51.260176999999999</c:v>
                </c:pt>
                <c:pt idx="45">
                  <c:v>50.869441999999999</c:v>
                </c:pt>
                <c:pt idx="46">
                  <c:v>49.656100000000002</c:v>
                </c:pt>
                <c:pt idx="47">
                  <c:v>48.442757</c:v>
                </c:pt>
                <c:pt idx="48">
                  <c:v>47.229415000000003</c:v>
                </c:pt>
                <c:pt idx="49">
                  <c:v>47.148525999999997</c:v>
                </c:pt>
                <c:pt idx="50">
                  <c:v>46.210760000000001</c:v>
                </c:pt>
                <c:pt idx="51">
                  <c:v>45.038553999999998</c:v>
                </c:pt>
                <c:pt idx="52">
                  <c:v>43.866346999999998</c:v>
                </c:pt>
                <c:pt idx="53">
                  <c:v>43.475611999999998</c:v>
                </c:pt>
                <c:pt idx="54">
                  <c:v>42.312826000000001</c:v>
                </c:pt>
                <c:pt idx="55">
                  <c:v>41.150039</c:v>
                </c:pt>
                <c:pt idx="56">
                  <c:v>39.987253000000003</c:v>
                </c:pt>
                <c:pt idx="57">
                  <c:v>39.754696000000003</c:v>
                </c:pt>
                <c:pt idx="58">
                  <c:v>39.003418000000003</c:v>
                </c:pt>
                <c:pt idx="59">
                  <c:v>37.751288000000002</c:v>
                </c:pt>
                <c:pt idx="60">
                  <c:v>36.499158999999999</c:v>
                </c:pt>
                <c:pt idx="61">
                  <c:v>36.081781999999997</c:v>
                </c:pt>
                <c:pt idx="62">
                  <c:v>34.987394999999999</c:v>
                </c:pt>
                <c:pt idx="63">
                  <c:v>33.893008000000002</c:v>
                </c:pt>
                <c:pt idx="64">
                  <c:v>32.798620999999997</c:v>
                </c:pt>
                <c:pt idx="65">
                  <c:v>32.360866000000001</c:v>
                </c:pt>
                <c:pt idx="66">
                  <c:v>32.048276999999999</c:v>
                </c:pt>
                <c:pt idx="67">
                  <c:v>30.876071</c:v>
                </c:pt>
                <c:pt idx="68">
                  <c:v>29.703863999999999</c:v>
                </c:pt>
                <c:pt idx="69">
                  <c:v>28.687951999999999</c:v>
                </c:pt>
                <c:pt idx="70">
                  <c:v>28.687951999999999</c:v>
                </c:pt>
                <c:pt idx="71">
                  <c:v>28.687951999999999</c:v>
                </c:pt>
                <c:pt idx="72">
                  <c:v>25.544640000000001</c:v>
                </c:pt>
                <c:pt idx="73">
                  <c:v>25.544647999999999</c:v>
                </c:pt>
                <c:pt idx="74">
                  <c:v>32.351972000000004</c:v>
                </c:pt>
                <c:pt idx="75">
                  <c:v>34.793728999999999</c:v>
                </c:pt>
                <c:pt idx="76">
                  <c:v>34.210056000000002</c:v>
                </c:pt>
                <c:pt idx="77">
                  <c:v>34.113399999999999</c:v>
                </c:pt>
                <c:pt idx="78">
                  <c:v>32.663566000000003</c:v>
                </c:pt>
                <c:pt idx="79">
                  <c:v>31.213730999999999</c:v>
                </c:pt>
                <c:pt idx="80">
                  <c:v>30.537141999999999</c:v>
                </c:pt>
                <c:pt idx="81">
                  <c:v>30.537141999999999</c:v>
                </c:pt>
                <c:pt idx="82">
                  <c:v>29.828396000000001</c:v>
                </c:pt>
                <c:pt idx="83">
                  <c:v>28.499497000000002</c:v>
                </c:pt>
                <c:pt idx="84">
                  <c:v>27.170598999999999</c:v>
                </c:pt>
                <c:pt idx="85">
                  <c:v>26.816226</c:v>
                </c:pt>
                <c:pt idx="86">
                  <c:v>25.24212</c:v>
                </c:pt>
                <c:pt idx="87">
                  <c:v>23.668013999999999</c:v>
                </c:pt>
                <c:pt idx="88">
                  <c:v>23.143312000000002</c:v>
                </c:pt>
                <c:pt idx="89">
                  <c:v>23.143312000000002</c:v>
                </c:pt>
                <c:pt idx="90">
                  <c:v>20</c:v>
                </c:pt>
                <c:pt idx="91">
                  <c:v>22.894826999999999</c:v>
                </c:pt>
                <c:pt idx="92">
                  <c:v>22.790323000000001</c:v>
                </c:pt>
                <c:pt idx="93">
                  <c:v>20</c:v>
                </c:pt>
                <c:pt idx="94">
                  <c:v>20</c:v>
                </c:pt>
                <c:pt idx="95">
                  <c:v>21.033348</c:v>
                </c:pt>
                <c:pt idx="96">
                  <c:v>21.033348</c:v>
                </c:pt>
                <c:pt idx="97">
                  <c:v>25.571565</c:v>
                </c:pt>
                <c:pt idx="98">
                  <c:v>32.378889999999998</c:v>
                </c:pt>
                <c:pt idx="99">
                  <c:v>39.186214999999997</c:v>
                </c:pt>
                <c:pt idx="100">
                  <c:v>45.993538999999998</c:v>
                </c:pt>
                <c:pt idx="101">
                  <c:v>52.800863999999997</c:v>
                </c:pt>
                <c:pt idx="102">
                  <c:v>52.800871999999998</c:v>
                </c:pt>
                <c:pt idx="103">
                  <c:v>52.800871999999998</c:v>
                </c:pt>
                <c:pt idx="104">
                  <c:v>52.800871999999998</c:v>
                </c:pt>
                <c:pt idx="105">
                  <c:v>57.339087999999997</c:v>
                </c:pt>
                <c:pt idx="106">
                  <c:v>61.877305</c:v>
                </c:pt>
                <c:pt idx="107">
                  <c:v>61.877305</c:v>
                </c:pt>
                <c:pt idx="108">
                  <c:v>61.877305</c:v>
                </c:pt>
                <c:pt idx="109">
                  <c:v>62.104824000000001</c:v>
                </c:pt>
                <c:pt idx="110">
                  <c:v>66.011016999999995</c:v>
                </c:pt>
                <c:pt idx="111">
                  <c:v>66.011016999999995</c:v>
                </c:pt>
                <c:pt idx="112">
                  <c:v>66.011016999999995</c:v>
                </c:pt>
                <c:pt idx="113">
                  <c:v>66.011016999999995</c:v>
                </c:pt>
                <c:pt idx="114">
                  <c:v>66.011016999999995</c:v>
                </c:pt>
                <c:pt idx="115">
                  <c:v>70.549233000000001</c:v>
                </c:pt>
                <c:pt idx="116">
                  <c:v>77.356558000000007</c:v>
                </c:pt>
                <c:pt idx="117">
                  <c:v>80.923567000000006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82.360760999999997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75.045890999999997</c:v>
                </c:pt>
                <c:pt idx="135">
                  <c:v>74.006117000000003</c:v>
                </c:pt>
                <c:pt idx="136">
                  <c:v>72.966341999999997</c:v>
                </c:pt>
                <c:pt idx="137">
                  <c:v>71.926568000000003</c:v>
                </c:pt>
                <c:pt idx="138">
                  <c:v>71.233384999999998</c:v>
                </c:pt>
                <c:pt idx="139">
                  <c:v>71.233384999999998</c:v>
                </c:pt>
                <c:pt idx="140">
                  <c:v>70.062798000000001</c:v>
                </c:pt>
                <c:pt idx="141">
                  <c:v>68.808598000000003</c:v>
                </c:pt>
                <c:pt idx="142">
                  <c:v>67.554398000000006</c:v>
                </c:pt>
                <c:pt idx="143">
                  <c:v>67.303557999999995</c:v>
                </c:pt>
                <c:pt idx="144">
                  <c:v>66.139009999999999</c:v>
                </c:pt>
                <c:pt idx="145">
                  <c:v>64.974463</c:v>
                </c:pt>
                <c:pt idx="146">
                  <c:v>63.809916000000001</c:v>
                </c:pt>
                <c:pt idx="147">
                  <c:v>63.421733000000003</c:v>
                </c:pt>
                <c:pt idx="148">
                  <c:v>62.837926000000003</c:v>
                </c:pt>
                <c:pt idx="149">
                  <c:v>62.259780999999997</c:v>
                </c:pt>
                <c:pt idx="150">
                  <c:v>61.020901000000002</c:v>
                </c:pt>
                <c:pt idx="151">
                  <c:v>59.782021</c:v>
                </c:pt>
                <c:pt idx="152">
                  <c:v>58.956100999999997</c:v>
                </c:pt>
                <c:pt idx="153">
                  <c:v>58.214624000000001</c:v>
                </c:pt>
                <c:pt idx="154">
                  <c:v>57.102409000000002</c:v>
                </c:pt>
                <c:pt idx="155">
                  <c:v>55.990194000000002</c:v>
                </c:pt>
                <c:pt idx="156">
                  <c:v>55.026274000000001</c:v>
                </c:pt>
                <c:pt idx="157">
                  <c:v>54.842058000000002</c:v>
                </c:pt>
                <c:pt idx="158">
                  <c:v>53.603178</c:v>
                </c:pt>
                <c:pt idx="159">
                  <c:v>52.619543</c:v>
                </c:pt>
                <c:pt idx="160">
                  <c:v>51.454996000000001</c:v>
                </c:pt>
                <c:pt idx="161">
                  <c:v>51.144449999999999</c:v>
                </c:pt>
                <c:pt idx="162">
                  <c:v>50.302343999999998</c:v>
                </c:pt>
                <c:pt idx="163">
                  <c:v>49.249712000000002</c:v>
                </c:pt>
                <c:pt idx="164">
                  <c:v>48.197079000000002</c:v>
                </c:pt>
                <c:pt idx="165">
                  <c:v>47.214621999999999</c:v>
                </c:pt>
                <c:pt idx="166">
                  <c:v>46.981712999999999</c:v>
                </c:pt>
                <c:pt idx="167">
                  <c:v>45.817166</c:v>
                </c:pt>
                <c:pt idx="168">
                  <c:v>44.652617999999997</c:v>
                </c:pt>
                <c:pt idx="169">
                  <c:v>43.488070999999998</c:v>
                </c:pt>
                <c:pt idx="170">
                  <c:v>43.122272000000002</c:v>
                </c:pt>
                <c:pt idx="171">
                  <c:v>42.069639000000002</c:v>
                </c:pt>
                <c:pt idx="172">
                  <c:v>41.017007</c:v>
                </c:pt>
                <c:pt idx="173">
                  <c:v>39.964374999999997</c:v>
                </c:pt>
                <c:pt idx="174">
                  <c:v>39.402971000000001</c:v>
                </c:pt>
                <c:pt idx="175">
                  <c:v>38.789276000000001</c:v>
                </c:pt>
                <c:pt idx="176">
                  <c:v>37.333592000000003</c:v>
                </c:pt>
                <c:pt idx="177">
                  <c:v>36.031913000000003</c:v>
                </c:pt>
                <c:pt idx="178">
                  <c:v>35.521146000000002</c:v>
                </c:pt>
                <c:pt idx="179">
                  <c:v>35.521146000000002</c:v>
                </c:pt>
                <c:pt idx="180">
                  <c:v>34.702432999999999</c:v>
                </c:pt>
                <c:pt idx="181">
                  <c:v>33.474361999999999</c:v>
                </c:pt>
                <c:pt idx="182">
                  <c:v>32.246290999999999</c:v>
                </c:pt>
                <c:pt idx="183">
                  <c:v>31.591318999999999</c:v>
                </c:pt>
                <c:pt idx="184">
                  <c:v>30.855041</c:v>
                </c:pt>
                <c:pt idx="185">
                  <c:v>29.424894999999999</c:v>
                </c:pt>
                <c:pt idx="186">
                  <c:v>28.646204999999998</c:v>
                </c:pt>
                <c:pt idx="187">
                  <c:v>27.709495</c:v>
                </c:pt>
                <c:pt idx="188">
                  <c:v>26.281583000000001</c:v>
                </c:pt>
                <c:pt idx="189">
                  <c:v>24.566182999999999</c:v>
                </c:pt>
                <c:pt idx="190">
                  <c:v>24.566182999999999</c:v>
                </c:pt>
                <c:pt idx="191">
                  <c:v>24.566182999999999</c:v>
                </c:pt>
                <c:pt idx="192">
                  <c:v>24.566182999999999</c:v>
                </c:pt>
                <c:pt idx="193">
                  <c:v>24.566182999999999</c:v>
                </c:pt>
                <c:pt idx="194">
                  <c:v>24.566182999999999</c:v>
                </c:pt>
                <c:pt idx="195">
                  <c:v>24.566182999999999</c:v>
                </c:pt>
                <c:pt idx="196">
                  <c:v>24.566182999999999</c:v>
                </c:pt>
                <c:pt idx="197">
                  <c:v>29.104399000000001</c:v>
                </c:pt>
                <c:pt idx="198">
                  <c:v>29.104406999999998</c:v>
                </c:pt>
                <c:pt idx="199">
                  <c:v>35.508266999999996</c:v>
                </c:pt>
                <c:pt idx="200">
                  <c:v>35.508266999999996</c:v>
                </c:pt>
                <c:pt idx="201">
                  <c:v>35.508266999999996</c:v>
                </c:pt>
                <c:pt idx="202">
                  <c:v>35.508266999999996</c:v>
                </c:pt>
                <c:pt idx="203">
                  <c:v>35.508266999999996</c:v>
                </c:pt>
                <c:pt idx="204">
                  <c:v>35.508266999999996</c:v>
                </c:pt>
                <c:pt idx="205">
                  <c:v>37.810510000000001</c:v>
                </c:pt>
                <c:pt idx="206">
                  <c:v>42.348725999999999</c:v>
                </c:pt>
                <c:pt idx="207">
                  <c:v>47.257272999999998</c:v>
                </c:pt>
                <c:pt idx="208">
                  <c:v>51.425159000000001</c:v>
                </c:pt>
                <c:pt idx="209">
                  <c:v>52.770668999999998</c:v>
                </c:pt>
                <c:pt idx="210">
                  <c:v>59.577993999999997</c:v>
                </c:pt>
                <c:pt idx="211">
                  <c:v>66.385317999999998</c:v>
                </c:pt>
                <c:pt idx="212">
                  <c:v>72.818325999999999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84.049668999999994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71.233384999999998</c:v>
                </c:pt>
                <c:pt idx="236">
                  <c:v>70.062798000000001</c:v>
                </c:pt>
                <c:pt idx="237">
                  <c:v>68.808598000000003</c:v>
                </c:pt>
                <c:pt idx="238">
                  <c:v>67.554398000000006</c:v>
                </c:pt>
                <c:pt idx="239">
                  <c:v>67.303557999999995</c:v>
                </c:pt>
                <c:pt idx="240">
                  <c:v>66.139009999999999</c:v>
                </c:pt>
                <c:pt idx="241">
                  <c:v>64.974463</c:v>
                </c:pt>
                <c:pt idx="242">
                  <c:v>63.809916000000001</c:v>
                </c:pt>
                <c:pt idx="243">
                  <c:v>63.421733000000003</c:v>
                </c:pt>
                <c:pt idx="244">
                  <c:v>62.309517999999997</c:v>
                </c:pt>
                <c:pt idx="245">
                  <c:v>61.197302999999998</c:v>
                </c:pt>
                <c:pt idx="246">
                  <c:v>60.085087999999999</c:v>
                </c:pt>
                <c:pt idx="247">
                  <c:v>59.491906</c:v>
                </c:pt>
                <c:pt idx="248">
                  <c:v>59.491906</c:v>
                </c:pt>
                <c:pt idx="249">
                  <c:v>59.491906</c:v>
                </c:pt>
                <c:pt idx="250">
                  <c:v>59.326721999999997</c:v>
                </c:pt>
                <c:pt idx="251">
                  <c:v>58.087842000000002</c:v>
                </c:pt>
                <c:pt idx="252">
                  <c:v>56.848962</c:v>
                </c:pt>
                <c:pt idx="253">
                  <c:v>55.610081999999998</c:v>
                </c:pt>
                <c:pt idx="254">
                  <c:v>55.259203999999997</c:v>
                </c:pt>
                <c:pt idx="255">
                  <c:v>54.206572000000001</c:v>
                </c:pt>
                <c:pt idx="256">
                  <c:v>53.153939999999999</c:v>
                </c:pt>
                <c:pt idx="257">
                  <c:v>52.101308000000003</c:v>
                </c:pt>
                <c:pt idx="258">
                  <c:v>51.680255000000002</c:v>
                </c:pt>
                <c:pt idx="259">
                  <c:v>50.748617000000003</c:v>
                </c:pt>
                <c:pt idx="260">
                  <c:v>49.584069999999997</c:v>
                </c:pt>
                <c:pt idx="261">
                  <c:v>48.419522000000001</c:v>
                </c:pt>
                <c:pt idx="262">
                  <c:v>47.798430000000003</c:v>
                </c:pt>
                <c:pt idx="263">
                  <c:v>47.096674999999998</c:v>
                </c:pt>
                <c:pt idx="264">
                  <c:v>46.044043000000002</c:v>
                </c:pt>
                <c:pt idx="265">
                  <c:v>44.991410999999999</c:v>
                </c:pt>
                <c:pt idx="266">
                  <c:v>43.938778999999997</c:v>
                </c:pt>
                <c:pt idx="267">
                  <c:v>43.868603</c:v>
                </c:pt>
                <c:pt idx="268">
                  <c:v>43.868603</c:v>
                </c:pt>
                <c:pt idx="269">
                  <c:v>43.868603</c:v>
                </c:pt>
                <c:pt idx="270">
                  <c:v>42.780990000000003</c:v>
                </c:pt>
                <c:pt idx="271">
                  <c:v>41.539509000000002</c:v>
                </c:pt>
                <c:pt idx="272">
                  <c:v>40.083824</c:v>
                </c:pt>
                <c:pt idx="273">
                  <c:v>39.741165000000002</c:v>
                </c:pt>
                <c:pt idx="274">
                  <c:v>38.258079000000002</c:v>
                </c:pt>
                <c:pt idx="275">
                  <c:v>37.236547000000002</c:v>
                </c:pt>
                <c:pt idx="276">
                  <c:v>36.056952000000003</c:v>
                </c:pt>
                <c:pt idx="277">
                  <c:v>35.189762000000002</c:v>
                </c:pt>
                <c:pt idx="278">
                  <c:v>33.961691000000002</c:v>
                </c:pt>
                <c:pt idx="279">
                  <c:v>33.306719999999999</c:v>
                </c:pt>
                <c:pt idx="280">
                  <c:v>33.306719999999999</c:v>
                </c:pt>
                <c:pt idx="281">
                  <c:v>31.964473000000002</c:v>
                </c:pt>
                <c:pt idx="282">
                  <c:v>30.446428000000001</c:v>
                </c:pt>
                <c:pt idx="283">
                  <c:v>29.424894999999999</c:v>
                </c:pt>
                <c:pt idx="284">
                  <c:v>29.031815000000002</c:v>
                </c:pt>
                <c:pt idx="285">
                  <c:v>26.281583000000001</c:v>
                </c:pt>
                <c:pt idx="286">
                  <c:v>26.281583000000001</c:v>
                </c:pt>
                <c:pt idx="287">
                  <c:v>26.281583000000001</c:v>
                </c:pt>
                <c:pt idx="288">
                  <c:v>26.281583000000001</c:v>
                </c:pt>
                <c:pt idx="289">
                  <c:v>26.281583000000001</c:v>
                </c:pt>
                <c:pt idx="290">
                  <c:v>26.281583000000001</c:v>
                </c:pt>
                <c:pt idx="291">
                  <c:v>30.819800000000001</c:v>
                </c:pt>
                <c:pt idx="292">
                  <c:v>34.243485999999997</c:v>
                </c:pt>
                <c:pt idx="293">
                  <c:v>36.886935000000001</c:v>
                </c:pt>
                <c:pt idx="294">
                  <c:v>37.194898999999999</c:v>
                </c:pt>
                <c:pt idx="295">
                  <c:v>41.425151999999997</c:v>
                </c:pt>
                <c:pt idx="296">
                  <c:v>41.425151999999997</c:v>
                </c:pt>
                <c:pt idx="297">
                  <c:v>41.425151999999997</c:v>
                </c:pt>
                <c:pt idx="298">
                  <c:v>41.425151999999997</c:v>
                </c:pt>
                <c:pt idx="299">
                  <c:v>41.425151999999997</c:v>
                </c:pt>
                <c:pt idx="300">
                  <c:v>41.425151999999997</c:v>
                </c:pt>
                <c:pt idx="301">
                  <c:v>45.963368000000003</c:v>
                </c:pt>
                <c:pt idx="302">
                  <c:v>52.770693000000001</c:v>
                </c:pt>
                <c:pt idx="303">
                  <c:v>59.578018</c:v>
                </c:pt>
                <c:pt idx="304">
                  <c:v>64.856424000000004</c:v>
                </c:pt>
                <c:pt idx="305">
                  <c:v>64.856424000000004</c:v>
                </c:pt>
                <c:pt idx="306">
                  <c:v>65.039809000000005</c:v>
                </c:pt>
                <c:pt idx="307">
                  <c:v>70.923558999999997</c:v>
                </c:pt>
                <c:pt idx="308">
                  <c:v>75.461776</c:v>
                </c:pt>
                <c:pt idx="309">
                  <c:v>80.923567000000006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84.045209999999997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71.233384999999998</c:v>
                </c:pt>
                <c:pt idx="332">
                  <c:v>70.062798000000001</c:v>
                </c:pt>
                <c:pt idx="333">
                  <c:v>68.808598000000003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67.228953000000004</c:v>
                </c:pt>
                <c:pt idx="337">
                  <c:v>65.974751999999995</c:v>
                </c:pt>
                <c:pt idx="338">
                  <c:v>64.720551999999998</c:v>
                </c:pt>
                <c:pt idx="339">
                  <c:v>64.198098000000002</c:v>
                </c:pt>
                <c:pt idx="340">
                  <c:v>63.421733000000003</c:v>
                </c:pt>
                <c:pt idx="341">
                  <c:v>62.680256999999997</c:v>
                </c:pt>
                <c:pt idx="342">
                  <c:v>61.568041000000001</c:v>
                </c:pt>
                <c:pt idx="343">
                  <c:v>60.455826000000002</c:v>
                </c:pt>
                <c:pt idx="344">
                  <c:v>59.491906</c:v>
                </c:pt>
                <c:pt idx="345">
                  <c:v>58.913761999999998</c:v>
                </c:pt>
                <c:pt idx="346">
                  <c:v>57.674881999999997</c:v>
                </c:pt>
                <c:pt idx="347">
                  <c:v>56.436002000000002</c:v>
                </c:pt>
                <c:pt idx="348">
                  <c:v>55.610081999999998</c:v>
                </c:pt>
                <c:pt idx="349">
                  <c:v>54.908327</c:v>
                </c:pt>
                <c:pt idx="350">
                  <c:v>53.855694999999997</c:v>
                </c:pt>
                <c:pt idx="351">
                  <c:v>52.803061999999997</c:v>
                </c:pt>
                <c:pt idx="352">
                  <c:v>51.750430000000001</c:v>
                </c:pt>
                <c:pt idx="353">
                  <c:v>51.680255000000002</c:v>
                </c:pt>
                <c:pt idx="354">
                  <c:v>51.680255000000002</c:v>
                </c:pt>
                <c:pt idx="355">
                  <c:v>50.748617000000003</c:v>
                </c:pt>
                <c:pt idx="356">
                  <c:v>49.584069999999997</c:v>
                </c:pt>
                <c:pt idx="357">
                  <c:v>48.419522000000001</c:v>
                </c:pt>
                <c:pt idx="358">
                  <c:v>47.798430000000003</c:v>
                </c:pt>
                <c:pt idx="359">
                  <c:v>47.096674999999998</c:v>
                </c:pt>
                <c:pt idx="360">
                  <c:v>46.044043000000002</c:v>
                </c:pt>
                <c:pt idx="361">
                  <c:v>44.991410999999999</c:v>
                </c:pt>
                <c:pt idx="362">
                  <c:v>43.938778999999997</c:v>
                </c:pt>
                <c:pt idx="363">
                  <c:v>43.868603</c:v>
                </c:pt>
                <c:pt idx="364">
                  <c:v>43.868603</c:v>
                </c:pt>
                <c:pt idx="365">
                  <c:v>42.672874999999998</c:v>
                </c:pt>
                <c:pt idx="366">
                  <c:v>41.811359000000003</c:v>
                </c:pt>
                <c:pt idx="367">
                  <c:v>40.677754999999998</c:v>
                </c:pt>
                <c:pt idx="368">
                  <c:v>39.824356000000002</c:v>
                </c:pt>
                <c:pt idx="369">
                  <c:v>38.772792000000003</c:v>
                </c:pt>
                <c:pt idx="370">
                  <c:v>37.288448000000002</c:v>
                </c:pt>
                <c:pt idx="371">
                  <c:v>36.266914999999997</c:v>
                </c:pt>
                <c:pt idx="372">
                  <c:v>35.448200999999997</c:v>
                </c:pt>
                <c:pt idx="373">
                  <c:v>34.220129999999997</c:v>
                </c:pt>
                <c:pt idx="374">
                  <c:v>32.992058999999998</c:v>
                </c:pt>
                <c:pt idx="375">
                  <c:v>32.337088000000001</c:v>
                </c:pt>
                <c:pt idx="376">
                  <c:v>32.337088000000001</c:v>
                </c:pt>
                <c:pt idx="377">
                  <c:v>31.009094999999999</c:v>
                </c:pt>
                <c:pt idx="378">
                  <c:v>29.476796</c:v>
                </c:pt>
                <c:pt idx="379">
                  <c:v>28.455262999999999</c:v>
                </c:pt>
                <c:pt idx="380">
                  <c:v>28.455262999999999</c:v>
                </c:pt>
                <c:pt idx="381">
                  <c:v>25.311951000000001</c:v>
                </c:pt>
                <c:pt idx="382">
                  <c:v>25.311951000000001</c:v>
                </c:pt>
                <c:pt idx="383">
                  <c:v>25.311951000000001</c:v>
                </c:pt>
                <c:pt idx="384">
                  <c:v>25.311951000000001</c:v>
                </c:pt>
                <c:pt idx="385">
                  <c:v>26.281593000000001</c:v>
                </c:pt>
                <c:pt idx="386">
                  <c:v>26.281593000000001</c:v>
                </c:pt>
                <c:pt idx="387">
                  <c:v>26.281593000000001</c:v>
                </c:pt>
                <c:pt idx="388">
                  <c:v>26.281593000000001</c:v>
                </c:pt>
                <c:pt idx="389">
                  <c:v>26.281593000000001</c:v>
                </c:pt>
                <c:pt idx="390">
                  <c:v>26.281593000000001</c:v>
                </c:pt>
                <c:pt idx="391">
                  <c:v>26.281593000000001</c:v>
                </c:pt>
                <c:pt idx="392">
                  <c:v>26.281593000000001</c:v>
                </c:pt>
                <c:pt idx="393">
                  <c:v>30.819808999999999</c:v>
                </c:pt>
                <c:pt idx="394">
                  <c:v>37.627133999999998</c:v>
                </c:pt>
                <c:pt idx="395">
                  <c:v>44.434458999999997</c:v>
                </c:pt>
                <c:pt idx="396">
                  <c:v>46.886943000000002</c:v>
                </c:pt>
                <c:pt idx="397">
                  <c:v>53.694268000000001</c:v>
                </c:pt>
                <c:pt idx="398">
                  <c:v>54.734597999999998</c:v>
                </c:pt>
                <c:pt idx="399">
                  <c:v>59.272815000000001</c:v>
                </c:pt>
                <c:pt idx="400">
                  <c:v>61.731343000000003</c:v>
                </c:pt>
                <c:pt idx="401">
                  <c:v>65.039809000000005</c:v>
                </c:pt>
                <c:pt idx="402">
                  <c:v>69.236424</c:v>
                </c:pt>
                <c:pt idx="403">
                  <c:v>69.236424</c:v>
                </c:pt>
                <c:pt idx="404">
                  <c:v>71.847133999999997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82.133065999999999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67.554398000000006</c:v>
                </c:pt>
                <c:pt idx="431">
                  <c:v>66.810885999999996</c:v>
                </c:pt>
                <c:pt idx="432">
                  <c:v>65.556685999999999</c:v>
                </c:pt>
                <c:pt idx="433">
                  <c:v>64.553325999999998</c:v>
                </c:pt>
                <c:pt idx="434">
                  <c:v>64.553325999999998</c:v>
                </c:pt>
                <c:pt idx="435">
                  <c:v>64.198098000000002</c:v>
                </c:pt>
                <c:pt idx="436">
                  <c:v>63.421733000000003</c:v>
                </c:pt>
                <c:pt idx="437">
                  <c:v>62.323340999999999</c:v>
                </c:pt>
                <c:pt idx="438">
                  <c:v>61.084460999999997</c:v>
                </c:pt>
                <c:pt idx="439">
                  <c:v>60.671500999999999</c:v>
                </c:pt>
                <c:pt idx="440">
                  <c:v>59.559286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56.080938000000003</c:v>
                </c:pt>
                <c:pt idx="445">
                  <c:v>54.842058000000002</c:v>
                </c:pt>
                <c:pt idx="446">
                  <c:v>53.603178</c:v>
                </c:pt>
                <c:pt idx="447">
                  <c:v>52.859850000000002</c:v>
                </c:pt>
                <c:pt idx="448">
                  <c:v>52.859850000000002</c:v>
                </c:pt>
                <c:pt idx="449">
                  <c:v>51.807217000000001</c:v>
                </c:pt>
                <c:pt idx="450">
                  <c:v>50.754584999999999</c:v>
                </c:pt>
                <c:pt idx="451">
                  <c:v>49.701953000000003</c:v>
                </c:pt>
                <c:pt idx="452">
                  <c:v>48.930022999999998</c:v>
                </c:pt>
                <c:pt idx="453">
                  <c:v>48.464204000000002</c:v>
                </c:pt>
                <c:pt idx="454">
                  <c:v>47.299655999999999</c:v>
                </c:pt>
                <c:pt idx="455">
                  <c:v>46.135109</c:v>
                </c:pt>
                <c:pt idx="456">
                  <c:v>45.048197999999999</c:v>
                </c:pt>
                <c:pt idx="457">
                  <c:v>44.697321000000002</c:v>
                </c:pt>
                <c:pt idx="458">
                  <c:v>43.644688000000002</c:v>
                </c:pt>
                <c:pt idx="459">
                  <c:v>42.592055999999999</c:v>
                </c:pt>
                <c:pt idx="460">
                  <c:v>41.539423999999997</c:v>
                </c:pt>
                <c:pt idx="461">
                  <c:v>41.118371000000003</c:v>
                </c:pt>
                <c:pt idx="462">
                  <c:v>41.118371000000003</c:v>
                </c:pt>
                <c:pt idx="463">
                  <c:v>40.811911000000002</c:v>
                </c:pt>
                <c:pt idx="464">
                  <c:v>39.279612</c:v>
                </c:pt>
                <c:pt idx="465">
                  <c:v>37.747312999999998</c:v>
                </c:pt>
                <c:pt idx="466">
                  <c:v>37.236547000000002</c:v>
                </c:pt>
                <c:pt idx="467">
                  <c:v>36.090347000000001</c:v>
                </c:pt>
                <c:pt idx="468">
                  <c:v>34.862276000000001</c:v>
                </c:pt>
                <c:pt idx="469">
                  <c:v>33.634205000000001</c:v>
                </c:pt>
                <c:pt idx="470">
                  <c:v>33.306719999999999</c:v>
                </c:pt>
                <c:pt idx="471">
                  <c:v>32.387340000000002</c:v>
                </c:pt>
                <c:pt idx="472">
                  <c:v>30.855041</c:v>
                </c:pt>
                <c:pt idx="473">
                  <c:v>29.424894999999999</c:v>
                </c:pt>
                <c:pt idx="474">
                  <c:v>28.895557</c:v>
                </c:pt>
                <c:pt idx="475">
                  <c:v>27.572210999999999</c:v>
                </c:pt>
                <c:pt idx="476">
                  <c:v>26.248864999999999</c:v>
                </c:pt>
                <c:pt idx="477">
                  <c:v>25.54308</c:v>
                </c:pt>
                <c:pt idx="478">
                  <c:v>25.54308</c:v>
                </c:pt>
                <c:pt idx="479">
                  <c:v>23.531361</c:v>
                </c:pt>
                <c:pt idx="480">
                  <c:v>23.531361</c:v>
                </c:pt>
                <c:pt idx="481">
                  <c:v>23.531361</c:v>
                </c:pt>
                <c:pt idx="482">
                  <c:v>23.531361</c:v>
                </c:pt>
                <c:pt idx="483">
                  <c:v>28.069576999999999</c:v>
                </c:pt>
                <c:pt idx="484">
                  <c:v>34.876902000000001</c:v>
                </c:pt>
                <c:pt idx="485">
                  <c:v>41.050840999999998</c:v>
                </c:pt>
                <c:pt idx="486">
                  <c:v>47.858165999999997</c:v>
                </c:pt>
                <c:pt idx="487">
                  <c:v>48.491559000000002</c:v>
                </c:pt>
                <c:pt idx="488">
                  <c:v>55.298884000000001</c:v>
                </c:pt>
                <c:pt idx="489">
                  <c:v>60.208010999999999</c:v>
                </c:pt>
                <c:pt idx="490">
                  <c:v>64.746228000000002</c:v>
                </c:pt>
                <c:pt idx="491">
                  <c:v>66.507650999999996</c:v>
                </c:pt>
                <c:pt idx="492">
                  <c:v>66.507650999999996</c:v>
                </c:pt>
                <c:pt idx="493">
                  <c:v>68.962429999999998</c:v>
                </c:pt>
                <c:pt idx="494">
                  <c:v>68.962429999999998</c:v>
                </c:pt>
                <c:pt idx="495">
                  <c:v>68.962429999999998</c:v>
                </c:pt>
                <c:pt idx="496">
                  <c:v>68.962429999999998</c:v>
                </c:pt>
                <c:pt idx="497">
                  <c:v>68.962429999999998</c:v>
                </c:pt>
                <c:pt idx="498">
                  <c:v>73.500647000000001</c:v>
                </c:pt>
                <c:pt idx="499">
                  <c:v>78.038863000000006</c:v>
                </c:pt>
                <c:pt idx="500">
                  <c:v>78.038863000000006</c:v>
                </c:pt>
                <c:pt idx="501">
                  <c:v>79.999967999999996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79.117948999999996</c:v>
                </c:pt>
                <c:pt idx="515">
                  <c:v>77.794600000000003</c:v>
                </c:pt>
                <c:pt idx="516">
                  <c:v>76.471250999999995</c:v>
                </c:pt>
                <c:pt idx="517">
                  <c:v>76.294803999999999</c:v>
                </c:pt>
                <c:pt idx="518">
                  <c:v>75.867649</c:v>
                </c:pt>
                <c:pt idx="519">
                  <c:v>74.586184000000003</c:v>
                </c:pt>
                <c:pt idx="520">
                  <c:v>73.304717999999994</c:v>
                </c:pt>
                <c:pt idx="521">
                  <c:v>72.364976999999996</c:v>
                </c:pt>
                <c:pt idx="522">
                  <c:v>72.364976999999996</c:v>
                </c:pt>
                <c:pt idx="523">
                  <c:v>72.364976999999996</c:v>
                </c:pt>
                <c:pt idx="524">
                  <c:v>72.215945000000005</c:v>
                </c:pt>
                <c:pt idx="525">
                  <c:v>71.618471999999997</c:v>
                </c:pt>
                <c:pt idx="526">
                  <c:v>70.498715000000004</c:v>
                </c:pt>
                <c:pt idx="527">
                  <c:v>69.378957999999997</c:v>
                </c:pt>
                <c:pt idx="528">
                  <c:v>68.483153000000001</c:v>
                </c:pt>
                <c:pt idx="529">
                  <c:v>68.348112</c:v>
                </c:pt>
                <c:pt idx="530">
                  <c:v>67.746309999999994</c:v>
                </c:pt>
                <c:pt idx="531">
                  <c:v>66.518238999999994</c:v>
                </c:pt>
                <c:pt idx="532">
                  <c:v>65.290167999999994</c:v>
                </c:pt>
                <c:pt idx="533">
                  <c:v>64.553325999999998</c:v>
                </c:pt>
                <c:pt idx="534">
                  <c:v>64.553325999999998</c:v>
                </c:pt>
                <c:pt idx="535">
                  <c:v>64.132565</c:v>
                </c:pt>
                <c:pt idx="536">
                  <c:v>62.969777999999998</c:v>
                </c:pt>
                <c:pt idx="537">
                  <c:v>61.806992000000001</c:v>
                </c:pt>
                <c:pt idx="538">
                  <c:v>60.954281999999999</c:v>
                </c:pt>
                <c:pt idx="539">
                  <c:v>60.954281999999999</c:v>
                </c:pt>
                <c:pt idx="540">
                  <c:v>60.954281999999999</c:v>
                </c:pt>
                <c:pt idx="541">
                  <c:v>59.925865999999999</c:v>
                </c:pt>
                <c:pt idx="542">
                  <c:v>58.823991999999997</c:v>
                </c:pt>
                <c:pt idx="543">
                  <c:v>57.722118000000002</c:v>
                </c:pt>
                <c:pt idx="544">
                  <c:v>57.281368000000001</c:v>
                </c:pt>
                <c:pt idx="545">
                  <c:v>57.082033000000003</c:v>
                </c:pt>
                <c:pt idx="546">
                  <c:v>56.085358999999997</c:v>
                </c:pt>
                <c:pt idx="547">
                  <c:v>55.088684999999998</c:v>
                </c:pt>
                <c:pt idx="548">
                  <c:v>54.092010999999999</c:v>
                </c:pt>
                <c:pt idx="549">
                  <c:v>53.560451999999998</c:v>
                </c:pt>
                <c:pt idx="550">
                  <c:v>53.213951000000002</c:v>
                </c:pt>
                <c:pt idx="551">
                  <c:v>52.174447000000001</c:v>
                </c:pt>
                <c:pt idx="552">
                  <c:v>51.134943</c:v>
                </c:pt>
                <c:pt idx="553">
                  <c:v>50.095438999999999</c:v>
                </c:pt>
                <c:pt idx="554">
                  <c:v>49.887537999999999</c:v>
                </c:pt>
                <c:pt idx="555">
                  <c:v>49.887537999999999</c:v>
                </c:pt>
                <c:pt idx="556">
                  <c:v>46.744225999999998</c:v>
                </c:pt>
                <c:pt idx="557">
                  <c:v>46.744225999999998</c:v>
                </c:pt>
                <c:pt idx="558">
                  <c:v>46.744225999999998</c:v>
                </c:pt>
                <c:pt idx="559">
                  <c:v>46.744225999999998</c:v>
                </c:pt>
                <c:pt idx="560">
                  <c:v>46.744225999999998</c:v>
                </c:pt>
                <c:pt idx="561">
                  <c:v>46.744225999999998</c:v>
                </c:pt>
                <c:pt idx="562">
                  <c:v>46.497369999999997</c:v>
                </c:pt>
                <c:pt idx="563">
                  <c:v>45.436380999999997</c:v>
                </c:pt>
                <c:pt idx="564">
                  <c:v>45.048197999999999</c:v>
                </c:pt>
                <c:pt idx="565">
                  <c:v>44.114963000000003</c:v>
                </c:pt>
                <c:pt idx="566">
                  <c:v>43.513527000000003</c:v>
                </c:pt>
                <c:pt idx="567">
                  <c:v>42.159405999999997</c:v>
                </c:pt>
                <c:pt idx="568">
                  <c:v>41.166383000000003</c:v>
                </c:pt>
                <c:pt idx="569">
                  <c:v>40.087676000000002</c:v>
                </c:pt>
                <c:pt idx="570">
                  <c:v>39.350396000000003</c:v>
                </c:pt>
                <c:pt idx="571">
                  <c:v>39.350396000000003</c:v>
                </c:pt>
                <c:pt idx="572">
                  <c:v>36.944364</c:v>
                </c:pt>
                <c:pt idx="573">
                  <c:v>36.843466999999997</c:v>
                </c:pt>
                <c:pt idx="574">
                  <c:v>36.843466999999997</c:v>
                </c:pt>
                <c:pt idx="575">
                  <c:v>36.843466999999997</c:v>
                </c:pt>
                <c:pt idx="576">
                  <c:v>36.843466999999997</c:v>
                </c:pt>
                <c:pt idx="577">
                  <c:v>39.112575</c:v>
                </c:pt>
                <c:pt idx="578">
                  <c:v>39.112575</c:v>
                </c:pt>
                <c:pt idx="579">
                  <c:v>39.112575</c:v>
                </c:pt>
                <c:pt idx="580">
                  <c:v>39.112575</c:v>
                </c:pt>
                <c:pt idx="581">
                  <c:v>39.350403999999997</c:v>
                </c:pt>
                <c:pt idx="582">
                  <c:v>39.350403999999997</c:v>
                </c:pt>
                <c:pt idx="583">
                  <c:v>39.350403999999997</c:v>
                </c:pt>
                <c:pt idx="584">
                  <c:v>39.350403999999997</c:v>
                </c:pt>
                <c:pt idx="585">
                  <c:v>39.350403999999997</c:v>
                </c:pt>
                <c:pt idx="586">
                  <c:v>39.350403999999997</c:v>
                </c:pt>
                <c:pt idx="587">
                  <c:v>43.888620000000003</c:v>
                </c:pt>
                <c:pt idx="588">
                  <c:v>44.617826999999998</c:v>
                </c:pt>
                <c:pt idx="589">
                  <c:v>49.156042999999997</c:v>
                </c:pt>
                <c:pt idx="590">
                  <c:v>53.551551000000003</c:v>
                </c:pt>
                <c:pt idx="591">
                  <c:v>53.551551000000003</c:v>
                </c:pt>
                <c:pt idx="592">
                  <c:v>53.551551000000003</c:v>
                </c:pt>
                <c:pt idx="593">
                  <c:v>58.089767999999999</c:v>
                </c:pt>
                <c:pt idx="594">
                  <c:v>59.577993999999997</c:v>
                </c:pt>
                <c:pt idx="595">
                  <c:v>64.298102</c:v>
                </c:pt>
                <c:pt idx="596">
                  <c:v>66.385311000000002</c:v>
                </c:pt>
                <c:pt idx="597">
                  <c:v>69.578024999999997</c:v>
                </c:pt>
                <c:pt idx="598">
                  <c:v>71.847133999999997</c:v>
                </c:pt>
                <c:pt idx="599">
                  <c:v>78.654459000000003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81.598867999999996</c:v>
                </c:pt>
                <c:pt idx="608">
                  <c:v>80.066569000000001</c:v>
                </c:pt>
                <c:pt idx="609">
                  <c:v>79.045035999999996</c:v>
                </c:pt>
                <c:pt idx="610">
                  <c:v>79.045035999999996</c:v>
                </c:pt>
                <c:pt idx="611">
                  <c:v>78.160825000000003</c:v>
                </c:pt>
                <c:pt idx="612">
                  <c:v>76.687139999999999</c:v>
                </c:pt>
                <c:pt idx="613">
                  <c:v>75.213454999999996</c:v>
                </c:pt>
                <c:pt idx="614">
                  <c:v>74.934658999999996</c:v>
                </c:pt>
                <c:pt idx="615">
                  <c:v>73.580534999999998</c:v>
                </c:pt>
                <c:pt idx="616">
                  <c:v>72.226410000000001</c:v>
                </c:pt>
                <c:pt idx="617">
                  <c:v>71.233384999999998</c:v>
                </c:pt>
                <c:pt idx="618">
                  <c:v>71.233384999999998</c:v>
                </c:pt>
                <c:pt idx="619">
                  <c:v>70.272760000000005</c:v>
                </c:pt>
                <c:pt idx="620">
                  <c:v>68.962817999999999</c:v>
                </c:pt>
                <c:pt idx="621">
                  <c:v>67.652876000000006</c:v>
                </c:pt>
                <c:pt idx="622">
                  <c:v>67.303557999999995</c:v>
                </c:pt>
                <c:pt idx="623">
                  <c:v>66.171358999999995</c:v>
                </c:pt>
                <c:pt idx="624">
                  <c:v>64.958288999999994</c:v>
                </c:pt>
                <c:pt idx="625">
                  <c:v>63.745218999999999</c:v>
                </c:pt>
                <c:pt idx="626">
                  <c:v>63.421733000000003</c:v>
                </c:pt>
                <c:pt idx="627">
                  <c:v>63.176119</c:v>
                </c:pt>
                <c:pt idx="628">
                  <c:v>61.948048</c:v>
                </c:pt>
                <c:pt idx="629">
                  <c:v>60.719977</c:v>
                </c:pt>
                <c:pt idx="630">
                  <c:v>59.491906</c:v>
                </c:pt>
                <c:pt idx="631">
                  <c:v>59.491906</c:v>
                </c:pt>
                <c:pt idx="632">
                  <c:v>59.491906</c:v>
                </c:pt>
                <c:pt idx="633">
                  <c:v>59.491906</c:v>
                </c:pt>
                <c:pt idx="634">
                  <c:v>59.258997000000001</c:v>
                </c:pt>
                <c:pt idx="635">
                  <c:v>58.094448999999997</c:v>
                </c:pt>
                <c:pt idx="636">
                  <c:v>56.929901999999998</c:v>
                </c:pt>
                <c:pt idx="637">
                  <c:v>55.765355</c:v>
                </c:pt>
                <c:pt idx="638">
                  <c:v>55.610081999999998</c:v>
                </c:pt>
                <c:pt idx="639">
                  <c:v>55.081066999999997</c:v>
                </c:pt>
                <c:pt idx="640">
                  <c:v>53.947462999999999</c:v>
                </c:pt>
                <c:pt idx="641">
                  <c:v>52.813859000000001</c:v>
                </c:pt>
                <c:pt idx="642">
                  <c:v>51.680255000000002</c:v>
                </c:pt>
                <c:pt idx="643">
                  <c:v>51.680255000000002</c:v>
                </c:pt>
                <c:pt idx="644">
                  <c:v>51.680255000000002</c:v>
                </c:pt>
                <c:pt idx="645">
                  <c:v>50.67098</c:v>
                </c:pt>
                <c:pt idx="646">
                  <c:v>49.506433000000001</c:v>
                </c:pt>
                <c:pt idx="647">
                  <c:v>48.341886000000002</c:v>
                </c:pt>
                <c:pt idx="648">
                  <c:v>47.798430000000003</c:v>
                </c:pt>
                <c:pt idx="649">
                  <c:v>47.711100999999999</c:v>
                </c:pt>
                <c:pt idx="650">
                  <c:v>46.401158000000002</c:v>
                </c:pt>
                <c:pt idx="651">
                  <c:v>45.091216000000003</c:v>
                </c:pt>
                <c:pt idx="652">
                  <c:v>43.868603</c:v>
                </c:pt>
                <c:pt idx="653">
                  <c:v>43.868603</c:v>
                </c:pt>
                <c:pt idx="654">
                  <c:v>43.868603</c:v>
                </c:pt>
                <c:pt idx="655">
                  <c:v>43.868603</c:v>
                </c:pt>
                <c:pt idx="656">
                  <c:v>43.868603</c:v>
                </c:pt>
                <c:pt idx="657">
                  <c:v>42.336303999999998</c:v>
                </c:pt>
                <c:pt idx="658">
                  <c:v>40.804004999999997</c:v>
                </c:pt>
                <c:pt idx="659">
                  <c:v>39.986778999999999</c:v>
                </c:pt>
                <c:pt idx="660">
                  <c:v>38.863970999999999</c:v>
                </c:pt>
                <c:pt idx="661">
                  <c:v>37.460461000000002</c:v>
                </c:pt>
                <c:pt idx="662">
                  <c:v>36.056952000000003</c:v>
                </c:pt>
                <c:pt idx="663">
                  <c:v>36.056952000000003</c:v>
                </c:pt>
                <c:pt idx="664">
                  <c:v>35.416108000000001</c:v>
                </c:pt>
                <c:pt idx="665">
                  <c:v>33.960428</c:v>
                </c:pt>
                <c:pt idx="666">
                  <c:v>33.281109999999998</c:v>
                </c:pt>
                <c:pt idx="667">
                  <c:v>33.281109999999998</c:v>
                </c:pt>
                <c:pt idx="668">
                  <c:v>32.407756999999997</c:v>
                </c:pt>
                <c:pt idx="669">
                  <c:v>31.922561999999999</c:v>
                </c:pt>
                <c:pt idx="670">
                  <c:v>31.419632</c:v>
                </c:pt>
                <c:pt idx="671">
                  <c:v>35.957847999999998</c:v>
                </c:pt>
                <c:pt idx="672">
                  <c:v>42.765172999999997</c:v>
                </c:pt>
                <c:pt idx="673">
                  <c:v>49.572498000000003</c:v>
                </c:pt>
                <c:pt idx="674">
                  <c:v>52.246101000000003</c:v>
                </c:pt>
                <c:pt idx="675">
                  <c:v>52.246101000000003</c:v>
                </c:pt>
                <c:pt idx="676">
                  <c:v>52.246101000000003</c:v>
                </c:pt>
                <c:pt idx="677">
                  <c:v>52.246101000000003</c:v>
                </c:pt>
                <c:pt idx="678">
                  <c:v>52.246101000000003</c:v>
                </c:pt>
                <c:pt idx="679">
                  <c:v>52.246101000000003</c:v>
                </c:pt>
                <c:pt idx="680">
                  <c:v>52.246101000000003</c:v>
                </c:pt>
                <c:pt idx="681">
                  <c:v>52.246101000000003</c:v>
                </c:pt>
                <c:pt idx="682">
                  <c:v>52.246101000000003</c:v>
                </c:pt>
                <c:pt idx="683">
                  <c:v>52.246101000000003</c:v>
                </c:pt>
                <c:pt idx="684">
                  <c:v>52.246101000000003</c:v>
                </c:pt>
                <c:pt idx="685">
                  <c:v>52.246108</c:v>
                </c:pt>
                <c:pt idx="686">
                  <c:v>53.694245000000002</c:v>
                </c:pt>
                <c:pt idx="687">
                  <c:v>53.694251999999999</c:v>
                </c:pt>
                <c:pt idx="688">
                  <c:v>53.69426</c:v>
                </c:pt>
                <c:pt idx="689">
                  <c:v>60.501584999999999</c:v>
                </c:pt>
                <c:pt idx="690">
                  <c:v>67.308909999999997</c:v>
                </c:pt>
                <c:pt idx="691">
                  <c:v>72.975586000000007</c:v>
                </c:pt>
                <c:pt idx="692">
                  <c:v>77.422290000000004</c:v>
                </c:pt>
                <c:pt idx="693">
                  <c:v>79.999967999999996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E8-425E-85E5-57412A2062FB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63.808999999999997</c:v>
                </c:pt>
                <c:pt idx="1">
                  <c:v>63.808999999999997</c:v>
                </c:pt>
                <c:pt idx="2">
                  <c:v>63.808999999999997</c:v>
                </c:pt>
                <c:pt idx="3">
                  <c:v>63.808999999999997</c:v>
                </c:pt>
                <c:pt idx="4">
                  <c:v>63.808999999999997</c:v>
                </c:pt>
                <c:pt idx="5">
                  <c:v>63.808999999999997</c:v>
                </c:pt>
                <c:pt idx="6">
                  <c:v>63.808999999999997</c:v>
                </c:pt>
                <c:pt idx="7">
                  <c:v>63.808999999999997</c:v>
                </c:pt>
                <c:pt idx="8">
                  <c:v>67.060199999999995</c:v>
                </c:pt>
                <c:pt idx="9">
                  <c:v>67.060199999999995</c:v>
                </c:pt>
                <c:pt idx="10">
                  <c:v>67.060199999999995</c:v>
                </c:pt>
                <c:pt idx="11">
                  <c:v>68.314800000000005</c:v>
                </c:pt>
                <c:pt idx="12">
                  <c:v>68.347217000000001</c:v>
                </c:pt>
                <c:pt idx="13">
                  <c:v>68.347217000000001</c:v>
                </c:pt>
                <c:pt idx="14">
                  <c:v>68.347217000000001</c:v>
                </c:pt>
                <c:pt idx="15">
                  <c:v>68.347217000000001</c:v>
                </c:pt>
                <c:pt idx="16">
                  <c:v>68.649407999999994</c:v>
                </c:pt>
                <c:pt idx="17">
                  <c:v>68.649407999999994</c:v>
                </c:pt>
                <c:pt idx="18">
                  <c:v>68.649407999999994</c:v>
                </c:pt>
                <c:pt idx="19">
                  <c:v>68.649407999999994</c:v>
                </c:pt>
                <c:pt idx="20">
                  <c:v>68.654442000000003</c:v>
                </c:pt>
                <c:pt idx="21">
                  <c:v>68.966999999999999</c:v>
                </c:pt>
                <c:pt idx="22">
                  <c:v>73.192657999999994</c:v>
                </c:pt>
                <c:pt idx="23">
                  <c:v>76.738398000000004</c:v>
                </c:pt>
                <c:pt idx="24">
                  <c:v>78.043434000000005</c:v>
                </c:pt>
                <c:pt idx="25">
                  <c:v>79.517317000000006</c:v>
                </c:pt>
                <c:pt idx="26">
                  <c:v>79.705646999999999</c:v>
                </c:pt>
                <c:pt idx="27">
                  <c:v>79.529522999999998</c:v>
                </c:pt>
                <c:pt idx="28">
                  <c:v>78.280642999999998</c:v>
                </c:pt>
                <c:pt idx="29">
                  <c:v>77.157835000000006</c:v>
                </c:pt>
                <c:pt idx="30">
                  <c:v>76.591735999999997</c:v>
                </c:pt>
                <c:pt idx="31">
                  <c:v>75.378665999999996</c:v>
                </c:pt>
                <c:pt idx="32">
                  <c:v>74.854562999999999</c:v>
                </c:pt>
                <c:pt idx="33">
                  <c:v>73.948409999999996</c:v>
                </c:pt>
                <c:pt idx="34">
                  <c:v>73.427125000000004</c:v>
                </c:pt>
                <c:pt idx="35">
                  <c:v>72.471191000000005</c:v>
                </c:pt>
                <c:pt idx="36">
                  <c:v>71.519521999999995</c:v>
                </c:pt>
                <c:pt idx="37">
                  <c:v>71.519521999999995</c:v>
                </c:pt>
                <c:pt idx="38">
                  <c:v>71.519521999999995</c:v>
                </c:pt>
                <c:pt idx="39">
                  <c:v>71.15831</c:v>
                </c:pt>
                <c:pt idx="40">
                  <c:v>69.803764000000001</c:v>
                </c:pt>
                <c:pt idx="41">
                  <c:v>69.081339999999997</c:v>
                </c:pt>
                <c:pt idx="42">
                  <c:v>68.578410000000005</c:v>
                </c:pt>
                <c:pt idx="43">
                  <c:v>69.172302000000002</c:v>
                </c:pt>
                <c:pt idx="44">
                  <c:v>68.007755000000003</c:v>
                </c:pt>
                <c:pt idx="45">
                  <c:v>66.843207000000007</c:v>
                </c:pt>
                <c:pt idx="46">
                  <c:v>65.678659999999994</c:v>
                </c:pt>
                <c:pt idx="47">
                  <c:v>65.290477999999993</c:v>
                </c:pt>
                <c:pt idx="48">
                  <c:v>65.290477999999993</c:v>
                </c:pt>
                <c:pt idx="49">
                  <c:v>64.549001000000004</c:v>
                </c:pt>
                <c:pt idx="50">
                  <c:v>64.116195000000005</c:v>
                </c:pt>
                <c:pt idx="51">
                  <c:v>64.116195000000005</c:v>
                </c:pt>
                <c:pt idx="52">
                  <c:v>64.116195000000005</c:v>
                </c:pt>
                <c:pt idx="53">
                  <c:v>63.421733000000003</c:v>
                </c:pt>
                <c:pt idx="54">
                  <c:v>62.911095000000003</c:v>
                </c:pt>
                <c:pt idx="55">
                  <c:v>62.323455000000003</c:v>
                </c:pt>
                <c:pt idx="56">
                  <c:v>61.385919000000001</c:v>
                </c:pt>
                <c:pt idx="57">
                  <c:v>60.304439000000002</c:v>
                </c:pt>
                <c:pt idx="58">
                  <c:v>60.304439000000002</c:v>
                </c:pt>
                <c:pt idx="59">
                  <c:v>60.020822000000003</c:v>
                </c:pt>
                <c:pt idx="60">
                  <c:v>60.020822000000003</c:v>
                </c:pt>
                <c:pt idx="61">
                  <c:v>59.772556999999999</c:v>
                </c:pt>
                <c:pt idx="62">
                  <c:v>59.772556999999999</c:v>
                </c:pt>
                <c:pt idx="63">
                  <c:v>59.042966</c:v>
                </c:pt>
                <c:pt idx="64">
                  <c:v>57.948579000000002</c:v>
                </c:pt>
                <c:pt idx="65">
                  <c:v>56.854191999999998</c:v>
                </c:pt>
                <c:pt idx="66">
                  <c:v>56.051640999999996</c:v>
                </c:pt>
                <c:pt idx="67">
                  <c:v>56.051640999999996</c:v>
                </c:pt>
                <c:pt idx="68">
                  <c:v>54.957582000000002</c:v>
                </c:pt>
                <c:pt idx="69">
                  <c:v>53.785375000000002</c:v>
                </c:pt>
                <c:pt idx="70">
                  <c:v>52.613168999999999</c:v>
                </c:pt>
                <c:pt idx="71">
                  <c:v>52.305768</c:v>
                </c:pt>
                <c:pt idx="72">
                  <c:v>51.211381000000003</c:v>
                </c:pt>
                <c:pt idx="73">
                  <c:v>50.756656</c:v>
                </c:pt>
                <c:pt idx="74">
                  <c:v>50.305281000000001</c:v>
                </c:pt>
                <c:pt idx="75">
                  <c:v>48.951155999999997</c:v>
                </c:pt>
                <c:pt idx="76">
                  <c:v>48.198697000000003</c:v>
                </c:pt>
                <c:pt idx="77">
                  <c:v>46.874831999999998</c:v>
                </c:pt>
                <c:pt idx="78">
                  <c:v>45.967948</c:v>
                </c:pt>
                <c:pt idx="79">
                  <c:v>45.963335999999998</c:v>
                </c:pt>
                <c:pt idx="80">
                  <c:v>49.592779</c:v>
                </c:pt>
                <c:pt idx="81">
                  <c:v>48.060479000000001</c:v>
                </c:pt>
                <c:pt idx="82">
                  <c:v>47.549712999999997</c:v>
                </c:pt>
                <c:pt idx="83">
                  <c:v>46.403514000000001</c:v>
                </c:pt>
                <c:pt idx="84">
                  <c:v>45.175443000000001</c:v>
                </c:pt>
                <c:pt idx="85">
                  <c:v>45.963313999999997</c:v>
                </c:pt>
                <c:pt idx="86">
                  <c:v>49.013036999999997</c:v>
                </c:pt>
                <c:pt idx="87">
                  <c:v>47.701286000000003</c:v>
                </c:pt>
                <c:pt idx="88">
                  <c:v>46.389535000000002</c:v>
                </c:pt>
                <c:pt idx="89">
                  <c:v>46.214633999999997</c:v>
                </c:pt>
                <c:pt idx="90">
                  <c:v>46.296624000000001</c:v>
                </c:pt>
                <c:pt idx="91">
                  <c:v>51.786313</c:v>
                </c:pt>
                <c:pt idx="92">
                  <c:v>57.689185000000002</c:v>
                </c:pt>
                <c:pt idx="93">
                  <c:v>64.496510000000001</c:v>
                </c:pt>
                <c:pt idx="94">
                  <c:v>66.328378000000001</c:v>
                </c:pt>
                <c:pt idx="95">
                  <c:v>66.328378000000001</c:v>
                </c:pt>
                <c:pt idx="96">
                  <c:v>69.522257999999994</c:v>
                </c:pt>
                <c:pt idx="97">
                  <c:v>71.994504000000006</c:v>
                </c:pt>
                <c:pt idx="98">
                  <c:v>71.994504000000006</c:v>
                </c:pt>
                <c:pt idx="99">
                  <c:v>74.477395999999999</c:v>
                </c:pt>
                <c:pt idx="100">
                  <c:v>78.064139999999995</c:v>
                </c:pt>
                <c:pt idx="101">
                  <c:v>80.663950999999997</c:v>
                </c:pt>
                <c:pt idx="102">
                  <c:v>85.202167000000003</c:v>
                </c:pt>
                <c:pt idx="103">
                  <c:v>85.202167000000003</c:v>
                </c:pt>
                <c:pt idx="104">
                  <c:v>85.323976999999999</c:v>
                </c:pt>
                <c:pt idx="105">
                  <c:v>85.461706000000007</c:v>
                </c:pt>
                <c:pt idx="106">
                  <c:v>85.461782999999997</c:v>
                </c:pt>
                <c:pt idx="107">
                  <c:v>85.509393000000003</c:v>
                </c:pt>
                <c:pt idx="108">
                  <c:v>86.406530000000004</c:v>
                </c:pt>
                <c:pt idx="109">
                  <c:v>87.730891999999997</c:v>
                </c:pt>
                <c:pt idx="110">
                  <c:v>88.653319999999994</c:v>
                </c:pt>
                <c:pt idx="111">
                  <c:v>89.456716</c:v>
                </c:pt>
                <c:pt idx="112">
                  <c:v>89.694602000000003</c:v>
                </c:pt>
                <c:pt idx="113">
                  <c:v>89.694602000000003</c:v>
                </c:pt>
                <c:pt idx="114">
                  <c:v>89.999967999999996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88.466943999999998</c:v>
                </c:pt>
                <c:pt idx="124">
                  <c:v>87.188522000000006</c:v>
                </c:pt>
                <c:pt idx="125">
                  <c:v>86.682029</c:v>
                </c:pt>
                <c:pt idx="126">
                  <c:v>85.372086999999993</c:v>
                </c:pt>
                <c:pt idx="127">
                  <c:v>84.062144000000004</c:v>
                </c:pt>
                <c:pt idx="128">
                  <c:v>83.101163999999997</c:v>
                </c:pt>
                <c:pt idx="129">
                  <c:v>82.109727000000007</c:v>
                </c:pt>
                <c:pt idx="130">
                  <c:v>81.767431000000002</c:v>
                </c:pt>
                <c:pt idx="131">
                  <c:v>80.717792000000003</c:v>
                </c:pt>
                <c:pt idx="132">
                  <c:v>79.659034000000005</c:v>
                </c:pt>
                <c:pt idx="133">
                  <c:v>79.462857999999997</c:v>
                </c:pt>
                <c:pt idx="134">
                  <c:v>78.898302999999999</c:v>
                </c:pt>
                <c:pt idx="135">
                  <c:v>78.053128999999998</c:v>
                </c:pt>
                <c:pt idx="136">
                  <c:v>77.602400000000003</c:v>
                </c:pt>
                <c:pt idx="137">
                  <c:v>76.706299999999999</c:v>
                </c:pt>
                <c:pt idx="138">
                  <c:v>76.706299999999999</c:v>
                </c:pt>
                <c:pt idx="139">
                  <c:v>76.221181999999999</c:v>
                </c:pt>
                <c:pt idx="140">
                  <c:v>76.111780999999993</c:v>
                </c:pt>
                <c:pt idx="141">
                  <c:v>74.898438999999996</c:v>
                </c:pt>
                <c:pt idx="142">
                  <c:v>74.332212999999996</c:v>
                </c:pt>
                <c:pt idx="143">
                  <c:v>73.785183000000004</c:v>
                </c:pt>
                <c:pt idx="144">
                  <c:v>72.612977000000001</c:v>
                </c:pt>
                <c:pt idx="145">
                  <c:v>72.069028000000003</c:v>
                </c:pt>
                <c:pt idx="146">
                  <c:v>72.069028000000003</c:v>
                </c:pt>
                <c:pt idx="147">
                  <c:v>72.069028000000003</c:v>
                </c:pt>
                <c:pt idx="148">
                  <c:v>71.616673000000006</c:v>
                </c:pt>
                <c:pt idx="149">
                  <c:v>70.444467000000003</c:v>
                </c:pt>
                <c:pt idx="150">
                  <c:v>69.662996000000007</c:v>
                </c:pt>
                <c:pt idx="151">
                  <c:v>68.887805</c:v>
                </c:pt>
                <c:pt idx="152">
                  <c:v>67.725019000000003</c:v>
                </c:pt>
                <c:pt idx="153">
                  <c:v>66.562231999999995</c:v>
                </c:pt>
                <c:pt idx="154">
                  <c:v>65.942080000000004</c:v>
                </c:pt>
                <c:pt idx="155">
                  <c:v>65.608177999999995</c:v>
                </c:pt>
                <c:pt idx="156">
                  <c:v>64.675197999999995</c:v>
                </c:pt>
                <c:pt idx="157">
                  <c:v>64.675197999999995</c:v>
                </c:pt>
                <c:pt idx="158">
                  <c:v>64.675197999999995</c:v>
                </c:pt>
                <c:pt idx="159">
                  <c:v>64.675197999999995</c:v>
                </c:pt>
                <c:pt idx="160">
                  <c:v>64.675197999999995</c:v>
                </c:pt>
                <c:pt idx="161">
                  <c:v>64.237442999999999</c:v>
                </c:pt>
                <c:pt idx="162">
                  <c:v>63.143056000000001</c:v>
                </c:pt>
                <c:pt idx="163">
                  <c:v>62.048668999999997</c:v>
                </c:pt>
                <c:pt idx="164">
                  <c:v>60.954281999999999</c:v>
                </c:pt>
                <c:pt idx="165">
                  <c:v>60.954281999999999</c:v>
                </c:pt>
                <c:pt idx="166">
                  <c:v>60.597878999999999</c:v>
                </c:pt>
                <c:pt idx="167">
                  <c:v>60.597878999999999</c:v>
                </c:pt>
                <c:pt idx="168">
                  <c:v>60.597878999999999</c:v>
                </c:pt>
                <c:pt idx="169">
                  <c:v>60.597878999999999</c:v>
                </c:pt>
                <c:pt idx="170">
                  <c:v>60.597878999999999</c:v>
                </c:pt>
                <c:pt idx="171">
                  <c:v>60.597878999999999</c:v>
                </c:pt>
                <c:pt idx="172">
                  <c:v>60.495168</c:v>
                </c:pt>
                <c:pt idx="173">
                  <c:v>59.117825000000003</c:v>
                </c:pt>
                <c:pt idx="174">
                  <c:v>57.740482</c:v>
                </c:pt>
                <c:pt idx="175">
                  <c:v>57.281368000000001</c:v>
                </c:pt>
                <c:pt idx="176">
                  <c:v>55.983373999999998</c:v>
                </c:pt>
                <c:pt idx="177">
                  <c:v>54.685380000000002</c:v>
                </c:pt>
                <c:pt idx="178">
                  <c:v>53.560451999999998</c:v>
                </c:pt>
                <c:pt idx="179">
                  <c:v>53.560451999999998</c:v>
                </c:pt>
                <c:pt idx="180">
                  <c:v>52.786228000000001</c:v>
                </c:pt>
                <c:pt idx="181">
                  <c:v>51.461644</c:v>
                </c:pt>
                <c:pt idx="182">
                  <c:v>50.833930000000002</c:v>
                </c:pt>
                <c:pt idx="183">
                  <c:v>49.895515000000003</c:v>
                </c:pt>
                <c:pt idx="184">
                  <c:v>49.887537999999999</c:v>
                </c:pt>
                <c:pt idx="185">
                  <c:v>49.126944999999999</c:v>
                </c:pt>
                <c:pt idx="186">
                  <c:v>50.833930000000002</c:v>
                </c:pt>
                <c:pt idx="187">
                  <c:v>50.187775000000002</c:v>
                </c:pt>
                <c:pt idx="188">
                  <c:v>50.833930000000002</c:v>
                </c:pt>
                <c:pt idx="189">
                  <c:v>50.833930000000002</c:v>
                </c:pt>
                <c:pt idx="190">
                  <c:v>52.34834</c:v>
                </c:pt>
                <c:pt idx="191">
                  <c:v>52.34834</c:v>
                </c:pt>
                <c:pt idx="192">
                  <c:v>52.378549</c:v>
                </c:pt>
                <c:pt idx="193">
                  <c:v>56.886555999999999</c:v>
                </c:pt>
                <c:pt idx="194">
                  <c:v>61.424773000000002</c:v>
                </c:pt>
                <c:pt idx="195">
                  <c:v>61.424773000000002</c:v>
                </c:pt>
                <c:pt idx="196">
                  <c:v>62.770693000000001</c:v>
                </c:pt>
                <c:pt idx="197">
                  <c:v>63.724089999999997</c:v>
                </c:pt>
                <c:pt idx="198">
                  <c:v>67.308916999999994</c:v>
                </c:pt>
                <c:pt idx="199">
                  <c:v>67.308916999999994</c:v>
                </c:pt>
                <c:pt idx="200">
                  <c:v>71.107116000000005</c:v>
                </c:pt>
                <c:pt idx="201">
                  <c:v>71.107123999999999</c:v>
                </c:pt>
                <c:pt idx="202">
                  <c:v>71.107130999999995</c:v>
                </c:pt>
                <c:pt idx="203">
                  <c:v>71.847133999999997</c:v>
                </c:pt>
                <c:pt idx="204">
                  <c:v>71.847133999999997</c:v>
                </c:pt>
                <c:pt idx="205">
                  <c:v>74.116242</c:v>
                </c:pt>
                <c:pt idx="206">
                  <c:v>80.923567000000006</c:v>
                </c:pt>
                <c:pt idx="207">
                  <c:v>85.461782999999997</c:v>
                </c:pt>
                <c:pt idx="208">
                  <c:v>85.461782999999997</c:v>
                </c:pt>
                <c:pt idx="209">
                  <c:v>85.461782999999997</c:v>
                </c:pt>
                <c:pt idx="210">
                  <c:v>85.461791000000005</c:v>
                </c:pt>
                <c:pt idx="211">
                  <c:v>87.730891999999997</c:v>
                </c:pt>
                <c:pt idx="212">
                  <c:v>87.730891999999997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88.466943999999998</c:v>
                </c:pt>
                <c:pt idx="220">
                  <c:v>87.188522000000006</c:v>
                </c:pt>
                <c:pt idx="221">
                  <c:v>85.841892999999999</c:v>
                </c:pt>
                <c:pt idx="222">
                  <c:v>84.573397999999997</c:v>
                </c:pt>
                <c:pt idx="223">
                  <c:v>83.727735999999993</c:v>
                </c:pt>
                <c:pt idx="224">
                  <c:v>82.919718000000003</c:v>
                </c:pt>
                <c:pt idx="225">
                  <c:v>81.862393999999995</c:v>
                </c:pt>
                <c:pt idx="226">
                  <c:v>81.726043000000004</c:v>
                </c:pt>
                <c:pt idx="227">
                  <c:v>80.687162999999998</c:v>
                </c:pt>
                <c:pt idx="228">
                  <c:v>79.637523000000002</c:v>
                </c:pt>
                <c:pt idx="229">
                  <c:v>79.462857999999997</c:v>
                </c:pt>
                <c:pt idx="230">
                  <c:v>78.898302999999999</c:v>
                </c:pt>
                <c:pt idx="231">
                  <c:v>77.894383000000005</c:v>
                </c:pt>
                <c:pt idx="232">
                  <c:v>76.984204000000005</c:v>
                </c:pt>
                <c:pt idx="233">
                  <c:v>76.285475000000005</c:v>
                </c:pt>
                <c:pt idx="234">
                  <c:v>75.970342000000002</c:v>
                </c:pt>
                <c:pt idx="235">
                  <c:v>75.115208999999993</c:v>
                </c:pt>
                <c:pt idx="236">
                  <c:v>73.950661999999994</c:v>
                </c:pt>
                <c:pt idx="237">
                  <c:v>73.102378999999999</c:v>
                </c:pt>
                <c:pt idx="238">
                  <c:v>73.102378999999999</c:v>
                </c:pt>
                <c:pt idx="239">
                  <c:v>72.788880000000006</c:v>
                </c:pt>
                <c:pt idx="240">
                  <c:v>72.291354999999996</c:v>
                </c:pt>
                <c:pt idx="241">
                  <c:v>72.069028000000003</c:v>
                </c:pt>
                <c:pt idx="242">
                  <c:v>72.069028000000003</c:v>
                </c:pt>
                <c:pt idx="243">
                  <c:v>71.619426000000004</c:v>
                </c:pt>
                <c:pt idx="244">
                  <c:v>70.507210999999998</c:v>
                </c:pt>
                <c:pt idx="245">
                  <c:v>69.394994999999994</c:v>
                </c:pt>
                <c:pt idx="246">
                  <c:v>69.172551999999996</c:v>
                </c:pt>
                <c:pt idx="247">
                  <c:v>69.172551999999996</c:v>
                </c:pt>
                <c:pt idx="248">
                  <c:v>68.181448000000003</c:v>
                </c:pt>
                <c:pt idx="249">
                  <c:v>67.513520999999997</c:v>
                </c:pt>
                <c:pt idx="250">
                  <c:v>67.142782999999994</c:v>
                </c:pt>
                <c:pt idx="251">
                  <c:v>66.030567000000005</c:v>
                </c:pt>
                <c:pt idx="252">
                  <c:v>65.092574999999997</c:v>
                </c:pt>
                <c:pt idx="253">
                  <c:v>64.675197999999995</c:v>
                </c:pt>
                <c:pt idx="254">
                  <c:v>63.583694000000001</c:v>
                </c:pt>
                <c:pt idx="255">
                  <c:v>62.652056000000002</c:v>
                </c:pt>
                <c:pt idx="256">
                  <c:v>61.487509000000003</c:v>
                </c:pt>
                <c:pt idx="257">
                  <c:v>60.954281999999999</c:v>
                </c:pt>
                <c:pt idx="258">
                  <c:v>60.641694000000001</c:v>
                </c:pt>
                <c:pt idx="259">
                  <c:v>59.469487000000001</c:v>
                </c:pt>
                <c:pt idx="260">
                  <c:v>58.775328000000002</c:v>
                </c:pt>
                <c:pt idx="261">
                  <c:v>58.775328000000002</c:v>
                </c:pt>
                <c:pt idx="262">
                  <c:v>58.488351000000002</c:v>
                </c:pt>
                <c:pt idx="263">
                  <c:v>57.479075999999999</c:v>
                </c:pt>
                <c:pt idx="264">
                  <c:v>56.987848</c:v>
                </c:pt>
                <c:pt idx="265">
                  <c:v>55.935215999999997</c:v>
                </c:pt>
                <c:pt idx="266">
                  <c:v>55.320667</c:v>
                </c:pt>
                <c:pt idx="267">
                  <c:v>54.875335999999997</c:v>
                </c:pt>
                <c:pt idx="268">
                  <c:v>54.875335999999997</c:v>
                </c:pt>
                <c:pt idx="269">
                  <c:v>54.875335999999997</c:v>
                </c:pt>
                <c:pt idx="270">
                  <c:v>54.875335999999997</c:v>
                </c:pt>
                <c:pt idx="271">
                  <c:v>54.875335999999997</c:v>
                </c:pt>
                <c:pt idx="272">
                  <c:v>54.875335999999997</c:v>
                </c:pt>
                <c:pt idx="273">
                  <c:v>54.875335999999997</c:v>
                </c:pt>
                <c:pt idx="274">
                  <c:v>54.875335999999997</c:v>
                </c:pt>
                <c:pt idx="275">
                  <c:v>53.560451999999998</c:v>
                </c:pt>
                <c:pt idx="276">
                  <c:v>53.103470999999999</c:v>
                </c:pt>
                <c:pt idx="277">
                  <c:v>51.774571999999999</c:v>
                </c:pt>
                <c:pt idx="278">
                  <c:v>51.154420000000002</c:v>
                </c:pt>
                <c:pt idx="279">
                  <c:v>51.154420000000002</c:v>
                </c:pt>
                <c:pt idx="280">
                  <c:v>50.307299999999998</c:v>
                </c:pt>
                <c:pt idx="281">
                  <c:v>48.740791000000002</c:v>
                </c:pt>
                <c:pt idx="282">
                  <c:v>47.481506000000003</c:v>
                </c:pt>
                <c:pt idx="283">
                  <c:v>46.744225999999998</c:v>
                </c:pt>
                <c:pt idx="284">
                  <c:v>46.744225999999998</c:v>
                </c:pt>
                <c:pt idx="285">
                  <c:v>44.338194000000001</c:v>
                </c:pt>
                <c:pt idx="286">
                  <c:v>44.338194000000001</c:v>
                </c:pt>
                <c:pt idx="287">
                  <c:v>44.338194000000001</c:v>
                </c:pt>
                <c:pt idx="288">
                  <c:v>46.244669999999999</c:v>
                </c:pt>
                <c:pt idx="289">
                  <c:v>48.87641</c:v>
                </c:pt>
                <c:pt idx="290">
                  <c:v>53.694251999999999</c:v>
                </c:pt>
                <c:pt idx="291">
                  <c:v>58.232469000000002</c:v>
                </c:pt>
                <c:pt idx="292">
                  <c:v>62.491067999999999</c:v>
                </c:pt>
                <c:pt idx="293">
                  <c:v>62.491075000000002</c:v>
                </c:pt>
                <c:pt idx="294">
                  <c:v>63.887951000000001</c:v>
                </c:pt>
                <c:pt idx="295">
                  <c:v>66.385343000000006</c:v>
                </c:pt>
                <c:pt idx="296">
                  <c:v>73.192643000000004</c:v>
                </c:pt>
                <c:pt idx="297">
                  <c:v>74.116226999999995</c:v>
                </c:pt>
                <c:pt idx="298">
                  <c:v>74.116226999999995</c:v>
                </c:pt>
                <c:pt idx="299">
                  <c:v>74.116234000000006</c:v>
                </c:pt>
                <c:pt idx="300">
                  <c:v>77.730891999999997</c:v>
                </c:pt>
                <c:pt idx="301">
                  <c:v>77.730891999999997</c:v>
                </c:pt>
                <c:pt idx="302">
                  <c:v>79.999944999999997</c:v>
                </c:pt>
                <c:pt idx="303">
                  <c:v>80</c:v>
                </c:pt>
                <c:pt idx="304">
                  <c:v>80.923567000000006</c:v>
                </c:pt>
                <c:pt idx="305">
                  <c:v>83.192643000000004</c:v>
                </c:pt>
                <c:pt idx="306">
                  <c:v>83.192643000000004</c:v>
                </c:pt>
                <c:pt idx="307">
                  <c:v>85.461782999999997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88.466943999999998</c:v>
                </c:pt>
                <c:pt idx="316">
                  <c:v>87.188522000000006</c:v>
                </c:pt>
                <c:pt idx="317">
                  <c:v>86.500653999999997</c:v>
                </c:pt>
                <c:pt idx="318">
                  <c:v>85.219404999999995</c:v>
                </c:pt>
                <c:pt idx="319">
                  <c:v>84.062144000000004</c:v>
                </c:pt>
                <c:pt idx="320">
                  <c:v>82.919718000000003</c:v>
                </c:pt>
                <c:pt idx="321">
                  <c:v>81.862393999999995</c:v>
                </c:pt>
                <c:pt idx="322">
                  <c:v>81.767431000000002</c:v>
                </c:pt>
                <c:pt idx="323">
                  <c:v>80.985949000000005</c:v>
                </c:pt>
                <c:pt idx="324">
                  <c:v>79.982028</c:v>
                </c:pt>
                <c:pt idx="325">
                  <c:v>79.462857999999997</c:v>
                </c:pt>
                <c:pt idx="326">
                  <c:v>79.217363000000006</c:v>
                </c:pt>
                <c:pt idx="327">
                  <c:v>78.137094000000005</c:v>
                </c:pt>
                <c:pt idx="328">
                  <c:v>77.056826000000001</c:v>
                </c:pt>
                <c:pt idx="329">
                  <c:v>77.056826000000001</c:v>
                </c:pt>
                <c:pt idx="330">
                  <c:v>76.793504999999996</c:v>
                </c:pt>
                <c:pt idx="331">
                  <c:v>76.328819999999993</c:v>
                </c:pt>
                <c:pt idx="332">
                  <c:v>75.585648000000006</c:v>
                </c:pt>
                <c:pt idx="333">
                  <c:v>75.115208999999993</c:v>
                </c:pt>
                <c:pt idx="334">
                  <c:v>74.804176999999996</c:v>
                </c:pt>
                <c:pt idx="335">
                  <c:v>73.631969999999995</c:v>
                </c:pt>
                <c:pt idx="336">
                  <c:v>72.459764000000007</c:v>
                </c:pt>
                <c:pt idx="337">
                  <c:v>72.069028000000003</c:v>
                </c:pt>
                <c:pt idx="338">
                  <c:v>71.621566999999999</c:v>
                </c:pt>
                <c:pt idx="339">
                  <c:v>71.233384999999998</c:v>
                </c:pt>
                <c:pt idx="340">
                  <c:v>71.233384999999998</c:v>
                </c:pt>
                <c:pt idx="341">
                  <c:v>70.093941000000001</c:v>
                </c:pt>
                <c:pt idx="342">
                  <c:v>69.312470000000005</c:v>
                </c:pt>
                <c:pt idx="343">
                  <c:v>69.312470000000005</c:v>
                </c:pt>
                <c:pt idx="344">
                  <c:v>69.312470000000005</c:v>
                </c:pt>
                <c:pt idx="345">
                  <c:v>68.968265000000002</c:v>
                </c:pt>
                <c:pt idx="346">
                  <c:v>68.348112</c:v>
                </c:pt>
                <c:pt idx="347">
                  <c:v>68.014211000000003</c:v>
                </c:pt>
                <c:pt idx="348">
                  <c:v>66.762080999999995</c:v>
                </c:pt>
                <c:pt idx="349">
                  <c:v>65.509951000000001</c:v>
                </c:pt>
                <c:pt idx="350">
                  <c:v>64.675197999999995</c:v>
                </c:pt>
                <c:pt idx="351">
                  <c:v>64.675197999999995</c:v>
                </c:pt>
                <c:pt idx="352">
                  <c:v>64.675197999999995</c:v>
                </c:pt>
                <c:pt idx="353">
                  <c:v>64.675197999999995</c:v>
                </c:pt>
                <c:pt idx="354">
                  <c:v>64.066548999999995</c:v>
                </c:pt>
                <c:pt idx="355">
                  <c:v>62.894342999999999</c:v>
                </c:pt>
                <c:pt idx="356">
                  <c:v>62.269165999999998</c:v>
                </c:pt>
                <c:pt idx="357">
                  <c:v>61.246119</c:v>
                </c:pt>
                <c:pt idx="358">
                  <c:v>60.518146000000002</c:v>
                </c:pt>
                <c:pt idx="359">
                  <c:v>59.423758999999997</c:v>
                </c:pt>
                <c:pt idx="360">
                  <c:v>58.548250000000003</c:v>
                </c:pt>
                <c:pt idx="361">
                  <c:v>58.140985999999998</c:v>
                </c:pt>
                <c:pt idx="362">
                  <c:v>57.281368000000001</c:v>
                </c:pt>
                <c:pt idx="363">
                  <c:v>56.568852</c:v>
                </c:pt>
                <c:pt idx="364">
                  <c:v>55.381326000000001</c:v>
                </c:pt>
                <c:pt idx="365">
                  <c:v>54.389999000000003</c:v>
                </c:pt>
                <c:pt idx="366">
                  <c:v>53.560451999999998</c:v>
                </c:pt>
                <c:pt idx="367">
                  <c:v>52.497239999999998</c:v>
                </c:pt>
                <c:pt idx="368">
                  <c:v>51.154420000000002</c:v>
                </c:pt>
                <c:pt idx="369">
                  <c:v>51.154420000000002</c:v>
                </c:pt>
                <c:pt idx="370">
                  <c:v>49.580314000000001</c:v>
                </c:pt>
                <c:pt idx="371">
                  <c:v>48.006208000000001</c:v>
                </c:pt>
                <c:pt idx="372">
                  <c:v>47.481506000000003</c:v>
                </c:pt>
                <c:pt idx="373">
                  <c:v>47.481506000000003</c:v>
                </c:pt>
                <c:pt idx="374">
                  <c:v>46.607005000000001</c:v>
                </c:pt>
                <c:pt idx="375">
                  <c:v>45.295254</c:v>
                </c:pt>
                <c:pt idx="376">
                  <c:v>43.983502000000001</c:v>
                </c:pt>
                <c:pt idx="377">
                  <c:v>46.787993</c:v>
                </c:pt>
                <c:pt idx="378">
                  <c:v>45.464646999999999</c:v>
                </c:pt>
                <c:pt idx="379">
                  <c:v>43.987667999999999</c:v>
                </c:pt>
                <c:pt idx="380">
                  <c:v>43.170847000000002</c:v>
                </c:pt>
                <c:pt idx="381">
                  <c:v>43.888612999999999</c:v>
                </c:pt>
                <c:pt idx="382">
                  <c:v>43.987667999999999</c:v>
                </c:pt>
                <c:pt idx="383">
                  <c:v>43.987676</c:v>
                </c:pt>
                <c:pt idx="384">
                  <c:v>50.695937999999998</c:v>
                </c:pt>
                <c:pt idx="385">
                  <c:v>52.965046000000001</c:v>
                </c:pt>
                <c:pt idx="386">
                  <c:v>59.772371</c:v>
                </c:pt>
                <c:pt idx="387">
                  <c:v>60.501592000000002</c:v>
                </c:pt>
                <c:pt idx="388">
                  <c:v>65.039809000000005</c:v>
                </c:pt>
                <c:pt idx="389">
                  <c:v>68.612094999999997</c:v>
                </c:pt>
                <c:pt idx="390">
                  <c:v>68.612101999999993</c:v>
                </c:pt>
                <c:pt idx="391">
                  <c:v>74.80198</c:v>
                </c:pt>
                <c:pt idx="392">
                  <c:v>74.80198</c:v>
                </c:pt>
                <c:pt idx="393">
                  <c:v>74.80198</c:v>
                </c:pt>
                <c:pt idx="394">
                  <c:v>74.80198</c:v>
                </c:pt>
                <c:pt idx="395">
                  <c:v>74.80198</c:v>
                </c:pt>
                <c:pt idx="396">
                  <c:v>74.80198</c:v>
                </c:pt>
                <c:pt idx="397">
                  <c:v>74.80198</c:v>
                </c:pt>
                <c:pt idx="398">
                  <c:v>79.340196000000006</c:v>
                </c:pt>
                <c:pt idx="399">
                  <c:v>79.999960999999999</c:v>
                </c:pt>
                <c:pt idx="400">
                  <c:v>79.999960999999999</c:v>
                </c:pt>
                <c:pt idx="401">
                  <c:v>80</c:v>
                </c:pt>
                <c:pt idx="402">
                  <c:v>80.923567000000006</c:v>
                </c:pt>
                <c:pt idx="403">
                  <c:v>85.461782999999997</c:v>
                </c:pt>
                <c:pt idx="404">
                  <c:v>88.702091999999993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88.123569000000003</c:v>
                </c:pt>
                <c:pt idx="412">
                  <c:v>87.188522000000006</c:v>
                </c:pt>
                <c:pt idx="413">
                  <c:v>87.106891000000005</c:v>
                </c:pt>
                <c:pt idx="414">
                  <c:v>86.216359999999995</c:v>
                </c:pt>
                <c:pt idx="415">
                  <c:v>84.314505999999994</c:v>
                </c:pt>
                <c:pt idx="416">
                  <c:v>83.135772000000003</c:v>
                </c:pt>
                <c:pt idx="417">
                  <c:v>82.302047999999999</c:v>
                </c:pt>
                <c:pt idx="418">
                  <c:v>81.767431000000002</c:v>
                </c:pt>
                <c:pt idx="419">
                  <c:v>81.357207000000002</c:v>
                </c:pt>
                <c:pt idx="420">
                  <c:v>80.103007000000005</c:v>
                </c:pt>
                <c:pt idx="421">
                  <c:v>79.902223000000006</c:v>
                </c:pt>
                <c:pt idx="422">
                  <c:v>79.111964</c:v>
                </c:pt>
                <c:pt idx="423">
                  <c:v>78.137094000000005</c:v>
                </c:pt>
                <c:pt idx="424">
                  <c:v>77.056826000000001</c:v>
                </c:pt>
                <c:pt idx="425">
                  <c:v>76.703862999999998</c:v>
                </c:pt>
                <c:pt idx="426">
                  <c:v>75.970342000000002</c:v>
                </c:pt>
                <c:pt idx="427">
                  <c:v>75.115208999999993</c:v>
                </c:pt>
                <c:pt idx="428">
                  <c:v>73.950661999999994</c:v>
                </c:pt>
                <c:pt idx="429">
                  <c:v>73.335909000000001</c:v>
                </c:pt>
                <c:pt idx="430">
                  <c:v>73.102378999999999</c:v>
                </c:pt>
                <c:pt idx="431">
                  <c:v>72.291354999999996</c:v>
                </c:pt>
                <c:pt idx="432">
                  <c:v>71.616673000000006</c:v>
                </c:pt>
                <c:pt idx="433">
                  <c:v>70.491907999999995</c:v>
                </c:pt>
                <c:pt idx="434">
                  <c:v>69.662996000000007</c:v>
                </c:pt>
                <c:pt idx="435">
                  <c:v>68.887805</c:v>
                </c:pt>
                <c:pt idx="436">
                  <c:v>67.725019000000003</c:v>
                </c:pt>
                <c:pt idx="437">
                  <c:v>67.303557999999995</c:v>
                </c:pt>
                <c:pt idx="438">
                  <c:v>67.138373999999999</c:v>
                </c:pt>
                <c:pt idx="439">
                  <c:v>65.899494000000004</c:v>
                </c:pt>
                <c:pt idx="440">
                  <c:v>64.660612999999998</c:v>
                </c:pt>
                <c:pt idx="441">
                  <c:v>64.479703999999998</c:v>
                </c:pt>
                <c:pt idx="442">
                  <c:v>64.314520000000002</c:v>
                </c:pt>
                <c:pt idx="443">
                  <c:v>63.421733000000003</c:v>
                </c:pt>
                <c:pt idx="444">
                  <c:v>63.421733000000003</c:v>
                </c:pt>
                <c:pt idx="445">
                  <c:v>62.719977999999998</c:v>
                </c:pt>
                <c:pt idx="446">
                  <c:v>61.889915999999999</c:v>
                </c:pt>
                <c:pt idx="447">
                  <c:v>60.954281999999999</c:v>
                </c:pt>
                <c:pt idx="448">
                  <c:v>60.739809000000001</c:v>
                </c:pt>
                <c:pt idx="449">
                  <c:v>59.575262000000002</c:v>
                </c:pt>
                <c:pt idx="450">
                  <c:v>59.078752000000001</c:v>
                </c:pt>
                <c:pt idx="451">
                  <c:v>57.906545000000001</c:v>
                </c:pt>
                <c:pt idx="452">
                  <c:v>57.281368000000001</c:v>
                </c:pt>
                <c:pt idx="453">
                  <c:v>57.259959000000002</c:v>
                </c:pt>
                <c:pt idx="454">
                  <c:v>56.087752000000002</c:v>
                </c:pt>
                <c:pt idx="455">
                  <c:v>54.915545999999999</c:v>
                </c:pt>
                <c:pt idx="456">
                  <c:v>54.524810000000002</c:v>
                </c:pt>
                <c:pt idx="457">
                  <c:v>53.633411000000002</c:v>
                </c:pt>
                <c:pt idx="458">
                  <c:v>53.560451999999998</c:v>
                </c:pt>
                <c:pt idx="459">
                  <c:v>52.754202999999997</c:v>
                </c:pt>
                <c:pt idx="460">
                  <c:v>51.410454000000001</c:v>
                </c:pt>
                <c:pt idx="461">
                  <c:v>50.066704999999999</c:v>
                </c:pt>
                <c:pt idx="462">
                  <c:v>49.887537999999999</c:v>
                </c:pt>
                <c:pt idx="463">
                  <c:v>49.887537999999999</c:v>
                </c:pt>
                <c:pt idx="464">
                  <c:v>49.887537999999999</c:v>
                </c:pt>
                <c:pt idx="465">
                  <c:v>48.824418999999999</c:v>
                </c:pt>
                <c:pt idx="466">
                  <c:v>47.495520999999997</c:v>
                </c:pt>
                <c:pt idx="467">
                  <c:v>49.754489999999997</c:v>
                </c:pt>
                <c:pt idx="468">
                  <c:v>48.180383999999997</c:v>
                </c:pt>
                <c:pt idx="469">
                  <c:v>47.130980000000001</c:v>
                </c:pt>
                <c:pt idx="470">
                  <c:v>46.256478999999999</c:v>
                </c:pt>
                <c:pt idx="471">
                  <c:v>47.798430000000003</c:v>
                </c:pt>
                <c:pt idx="472">
                  <c:v>46.916200000000003</c:v>
                </c:pt>
                <c:pt idx="473">
                  <c:v>45.592854000000003</c:v>
                </c:pt>
                <c:pt idx="474">
                  <c:v>44.269508000000002</c:v>
                </c:pt>
                <c:pt idx="475">
                  <c:v>49.632803000000003</c:v>
                </c:pt>
                <c:pt idx="476">
                  <c:v>52.770685999999998</c:v>
                </c:pt>
                <c:pt idx="477">
                  <c:v>52.770685999999998</c:v>
                </c:pt>
                <c:pt idx="478">
                  <c:v>56.093542999999997</c:v>
                </c:pt>
                <c:pt idx="479">
                  <c:v>62.900868000000003</c:v>
                </c:pt>
                <c:pt idx="480">
                  <c:v>68.962414999999993</c:v>
                </c:pt>
                <c:pt idx="481">
                  <c:v>69.708192999999994</c:v>
                </c:pt>
                <c:pt idx="482">
                  <c:v>69.708192999999994</c:v>
                </c:pt>
                <c:pt idx="483">
                  <c:v>69.708192999999994</c:v>
                </c:pt>
                <c:pt idx="484">
                  <c:v>69.708192999999994</c:v>
                </c:pt>
                <c:pt idx="485">
                  <c:v>69.807271</c:v>
                </c:pt>
                <c:pt idx="486">
                  <c:v>69.807271</c:v>
                </c:pt>
                <c:pt idx="487">
                  <c:v>70.881202999999999</c:v>
                </c:pt>
                <c:pt idx="488">
                  <c:v>74.116219000000001</c:v>
                </c:pt>
                <c:pt idx="489">
                  <c:v>75.461736000000002</c:v>
                </c:pt>
                <c:pt idx="490">
                  <c:v>77.064314999999993</c:v>
                </c:pt>
                <c:pt idx="491">
                  <c:v>78.88767</c:v>
                </c:pt>
                <c:pt idx="492">
                  <c:v>80.122300999999993</c:v>
                </c:pt>
                <c:pt idx="493">
                  <c:v>84.538184999999999</c:v>
                </c:pt>
                <c:pt idx="494">
                  <c:v>86.385454999999993</c:v>
                </c:pt>
                <c:pt idx="495">
                  <c:v>86.807300999999995</c:v>
                </c:pt>
                <c:pt idx="496">
                  <c:v>88.619736000000003</c:v>
                </c:pt>
                <c:pt idx="497">
                  <c:v>89.076401000000004</c:v>
                </c:pt>
                <c:pt idx="498">
                  <c:v>89.076408999999998</c:v>
                </c:pt>
                <c:pt idx="499">
                  <c:v>89.198734000000002</c:v>
                </c:pt>
                <c:pt idx="500">
                  <c:v>89.198734000000002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89.017847000000003</c:v>
                </c:pt>
                <c:pt idx="509">
                  <c:v>87.914658000000003</c:v>
                </c:pt>
                <c:pt idx="510">
                  <c:v>87.914658000000003</c:v>
                </c:pt>
                <c:pt idx="511">
                  <c:v>87.106891000000005</c:v>
                </c:pt>
                <c:pt idx="512">
                  <c:v>85.604049000000003</c:v>
                </c:pt>
                <c:pt idx="513">
                  <c:v>84.795799000000002</c:v>
                </c:pt>
                <c:pt idx="514">
                  <c:v>84.450655999999995</c:v>
                </c:pt>
                <c:pt idx="515">
                  <c:v>83.683515999999997</c:v>
                </c:pt>
                <c:pt idx="516">
                  <c:v>82.926861000000002</c:v>
                </c:pt>
                <c:pt idx="517">
                  <c:v>82.926861000000002</c:v>
                </c:pt>
                <c:pt idx="518">
                  <c:v>82.926861000000002</c:v>
                </c:pt>
                <c:pt idx="519">
                  <c:v>82.926861000000002</c:v>
                </c:pt>
                <c:pt idx="520">
                  <c:v>82.466166999999999</c:v>
                </c:pt>
                <c:pt idx="521">
                  <c:v>81.640765000000002</c:v>
                </c:pt>
                <c:pt idx="522">
                  <c:v>80.612696</c:v>
                </c:pt>
                <c:pt idx="523">
                  <c:v>79.921698000000006</c:v>
                </c:pt>
                <c:pt idx="524">
                  <c:v>79.045035999999996</c:v>
                </c:pt>
                <c:pt idx="525">
                  <c:v>79.045035999999996</c:v>
                </c:pt>
                <c:pt idx="526">
                  <c:v>77.790835999999999</c:v>
                </c:pt>
                <c:pt idx="527">
                  <c:v>77.056826000000001</c:v>
                </c:pt>
                <c:pt idx="528">
                  <c:v>76.064581000000004</c:v>
                </c:pt>
                <c:pt idx="529">
                  <c:v>75.115208999999993</c:v>
                </c:pt>
                <c:pt idx="530">
                  <c:v>75.115208999999993</c:v>
                </c:pt>
                <c:pt idx="531">
                  <c:v>74.368705000000006</c:v>
                </c:pt>
                <c:pt idx="532">
                  <c:v>74.332212999999996</c:v>
                </c:pt>
                <c:pt idx="533">
                  <c:v>74.332212999999996</c:v>
                </c:pt>
                <c:pt idx="534">
                  <c:v>74.332212999999996</c:v>
                </c:pt>
                <c:pt idx="535">
                  <c:v>73.377255000000005</c:v>
                </c:pt>
                <c:pt idx="536">
                  <c:v>72.275380999999996</c:v>
                </c:pt>
                <c:pt idx="537">
                  <c:v>71.173507000000001</c:v>
                </c:pt>
                <c:pt idx="538">
                  <c:v>70.659299000000004</c:v>
                </c:pt>
                <c:pt idx="539">
                  <c:v>70.590393000000006</c:v>
                </c:pt>
                <c:pt idx="540">
                  <c:v>69.556804999999997</c:v>
                </c:pt>
                <c:pt idx="541">
                  <c:v>68.523218</c:v>
                </c:pt>
                <c:pt idx="542">
                  <c:v>68.348112</c:v>
                </c:pt>
                <c:pt idx="543">
                  <c:v>68.348112</c:v>
                </c:pt>
                <c:pt idx="544">
                  <c:v>68.348112</c:v>
                </c:pt>
                <c:pt idx="545">
                  <c:v>67.420724000000007</c:v>
                </c:pt>
                <c:pt idx="546">
                  <c:v>66.938383000000002</c:v>
                </c:pt>
                <c:pt idx="547">
                  <c:v>66.661181999999997</c:v>
                </c:pt>
                <c:pt idx="548">
                  <c:v>65.621678000000003</c:v>
                </c:pt>
                <c:pt idx="549">
                  <c:v>64.582173999999995</c:v>
                </c:pt>
                <c:pt idx="550">
                  <c:v>63.542670000000001</c:v>
                </c:pt>
                <c:pt idx="551">
                  <c:v>63.265469000000003</c:v>
                </c:pt>
                <c:pt idx="552">
                  <c:v>63.058751999999998</c:v>
                </c:pt>
                <c:pt idx="553">
                  <c:v>62.025163999999997</c:v>
                </c:pt>
                <c:pt idx="554">
                  <c:v>60.991576000000002</c:v>
                </c:pt>
                <c:pt idx="555">
                  <c:v>59.957988</c:v>
                </c:pt>
                <c:pt idx="556">
                  <c:v>59.544553000000001</c:v>
                </c:pt>
                <c:pt idx="557">
                  <c:v>59.544553000000001</c:v>
                </c:pt>
                <c:pt idx="558">
                  <c:v>59.544553000000001</c:v>
                </c:pt>
                <c:pt idx="559">
                  <c:v>59.544553000000001</c:v>
                </c:pt>
                <c:pt idx="560">
                  <c:v>58.714837000000003</c:v>
                </c:pt>
                <c:pt idx="561">
                  <c:v>57.486766000000003</c:v>
                </c:pt>
                <c:pt idx="562">
                  <c:v>56.514398999999997</c:v>
                </c:pt>
                <c:pt idx="563">
                  <c:v>55.697595999999997</c:v>
                </c:pt>
                <c:pt idx="564">
                  <c:v>54.241911999999999</c:v>
                </c:pt>
                <c:pt idx="565">
                  <c:v>52.786228000000001</c:v>
                </c:pt>
                <c:pt idx="566">
                  <c:v>52.786228000000001</c:v>
                </c:pt>
                <c:pt idx="567">
                  <c:v>52.064030000000002</c:v>
                </c:pt>
                <c:pt idx="568">
                  <c:v>50.709907999999999</c:v>
                </c:pt>
                <c:pt idx="569">
                  <c:v>49.355786999999999</c:v>
                </c:pt>
                <c:pt idx="570">
                  <c:v>49.009099999999997</c:v>
                </c:pt>
                <c:pt idx="571">
                  <c:v>48.904412999999998</c:v>
                </c:pt>
                <c:pt idx="572">
                  <c:v>48.525821999999998</c:v>
                </c:pt>
                <c:pt idx="573">
                  <c:v>47.068544000000003</c:v>
                </c:pt>
                <c:pt idx="574">
                  <c:v>49.013334999999998</c:v>
                </c:pt>
                <c:pt idx="575">
                  <c:v>55.221660999999997</c:v>
                </c:pt>
                <c:pt idx="576">
                  <c:v>56.144978000000002</c:v>
                </c:pt>
                <c:pt idx="577">
                  <c:v>60.683194</c:v>
                </c:pt>
                <c:pt idx="578">
                  <c:v>62.430210000000002</c:v>
                </c:pt>
                <c:pt idx="579">
                  <c:v>62.430210000000002</c:v>
                </c:pt>
                <c:pt idx="580">
                  <c:v>64.298102</c:v>
                </c:pt>
                <c:pt idx="581">
                  <c:v>64.298102</c:v>
                </c:pt>
                <c:pt idx="582">
                  <c:v>64.298102</c:v>
                </c:pt>
                <c:pt idx="583">
                  <c:v>64.298102</c:v>
                </c:pt>
                <c:pt idx="584">
                  <c:v>64.298102</c:v>
                </c:pt>
                <c:pt idx="585">
                  <c:v>64.699325999999999</c:v>
                </c:pt>
                <c:pt idx="586">
                  <c:v>64.699325999999999</c:v>
                </c:pt>
                <c:pt idx="587">
                  <c:v>64.699325999999999</c:v>
                </c:pt>
                <c:pt idx="588">
                  <c:v>68.654411999999994</c:v>
                </c:pt>
                <c:pt idx="589">
                  <c:v>68.654411999999994</c:v>
                </c:pt>
                <c:pt idx="590">
                  <c:v>69.615308999999996</c:v>
                </c:pt>
                <c:pt idx="591">
                  <c:v>75.461752000000004</c:v>
                </c:pt>
                <c:pt idx="592">
                  <c:v>78.836060000000003</c:v>
                </c:pt>
                <c:pt idx="593">
                  <c:v>82.269075999999998</c:v>
                </c:pt>
                <c:pt idx="594">
                  <c:v>82.269075999999998</c:v>
                </c:pt>
                <c:pt idx="595">
                  <c:v>85.121307999999999</c:v>
                </c:pt>
                <c:pt idx="596">
                  <c:v>85.461752000000004</c:v>
                </c:pt>
                <c:pt idx="597">
                  <c:v>85.461782999999997</c:v>
                </c:pt>
                <c:pt idx="598">
                  <c:v>87.730891999999997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88.921336999999994</c:v>
                </c:pt>
                <c:pt idx="612">
                  <c:v>87.432317999999995</c:v>
                </c:pt>
                <c:pt idx="613">
                  <c:v>85.943298999999996</c:v>
                </c:pt>
                <c:pt idx="614">
                  <c:v>85.446959000000007</c:v>
                </c:pt>
                <c:pt idx="615">
                  <c:v>85.353936000000004</c:v>
                </c:pt>
                <c:pt idx="616">
                  <c:v>83.958591999999996</c:v>
                </c:pt>
                <c:pt idx="617">
                  <c:v>82.563248999999999</c:v>
                </c:pt>
                <c:pt idx="618">
                  <c:v>81.726043000000004</c:v>
                </c:pt>
                <c:pt idx="619">
                  <c:v>81.376240999999993</c:v>
                </c:pt>
                <c:pt idx="620">
                  <c:v>80.729738999999995</c:v>
                </c:pt>
                <c:pt idx="621">
                  <c:v>80.729738999999995</c:v>
                </c:pt>
                <c:pt idx="622">
                  <c:v>80.158396999999994</c:v>
                </c:pt>
                <c:pt idx="623">
                  <c:v>78.934093000000004</c:v>
                </c:pt>
                <c:pt idx="624">
                  <c:v>77.709788000000003</c:v>
                </c:pt>
                <c:pt idx="625">
                  <c:v>77.056826000000001</c:v>
                </c:pt>
                <c:pt idx="626">
                  <c:v>77.056826000000001</c:v>
                </c:pt>
                <c:pt idx="627">
                  <c:v>75.899207000000004</c:v>
                </c:pt>
                <c:pt idx="628">
                  <c:v>75.741941999999995</c:v>
                </c:pt>
                <c:pt idx="629">
                  <c:v>75.585648000000006</c:v>
                </c:pt>
                <c:pt idx="630">
                  <c:v>74.413441000000006</c:v>
                </c:pt>
                <c:pt idx="631">
                  <c:v>73.335909000000001</c:v>
                </c:pt>
                <c:pt idx="632">
                  <c:v>73.101467999999997</c:v>
                </c:pt>
                <c:pt idx="633">
                  <c:v>72.069028000000003</c:v>
                </c:pt>
                <c:pt idx="634">
                  <c:v>71.324844999999996</c:v>
                </c:pt>
                <c:pt idx="635">
                  <c:v>70.084539000000007</c:v>
                </c:pt>
                <c:pt idx="636">
                  <c:v>69.662996000000007</c:v>
                </c:pt>
                <c:pt idx="637">
                  <c:v>68.871311000000006</c:v>
                </c:pt>
                <c:pt idx="638">
                  <c:v>68.348112</c:v>
                </c:pt>
                <c:pt idx="639">
                  <c:v>68.348112</c:v>
                </c:pt>
                <c:pt idx="640">
                  <c:v>67.3322</c:v>
                </c:pt>
                <c:pt idx="641">
                  <c:v>66.159993</c:v>
                </c:pt>
                <c:pt idx="642">
                  <c:v>64.987786999999997</c:v>
                </c:pt>
                <c:pt idx="643">
                  <c:v>64.675197999999995</c:v>
                </c:pt>
                <c:pt idx="644">
                  <c:v>64.295513</c:v>
                </c:pt>
                <c:pt idx="645">
                  <c:v>63.156457000000003</c:v>
                </c:pt>
                <c:pt idx="646">
                  <c:v>62.017401</c:v>
                </c:pt>
                <c:pt idx="647">
                  <c:v>60.954281999999999</c:v>
                </c:pt>
                <c:pt idx="648">
                  <c:v>60.954281999999999</c:v>
                </c:pt>
                <c:pt idx="649">
                  <c:v>60.954281999999999</c:v>
                </c:pt>
                <c:pt idx="650">
                  <c:v>60.954281999999999</c:v>
                </c:pt>
                <c:pt idx="651">
                  <c:v>60.954281999999999</c:v>
                </c:pt>
                <c:pt idx="652">
                  <c:v>59.929282999999998</c:v>
                </c:pt>
                <c:pt idx="653">
                  <c:v>58.648034000000003</c:v>
                </c:pt>
                <c:pt idx="654">
                  <c:v>57.366785</c:v>
                </c:pt>
                <c:pt idx="655">
                  <c:v>57.281368000000001</c:v>
                </c:pt>
                <c:pt idx="656">
                  <c:v>55.850247000000003</c:v>
                </c:pt>
                <c:pt idx="657">
                  <c:v>56.830987999999998</c:v>
                </c:pt>
                <c:pt idx="658">
                  <c:v>61.062078999999997</c:v>
                </c:pt>
                <c:pt idx="659">
                  <c:v>66.385317999999998</c:v>
                </c:pt>
                <c:pt idx="660">
                  <c:v>73.192643000000004</c:v>
                </c:pt>
                <c:pt idx="661">
                  <c:v>79.999967999999996</c:v>
                </c:pt>
                <c:pt idx="662">
                  <c:v>82.265671999999995</c:v>
                </c:pt>
                <c:pt idx="663">
                  <c:v>84.538184999999999</c:v>
                </c:pt>
                <c:pt idx="664">
                  <c:v>88.393625</c:v>
                </c:pt>
                <c:pt idx="665">
                  <c:v>89.076401000000004</c:v>
                </c:pt>
                <c:pt idx="666">
                  <c:v>89.999960999999999</c:v>
                </c:pt>
                <c:pt idx="667">
                  <c:v>89.999960999999999</c:v>
                </c:pt>
                <c:pt idx="668">
                  <c:v>89.999960999999999</c:v>
                </c:pt>
                <c:pt idx="669">
                  <c:v>89.999960999999999</c:v>
                </c:pt>
                <c:pt idx="670">
                  <c:v>89.999960999999999</c:v>
                </c:pt>
                <c:pt idx="671">
                  <c:v>89.999960999999999</c:v>
                </c:pt>
                <c:pt idx="672">
                  <c:v>89.999960999999999</c:v>
                </c:pt>
                <c:pt idx="673">
                  <c:v>89.999960999999999</c:v>
                </c:pt>
                <c:pt idx="674">
                  <c:v>89.999960999999999</c:v>
                </c:pt>
                <c:pt idx="675">
                  <c:v>89.999960999999999</c:v>
                </c:pt>
                <c:pt idx="676">
                  <c:v>89.999960999999999</c:v>
                </c:pt>
                <c:pt idx="677">
                  <c:v>89.999960999999999</c:v>
                </c:pt>
                <c:pt idx="678">
                  <c:v>89.999960999999999</c:v>
                </c:pt>
                <c:pt idx="679">
                  <c:v>89.999960999999999</c:v>
                </c:pt>
                <c:pt idx="680">
                  <c:v>89.999960999999999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CE8-425E-85E5-57412A2062FB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77.433000000000007</c:v>
                </c:pt>
                <c:pt idx="5">
                  <c:v>79.702107999999996</c:v>
                </c:pt>
                <c:pt idx="6">
                  <c:v>79.702107999999996</c:v>
                </c:pt>
                <c:pt idx="7">
                  <c:v>79.702107999999996</c:v>
                </c:pt>
                <c:pt idx="8">
                  <c:v>79.702107999999996</c:v>
                </c:pt>
                <c:pt idx="9">
                  <c:v>81.214342000000002</c:v>
                </c:pt>
                <c:pt idx="10">
                  <c:v>85.752557999999993</c:v>
                </c:pt>
                <c:pt idx="11">
                  <c:v>85.752557999999993</c:v>
                </c:pt>
                <c:pt idx="12">
                  <c:v>85.752557999999993</c:v>
                </c:pt>
                <c:pt idx="13">
                  <c:v>85.752557999999993</c:v>
                </c:pt>
                <c:pt idx="14">
                  <c:v>85.752557999999993</c:v>
                </c:pt>
                <c:pt idx="15">
                  <c:v>85.752557999999993</c:v>
                </c:pt>
                <c:pt idx="16">
                  <c:v>85.752557999999993</c:v>
                </c:pt>
                <c:pt idx="17">
                  <c:v>85.752557999999993</c:v>
                </c:pt>
                <c:pt idx="18">
                  <c:v>85.752557999999993</c:v>
                </c:pt>
                <c:pt idx="19">
                  <c:v>85.752557999999993</c:v>
                </c:pt>
                <c:pt idx="20">
                  <c:v>85.752557999999993</c:v>
                </c:pt>
                <c:pt idx="21">
                  <c:v>85.752557999999993</c:v>
                </c:pt>
                <c:pt idx="22">
                  <c:v>87.27825</c:v>
                </c:pt>
                <c:pt idx="23">
                  <c:v>87.27825</c:v>
                </c:pt>
                <c:pt idx="24">
                  <c:v>86.807325000000006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89.751283000000001</c:v>
                </c:pt>
                <c:pt idx="29">
                  <c:v>89.751283000000001</c:v>
                </c:pt>
                <c:pt idx="30">
                  <c:v>86.273516999999998</c:v>
                </c:pt>
                <c:pt idx="31">
                  <c:v>85.210188000000002</c:v>
                </c:pt>
                <c:pt idx="32">
                  <c:v>85.210188000000002</c:v>
                </c:pt>
                <c:pt idx="33">
                  <c:v>85.210188000000002</c:v>
                </c:pt>
                <c:pt idx="34">
                  <c:v>85.210188000000002</c:v>
                </c:pt>
                <c:pt idx="35">
                  <c:v>85.210188000000002</c:v>
                </c:pt>
                <c:pt idx="36">
                  <c:v>85.210188000000002</c:v>
                </c:pt>
                <c:pt idx="37">
                  <c:v>85.210188000000002</c:v>
                </c:pt>
                <c:pt idx="38">
                  <c:v>85.210188000000002</c:v>
                </c:pt>
                <c:pt idx="39">
                  <c:v>85.210188000000002</c:v>
                </c:pt>
                <c:pt idx="40">
                  <c:v>85.210188000000002</c:v>
                </c:pt>
                <c:pt idx="41">
                  <c:v>85.210188000000002</c:v>
                </c:pt>
                <c:pt idx="42">
                  <c:v>85.210188000000002</c:v>
                </c:pt>
                <c:pt idx="43">
                  <c:v>85.210188000000002</c:v>
                </c:pt>
                <c:pt idx="44">
                  <c:v>85.210188000000002</c:v>
                </c:pt>
                <c:pt idx="45">
                  <c:v>85.210188000000002</c:v>
                </c:pt>
                <c:pt idx="46">
                  <c:v>85.210188000000002</c:v>
                </c:pt>
                <c:pt idx="47">
                  <c:v>85.210188000000002</c:v>
                </c:pt>
                <c:pt idx="48">
                  <c:v>85.210188000000002</c:v>
                </c:pt>
                <c:pt idx="49">
                  <c:v>85.210188000000002</c:v>
                </c:pt>
                <c:pt idx="50">
                  <c:v>85.210188000000002</c:v>
                </c:pt>
                <c:pt idx="51">
                  <c:v>85.210188000000002</c:v>
                </c:pt>
                <c:pt idx="52">
                  <c:v>85.210188000000002</c:v>
                </c:pt>
                <c:pt idx="53">
                  <c:v>85.210188000000002</c:v>
                </c:pt>
                <c:pt idx="54">
                  <c:v>85.210188000000002</c:v>
                </c:pt>
                <c:pt idx="55">
                  <c:v>85.210188000000002</c:v>
                </c:pt>
                <c:pt idx="56">
                  <c:v>85.210188000000002</c:v>
                </c:pt>
                <c:pt idx="57">
                  <c:v>86.666504000000003</c:v>
                </c:pt>
                <c:pt idx="58">
                  <c:v>89.999967999999996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87.188522000000006</c:v>
                </c:pt>
                <c:pt idx="147">
                  <c:v>87.188522000000006</c:v>
                </c:pt>
                <c:pt idx="148">
                  <c:v>87.188522000000006</c:v>
                </c:pt>
                <c:pt idx="149">
                  <c:v>87.188522000000006</c:v>
                </c:pt>
                <c:pt idx="150">
                  <c:v>87.188522000000006</c:v>
                </c:pt>
                <c:pt idx="151">
                  <c:v>87.188522000000006</c:v>
                </c:pt>
                <c:pt idx="152">
                  <c:v>87.188522000000006</c:v>
                </c:pt>
                <c:pt idx="153">
                  <c:v>87.188522000000006</c:v>
                </c:pt>
                <c:pt idx="154">
                  <c:v>87.188522000000006</c:v>
                </c:pt>
                <c:pt idx="155">
                  <c:v>87.188522000000006</c:v>
                </c:pt>
                <c:pt idx="156">
                  <c:v>87.188522000000006</c:v>
                </c:pt>
                <c:pt idx="157">
                  <c:v>87.188522000000006</c:v>
                </c:pt>
                <c:pt idx="158">
                  <c:v>89.999967999999996</c:v>
                </c:pt>
                <c:pt idx="159">
                  <c:v>89.999967999999996</c:v>
                </c:pt>
                <c:pt idx="160">
                  <c:v>89.999967999999996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87.106891000000005</c:v>
                </c:pt>
                <c:pt idx="236">
                  <c:v>87.106891000000005</c:v>
                </c:pt>
                <c:pt idx="237">
                  <c:v>87.106891000000005</c:v>
                </c:pt>
                <c:pt idx="238">
                  <c:v>87.106891000000005</c:v>
                </c:pt>
                <c:pt idx="239">
                  <c:v>87.106891000000005</c:v>
                </c:pt>
                <c:pt idx="240">
                  <c:v>87.106891000000005</c:v>
                </c:pt>
                <c:pt idx="241">
                  <c:v>87.106891000000005</c:v>
                </c:pt>
                <c:pt idx="242">
                  <c:v>87.106891000000005</c:v>
                </c:pt>
                <c:pt idx="243">
                  <c:v>87.106891000000005</c:v>
                </c:pt>
                <c:pt idx="244">
                  <c:v>87.106891000000005</c:v>
                </c:pt>
                <c:pt idx="245">
                  <c:v>87.106891000000005</c:v>
                </c:pt>
                <c:pt idx="246">
                  <c:v>87.106891000000005</c:v>
                </c:pt>
                <c:pt idx="247">
                  <c:v>87.106891000000005</c:v>
                </c:pt>
                <c:pt idx="248">
                  <c:v>87.106891000000005</c:v>
                </c:pt>
                <c:pt idx="249">
                  <c:v>87.106891000000005</c:v>
                </c:pt>
                <c:pt idx="250">
                  <c:v>89.999944999999997</c:v>
                </c:pt>
                <c:pt idx="251">
                  <c:v>89.999953000000005</c:v>
                </c:pt>
                <c:pt idx="252">
                  <c:v>89.999960999999999</c:v>
                </c:pt>
                <c:pt idx="253">
                  <c:v>89.999960999999999</c:v>
                </c:pt>
                <c:pt idx="254">
                  <c:v>89.999960999999999</c:v>
                </c:pt>
                <c:pt idx="255">
                  <c:v>89.999960999999999</c:v>
                </c:pt>
                <c:pt idx="256">
                  <c:v>89.999960999999999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88.123569000000003</c:v>
                </c:pt>
                <c:pt idx="318">
                  <c:v>88.123569000000003</c:v>
                </c:pt>
                <c:pt idx="319">
                  <c:v>87.914658000000003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87.188522000000006</c:v>
                </c:pt>
                <c:pt idx="340">
                  <c:v>87.188522000000006</c:v>
                </c:pt>
                <c:pt idx="341">
                  <c:v>87.188522000000006</c:v>
                </c:pt>
                <c:pt idx="342">
                  <c:v>87.188522000000006</c:v>
                </c:pt>
                <c:pt idx="343">
                  <c:v>87.188522000000006</c:v>
                </c:pt>
                <c:pt idx="344">
                  <c:v>87.188522000000006</c:v>
                </c:pt>
                <c:pt idx="345">
                  <c:v>87.188522000000006</c:v>
                </c:pt>
                <c:pt idx="346">
                  <c:v>87.188522000000006</c:v>
                </c:pt>
                <c:pt idx="347">
                  <c:v>87.188522000000006</c:v>
                </c:pt>
                <c:pt idx="348">
                  <c:v>87.188522000000006</c:v>
                </c:pt>
                <c:pt idx="349">
                  <c:v>87.188522000000006</c:v>
                </c:pt>
                <c:pt idx="350">
                  <c:v>87.188522000000006</c:v>
                </c:pt>
                <c:pt idx="351">
                  <c:v>87.188522000000006</c:v>
                </c:pt>
                <c:pt idx="352">
                  <c:v>87.188522000000006</c:v>
                </c:pt>
                <c:pt idx="353">
                  <c:v>87.188522000000006</c:v>
                </c:pt>
                <c:pt idx="354">
                  <c:v>87.188522000000006</c:v>
                </c:pt>
                <c:pt idx="355">
                  <c:v>87.188522000000006</c:v>
                </c:pt>
                <c:pt idx="356">
                  <c:v>87.188522000000006</c:v>
                </c:pt>
                <c:pt idx="357">
                  <c:v>87.730861000000004</c:v>
                </c:pt>
                <c:pt idx="358">
                  <c:v>87.730868999999998</c:v>
                </c:pt>
                <c:pt idx="359">
                  <c:v>87.730877000000007</c:v>
                </c:pt>
                <c:pt idx="360">
                  <c:v>87.730884000000003</c:v>
                </c:pt>
                <c:pt idx="361">
                  <c:v>87.730884000000003</c:v>
                </c:pt>
                <c:pt idx="362">
                  <c:v>87.730884000000003</c:v>
                </c:pt>
                <c:pt idx="363">
                  <c:v>87.730891999999997</c:v>
                </c:pt>
                <c:pt idx="364">
                  <c:v>87.730891999999997</c:v>
                </c:pt>
                <c:pt idx="365">
                  <c:v>87.730891999999997</c:v>
                </c:pt>
                <c:pt idx="366">
                  <c:v>87.730891999999997</c:v>
                </c:pt>
                <c:pt idx="367">
                  <c:v>87.730891999999997</c:v>
                </c:pt>
                <c:pt idx="368">
                  <c:v>87.730891999999997</c:v>
                </c:pt>
                <c:pt idx="369">
                  <c:v>87.730891999999997</c:v>
                </c:pt>
                <c:pt idx="370">
                  <c:v>87.916090999999994</c:v>
                </c:pt>
                <c:pt idx="371">
                  <c:v>87.916090999999994</c:v>
                </c:pt>
                <c:pt idx="372">
                  <c:v>87.916090999999994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87.914658000000003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88.785634000000002</c:v>
                </c:pt>
                <c:pt idx="435">
                  <c:v>88.785641999999996</c:v>
                </c:pt>
                <c:pt idx="436">
                  <c:v>88.785649000000006</c:v>
                </c:pt>
                <c:pt idx="437">
                  <c:v>88.785649000000006</c:v>
                </c:pt>
                <c:pt idx="438">
                  <c:v>88.785649000000006</c:v>
                </c:pt>
                <c:pt idx="439">
                  <c:v>88.785649000000006</c:v>
                </c:pt>
                <c:pt idx="440">
                  <c:v>88.785649000000006</c:v>
                </c:pt>
                <c:pt idx="441">
                  <c:v>90</c:v>
                </c:pt>
                <c:pt idx="442">
                  <c:v>90</c:v>
                </c:pt>
                <c:pt idx="443">
                  <c:v>90</c:v>
                </c:pt>
                <c:pt idx="444">
                  <c:v>90</c:v>
                </c:pt>
                <c:pt idx="445">
                  <c:v>90</c:v>
                </c:pt>
                <c:pt idx="446">
                  <c:v>90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CE8-425E-85E5-57412A206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60.0002</c:v>
                </c:pt>
                <c:pt idx="1">
                  <c:v>60.0002</c:v>
                </c:pt>
                <c:pt idx="2">
                  <c:v>89.862964000000005</c:v>
                </c:pt>
                <c:pt idx="3">
                  <c:v>89.862964000000005</c:v>
                </c:pt>
                <c:pt idx="4">
                  <c:v>150</c:v>
                </c:pt>
                <c:pt idx="5">
                  <c:v>150</c:v>
                </c:pt>
                <c:pt idx="6">
                  <c:v>75.239047999999997</c:v>
                </c:pt>
                <c:pt idx="7">
                  <c:v>75.239047999999997</c:v>
                </c:pt>
                <c:pt idx="8">
                  <c:v>90.000100000000003</c:v>
                </c:pt>
                <c:pt idx="9">
                  <c:v>90.000100000000003</c:v>
                </c:pt>
                <c:pt idx="10">
                  <c:v>197.31739999999999</c:v>
                </c:pt>
                <c:pt idx="11">
                  <c:v>197.31739999999999</c:v>
                </c:pt>
                <c:pt idx="12">
                  <c:v>60</c:v>
                </c:pt>
                <c:pt idx="13">
                  <c:v>60</c:v>
                </c:pt>
                <c:pt idx="14">
                  <c:v>60.0002</c:v>
                </c:pt>
                <c:pt idx="15">
                  <c:v>60.0002</c:v>
                </c:pt>
                <c:pt idx="16">
                  <c:v>120</c:v>
                </c:pt>
                <c:pt idx="17">
                  <c:v>120</c:v>
                </c:pt>
                <c:pt idx="18">
                  <c:v>252.21104700000001</c:v>
                </c:pt>
                <c:pt idx="19">
                  <c:v>252.21104700000001</c:v>
                </c:pt>
                <c:pt idx="20">
                  <c:v>210.00020000000001</c:v>
                </c:pt>
                <c:pt idx="21">
                  <c:v>210.00020000000001</c:v>
                </c:pt>
                <c:pt idx="22">
                  <c:v>321.07725599999998</c:v>
                </c:pt>
                <c:pt idx="23">
                  <c:v>321.07725599999998</c:v>
                </c:pt>
                <c:pt idx="24">
                  <c:v>90.000100000000003</c:v>
                </c:pt>
                <c:pt idx="25">
                  <c:v>90.000100000000003</c:v>
                </c:pt>
                <c:pt idx="26">
                  <c:v>127.055318</c:v>
                </c:pt>
                <c:pt idx="27">
                  <c:v>127.055318</c:v>
                </c:pt>
                <c:pt idx="28">
                  <c:v>192.21104700000001</c:v>
                </c:pt>
                <c:pt idx="29">
                  <c:v>192.21104700000001</c:v>
                </c:pt>
                <c:pt idx="30">
                  <c:v>202.94070099999999</c:v>
                </c:pt>
                <c:pt idx="31">
                  <c:v>202.94070099999999</c:v>
                </c:pt>
                <c:pt idx="32">
                  <c:v>288.881776</c:v>
                </c:pt>
                <c:pt idx="33">
                  <c:v>288.881776</c:v>
                </c:pt>
                <c:pt idx="34">
                  <c:v>377.227732</c:v>
                </c:pt>
                <c:pt idx="35">
                  <c:v>377.227732</c:v>
                </c:pt>
                <c:pt idx="36">
                  <c:v>382.24400800000001</c:v>
                </c:pt>
                <c:pt idx="37">
                  <c:v>382.24400800000001</c:v>
                </c:pt>
                <c:pt idx="38">
                  <c:v>462.57428399999998</c:v>
                </c:pt>
                <c:pt idx="39">
                  <c:v>462.57428399999998</c:v>
                </c:pt>
                <c:pt idx="40">
                  <c:v>645.48667499999999</c:v>
                </c:pt>
                <c:pt idx="41">
                  <c:v>645.48667499999999</c:v>
                </c:pt>
                <c:pt idx="42">
                  <c:v>732.21114699999998</c:v>
                </c:pt>
                <c:pt idx="43">
                  <c:v>732.21114699999998</c:v>
                </c:pt>
                <c:pt idx="44">
                  <c:v>660</c:v>
                </c:pt>
                <c:pt idx="45">
                  <c:v>660</c:v>
                </c:pt>
                <c:pt idx="46">
                  <c:v>587.78915300000006</c:v>
                </c:pt>
                <c:pt idx="47">
                  <c:v>587.78915300000006</c:v>
                </c:pt>
                <c:pt idx="48">
                  <c:v>492.21094699999998</c:v>
                </c:pt>
                <c:pt idx="49">
                  <c:v>492.21094699999998</c:v>
                </c:pt>
                <c:pt idx="50">
                  <c:v>258.21169600000002</c:v>
                </c:pt>
                <c:pt idx="51">
                  <c:v>258.21169600000002</c:v>
                </c:pt>
                <c:pt idx="52">
                  <c:v>162.93600000000001</c:v>
                </c:pt>
                <c:pt idx="53">
                  <c:v>162.93600000000001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30</c:v>
                </c:pt>
                <c:pt idx="73">
                  <c:v>30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60.000100000000003</c:v>
                </c:pt>
                <c:pt idx="85">
                  <c:v>60.000100000000003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1E-4</c:v>
                </c:pt>
                <c:pt idx="91">
                  <c:v>1E-4</c:v>
                </c:pt>
                <c:pt idx="92">
                  <c:v>34.004446999999999</c:v>
                </c:pt>
                <c:pt idx="93">
                  <c:v>34.004446999999999</c:v>
                </c:pt>
                <c:pt idx="94">
                  <c:v>1E-4</c:v>
                </c:pt>
                <c:pt idx="95">
                  <c:v>1E-4</c:v>
                </c:pt>
                <c:pt idx="96">
                  <c:v>150.0001</c:v>
                </c:pt>
                <c:pt idx="97">
                  <c:v>150.0001</c:v>
                </c:pt>
                <c:pt idx="98">
                  <c:v>266.41574400000002</c:v>
                </c:pt>
                <c:pt idx="99">
                  <c:v>266.41574400000002</c:v>
                </c:pt>
                <c:pt idx="100">
                  <c:v>150.0001</c:v>
                </c:pt>
                <c:pt idx="101">
                  <c:v>150.0001</c:v>
                </c:pt>
                <c:pt idx="102">
                  <c:v>43.215871</c:v>
                </c:pt>
                <c:pt idx="103">
                  <c:v>43.215871</c:v>
                </c:pt>
                <c:pt idx="104">
                  <c:v>30</c:v>
                </c:pt>
                <c:pt idx="105">
                  <c:v>30</c:v>
                </c:pt>
                <c:pt idx="106">
                  <c:v>30</c:v>
                </c:pt>
                <c:pt idx="107">
                  <c:v>30</c:v>
                </c:pt>
                <c:pt idx="108">
                  <c:v>0</c:v>
                </c:pt>
                <c:pt idx="109">
                  <c:v>0</c:v>
                </c:pt>
                <c:pt idx="110">
                  <c:v>47.788952999999999</c:v>
                </c:pt>
                <c:pt idx="111">
                  <c:v>47.788952999999999</c:v>
                </c:pt>
                <c:pt idx="112">
                  <c:v>99.870647000000005</c:v>
                </c:pt>
                <c:pt idx="113">
                  <c:v>99.870647000000005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0</c:v>
                </c:pt>
                <c:pt idx="119">
                  <c:v>0</c:v>
                </c:pt>
                <c:pt idx="120">
                  <c:v>81.625193999999993</c:v>
                </c:pt>
                <c:pt idx="121">
                  <c:v>81.625193999999993</c:v>
                </c:pt>
                <c:pt idx="122">
                  <c:v>60</c:v>
                </c:pt>
                <c:pt idx="123">
                  <c:v>60</c:v>
                </c:pt>
                <c:pt idx="124">
                  <c:v>120</c:v>
                </c:pt>
                <c:pt idx="125">
                  <c:v>120</c:v>
                </c:pt>
                <c:pt idx="126">
                  <c:v>14.551247</c:v>
                </c:pt>
                <c:pt idx="127">
                  <c:v>14.551247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17.789152999999999</c:v>
                </c:pt>
                <c:pt idx="133">
                  <c:v>17.789152999999999</c:v>
                </c:pt>
                <c:pt idx="134">
                  <c:v>22.040022</c:v>
                </c:pt>
                <c:pt idx="135">
                  <c:v>22.040022</c:v>
                </c:pt>
                <c:pt idx="136">
                  <c:v>82.132525999999999</c:v>
                </c:pt>
                <c:pt idx="137">
                  <c:v>82.132525999999999</c:v>
                </c:pt>
                <c:pt idx="138">
                  <c:v>12.210526</c:v>
                </c:pt>
                <c:pt idx="139">
                  <c:v>12.210526</c:v>
                </c:pt>
                <c:pt idx="140">
                  <c:v>53.497999999999998</c:v>
                </c:pt>
                <c:pt idx="141">
                  <c:v>53.497999999999998</c:v>
                </c:pt>
                <c:pt idx="142">
                  <c:v>31.661999999999999</c:v>
                </c:pt>
                <c:pt idx="143">
                  <c:v>31.661999999999999</c:v>
                </c:pt>
                <c:pt idx="144">
                  <c:v>22.577999999999999</c:v>
                </c:pt>
                <c:pt idx="145">
                  <c:v>22.577999999999999</c:v>
                </c:pt>
                <c:pt idx="146">
                  <c:v>2.34</c:v>
                </c:pt>
                <c:pt idx="147">
                  <c:v>2.34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60</c:v>
                </c:pt>
                <c:pt idx="165">
                  <c:v>60</c:v>
                </c:pt>
                <c:pt idx="166">
                  <c:v>120</c:v>
                </c:pt>
                <c:pt idx="167">
                  <c:v>120</c:v>
                </c:pt>
                <c:pt idx="168">
                  <c:v>150.0001</c:v>
                </c:pt>
                <c:pt idx="169">
                  <c:v>150.0001</c:v>
                </c:pt>
                <c:pt idx="170">
                  <c:v>240.0001</c:v>
                </c:pt>
                <c:pt idx="171">
                  <c:v>240.0001</c:v>
                </c:pt>
                <c:pt idx="172">
                  <c:v>270</c:v>
                </c:pt>
                <c:pt idx="173">
                  <c:v>270</c:v>
                </c:pt>
                <c:pt idx="174">
                  <c:v>275.64253500000001</c:v>
                </c:pt>
                <c:pt idx="175">
                  <c:v>275.64253500000001</c:v>
                </c:pt>
                <c:pt idx="176">
                  <c:v>112.07060199999999</c:v>
                </c:pt>
                <c:pt idx="177">
                  <c:v>112.07060199999999</c:v>
                </c:pt>
                <c:pt idx="178">
                  <c:v>167.789053</c:v>
                </c:pt>
                <c:pt idx="179">
                  <c:v>167.789053</c:v>
                </c:pt>
                <c:pt idx="180">
                  <c:v>420</c:v>
                </c:pt>
                <c:pt idx="181">
                  <c:v>420</c:v>
                </c:pt>
                <c:pt idx="182">
                  <c:v>588.50885500000004</c:v>
                </c:pt>
                <c:pt idx="183">
                  <c:v>588.50885500000004</c:v>
                </c:pt>
                <c:pt idx="184">
                  <c:v>810</c:v>
                </c:pt>
                <c:pt idx="185">
                  <c:v>810</c:v>
                </c:pt>
                <c:pt idx="186">
                  <c:v>900</c:v>
                </c:pt>
                <c:pt idx="187">
                  <c:v>900</c:v>
                </c:pt>
                <c:pt idx="188">
                  <c:v>617.78987400000005</c:v>
                </c:pt>
                <c:pt idx="189">
                  <c:v>617.78987400000005</c:v>
                </c:pt>
                <c:pt idx="190">
                  <c:v>200</c:v>
                </c:pt>
                <c:pt idx="191">
                  <c:v>200</c:v>
                </c:pt>
                <c:pt idx="192">
                  <c:v>270.00062100000002</c:v>
                </c:pt>
                <c:pt idx="193">
                  <c:v>270.00062100000002</c:v>
                </c:pt>
                <c:pt idx="194">
                  <c:v>210</c:v>
                </c:pt>
                <c:pt idx="195">
                  <c:v>210</c:v>
                </c:pt>
                <c:pt idx="196">
                  <c:v>270.00009999999997</c:v>
                </c:pt>
                <c:pt idx="197">
                  <c:v>270.00009999999997</c:v>
                </c:pt>
                <c:pt idx="198">
                  <c:v>285.910481</c:v>
                </c:pt>
                <c:pt idx="199">
                  <c:v>285.910481</c:v>
                </c:pt>
                <c:pt idx="200">
                  <c:v>210.0001</c:v>
                </c:pt>
                <c:pt idx="201">
                  <c:v>210.0001</c:v>
                </c:pt>
                <c:pt idx="202">
                  <c:v>240</c:v>
                </c:pt>
                <c:pt idx="203">
                  <c:v>240</c:v>
                </c:pt>
                <c:pt idx="204">
                  <c:v>248.10420199999999</c:v>
                </c:pt>
                <c:pt idx="205">
                  <c:v>248.10420199999999</c:v>
                </c:pt>
                <c:pt idx="206">
                  <c:v>200</c:v>
                </c:pt>
                <c:pt idx="207">
                  <c:v>200</c:v>
                </c:pt>
                <c:pt idx="208">
                  <c:v>540.00009999999997</c:v>
                </c:pt>
                <c:pt idx="209">
                  <c:v>540.00009999999997</c:v>
                </c:pt>
                <c:pt idx="210">
                  <c:v>492.63239299999998</c:v>
                </c:pt>
                <c:pt idx="211">
                  <c:v>492.63239299999998</c:v>
                </c:pt>
                <c:pt idx="212">
                  <c:v>570.00019999999995</c:v>
                </c:pt>
                <c:pt idx="213">
                  <c:v>570.00019999999995</c:v>
                </c:pt>
                <c:pt idx="214">
                  <c:v>504.34029900000002</c:v>
                </c:pt>
                <c:pt idx="215">
                  <c:v>504.34029900000002</c:v>
                </c:pt>
                <c:pt idx="216">
                  <c:v>434.87858199999999</c:v>
                </c:pt>
                <c:pt idx="217">
                  <c:v>434.87858199999999</c:v>
                </c:pt>
                <c:pt idx="218">
                  <c:v>570.00019999999995</c:v>
                </c:pt>
                <c:pt idx="219">
                  <c:v>570.00019999999995</c:v>
                </c:pt>
                <c:pt idx="220">
                  <c:v>562.51192500000002</c:v>
                </c:pt>
                <c:pt idx="221">
                  <c:v>562.51192500000002</c:v>
                </c:pt>
                <c:pt idx="222">
                  <c:v>536.847219</c:v>
                </c:pt>
                <c:pt idx="223">
                  <c:v>536.847219</c:v>
                </c:pt>
                <c:pt idx="224">
                  <c:v>361.71558499999998</c:v>
                </c:pt>
                <c:pt idx="225">
                  <c:v>361.71558499999998</c:v>
                </c:pt>
                <c:pt idx="226">
                  <c:v>407.78895299999999</c:v>
                </c:pt>
                <c:pt idx="227">
                  <c:v>407.78895299999999</c:v>
                </c:pt>
                <c:pt idx="228">
                  <c:v>570.00019999999995</c:v>
                </c:pt>
                <c:pt idx="229">
                  <c:v>570.00019999999995</c:v>
                </c:pt>
                <c:pt idx="230">
                  <c:v>414.42189500000001</c:v>
                </c:pt>
                <c:pt idx="231">
                  <c:v>414.42189500000001</c:v>
                </c:pt>
                <c:pt idx="232">
                  <c:v>480.45603199999999</c:v>
                </c:pt>
                <c:pt idx="233">
                  <c:v>480.45603199999999</c:v>
                </c:pt>
                <c:pt idx="234">
                  <c:v>372.211568</c:v>
                </c:pt>
                <c:pt idx="235">
                  <c:v>372.211568</c:v>
                </c:pt>
                <c:pt idx="236">
                  <c:v>270.00094200000001</c:v>
                </c:pt>
                <c:pt idx="237">
                  <c:v>270.00094200000001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16.052475999999999</c:v>
                </c:pt>
                <c:pt idx="313">
                  <c:v>16.052475999999999</c:v>
                </c:pt>
                <c:pt idx="314">
                  <c:v>26.413571000000001</c:v>
                </c:pt>
                <c:pt idx="315">
                  <c:v>26.413571000000001</c:v>
                </c:pt>
                <c:pt idx="316">
                  <c:v>1E-4</c:v>
                </c:pt>
                <c:pt idx="317">
                  <c:v>1E-4</c:v>
                </c:pt>
                <c:pt idx="318">
                  <c:v>118.800076</c:v>
                </c:pt>
                <c:pt idx="319">
                  <c:v>118.800076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102.33499999999999</c:v>
                </c:pt>
                <c:pt idx="329">
                  <c:v>102.33499999999999</c:v>
                </c:pt>
                <c:pt idx="330">
                  <c:v>76.984999999999999</c:v>
                </c:pt>
                <c:pt idx="331">
                  <c:v>76.984999999999999</c:v>
                </c:pt>
                <c:pt idx="332">
                  <c:v>54.436</c:v>
                </c:pt>
                <c:pt idx="333">
                  <c:v>54.436</c:v>
                </c:pt>
                <c:pt idx="334">
                  <c:v>1E-4</c:v>
                </c:pt>
                <c:pt idx="335">
                  <c:v>1E-4</c:v>
                </c:pt>
                <c:pt idx="336">
                  <c:v>7.2099999999999996E-4</c:v>
                </c:pt>
                <c:pt idx="337">
                  <c:v>7.2099999999999996E-4</c:v>
                </c:pt>
                <c:pt idx="338">
                  <c:v>64.139705000000006</c:v>
                </c:pt>
                <c:pt idx="339">
                  <c:v>64.139705000000006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76.304806999999997</c:v>
                </c:pt>
                <c:pt idx="361">
                  <c:v>76.304806999999997</c:v>
                </c:pt>
                <c:pt idx="362">
                  <c:v>2.0000000000000001E-4</c:v>
                </c:pt>
                <c:pt idx="363">
                  <c:v>2.0000000000000001E-4</c:v>
                </c:pt>
                <c:pt idx="364">
                  <c:v>60.000500000000002</c:v>
                </c:pt>
                <c:pt idx="365">
                  <c:v>60.000500000000002</c:v>
                </c:pt>
                <c:pt idx="366">
                  <c:v>150.00020000000001</c:v>
                </c:pt>
                <c:pt idx="367">
                  <c:v>150.00020000000001</c:v>
                </c:pt>
                <c:pt idx="368">
                  <c:v>224.97420600000001</c:v>
                </c:pt>
                <c:pt idx="369">
                  <c:v>224.97420600000001</c:v>
                </c:pt>
                <c:pt idx="370">
                  <c:v>47.135052000000002</c:v>
                </c:pt>
                <c:pt idx="371">
                  <c:v>47.135052000000002</c:v>
                </c:pt>
                <c:pt idx="372">
                  <c:v>248.75994800000001</c:v>
                </c:pt>
                <c:pt idx="373">
                  <c:v>248.75994800000001</c:v>
                </c:pt>
                <c:pt idx="374">
                  <c:v>360.00049999999999</c:v>
                </c:pt>
                <c:pt idx="375">
                  <c:v>360.00049999999999</c:v>
                </c:pt>
                <c:pt idx="376">
                  <c:v>270.00112100000001</c:v>
                </c:pt>
                <c:pt idx="377">
                  <c:v>270.00112100000001</c:v>
                </c:pt>
                <c:pt idx="378">
                  <c:v>719.99967900000001</c:v>
                </c:pt>
                <c:pt idx="379">
                  <c:v>719.99967900000001</c:v>
                </c:pt>
                <c:pt idx="380">
                  <c:v>641.71507499999996</c:v>
                </c:pt>
                <c:pt idx="381">
                  <c:v>641.71507499999996</c:v>
                </c:pt>
                <c:pt idx="382">
                  <c:v>503.07463899999999</c:v>
                </c:pt>
                <c:pt idx="383">
                  <c:v>503.07463899999999</c:v>
                </c:pt>
                <c:pt idx="384">
                  <c:v>150.0001</c:v>
                </c:pt>
                <c:pt idx="385">
                  <c:v>150.0001</c:v>
                </c:pt>
                <c:pt idx="386">
                  <c:v>192.210747</c:v>
                </c:pt>
                <c:pt idx="387">
                  <c:v>192.210747</c:v>
                </c:pt>
                <c:pt idx="388">
                  <c:v>180</c:v>
                </c:pt>
                <c:pt idx="389">
                  <c:v>180</c:v>
                </c:pt>
                <c:pt idx="390">
                  <c:v>180</c:v>
                </c:pt>
                <c:pt idx="391">
                  <c:v>180</c:v>
                </c:pt>
                <c:pt idx="392">
                  <c:v>400.30189899999999</c:v>
                </c:pt>
                <c:pt idx="393">
                  <c:v>400.30189899999999</c:v>
                </c:pt>
                <c:pt idx="394">
                  <c:v>660.00019999999995</c:v>
                </c:pt>
                <c:pt idx="395">
                  <c:v>660.00019999999995</c:v>
                </c:pt>
                <c:pt idx="396">
                  <c:v>556.245634</c:v>
                </c:pt>
                <c:pt idx="397">
                  <c:v>556.245634</c:v>
                </c:pt>
                <c:pt idx="398">
                  <c:v>542.58033599999999</c:v>
                </c:pt>
                <c:pt idx="399">
                  <c:v>542.58033599999999</c:v>
                </c:pt>
                <c:pt idx="400">
                  <c:v>248.002523</c:v>
                </c:pt>
                <c:pt idx="401">
                  <c:v>248.002523</c:v>
                </c:pt>
                <c:pt idx="402">
                  <c:v>118.27852799999999</c:v>
                </c:pt>
                <c:pt idx="403">
                  <c:v>118.27852799999999</c:v>
                </c:pt>
                <c:pt idx="404">
                  <c:v>130.87699000000001</c:v>
                </c:pt>
                <c:pt idx="405">
                  <c:v>130.87699000000001</c:v>
                </c:pt>
                <c:pt idx="406">
                  <c:v>81.092473999999996</c:v>
                </c:pt>
                <c:pt idx="407">
                  <c:v>81.092473999999996</c:v>
                </c:pt>
                <c:pt idx="408">
                  <c:v>210.00020000000001</c:v>
                </c:pt>
                <c:pt idx="409">
                  <c:v>210.00020000000001</c:v>
                </c:pt>
                <c:pt idx="410">
                  <c:v>299.999279</c:v>
                </c:pt>
                <c:pt idx="411">
                  <c:v>299.999279</c:v>
                </c:pt>
                <c:pt idx="412">
                  <c:v>303.32859999999999</c:v>
                </c:pt>
                <c:pt idx="413">
                  <c:v>303.32859999999999</c:v>
                </c:pt>
                <c:pt idx="414">
                  <c:v>174.494032</c:v>
                </c:pt>
                <c:pt idx="415">
                  <c:v>174.494032</c:v>
                </c:pt>
                <c:pt idx="416">
                  <c:v>419.37167899999997</c:v>
                </c:pt>
                <c:pt idx="417">
                  <c:v>419.37167899999997</c:v>
                </c:pt>
                <c:pt idx="418">
                  <c:v>457.05069800000001</c:v>
                </c:pt>
                <c:pt idx="419">
                  <c:v>457.05069800000001</c:v>
                </c:pt>
                <c:pt idx="420">
                  <c:v>673.62597200000005</c:v>
                </c:pt>
                <c:pt idx="421">
                  <c:v>673.62597200000005</c:v>
                </c:pt>
                <c:pt idx="422">
                  <c:v>810</c:v>
                </c:pt>
                <c:pt idx="423">
                  <c:v>810</c:v>
                </c:pt>
                <c:pt idx="424">
                  <c:v>497.789153</c:v>
                </c:pt>
                <c:pt idx="425">
                  <c:v>497.789153</c:v>
                </c:pt>
                <c:pt idx="426">
                  <c:v>504.42189500000001</c:v>
                </c:pt>
                <c:pt idx="427">
                  <c:v>504.42189500000001</c:v>
                </c:pt>
                <c:pt idx="428">
                  <c:v>312.21126800000002</c:v>
                </c:pt>
                <c:pt idx="429">
                  <c:v>312.21126800000002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26.471892</c:v>
                </c:pt>
                <c:pt idx="481">
                  <c:v>26.471892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1E-4</c:v>
                </c:pt>
                <c:pt idx="497">
                  <c:v>1E-4</c:v>
                </c:pt>
                <c:pt idx="498">
                  <c:v>1E-4</c:v>
                </c:pt>
                <c:pt idx="499">
                  <c:v>1E-4</c:v>
                </c:pt>
                <c:pt idx="500">
                  <c:v>1E-4</c:v>
                </c:pt>
                <c:pt idx="501">
                  <c:v>1E-4</c:v>
                </c:pt>
                <c:pt idx="502">
                  <c:v>1E-4</c:v>
                </c:pt>
                <c:pt idx="503">
                  <c:v>1E-4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1E-4</c:v>
                </c:pt>
                <c:pt idx="513">
                  <c:v>1E-4</c:v>
                </c:pt>
                <c:pt idx="514">
                  <c:v>1E-4</c:v>
                </c:pt>
                <c:pt idx="515">
                  <c:v>1E-4</c:v>
                </c:pt>
                <c:pt idx="516">
                  <c:v>1E-4</c:v>
                </c:pt>
                <c:pt idx="517">
                  <c:v>1E-4</c:v>
                </c:pt>
                <c:pt idx="518">
                  <c:v>1E-4</c:v>
                </c:pt>
                <c:pt idx="519">
                  <c:v>1E-4</c:v>
                </c:pt>
                <c:pt idx="520">
                  <c:v>17.550297</c:v>
                </c:pt>
                <c:pt idx="521">
                  <c:v>17.550297</c:v>
                </c:pt>
                <c:pt idx="522">
                  <c:v>60.0002</c:v>
                </c:pt>
                <c:pt idx="523">
                  <c:v>60.0002</c:v>
                </c:pt>
                <c:pt idx="524">
                  <c:v>16.054296999999998</c:v>
                </c:pt>
                <c:pt idx="525">
                  <c:v>16.054296999999998</c:v>
                </c:pt>
                <c:pt idx="526">
                  <c:v>93.403000000000006</c:v>
                </c:pt>
                <c:pt idx="527">
                  <c:v>93.403000000000006</c:v>
                </c:pt>
                <c:pt idx="528">
                  <c:v>60</c:v>
                </c:pt>
                <c:pt idx="529">
                  <c:v>60</c:v>
                </c:pt>
                <c:pt idx="530">
                  <c:v>60</c:v>
                </c:pt>
                <c:pt idx="531">
                  <c:v>60</c:v>
                </c:pt>
                <c:pt idx="532">
                  <c:v>0</c:v>
                </c:pt>
                <c:pt idx="533">
                  <c:v>0</c:v>
                </c:pt>
                <c:pt idx="534">
                  <c:v>30</c:v>
                </c:pt>
                <c:pt idx="535">
                  <c:v>30</c:v>
                </c:pt>
                <c:pt idx="536">
                  <c:v>25.101900000000001</c:v>
                </c:pt>
                <c:pt idx="537">
                  <c:v>25.101900000000001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29.999779</c:v>
                </c:pt>
                <c:pt idx="547">
                  <c:v>29.999779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60</c:v>
                </c:pt>
                <c:pt idx="553">
                  <c:v>60</c:v>
                </c:pt>
                <c:pt idx="554">
                  <c:v>0</c:v>
                </c:pt>
                <c:pt idx="555">
                  <c:v>0</c:v>
                </c:pt>
                <c:pt idx="556">
                  <c:v>60.000421000000003</c:v>
                </c:pt>
                <c:pt idx="557">
                  <c:v>60.000421000000003</c:v>
                </c:pt>
                <c:pt idx="558">
                  <c:v>90.000100000000003</c:v>
                </c:pt>
                <c:pt idx="559">
                  <c:v>90.000100000000003</c:v>
                </c:pt>
                <c:pt idx="560">
                  <c:v>161.92169999999999</c:v>
                </c:pt>
                <c:pt idx="561">
                  <c:v>161.92169999999999</c:v>
                </c:pt>
                <c:pt idx="562">
                  <c:v>166.054676</c:v>
                </c:pt>
                <c:pt idx="563">
                  <c:v>166.054676</c:v>
                </c:pt>
                <c:pt idx="564">
                  <c:v>150.00020000000001</c:v>
                </c:pt>
                <c:pt idx="565">
                  <c:v>150.00020000000001</c:v>
                </c:pt>
                <c:pt idx="566">
                  <c:v>210.71130099999999</c:v>
                </c:pt>
                <c:pt idx="567">
                  <c:v>210.71130099999999</c:v>
                </c:pt>
                <c:pt idx="568">
                  <c:v>355.75910699999997</c:v>
                </c:pt>
                <c:pt idx="569">
                  <c:v>355.75910699999997</c:v>
                </c:pt>
                <c:pt idx="570">
                  <c:v>510.00009999999997</c:v>
                </c:pt>
                <c:pt idx="571">
                  <c:v>510.00009999999997</c:v>
                </c:pt>
                <c:pt idx="572">
                  <c:v>487.04602299999999</c:v>
                </c:pt>
                <c:pt idx="573">
                  <c:v>487.04602299999999</c:v>
                </c:pt>
                <c:pt idx="574">
                  <c:v>384.81366500000001</c:v>
                </c:pt>
                <c:pt idx="575">
                  <c:v>384.81366500000001</c:v>
                </c:pt>
                <c:pt idx="576">
                  <c:v>124.274621</c:v>
                </c:pt>
                <c:pt idx="577">
                  <c:v>124.274621</c:v>
                </c:pt>
                <c:pt idx="578">
                  <c:v>180.000821</c:v>
                </c:pt>
                <c:pt idx="579">
                  <c:v>180.000821</c:v>
                </c:pt>
                <c:pt idx="580">
                  <c:v>132.21114700000001</c:v>
                </c:pt>
                <c:pt idx="581">
                  <c:v>132.21114700000001</c:v>
                </c:pt>
                <c:pt idx="582">
                  <c:v>176.91689400000001</c:v>
                </c:pt>
                <c:pt idx="583">
                  <c:v>176.91689400000001</c:v>
                </c:pt>
                <c:pt idx="584">
                  <c:v>431.62884300000002</c:v>
                </c:pt>
                <c:pt idx="585">
                  <c:v>431.62884300000002</c:v>
                </c:pt>
                <c:pt idx="586">
                  <c:v>526.245634</c:v>
                </c:pt>
                <c:pt idx="587">
                  <c:v>526.245634</c:v>
                </c:pt>
                <c:pt idx="588">
                  <c:v>420.07846999999998</c:v>
                </c:pt>
                <c:pt idx="589">
                  <c:v>420.07846999999998</c:v>
                </c:pt>
                <c:pt idx="590">
                  <c:v>390.00029999999998</c:v>
                </c:pt>
                <c:pt idx="591">
                  <c:v>390.00029999999998</c:v>
                </c:pt>
                <c:pt idx="592">
                  <c:v>419.60745400000002</c:v>
                </c:pt>
                <c:pt idx="593">
                  <c:v>419.60745400000002</c:v>
                </c:pt>
                <c:pt idx="594">
                  <c:v>545.57964700000002</c:v>
                </c:pt>
                <c:pt idx="595">
                  <c:v>545.57964700000002</c:v>
                </c:pt>
                <c:pt idx="596">
                  <c:v>462.28338500000001</c:v>
                </c:pt>
                <c:pt idx="597">
                  <c:v>462.28338500000001</c:v>
                </c:pt>
                <c:pt idx="598">
                  <c:v>569.004729</c:v>
                </c:pt>
                <c:pt idx="599">
                  <c:v>569.004729</c:v>
                </c:pt>
                <c:pt idx="600">
                  <c:v>299.99967900000001</c:v>
                </c:pt>
                <c:pt idx="601">
                  <c:v>299.99967900000001</c:v>
                </c:pt>
                <c:pt idx="602">
                  <c:v>118.26596600000001</c:v>
                </c:pt>
                <c:pt idx="603">
                  <c:v>118.26596600000001</c:v>
                </c:pt>
                <c:pt idx="604">
                  <c:v>275.977465</c:v>
                </c:pt>
                <c:pt idx="605">
                  <c:v>275.977465</c:v>
                </c:pt>
                <c:pt idx="606">
                  <c:v>491.884412</c:v>
                </c:pt>
                <c:pt idx="607">
                  <c:v>491.884412</c:v>
                </c:pt>
                <c:pt idx="608">
                  <c:v>225.76195899999999</c:v>
                </c:pt>
                <c:pt idx="609">
                  <c:v>225.76195899999999</c:v>
                </c:pt>
                <c:pt idx="610">
                  <c:v>330.00009999999997</c:v>
                </c:pt>
                <c:pt idx="611">
                  <c:v>330.00009999999997</c:v>
                </c:pt>
                <c:pt idx="612">
                  <c:v>539.99990000000003</c:v>
                </c:pt>
                <c:pt idx="613">
                  <c:v>539.99990000000003</c:v>
                </c:pt>
                <c:pt idx="614">
                  <c:v>523.79697899999996</c:v>
                </c:pt>
                <c:pt idx="615">
                  <c:v>523.79697899999996</c:v>
                </c:pt>
                <c:pt idx="616">
                  <c:v>599.99967900000001</c:v>
                </c:pt>
                <c:pt idx="617">
                  <c:v>599.99967900000001</c:v>
                </c:pt>
                <c:pt idx="618">
                  <c:v>678.84336800000005</c:v>
                </c:pt>
                <c:pt idx="619">
                  <c:v>678.84336800000005</c:v>
                </c:pt>
                <c:pt idx="620">
                  <c:v>480.00042100000002</c:v>
                </c:pt>
                <c:pt idx="621">
                  <c:v>480.00042100000002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1E-4</c:v>
                </c:pt>
                <c:pt idx="671">
                  <c:v>1E-4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16.054476000000001</c:v>
                </c:pt>
                <c:pt idx="689">
                  <c:v>16.054476000000001</c:v>
                </c:pt>
                <c:pt idx="690">
                  <c:v>1E-4</c:v>
                </c:pt>
                <c:pt idx="691">
                  <c:v>1E-4</c:v>
                </c:pt>
                <c:pt idx="692">
                  <c:v>1E-4</c:v>
                </c:pt>
                <c:pt idx="693">
                  <c:v>1E-4</c:v>
                </c:pt>
                <c:pt idx="694">
                  <c:v>60</c:v>
                </c:pt>
                <c:pt idx="695">
                  <c:v>60</c:v>
                </c:pt>
                <c:pt idx="696">
                  <c:v>14.261365</c:v>
                </c:pt>
                <c:pt idx="697">
                  <c:v>14.261365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5.5215290000000001</c:v>
                </c:pt>
                <c:pt idx="705">
                  <c:v>5.5215290000000001</c:v>
                </c:pt>
                <c:pt idx="706">
                  <c:v>0</c:v>
                </c:pt>
                <c:pt idx="707">
                  <c:v>0</c:v>
                </c:pt>
                <c:pt idx="708">
                  <c:v>60</c:v>
                </c:pt>
                <c:pt idx="709">
                  <c:v>60</c:v>
                </c:pt>
                <c:pt idx="710">
                  <c:v>0</c:v>
                </c:pt>
                <c:pt idx="711">
                  <c:v>0</c:v>
                </c:pt>
                <c:pt idx="712">
                  <c:v>77.002933999999996</c:v>
                </c:pt>
                <c:pt idx="713">
                  <c:v>77.002933999999996</c:v>
                </c:pt>
                <c:pt idx="714">
                  <c:v>71.654847000000004</c:v>
                </c:pt>
                <c:pt idx="715">
                  <c:v>71.654847000000004</c:v>
                </c:pt>
                <c:pt idx="716">
                  <c:v>56.290999999999997</c:v>
                </c:pt>
                <c:pt idx="717">
                  <c:v>56.290999999999997</c:v>
                </c:pt>
                <c:pt idx="718">
                  <c:v>34.265000000000001</c:v>
                </c:pt>
                <c:pt idx="719">
                  <c:v>34.265000000000001</c:v>
                </c:pt>
                <c:pt idx="720">
                  <c:v>1E-4</c:v>
                </c:pt>
                <c:pt idx="721">
                  <c:v>1E-4</c:v>
                </c:pt>
                <c:pt idx="722">
                  <c:v>46.055097000000004</c:v>
                </c:pt>
                <c:pt idx="723">
                  <c:v>46.055097000000004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1E-4</c:v>
                </c:pt>
                <c:pt idx="729">
                  <c:v>1E-4</c:v>
                </c:pt>
                <c:pt idx="730">
                  <c:v>30.0001</c:v>
                </c:pt>
                <c:pt idx="731">
                  <c:v>30.0001</c:v>
                </c:pt>
                <c:pt idx="732">
                  <c:v>1E-4</c:v>
                </c:pt>
                <c:pt idx="733">
                  <c:v>1E-4</c:v>
                </c:pt>
                <c:pt idx="734">
                  <c:v>12.210647</c:v>
                </c:pt>
                <c:pt idx="735">
                  <c:v>12.210647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150</c:v>
                </c:pt>
                <c:pt idx="745">
                  <c:v>150</c:v>
                </c:pt>
                <c:pt idx="746">
                  <c:v>90.000100000000003</c:v>
                </c:pt>
                <c:pt idx="747">
                  <c:v>90.000100000000003</c:v>
                </c:pt>
                <c:pt idx="748">
                  <c:v>171.48609400000001</c:v>
                </c:pt>
                <c:pt idx="749">
                  <c:v>171.48609400000001</c:v>
                </c:pt>
                <c:pt idx="750">
                  <c:v>106.055397</c:v>
                </c:pt>
                <c:pt idx="751">
                  <c:v>106.055397</c:v>
                </c:pt>
                <c:pt idx="752">
                  <c:v>0</c:v>
                </c:pt>
                <c:pt idx="753">
                  <c:v>0</c:v>
                </c:pt>
                <c:pt idx="754">
                  <c:v>60</c:v>
                </c:pt>
                <c:pt idx="755">
                  <c:v>60</c:v>
                </c:pt>
                <c:pt idx="756">
                  <c:v>90</c:v>
                </c:pt>
                <c:pt idx="757">
                  <c:v>90</c:v>
                </c:pt>
                <c:pt idx="758">
                  <c:v>159.64097599999999</c:v>
                </c:pt>
                <c:pt idx="759">
                  <c:v>159.64097599999999</c:v>
                </c:pt>
                <c:pt idx="760">
                  <c:v>256.499978</c:v>
                </c:pt>
                <c:pt idx="761">
                  <c:v>256.499978</c:v>
                </c:pt>
                <c:pt idx="762">
                  <c:v>540.00019999999995</c:v>
                </c:pt>
                <c:pt idx="763">
                  <c:v>540.00019999999995</c:v>
                </c:pt>
                <c:pt idx="764">
                  <c:v>418.27996999999999</c:v>
                </c:pt>
                <c:pt idx="765">
                  <c:v>418.27996999999999</c:v>
                </c:pt>
                <c:pt idx="766">
                  <c:v>668.124955</c:v>
                </c:pt>
                <c:pt idx="767">
                  <c:v>668.124955</c:v>
                </c:pt>
                <c:pt idx="768">
                  <c:v>180</c:v>
                </c:pt>
                <c:pt idx="769">
                  <c:v>180</c:v>
                </c:pt>
                <c:pt idx="770">
                  <c:v>150</c:v>
                </c:pt>
                <c:pt idx="771">
                  <c:v>150</c:v>
                </c:pt>
                <c:pt idx="772">
                  <c:v>167.78947400000001</c:v>
                </c:pt>
                <c:pt idx="773">
                  <c:v>167.78947400000001</c:v>
                </c:pt>
                <c:pt idx="774">
                  <c:v>240</c:v>
                </c:pt>
                <c:pt idx="775">
                  <c:v>240</c:v>
                </c:pt>
                <c:pt idx="776">
                  <c:v>219.83193399999999</c:v>
                </c:pt>
                <c:pt idx="777">
                  <c:v>219.83193399999999</c:v>
                </c:pt>
                <c:pt idx="778">
                  <c:v>130.24251799999999</c:v>
                </c:pt>
                <c:pt idx="779">
                  <c:v>130.24251799999999</c:v>
                </c:pt>
                <c:pt idx="780">
                  <c:v>240</c:v>
                </c:pt>
                <c:pt idx="781">
                  <c:v>240</c:v>
                </c:pt>
                <c:pt idx="782">
                  <c:v>132.210205</c:v>
                </c:pt>
                <c:pt idx="783">
                  <c:v>132.210205</c:v>
                </c:pt>
                <c:pt idx="784">
                  <c:v>299.99947900000001</c:v>
                </c:pt>
                <c:pt idx="785">
                  <c:v>299.99947900000001</c:v>
                </c:pt>
                <c:pt idx="786">
                  <c:v>202.64504700000001</c:v>
                </c:pt>
                <c:pt idx="787">
                  <c:v>202.64504700000001</c:v>
                </c:pt>
                <c:pt idx="788">
                  <c:v>174.42283699999999</c:v>
                </c:pt>
                <c:pt idx="789">
                  <c:v>174.42283699999999</c:v>
                </c:pt>
                <c:pt idx="790">
                  <c:v>274.29593</c:v>
                </c:pt>
                <c:pt idx="791">
                  <c:v>274.29593</c:v>
                </c:pt>
                <c:pt idx="792">
                  <c:v>389.41118599999999</c:v>
                </c:pt>
                <c:pt idx="793">
                  <c:v>389.41118599999999</c:v>
                </c:pt>
                <c:pt idx="794">
                  <c:v>647.78905299999997</c:v>
                </c:pt>
                <c:pt idx="795">
                  <c:v>647.78905299999997</c:v>
                </c:pt>
                <c:pt idx="796">
                  <c:v>726.02150099999994</c:v>
                </c:pt>
                <c:pt idx="797">
                  <c:v>726.02150099999994</c:v>
                </c:pt>
                <c:pt idx="798">
                  <c:v>261.56275499999998</c:v>
                </c:pt>
                <c:pt idx="799">
                  <c:v>261.56275499999998</c:v>
                </c:pt>
                <c:pt idx="800">
                  <c:v>586.49957800000004</c:v>
                </c:pt>
                <c:pt idx="801">
                  <c:v>586.49957800000004</c:v>
                </c:pt>
                <c:pt idx="802">
                  <c:v>567.73805200000004</c:v>
                </c:pt>
                <c:pt idx="803">
                  <c:v>567.73805200000004</c:v>
                </c:pt>
                <c:pt idx="804">
                  <c:v>630.00009999999997</c:v>
                </c:pt>
                <c:pt idx="805">
                  <c:v>630.00009999999997</c:v>
                </c:pt>
                <c:pt idx="806">
                  <c:v>578.66714999999999</c:v>
                </c:pt>
                <c:pt idx="807">
                  <c:v>578.66714999999999</c:v>
                </c:pt>
                <c:pt idx="808">
                  <c:v>780</c:v>
                </c:pt>
                <c:pt idx="809">
                  <c:v>780</c:v>
                </c:pt>
                <c:pt idx="810">
                  <c:v>702.21052599999996</c:v>
                </c:pt>
                <c:pt idx="811">
                  <c:v>702.21052599999996</c:v>
                </c:pt>
                <c:pt idx="812">
                  <c:v>459.18136800000002</c:v>
                </c:pt>
                <c:pt idx="813">
                  <c:v>459.18136800000002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14.261786000000001</c:v>
                </c:pt>
                <c:pt idx="873">
                  <c:v>14.261786000000001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63.188904999999998</c:v>
                </c:pt>
                <c:pt idx="881">
                  <c:v>63.188904999999998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1E-4</c:v>
                </c:pt>
                <c:pt idx="889">
                  <c:v>1E-4</c:v>
                </c:pt>
                <c:pt idx="890">
                  <c:v>4.2099999999999999E-4</c:v>
                </c:pt>
                <c:pt idx="891">
                  <c:v>4.2099999999999999E-4</c:v>
                </c:pt>
                <c:pt idx="892">
                  <c:v>1E-4</c:v>
                </c:pt>
                <c:pt idx="893">
                  <c:v>1E-4</c:v>
                </c:pt>
                <c:pt idx="894">
                  <c:v>14.584426000000001</c:v>
                </c:pt>
                <c:pt idx="895">
                  <c:v>14.584426000000001</c:v>
                </c:pt>
                <c:pt idx="896">
                  <c:v>57.625999999999998</c:v>
                </c:pt>
                <c:pt idx="897">
                  <c:v>57.625999999999998</c:v>
                </c:pt>
                <c:pt idx="898">
                  <c:v>1E-4</c:v>
                </c:pt>
                <c:pt idx="899">
                  <c:v>1E-4</c:v>
                </c:pt>
                <c:pt idx="900">
                  <c:v>4.9083230000000002</c:v>
                </c:pt>
                <c:pt idx="901">
                  <c:v>4.9083230000000002</c:v>
                </c:pt>
                <c:pt idx="902">
                  <c:v>2.0000000000000001E-4</c:v>
                </c:pt>
                <c:pt idx="903">
                  <c:v>2.0000000000000001E-4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116.486971</c:v>
                </c:pt>
                <c:pt idx="913">
                  <c:v>116.486971</c:v>
                </c:pt>
                <c:pt idx="914">
                  <c:v>60.000421000000003</c:v>
                </c:pt>
                <c:pt idx="915">
                  <c:v>60.000421000000003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209.9999</c:v>
                </c:pt>
                <c:pt idx="921">
                  <c:v>209.9999</c:v>
                </c:pt>
                <c:pt idx="922">
                  <c:v>28.266244</c:v>
                </c:pt>
                <c:pt idx="923">
                  <c:v>28.266244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29.9998</c:v>
                </c:pt>
                <c:pt idx="929">
                  <c:v>29.9998</c:v>
                </c:pt>
                <c:pt idx="930">
                  <c:v>1E-4</c:v>
                </c:pt>
                <c:pt idx="931">
                  <c:v>1E-4</c:v>
                </c:pt>
                <c:pt idx="932">
                  <c:v>1E-4</c:v>
                </c:pt>
                <c:pt idx="933">
                  <c:v>1E-4</c:v>
                </c:pt>
                <c:pt idx="934">
                  <c:v>4.2099999999999999E-4</c:v>
                </c:pt>
                <c:pt idx="935">
                  <c:v>4.2099999999999999E-4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69.797506999999996</c:v>
                </c:pt>
                <c:pt idx="945">
                  <c:v>69.797506999999996</c:v>
                </c:pt>
                <c:pt idx="946">
                  <c:v>150.0001</c:v>
                </c:pt>
                <c:pt idx="947">
                  <c:v>150.0001</c:v>
                </c:pt>
                <c:pt idx="948">
                  <c:v>330</c:v>
                </c:pt>
                <c:pt idx="949">
                  <c:v>330</c:v>
                </c:pt>
                <c:pt idx="950">
                  <c:v>280.87729000000002</c:v>
                </c:pt>
                <c:pt idx="951">
                  <c:v>280.87729000000002</c:v>
                </c:pt>
                <c:pt idx="952">
                  <c:v>159.641076</c:v>
                </c:pt>
                <c:pt idx="953">
                  <c:v>159.641076</c:v>
                </c:pt>
                <c:pt idx="954">
                  <c:v>90</c:v>
                </c:pt>
                <c:pt idx="955">
                  <c:v>90</c:v>
                </c:pt>
                <c:pt idx="956">
                  <c:v>60</c:v>
                </c:pt>
                <c:pt idx="957">
                  <c:v>60</c:v>
                </c:pt>
                <c:pt idx="958">
                  <c:v>158.12465499999999</c:v>
                </c:pt>
                <c:pt idx="959">
                  <c:v>158.12465499999999</c:v>
                </c:pt>
                <c:pt idx="960">
                  <c:v>480.00020000000001</c:v>
                </c:pt>
                <c:pt idx="961">
                  <c:v>480.00020000000001</c:v>
                </c:pt>
                <c:pt idx="962">
                  <c:v>630</c:v>
                </c:pt>
                <c:pt idx="963">
                  <c:v>630</c:v>
                </c:pt>
                <c:pt idx="964">
                  <c:v>455.59237000000002</c:v>
                </c:pt>
                <c:pt idx="965">
                  <c:v>455.59237000000002</c:v>
                </c:pt>
                <c:pt idx="966">
                  <c:v>330.00020000000001</c:v>
                </c:pt>
                <c:pt idx="967">
                  <c:v>330.00020000000001</c:v>
                </c:pt>
                <c:pt idx="968">
                  <c:v>379.14275900000001</c:v>
                </c:pt>
                <c:pt idx="969">
                  <c:v>379.14275900000001</c:v>
                </c:pt>
                <c:pt idx="970">
                  <c:v>600.00062100000002</c:v>
                </c:pt>
                <c:pt idx="971">
                  <c:v>600.00062100000002</c:v>
                </c:pt>
                <c:pt idx="972">
                  <c:v>711.74361999999996</c:v>
                </c:pt>
                <c:pt idx="973">
                  <c:v>711.74361999999996</c:v>
                </c:pt>
                <c:pt idx="974">
                  <c:v>496.24593399999998</c:v>
                </c:pt>
                <c:pt idx="975">
                  <c:v>496.24593399999998</c:v>
                </c:pt>
                <c:pt idx="976">
                  <c:v>347.73319800000002</c:v>
                </c:pt>
                <c:pt idx="977">
                  <c:v>347.73319800000002</c:v>
                </c:pt>
                <c:pt idx="978">
                  <c:v>353.74626000000001</c:v>
                </c:pt>
                <c:pt idx="979">
                  <c:v>353.74626000000001</c:v>
                </c:pt>
                <c:pt idx="980">
                  <c:v>608.80677100000003</c:v>
                </c:pt>
                <c:pt idx="981">
                  <c:v>608.80677100000003</c:v>
                </c:pt>
                <c:pt idx="982">
                  <c:v>460.146163</c:v>
                </c:pt>
                <c:pt idx="983">
                  <c:v>460.146163</c:v>
                </c:pt>
                <c:pt idx="984">
                  <c:v>384.79347000000001</c:v>
                </c:pt>
                <c:pt idx="985">
                  <c:v>384.79347000000001</c:v>
                </c:pt>
                <c:pt idx="986">
                  <c:v>600.00019999999995</c:v>
                </c:pt>
                <c:pt idx="987">
                  <c:v>600.00019999999995</c:v>
                </c:pt>
                <c:pt idx="988">
                  <c:v>320.850054</c:v>
                </c:pt>
                <c:pt idx="989">
                  <c:v>320.850054</c:v>
                </c:pt>
                <c:pt idx="990">
                  <c:v>510.00009999999997</c:v>
                </c:pt>
                <c:pt idx="991">
                  <c:v>510.00009999999997</c:v>
                </c:pt>
                <c:pt idx="992">
                  <c:v>554.56574499999999</c:v>
                </c:pt>
                <c:pt idx="993">
                  <c:v>554.56574499999999</c:v>
                </c:pt>
                <c:pt idx="994">
                  <c:v>531.74376700000005</c:v>
                </c:pt>
                <c:pt idx="995">
                  <c:v>531.74376700000005</c:v>
                </c:pt>
                <c:pt idx="996">
                  <c:v>376.87413199999997</c:v>
                </c:pt>
                <c:pt idx="997">
                  <c:v>376.87413199999997</c:v>
                </c:pt>
                <c:pt idx="998">
                  <c:v>312.21020499999997</c:v>
                </c:pt>
                <c:pt idx="999">
                  <c:v>312.21020499999997</c:v>
                </c:pt>
                <c:pt idx="1000">
                  <c:v>455.578847</c:v>
                </c:pt>
                <c:pt idx="1001">
                  <c:v>455.578847</c:v>
                </c:pt>
                <c:pt idx="1002">
                  <c:v>480.00032099999999</c:v>
                </c:pt>
                <c:pt idx="1003">
                  <c:v>480.00032099999999</c:v>
                </c:pt>
                <c:pt idx="1004">
                  <c:v>276.63336299999997</c:v>
                </c:pt>
                <c:pt idx="1005">
                  <c:v>276.63336299999997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30</c:v>
                </c:pt>
                <c:pt idx="1113">
                  <c:v>30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60</c:v>
                </c:pt>
                <c:pt idx="1119">
                  <c:v>60</c:v>
                </c:pt>
                <c:pt idx="1120">
                  <c:v>30</c:v>
                </c:pt>
                <c:pt idx="1121">
                  <c:v>30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60</c:v>
                </c:pt>
                <c:pt idx="1127">
                  <c:v>60</c:v>
                </c:pt>
                <c:pt idx="1128">
                  <c:v>120</c:v>
                </c:pt>
                <c:pt idx="1129">
                  <c:v>120</c:v>
                </c:pt>
                <c:pt idx="1130">
                  <c:v>163.29568800000001</c:v>
                </c:pt>
                <c:pt idx="1131">
                  <c:v>163.29568800000001</c:v>
                </c:pt>
                <c:pt idx="1132">
                  <c:v>150</c:v>
                </c:pt>
                <c:pt idx="1133">
                  <c:v>150</c:v>
                </c:pt>
                <c:pt idx="1134">
                  <c:v>49.027343999999999</c:v>
                </c:pt>
                <c:pt idx="1135">
                  <c:v>49.027343999999999</c:v>
                </c:pt>
                <c:pt idx="1136">
                  <c:v>120.0001</c:v>
                </c:pt>
                <c:pt idx="1137">
                  <c:v>120.0001</c:v>
                </c:pt>
                <c:pt idx="1138">
                  <c:v>90.000100000000003</c:v>
                </c:pt>
                <c:pt idx="1139">
                  <c:v>90.000100000000003</c:v>
                </c:pt>
                <c:pt idx="1140">
                  <c:v>256.054576</c:v>
                </c:pt>
                <c:pt idx="1141">
                  <c:v>256.054576</c:v>
                </c:pt>
                <c:pt idx="1142">
                  <c:v>240.0001</c:v>
                </c:pt>
                <c:pt idx="1143">
                  <c:v>240.0001</c:v>
                </c:pt>
                <c:pt idx="1144">
                  <c:v>476.09198099999998</c:v>
                </c:pt>
                <c:pt idx="1145">
                  <c:v>476.09198099999998</c:v>
                </c:pt>
                <c:pt idx="1146">
                  <c:v>656.95158800000002</c:v>
                </c:pt>
                <c:pt idx="1147">
                  <c:v>656.95158800000002</c:v>
                </c:pt>
                <c:pt idx="1148">
                  <c:v>639.64077599999996</c:v>
                </c:pt>
                <c:pt idx="1149">
                  <c:v>639.64077599999996</c:v>
                </c:pt>
                <c:pt idx="1150">
                  <c:v>744.63034300000004</c:v>
                </c:pt>
                <c:pt idx="1151">
                  <c:v>744.63034300000004</c:v>
                </c:pt>
                <c:pt idx="1152">
                  <c:v>515.00496199999998</c:v>
                </c:pt>
                <c:pt idx="1153">
                  <c:v>515.00496199999998</c:v>
                </c:pt>
                <c:pt idx="1154">
                  <c:v>432.50033000000002</c:v>
                </c:pt>
                <c:pt idx="1155">
                  <c:v>432.50033000000002</c:v>
                </c:pt>
                <c:pt idx="1156">
                  <c:v>480.00009999999997</c:v>
                </c:pt>
                <c:pt idx="1157">
                  <c:v>480.00009999999997</c:v>
                </c:pt>
                <c:pt idx="1158">
                  <c:v>200</c:v>
                </c:pt>
                <c:pt idx="1159">
                  <c:v>200</c:v>
                </c:pt>
                <c:pt idx="1160">
                  <c:v>200</c:v>
                </c:pt>
                <c:pt idx="1161">
                  <c:v>200</c:v>
                </c:pt>
                <c:pt idx="1162">
                  <c:v>200</c:v>
                </c:pt>
                <c:pt idx="1163">
                  <c:v>200</c:v>
                </c:pt>
                <c:pt idx="1164">
                  <c:v>200</c:v>
                </c:pt>
                <c:pt idx="1165">
                  <c:v>200</c:v>
                </c:pt>
                <c:pt idx="1166">
                  <c:v>200</c:v>
                </c:pt>
                <c:pt idx="1167">
                  <c:v>200</c:v>
                </c:pt>
                <c:pt idx="1168">
                  <c:v>200</c:v>
                </c:pt>
                <c:pt idx="1169">
                  <c:v>200</c:v>
                </c:pt>
                <c:pt idx="1170">
                  <c:v>200</c:v>
                </c:pt>
                <c:pt idx="1171">
                  <c:v>200</c:v>
                </c:pt>
                <c:pt idx="1172">
                  <c:v>200</c:v>
                </c:pt>
                <c:pt idx="1173">
                  <c:v>200</c:v>
                </c:pt>
                <c:pt idx="1174">
                  <c:v>181.14575600000001</c:v>
                </c:pt>
                <c:pt idx="1175">
                  <c:v>181.14575600000001</c:v>
                </c:pt>
                <c:pt idx="1176">
                  <c:v>196.055297</c:v>
                </c:pt>
                <c:pt idx="1177">
                  <c:v>196.055297</c:v>
                </c:pt>
                <c:pt idx="1178">
                  <c:v>200</c:v>
                </c:pt>
                <c:pt idx="1179">
                  <c:v>200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200</c:v>
                </c:pt>
                <c:pt idx="1185">
                  <c:v>200</c:v>
                </c:pt>
                <c:pt idx="1186">
                  <c:v>200</c:v>
                </c:pt>
                <c:pt idx="1187">
                  <c:v>200</c:v>
                </c:pt>
                <c:pt idx="1188">
                  <c:v>200</c:v>
                </c:pt>
                <c:pt idx="1189">
                  <c:v>200</c:v>
                </c:pt>
                <c:pt idx="1190">
                  <c:v>206.50800000000001</c:v>
                </c:pt>
                <c:pt idx="1191">
                  <c:v>206.50800000000001</c:v>
                </c:pt>
                <c:pt idx="1192">
                  <c:v>229.34800000000001</c:v>
                </c:pt>
                <c:pt idx="1193">
                  <c:v>229.34800000000001</c:v>
                </c:pt>
                <c:pt idx="1194">
                  <c:v>236.97900000000001</c:v>
                </c:pt>
                <c:pt idx="1195">
                  <c:v>236.97900000000001</c:v>
                </c:pt>
                <c:pt idx="1196">
                  <c:v>255.06800000000001</c:v>
                </c:pt>
                <c:pt idx="1197">
                  <c:v>255.06800000000001</c:v>
                </c:pt>
                <c:pt idx="1198">
                  <c:v>280.26400000000001</c:v>
                </c:pt>
                <c:pt idx="1199">
                  <c:v>280.26400000000001</c:v>
                </c:pt>
                <c:pt idx="1200">
                  <c:v>308.22300000000001</c:v>
                </c:pt>
                <c:pt idx="1201">
                  <c:v>308.22300000000001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240</c:v>
                </c:pt>
                <c:pt idx="1329">
                  <c:v>240</c:v>
                </c:pt>
                <c:pt idx="1330">
                  <c:v>376.93582199999997</c:v>
                </c:pt>
                <c:pt idx="1331">
                  <c:v>376.93582199999997</c:v>
                </c:pt>
                <c:pt idx="1332">
                  <c:v>420</c:v>
                </c:pt>
                <c:pt idx="1333">
                  <c:v>420</c:v>
                </c:pt>
                <c:pt idx="1334">
                  <c:v>570</c:v>
                </c:pt>
                <c:pt idx="1335">
                  <c:v>570</c:v>
                </c:pt>
                <c:pt idx="1336">
                  <c:v>397.79367500000001</c:v>
                </c:pt>
                <c:pt idx="1337">
                  <c:v>397.79367500000001</c:v>
                </c:pt>
                <c:pt idx="1338">
                  <c:v>508.266144</c:v>
                </c:pt>
                <c:pt idx="1339">
                  <c:v>508.266144</c:v>
                </c:pt>
                <c:pt idx="1340">
                  <c:v>402.25596300000001</c:v>
                </c:pt>
                <c:pt idx="1341">
                  <c:v>402.25596300000001</c:v>
                </c:pt>
                <c:pt idx="1342">
                  <c:v>270</c:v>
                </c:pt>
                <c:pt idx="1343">
                  <c:v>270</c:v>
                </c:pt>
                <c:pt idx="1344">
                  <c:v>90</c:v>
                </c:pt>
                <c:pt idx="1345">
                  <c:v>90</c:v>
                </c:pt>
                <c:pt idx="1346">
                  <c:v>90</c:v>
                </c:pt>
                <c:pt idx="1347">
                  <c:v>90</c:v>
                </c:pt>
                <c:pt idx="1348">
                  <c:v>60</c:v>
                </c:pt>
                <c:pt idx="1349">
                  <c:v>60</c:v>
                </c:pt>
                <c:pt idx="1350">
                  <c:v>0</c:v>
                </c:pt>
                <c:pt idx="1351">
                  <c:v>0</c:v>
                </c:pt>
                <c:pt idx="1352">
                  <c:v>330</c:v>
                </c:pt>
                <c:pt idx="1353">
                  <c:v>330</c:v>
                </c:pt>
                <c:pt idx="1354">
                  <c:v>420</c:v>
                </c:pt>
                <c:pt idx="1355">
                  <c:v>420</c:v>
                </c:pt>
                <c:pt idx="1356">
                  <c:v>120.0001</c:v>
                </c:pt>
                <c:pt idx="1357">
                  <c:v>120.0001</c:v>
                </c:pt>
                <c:pt idx="1358">
                  <c:v>1E-4</c:v>
                </c:pt>
                <c:pt idx="1359">
                  <c:v>1E-4</c:v>
                </c:pt>
                <c:pt idx="1360">
                  <c:v>176.95158799999999</c:v>
                </c:pt>
                <c:pt idx="1361">
                  <c:v>176.95158799999999</c:v>
                </c:pt>
                <c:pt idx="1362">
                  <c:v>11.310248</c:v>
                </c:pt>
                <c:pt idx="1363">
                  <c:v>11.310248</c:v>
                </c:pt>
                <c:pt idx="1364">
                  <c:v>120</c:v>
                </c:pt>
                <c:pt idx="1365">
                  <c:v>120</c:v>
                </c:pt>
                <c:pt idx="1366">
                  <c:v>120</c:v>
                </c:pt>
                <c:pt idx="1367">
                  <c:v>120</c:v>
                </c:pt>
                <c:pt idx="1368">
                  <c:v>197.78945300000001</c:v>
                </c:pt>
                <c:pt idx="1369">
                  <c:v>197.78945300000001</c:v>
                </c:pt>
                <c:pt idx="1370">
                  <c:v>76.725847999999999</c:v>
                </c:pt>
                <c:pt idx="1371">
                  <c:v>76.725847999999999</c:v>
                </c:pt>
                <c:pt idx="1372">
                  <c:v>634.79816100000005</c:v>
                </c:pt>
                <c:pt idx="1373">
                  <c:v>634.79816100000005</c:v>
                </c:pt>
                <c:pt idx="1374">
                  <c:v>571.37217699999997</c:v>
                </c:pt>
                <c:pt idx="1375">
                  <c:v>571.37217699999997</c:v>
                </c:pt>
                <c:pt idx="1376">
                  <c:v>373.61890899999997</c:v>
                </c:pt>
                <c:pt idx="1377">
                  <c:v>373.61890899999997</c:v>
                </c:pt>
                <c:pt idx="1378">
                  <c:v>407.790595</c:v>
                </c:pt>
                <c:pt idx="1379">
                  <c:v>407.790595</c:v>
                </c:pt>
                <c:pt idx="1380">
                  <c:v>792.21052599999996</c:v>
                </c:pt>
                <c:pt idx="1381">
                  <c:v>792.21052599999996</c:v>
                </c:pt>
                <c:pt idx="1382">
                  <c:v>570.00062100000002</c:v>
                </c:pt>
                <c:pt idx="1383">
                  <c:v>570.00062100000002</c:v>
                </c:pt>
                <c:pt idx="1384">
                  <c:v>330.00126299999999</c:v>
                </c:pt>
                <c:pt idx="1385">
                  <c:v>330.00126299999999</c:v>
                </c:pt>
                <c:pt idx="1386">
                  <c:v>125.926653</c:v>
                </c:pt>
                <c:pt idx="1387">
                  <c:v>125.926653</c:v>
                </c:pt>
                <c:pt idx="1388">
                  <c:v>56.303758000000002</c:v>
                </c:pt>
                <c:pt idx="1389">
                  <c:v>56.303758000000002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C3-405F-B520-A09BE7A63791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136.50299999999999</c:v>
                </c:pt>
                <c:pt idx="51">
                  <c:v>136.50299999999999</c:v>
                </c:pt>
                <c:pt idx="52">
                  <c:v>101.736</c:v>
                </c:pt>
                <c:pt idx="53">
                  <c:v>101.736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200</c:v>
                </c:pt>
                <c:pt idx="189">
                  <c:v>200</c:v>
                </c:pt>
                <c:pt idx="190">
                  <c:v>200</c:v>
                </c:pt>
                <c:pt idx="191">
                  <c:v>200</c:v>
                </c:pt>
                <c:pt idx="192">
                  <c:v>270.00062100000002</c:v>
                </c:pt>
                <c:pt idx="193">
                  <c:v>270.00062100000002</c:v>
                </c:pt>
                <c:pt idx="194">
                  <c:v>210</c:v>
                </c:pt>
                <c:pt idx="195">
                  <c:v>210</c:v>
                </c:pt>
                <c:pt idx="196">
                  <c:v>270.00009999999997</c:v>
                </c:pt>
                <c:pt idx="197">
                  <c:v>270.00009999999997</c:v>
                </c:pt>
                <c:pt idx="198">
                  <c:v>285.910481</c:v>
                </c:pt>
                <c:pt idx="199">
                  <c:v>285.910481</c:v>
                </c:pt>
                <c:pt idx="200">
                  <c:v>210.0001</c:v>
                </c:pt>
                <c:pt idx="201">
                  <c:v>210.0001</c:v>
                </c:pt>
                <c:pt idx="202">
                  <c:v>240</c:v>
                </c:pt>
                <c:pt idx="203">
                  <c:v>240</c:v>
                </c:pt>
                <c:pt idx="204">
                  <c:v>248.10420199999999</c:v>
                </c:pt>
                <c:pt idx="205">
                  <c:v>248.10420199999999</c:v>
                </c:pt>
                <c:pt idx="206">
                  <c:v>200</c:v>
                </c:pt>
                <c:pt idx="207">
                  <c:v>200</c:v>
                </c:pt>
                <c:pt idx="208">
                  <c:v>540.00009999999997</c:v>
                </c:pt>
                <c:pt idx="209">
                  <c:v>540.00009999999997</c:v>
                </c:pt>
                <c:pt idx="210">
                  <c:v>492.63239299999998</c:v>
                </c:pt>
                <c:pt idx="211">
                  <c:v>492.63239299999998</c:v>
                </c:pt>
                <c:pt idx="212">
                  <c:v>570.00019999999995</c:v>
                </c:pt>
                <c:pt idx="213">
                  <c:v>570.00019999999995</c:v>
                </c:pt>
                <c:pt idx="214">
                  <c:v>504.34029900000002</c:v>
                </c:pt>
                <c:pt idx="215">
                  <c:v>504.34029900000002</c:v>
                </c:pt>
                <c:pt idx="216">
                  <c:v>434.87858199999999</c:v>
                </c:pt>
                <c:pt idx="217">
                  <c:v>434.87858199999999</c:v>
                </c:pt>
                <c:pt idx="218">
                  <c:v>570.00019999999995</c:v>
                </c:pt>
                <c:pt idx="219">
                  <c:v>570.00019999999995</c:v>
                </c:pt>
                <c:pt idx="220">
                  <c:v>562.51192500000002</c:v>
                </c:pt>
                <c:pt idx="221">
                  <c:v>562.51192500000002</c:v>
                </c:pt>
                <c:pt idx="222">
                  <c:v>536.847219</c:v>
                </c:pt>
                <c:pt idx="223">
                  <c:v>536.847219</c:v>
                </c:pt>
                <c:pt idx="224">
                  <c:v>361.71558499999998</c:v>
                </c:pt>
                <c:pt idx="225">
                  <c:v>361.71558499999998</c:v>
                </c:pt>
                <c:pt idx="226">
                  <c:v>407.78895299999999</c:v>
                </c:pt>
                <c:pt idx="227">
                  <c:v>407.78895299999999</c:v>
                </c:pt>
                <c:pt idx="228">
                  <c:v>570.00019999999995</c:v>
                </c:pt>
                <c:pt idx="229">
                  <c:v>570.00019999999995</c:v>
                </c:pt>
                <c:pt idx="230">
                  <c:v>414.42189500000001</c:v>
                </c:pt>
                <c:pt idx="231">
                  <c:v>414.42189500000001</c:v>
                </c:pt>
                <c:pt idx="232">
                  <c:v>472.80603200000002</c:v>
                </c:pt>
                <c:pt idx="233">
                  <c:v>472.80603200000002</c:v>
                </c:pt>
                <c:pt idx="234">
                  <c:v>356.06156800000002</c:v>
                </c:pt>
                <c:pt idx="235">
                  <c:v>356.06156800000002</c:v>
                </c:pt>
                <c:pt idx="236">
                  <c:v>243.65094199999999</c:v>
                </c:pt>
                <c:pt idx="237">
                  <c:v>243.65094199999999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200</c:v>
                </c:pt>
                <c:pt idx="1157">
                  <c:v>200</c:v>
                </c:pt>
                <c:pt idx="1158">
                  <c:v>200</c:v>
                </c:pt>
                <c:pt idx="1159">
                  <c:v>200</c:v>
                </c:pt>
                <c:pt idx="1160">
                  <c:v>200</c:v>
                </c:pt>
                <c:pt idx="1161">
                  <c:v>200</c:v>
                </c:pt>
                <c:pt idx="1162">
                  <c:v>200</c:v>
                </c:pt>
                <c:pt idx="1163">
                  <c:v>200</c:v>
                </c:pt>
                <c:pt idx="1164">
                  <c:v>200</c:v>
                </c:pt>
                <c:pt idx="1165">
                  <c:v>200</c:v>
                </c:pt>
                <c:pt idx="1166">
                  <c:v>200</c:v>
                </c:pt>
                <c:pt idx="1167">
                  <c:v>200</c:v>
                </c:pt>
                <c:pt idx="1168">
                  <c:v>200</c:v>
                </c:pt>
                <c:pt idx="1169">
                  <c:v>200</c:v>
                </c:pt>
                <c:pt idx="1170">
                  <c:v>200</c:v>
                </c:pt>
                <c:pt idx="1171">
                  <c:v>200</c:v>
                </c:pt>
                <c:pt idx="1172">
                  <c:v>200</c:v>
                </c:pt>
                <c:pt idx="1173">
                  <c:v>200</c:v>
                </c:pt>
                <c:pt idx="1174">
                  <c:v>181.14575600000001</c:v>
                </c:pt>
                <c:pt idx="1175">
                  <c:v>181.14575600000001</c:v>
                </c:pt>
                <c:pt idx="1176">
                  <c:v>196.055297</c:v>
                </c:pt>
                <c:pt idx="1177">
                  <c:v>196.055297</c:v>
                </c:pt>
                <c:pt idx="1178">
                  <c:v>200</c:v>
                </c:pt>
                <c:pt idx="1179">
                  <c:v>200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200</c:v>
                </c:pt>
                <c:pt idx="1185">
                  <c:v>200</c:v>
                </c:pt>
                <c:pt idx="1186">
                  <c:v>200</c:v>
                </c:pt>
                <c:pt idx="1187">
                  <c:v>200</c:v>
                </c:pt>
                <c:pt idx="1188">
                  <c:v>200</c:v>
                </c:pt>
                <c:pt idx="1189">
                  <c:v>200</c:v>
                </c:pt>
                <c:pt idx="1190">
                  <c:v>200.55799999999999</c:v>
                </c:pt>
                <c:pt idx="1191">
                  <c:v>200.55799999999999</c:v>
                </c:pt>
                <c:pt idx="1192">
                  <c:v>205.548</c:v>
                </c:pt>
                <c:pt idx="1193">
                  <c:v>205.548</c:v>
                </c:pt>
                <c:pt idx="1194">
                  <c:v>174.07900000000001</c:v>
                </c:pt>
                <c:pt idx="1195">
                  <c:v>174.07900000000001</c:v>
                </c:pt>
                <c:pt idx="1196">
                  <c:v>172.61799999999999</c:v>
                </c:pt>
                <c:pt idx="1197">
                  <c:v>172.61799999999999</c:v>
                </c:pt>
                <c:pt idx="1198">
                  <c:v>151.06399999999999</c:v>
                </c:pt>
                <c:pt idx="1199">
                  <c:v>151.06399999999999</c:v>
                </c:pt>
                <c:pt idx="1200">
                  <c:v>162.023</c:v>
                </c:pt>
                <c:pt idx="1201">
                  <c:v>162.023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3C3-405F-B520-A09BE7A63791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0.85</c:v>
                </c:pt>
                <c:pt idx="39">
                  <c:v>0.85</c:v>
                </c:pt>
                <c:pt idx="40">
                  <c:v>6.8</c:v>
                </c:pt>
                <c:pt idx="41">
                  <c:v>6.8</c:v>
                </c:pt>
                <c:pt idx="42">
                  <c:v>17</c:v>
                </c:pt>
                <c:pt idx="43">
                  <c:v>17</c:v>
                </c:pt>
                <c:pt idx="44">
                  <c:v>33.15</c:v>
                </c:pt>
                <c:pt idx="45">
                  <c:v>33.15</c:v>
                </c:pt>
                <c:pt idx="46">
                  <c:v>52.7</c:v>
                </c:pt>
                <c:pt idx="47">
                  <c:v>52.7</c:v>
                </c:pt>
                <c:pt idx="48">
                  <c:v>51</c:v>
                </c:pt>
                <c:pt idx="49">
                  <c:v>51</c:v>
                </c:pt>
                <c:pt idx="50">
                  <c:v>46.75</c:v>
                </c:pt>
                <c:pt idx="51">
                  <c:v>46.75</c:v>
                </c:pt>
                <c:pt idx="52">
                  <c:v>61.2</c:v>
                </c:pt>
                <c:pt idx="53">
                  <c:v>61.2</c:v>
                </c:pt>
                <c:pt idx="54">
                  <c:v>67.150000000000006</c:v>
                </c:pt>
                <c:pt idx="55">
                  <c:v>67.150000000000006</c:v>
                </c:pt>
                <c:pt idx="56">
                  <c:v>80.75</c:v>
                </c:pt>
                <c:pt idx="57">
                  <c:v>80.75</c:v>
                </c:pt>
                <c:pt idx="58">
                  <c:v>90.1</c:v>
                </c:pt>
                <c:pt idx="59">
                  <c:v>90.1</c:v>
                </c:pt>
                <c:pt idx="60">
                  <c:v>102.85</c:v>
                </c:pt>
                <c:pt idx="61">
                  <c:v>102.85</c:v>
                </c:pt>
                <c:pt idx="62">
                  <c:v>113.9</c:v>
                </c:pt>
                <c:pt idx="63">
                  <c:v>113.9</c:v>
                </c:pt>
                <c:pt idx="64">
                  <c:v>135.15</c:v>
                </c:pt>
                <c:pt idx="65">
                  <c:v>135.15</c:v>
                </c:pt>
                <c:pt idx="66">
                  <c:v>107.1</c:v>
                </c:pt>
                <c:pt idx="67">
                  <c:v>107.1</c:v>
                </c:pt>
                <c:pt idx="68">
                  <c:v>88.4</c:v>
                </c:pt>
                <c:pt idx="69">
                  <c:v>88.4</c:v>
                </c:pt>
                <c:pt idx="70">
                  <c:v>95.2</c:v>
                </c:pt>
                <c:pt idx="71">
                  <c:v>95.2</c:v>
                </c:pt>
                <c:pt idx="72">
                  <c:v>97.75</c:v>
                </c:pt>
                <c:pt idx="73">
                  <c:v>97.75</c:v>
                </c:pt>
                <c:pt idx="74">
                  <c:v>117.3</c:v>
                </c:pt>
                <c:pt idx="75">
                  <c:v>117.3</c:v>
                </c:pt>
                <c:pt idx="76">
                  <c:v>138.55000000000001</c:v>
                </c:pt>
                <c:pt idx="77">
                  <c:v>138.55000000000001</c:v>
                </c:pt>
                <c:pt idx="78">
                  <c:v>255</c:v>
                </c:pt>
                <c:pt idx="79">
                  <c:v>255</c:v>
                </c:pt>
                <c:pt idx="80">
                  <c:v>193.8</c:v>
                </c:pt>
                <c:pt idx="81">
                  <c:v>193.8</c:v>
                </c:pt>
                <c:pt idx="82">
                  <c:v>168.3</c:v>
                </c:pt>
                <c:pt idx="83">
                  <c:v>168.3</c:v>
                </c:pt>
                <c:pt idx="84">
                  <c:v>191.25</c:v>
                </c:pt>
                <c:pt idx="85">
                  <c:v>191.25</c:v>
                </c:pt>
                <c:pt idx="86">
                  <c:v>252.45</c:v>
                </c:pt>
                <c:pt idx="87">
                  <c:v>252.45</c:v>
                </c:pt>
                <c:pt idx="88">
                  <c:v>254.15</c:v>
                </c:pt>
                <c:pt idx="89">
                  <c:v>254.15</c:v>
                </c:pt>
                <c:pt idx="90">
                  <c:v>254.15</c:v>
                </c:pt>
                <c:pt idx="91">
                  <c:v>254.15</c:v>
                </c:pt>
                <c:pt idx="92">
                  <c:v>318.75</c:v>
                </c:pt>
                <c:pt idx="93">
                  <c:v>318.75</c:v>
                </c:pt>
                <c:pt idx="94">
                  <c:v>304.3</c:v>
                </c:pt>
                <c:pt idx="95">
                  <c:v>304.3</c:v>
                </c:pt>
                <c:pt idx="96">
                  <c:v>301.75</c:v>
                </c:pt>
                <c:pt idx="97">
                  <c:v>301.75</c:v>
                </c:pt>
                <c:pt idx="98">
                  <c:v>296.64999999999998</c:v>
                </c:pt>
                <c:pt idx="99">
                  <c:v>296.64999999999998</c:v>
                </c:pt>
                <c:pt idx="100">
                  <c:v>237.15</c:v>
                </c:pt>
                <c:pt idx="101">
                  <c:v>237.15</c:v>
                </c:pt>
                <c:pt idx="102">
                  <c:v>273.7</c:v>
                </c:pt>
                <c:pt idx="103">
                  <c:v>273.7</c:v>
                </c:pt>
                <c:pt idx="104">
                  <c:v>285.60000000000002</c:v>
                </c:pt>
                <c:pt idx="105">
                  <c:v>285.60000000000002</c:v>
                </c:pt>
                <c:pt idx="106">
                  <c:v>228.65</c:v>
                </c:pt>
                <c:pt idx="107">
                  <c:v>228.65</c:v>
                </c:pt>
                <c:pt idx="108">
                  <c:v>182.75</c:v>
                </c:pt>
                <c:pt idx="109">
                  <c:v>182.75</c:v>
                </c:pt>
                <c:pt idx="110">
                  <c:v>269.45</c:v>
                </c:pt>
                <c:pt idx="111">
                  <c:v>269.45</c:v>
                </c:pt>
                <c:pt idx="112">
                  <c:v>242.25</c:v>
                </c:pt>
                <c:pt idx="113">
                  <c:v>242.25</c:v>
                </c:pt>
                <c:pt idx="114">
                  <c:v>212.5</c:v>
                </c:pt>
                <c:pt idx="115">
                  <c:v>212.5</c:v>
                </c:pt>
                <c:pt idx="116">
                  <c:v>153</c:v>
                </c:pt>
                <c:pt idx="117">
                  <c:v>153</c:v>
                </c:pt>
                <c:pt idx="118">
                  <c:v>124.1</c:v>
                </c:pt>
                <c:pt idx="119">
                  <c:v>124.1</c:v>
                </c:pt>
                <c:pt idx="120">
                  <c:v>101.15</c:v>
                </c:pt>
                <c:pt idx="121">
                  <c:v>101.15</c:v>
                </c:pt>
                <c:pt idx="122">
                  <c:v>107.1</c:v>
                </c:pt>
                <c:pt idx="123">
                  <c:v>107.1</c:v>
                </c:pt>
                <c:pt idx="124">
                  <c:v>83.3</c:v>
                </c:pt>
                <c:pt idx="125">
                  <c:v>83.3</c:v>
                </c:pt>
                <c:pt idx="126">
                  <c:v>61.2</c:v>
                </c:pt>
                <c:pt idx="127">
                  <c:v>61.2</c:v>
                </c:pt>
                <c:pt idx="128">
                  <c:v>59.5</c:v>
                </c:pt>
                <c:pt idx="129">
                  <c:v>59.5</c:v>
                </c:pt>
                <c:pt idx="130">
                  <c:v>61.2</c:v>
                </c:pt>
                <c:pt idx="131">
                  <c:v>61.2</c:v>
                </c:pt>
                <c:pt idx="132">
                  <c:v>62.05</c:v>
                </c:pt>
                <c:pt idx="133">
                  <c:v>62.05</c:v>
                </c:pt>
                <c:pt idx="134">
                  <c:v>59.5</c:v>
                </c:pt>
                <c:pt idx="135">
                  <c:v>59.5</c:v>
                </c:pt>
                <c:pt idx="136">
                  <c:v>34.85</c:v>
                </c:pt>
                <c:pt idx="137">
                  <c:v>34.85</c:v>
                </c:pt>
                <c:pt idx="138">
                  <c:v>17</c:v>
                </c:pt>
                <c:pt idx="139">
                  <c:v>17</c:v>
                </c:pt>
                <c:pt idx="140">
                  <c:v>12.75</c:v>
                </c:pt>
                <c:pt idx="141">
                  <c:v>12.75</c:v>
                </c:pt>
                <c:pt idx="142">
                  <c:v>16.149999999999999</c:v>
                </c:pt>
                <c:pt idx="143">
                  <c:v>16.149999999999999</c:v>
                </c:pt>
                <c:pt idx="144">
                  <c:v>9.35</c:v>
                </c:pt>
                <c:pt idx="145">
                  <c:v>9.35</c:v>
                </c:pt>
                <c:pt idx="146">
                  <c:v>0.85</c:v>
                </c:pt>
                <c:pt idx="147">
                  <c:v>0.85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7.65</c:v>
                </c:pt>
                <c:pt idx="233">
                  <c:v>7.65</c:v>
                </c:pt>
                <c:pt idx="234">
                  <c:v>16.149999999999999</c:v>
                </c:pt>
                <c:pt idx="235">
                  <c:v>16.149999999999999</c:v>
                </c:pt>
                <c:pt idx="236">
                  <c:v>26.35</c:v>
                </c:pt>
                <c:pt idx="237">
                  <c:v>26.35</c:v>
                </c:pt>
                <c:pt idx="238">
                  <c:v>40.799999999999997</c:v>
                </c:pt>
                <c:pt idx="239">
                  <c:v>40.799999999999997</c:v>
                </c:pt>
                <c:pt idx="240">
                  <c:v>62.9</c:v>
                </c:pt>
                <c:pt idx="241">
                  <c:v>62.9</c:v>
                </c:pt>
                <c:pt idx="242">
                  <c:v>119</c:v>
                </c:pt>
                <c:pt idx="243">
                  <c:v>119</c:v>
                </c:pt>
                <c:pt idx="244">
                  <c:v>200.6</c:v>
                </c:pt>
                <c:pt idx="245">
                  <c:v>200.6</c:v>
                </c:pt>
                <c:pt idx="246">
                  <c:v>232.9</c:v>
                </c:pt>
                <c:pt idx="247">
                  <c:v>232.9</c:v>
                </c:pt>
                <c:pt idx="248">
                  <c:v>249.05</c:v>
                </c:pt>
                <c:pt idx="249">
                  <c:v>249.05</c:v>
                </c:pt>
                <c:pt idx="250">
                  <c:v>358.7</c:v>
                </c:pt>
                <c:pt idx="251">
                  <c:v>358.7</c:v>
                </c:pt>
                <c:pt idx="252">
                  <c:v>413.1</c:v>
                </c:pt>
                <c:pt idx="253">
                  <c:v>413.1</c:v>
                </c:pt>
                <c:pt idx="254">
                  <c:v>468.35</c:v>
                </c:pt>
                <c:pt idx="255">
                  <c:v>468.35</c:v>
                </c:pt>
                <c:pt idx="256">
                  <c:v>509.15</c:v>
                </c:pt>
                <c:pt idx="257">
                  <c:v>509.15</c:v>
                </c:pt>
                <c:pt idx="258">
                  <c:v>547.4</c:v>
                </c:pt>
                <c:pt idx="259">
                  <c:v>547.4</c:v>
                </c:pt>
                <c:pt idx="260">
                  <c:v>584.79999999999995</c:v>
                </c:pt>
                <c:pt idx="261">
                  <c:v>584.79999999999995</c:v>
                </c:pt>
                <c:pt idx="262">
                  <c:v>620.5</c:v>
                </c:pt>
                <c:pt idx="263">
                  <c:v>620.5</c:v>
                </c:pt>
                <c:pt idx="264">
                  <c:v>653.65</c:v>
                </c:pt>
                <c:pt idx="265">
                  <c:v>653.65</c:v>
                </c:pt>
                <c:pt idx="266">
                  <c:v>684.25</c:v>
                </c:pt>
                <c:pt idx="267">
                  <c:v>684.25</c:v>
                </c:pt>
                <c:pt idx="268">
                  <c:v>712.3</c:v>
                </c:pt>
                <c:pt idx="269">
                  <c:v>712.3</c:v>
                </c:pt>
                <c:pt idx="270">
                  <c:v>736.95</c:v>
                </c:pt>
                <c:pt idx="271">
                  <c:v>736.95</c:v>
                </c:pt>
                <c:pt idx="272">
                  <c:v>758.2</c:v>
                </c:pt>
                <c:pt idx="273">
                  <c:v>758.2</c:v>
                </c:pt>
                <c:pt idx="274">
                  <c:v>776.05</c:v>
                </c:pt>
                <c:pt idx="275">
                  <c:v>776.05</c:v>
                </c:pt>
                <c:pt idx="276">
                  <c:v>791.35</c:v>
                </c:pt>
                <c:pt idx="277">
                  <c:v>791.35</c:v>
                </c:pt>
                <c:pt idx="278">
                  <c:v>803.25</c:v>
                </c:pt>
                <c:pt idx="279">
                  <c:v>803.25</c:v>
                </c:pt>
                <c:pt idx="280">
                  <c:v>811.75</c:v>
                </c:pt>
                <c:pt idx="281">
                  <c:v>811.75</c:v>
                </c:pt>
                <c:pt idx="282">
                  <c:v>816.85</c:v>
                </c:pt>
                <c:pt idx="283">
                  <c:v>816.85</c:v>
                </c:pt>
                <c:pt idx="284">
                  <c:v>818.55</c:v>
                </c:pt>
                <c:pt idx="285">
                  <c:v>818.55</c:v>
                </c:pt>
                <c:pt idx="286">
                  <c:v>817.7</c:v>
                </c:pt>
                <c:pt idx="287">
                  <c:v>817.7</c:v>
                </c:pt>
                <c:pt idx="288">
                  <c:v>813.45</c:v>
                </c:pt>
                <c:pt idx="289">
                  <c:v>813.45</c:v>
                </c:pt>
                <c:pt idx="290">
                  <c:v>804.95</c:v>
                </c:pt>
                <c:pt idx="291">
                  <c:v>804.95</c:v>
                </c:pt>
                <c:pt idx="292">
                  <c:v>793.9</c:v>
                </c:pt>
                <c:pt idx="293">
                  <c:v>793.9</c:v>
                </c:pt>
                <c:pt idx="294">
                  <c:v>779.45</c:v>
                </c:pt>
                <c:pt idx="295">
                  <c:v>779.45</c:v>
                </c:pt>
                <c:pt idx="296">
                  <c:v>760.75</c:v>
                </c:pt>
                <c:pt idx="297">
                  <c:v>760.75</c:v>
                </c:pt>
                <c:pt idx="298">
                  <c:v>739.5</c:v>
                </c:pt>
                <c:pt idx="299">
                  <c:v>739.5</c:v>
                </c:pt>
                <c:pt idx="300">
                  <c:v>715.7</c:v>
                </c:pt>
                <c:pt idx="301">
                  <c:v>715.7</c:v>
                </c:pt>
                <c:pt idx="302">
                  <c:v>688.5</c:v>
                </c:pt>
                <c:pt idx="303">
                  <c:v>688.5</c:v>
                </c:pt>
                <c:pt idx="304">
                  <c:v>658.75</c:v>
                </c:pt>
                <c:pt idx="305">
                  <c:v>658.75</c:v>
                </c:pt>
                <c:pt idx="306">
                  <c:v>626.45000000000005</c:v>
                </c:pt>
                <c:pt idx="307">
                  <c:v>626.45000000000005</c:v>
                </c:pt>
                <c:pt idx="308">
                  <c:v>591.6</c:v>
                </c:pt>
                <c:pt idx="309">
                  <c:v>591.6</c:v>
                </c:pt>
                <c:pt idx="310">
                  <c:v>555.04999999999995</c:v>
                </c:pt>
                <c:pt idx="311">
                  <c:v>555.04999999999995</c:v>
                </c:pt>
                <c:pt idx="312">
                  <c:v>516.79999999999995</c:v>
                </c:pt>
                <c:pt idx="313">
                  <c:v>516.79999999999995</c:v>
                </c:pt>
                <c:pt idx="314">
                  <c:v>476.85</c:v>
                </c:pt>
                <c:pt idx="315">
                  <c:v>476.85</c:v>
                </c:pt>
                <c:pt idx="316">
                  <c:v>435.2</c:v>
                </c:pt>
                <c:pt idx="317">
                  <c:v>435.2</c:v>
                </c:pt>
                <c:pt idx="318">
                  <c:v>391</c:v>
                </c:pt>
                <c:pt idx="319">
                  <c:v>391</c:v>
                </c:pt>
                <c:pt idx="320">
                  <c:v>346.8</c:v>
                </c:pt>
                <c:pt idx="321">
                  <c:v>346.8</c:v>
                </c:pt>
                <c:pt idx="322">
                  <c:v>294.10000000000002</c:v>
                </c:pt>
                <c:pt idx="323">
                  <c:v>294.10000000000002</c:v>
                </c:pt>
                <c:pt idx="324">
                  <c:v>219.3</c:v>
                </c:pt>
                <c:pt idx="325">
                  <c:v>219.3</c:v>
                </c:pt>
                <c:pt idx="326">
                  <c:v>166.6</c:v>
                </c:pt>
                <c:pt idx="327">
                  <c:v>166.6</c:v>
                </c:pt>
                <c:pt idx="328">
                  <c:v>135.15</c:v>
                </c:pt>
                <c:pt idx="329">
                  <c:v>135.15</c:v>
                </c:pt>
                <c:pt idx="330">
                  <c:v>89.25</c:v>
                </c:pt>
                <c:pt idx="331">
                  <c:v>89.25</c:v>
                </c:pt>
                <c:pt idx="332">
                  <c:v>50.15</c:v>
                </c:pt>
                <c:pt idx="333">
                  <c:v>50.15</c:v>
                </c:pt>
                <c:pt idx="334">
                  <c:v>26.35</c:v>
                </c:pt>
                <c:pt idx="335">
                  <c:v>26.35</c:v>
                </c:pt>
                <c:pt idx="336">
                  <c:v>15.3</c:v>
                </c:pt>
                <c:pt idx="337">
                  <c:v>15.3</c:v>
                </c:pt>
                <c:pt idx="338">
                  <c:v>4.25</c:v>
                </c:pt>
                <c:pt idx="339">
                  <c:v>4.25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5.0999999999999996</c:v>
                </c:pt>
                <c:pt idx="423">
                  <c:v>5.0999999999999996</c:v>
                </c:pt>
                <c:pt idx="424">
                  <c:v>25.5</c:v>
                </c:pt>
                <c:pt idx="425">
                  <c:v>25.5</c:v>
                </c:pt>
                <c:pt idx="426">
                  <c:v>36.549999999999997</c:v>
                </c:pt>
                <c:pt idx="427">
                  <c:v>36.549999999999997</c:v>
                </c:pt>
                <c:pt idx="428">
                  <c:v>53.55</c:v>
                </c:pt>
                <c:pt idx="429">
                  <c:v>53.55</c:v>
                </c:pt>
                <c:pt idx="430">
                  <c:v>77.349999999999994</c:v>
                </c:pt>
                <c:pt idx="431">
                  <c:v>77.349999999999994</c:v>
                </c:pt>
                <c:pt idx="432">
                  <c:v>118.15</c:v>
                </c:pt>
                <c:pt idx="433">
                  <c:v>118.15</c:v>
                </c:pt>
                <c:pt idx="434">
                  <c:v>153.85</c:v>
                </c:pt>
                <c:pt idx="435">
                  <c:v>153.85</c:v>
                </c:pt>
                <c:pt idx="436">
                  <c:v>204</c:v>
                </c:pt>
                <c:pt idx="437">
                  <c:v>204</c:v>
                </c:pt>
                <c:pt idx="438">
                  <c:v>231.2</c:v>
                </c:pt>
                <c:pt idx="439">
                  <c:v>231.2</c:v>
                </c:pt>
                <c:pt idx="440">
                  <c:v>254.15</c:v>
                </c:pt>
                <c:pt idx="441">
                  <c:v>254.15</c:v>
                </c:pt>
                <c:pt idx="442">
                  <c:v>305.14999999999998</c:v>
                </c:pt>
                <c:pt idx="443">
                  <c:v>305.14999999999998</c:v>
                </c:pt>
                <c:pt idx="444">
                  <c:v>367.2</c:v>
                </c:pt>
                <c:pt idx="445">
                  <c:v>367.2</c:v>
                </c:pt>
                <c:pt idx="446">
                  <c:v>307.7</c:v>
                </c:pt>
                <c:pt idx="447">
                  <c:v>307.7</c:v>
                </c:pt>
                <c:pt idx="448">
                  <c:v>300.89999999999998</c:v>
                </c:pt>
                <c:pt idx="449">
                  <c:v>300.89999999999998</c:v>
                </c:pt>
                <c:pt idx="450">
                  <c:v>350.2</c:v>
                </c:pt>
                <c:pt idx="451">
                  <c:v>350.2</c:v>
                </c:pt>
                <c:pt idx="452">
                  <c:v>403.75</c:v>
                </c:pt>
                <c:pt idx="453">
                  <c:v>403.75</c:v>
                </c:pt>
                <c:pt idx="454">
                  <c:v>430.1</c:v>
                </c:pt>
                <c:pt idx="455">
                  <c:v>430.1</c:v>
                </c:pt>
                <c:pt idx="456">
                  <c:v>491.3</c:v>
                </c:pt>
                <c:pt idx="457">
                  <c:v>491.3</c:v>
                </c:pt>
                <c:pt idx="458">
                  <c:v>410.55</c:v>
                </c:pt>
                <c:pt idx="459">
                  <c:v>410.55</c:v>
                </c:pt>
                <c:pt idx="460">
                  <c:v>589.04999999999995</c:v>
                </c:pt>
                <c:pt idx="461">
                  <c:v>589.04999999999995</c:v>
                </c:pt>
                <c:pt idx="462">
                  <c:v>502.35</c:v>
                </c:pt>
                <c:pt idx="463">
                  <c:v>502.35</c:v>
                </c:pt>
                <c:pt idx="464">
                  <c:v>548.25</c:v>
                </c:pt>
                <c:pt idx="465">
                  <c:v>548.25</c:v>
                </c:pt>
                <c:pt idx="466">
                  <c:v>606.9</c:v>
                </c:pt>
                <c:pt idx="467">
                  <c:v>606.9</c:v>
                </c:pt>
                <c:pt idx="468">
                  <c:v>503.2</c:v>
                </c:pt>
                <c:pt idx="469">
                  <c:v>503.2</c:v>
                </c:pt>
                <c:pt idx="470">
                  <c:v>471.75</c:v>
                </c:pt>
                <c:pt idx="471">
                  <c:v>471.75</c:v>
                </c:pt>
                <c:pt idx="472">
                  <c:v>479.4</c:v>
                </c:pt>
                <c:pt idx="473">
                  <c:v>479.4</c:v>
                </c:pt>
                <c:pt idx="474">
                  <c:v>437.75</c:v>
                </c:pt>
                <c:pt idx="475">
                  <c:v>437.75</c:v>
                </c:pt>
                <c:pt idx="476">
                  <c:v>461.55</c:v>
                </c:pt>
                <c:pt idx="477">
                  <c:v>461.55</c:v>
                </c:pt>
                <c:pt idx="478">
                  <c:v>512.54999999999995</c:v>
                </c:pt>
                <c:pt idx="479">
                  <c:v>512.54999999999995</c:v>
                </c:pt>
                <c:pt idx="480">
                  <c:v>515.1</c:v>
                </c:pt>
                <c:pt idx="481">
                  <c:v>515.1</c:v>
                </c:pt>
                <c:pt idx="482">
                  <c:v>731.85</c:v>
                </c:pt>
                <c:pt idx="483">
                  <c:v>731.85</c:v>
                </c:pt>
                <c:pt idx="484">
                  <c:v>753.1</c:v>
                </c:pt>
                <c:pt idx="485">
                  <c:v>753.1</c:v>
                </c:pt>
                <c:pt idx="486">
                  <c:v>736.95</c:v>
                </c:pt>
                <c:pt idx="487">
                  <c:v>736.95</c:v>
                </c:pt>
                <c:pt idx="488">
                  <c:v>752.25</c:v>
                </c:pt>
                <c:pt idx="489">
                  <c:v>752.25</c:v>
                </c:pt>
                <c:pt idx="490">
                  <c:v>734.4</c:v>
                </c:pt>
                <c:pt idx="491">
                  <c:v>734.4</c:v>
                </c:pt>
                <c:pt idx="492">
                  <c:v>711.45</c:v>
                </c:pt>
                <c:pt idx="493">
                  <c:v>711.45</c:v>
                </c:pt>
                <c:pt idx="494">
                  <c:v>685.1</c:v>
                </c:pt>
                <c:pt idx="495">
                  <c:v>685.1</c:v>
                </c:pt>
                <c:pt idx="496">
                  <c:v>653.65</c:v>
                </c:pt>
                <c:pt idx="497">
                  <c:v>653.65</c:v>
                </c:pt>
                <c:pt idx="498">
                  <c:v>624.75</c:v>
                </c:pt>
                <c:pt idx="499">
                  <c:v>624.75</c:v>
                </c:pt>
                <c:pt idx="500">
                  <c:v>591.6</c:v>
                </c:pt>
                <c:pt idx="501">
                  <c:v>591.6</c:v>
                </c:pt>
                <c:pt idx="502">
                  <c:v>556.75</c:v>
                </c:pt>
                <c:pt idx="503">
                  <c:v>556.75</c:v>
                </c:pt>
                <c:pt idx="504">
                  <c:v>499.8</c:v>
                </c:pt>
                <c:pt idx="505">
                  <c:v>499.8</c:v>
                </c:pt>
                <c:pt idx="506">
                  <c:v>445.4</c:v>
                </c:pt>
                <c:pt idx="507">
                  <c:v>445.4</c:v>
                </c:pt>
                <c:pt idx="508">
                  <c:v>311.10000000000002</c:v>
                </c:pt>
                <c:pt idx="509">
                  <c:v>311.10000000000002</c:v>
                </c:pt>
                <c:pt idx="510">
                  <c:v>273.7</c:v>
                </c:pt>
                <c:pt idx="511">
                  <c:v>273.7</c:v>
                </c:pt>
                <c:pt idx="512">
                  <c:v>255.85</c:v>
                </c:pt>
                <c:pt idx="513">
                  <c:v>255.85</c:v>
                </c:pt>
                <c:pt idx="514">
                  <c:v>218.45</c:v>
                </c:pt>
                <c:pt idx="515">
                  <c:v>218.45</c:v>
                </c:pt>
                <c:pt idx="516">
                  <c:v>181.05</c:v>
                </c:pt>
                <c:pt idx="517">
                  <c:v>181.05</c:v>
                </c:pt>
                <c:pt idx="518">
                  <c:v>185.3</c:v>
                </c:pt>
                <c:pt idx="519">
                  <c:v>185.3</c:v>
                </c:pt>
                <c:pt idx="520">
                  <c:v>178.5</c:v>
                </c:pt>
                <c:pt idx="521">
                  <c:v>178.5</c:v>
                </c:pt>
                <c:pt idx="522">
                  <c:v>136</c:v>
                </c:pt>
                <c:pt idx="523">
                  <c:v>136</c:v>
                </c:pt>
                <c:pt idx="524">
                  <c:v>96.9</c:v>
                </c:pt>
                <c:pt idx="525">
                  <c:v>96.9</c:v>
                </c:pt>
                <c:pt idx="526">
                  <c:v>62.05</c:v>
                </c:pt>
                <c:pt idx="527">
                  <c:v>62.05</c:v>
                </c:pt>
                <c:pt idx="528">
                  <c:v>28.9</c:v>
                </c:pt>
                <c:pt idx="529">
                  <c:v>28.9</c:v>
                </c:pt>
                <c:pt idx="530">
                  <c:v>6.8</c:v>
                </c:pt>
                <c:pt idx="531">
                  <c:v>6.8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7.65</c:v>
                </c:pt>
                <c:pt idx="615">
                  <c:v>7.65</c:v>
                </c:pt>
                <c:pt idx="616">
                  <c:v>30.6</c:v>
                </c:pt>
                <c:pt idx="617">
                  <c:v>30.6</c:v>
                </c:pt>
                <c:pt idx="618">
                  <c:v>54.4</c:v>
                </c:pt>
                <c:pt idx="619">
                  <c:v>54.4</c:v>
                </c:pt>
                <c:pt idx="620">
                  <c:v>75.650000000000006</c:v>
                </c:pt>
                <c:pt idx="621">
                  <c:v>75.650000000000006</c:v>
                </c:pt>
                <c:pt idx="622">
                  <c:v>106.25</c:v>
                </c:pt>
                <c:pt idx="623">
                  <c:v>106.25</c:v>
                </c:pt>
                <c:pt idx="624">
                  <c:v>130.05000000000001</c:v>
                </c:pt>
                <c:pt idx="625">
                  <c:v>130.05000000000001</c:v>
                </c:pt>
                <c:pt idx="626">
                  <c:v>175.1</c:v>
                </c:pt>
                <c:pt idx="627">
                  <c:v>175.1</c:v>
                </c:pt>
                <c:pt idx="628">
                  <c:v>230.35</c:v>
                </c:pt>
                <c:pt idx="629">
                  <c:v>230.35</c:v>
                </c:pt>
                <c:pt idx="630">
                  <c:v>283.05</c:v>
                </c:pt>
                <c:pt idx="631">
                  <c:v>283.05</c:v>
                </c:pt>
                <c:pt idx="632">
                  <c:v>306</c:v>
                </c:pt>
                <c:pt idx="633">
                  <c:v>306</c:v>
                </c:pt>
                <c:pt idx="634">
                  <c:v>330.65</c:v>
                </c:pt>
                <c:pt idx="635">
                  <c:v>330.65</c:v>
                </c:pt>
                <c:pt idx="636">
                  <c:v>384.2</c:v>
                </c:pt>
                <c:pt idx="637">
                  <c:v>384.2</c:v>
                </c:pt>
                <c:pt idx="638">
                  <c:v>459.85</c:v>
                </c:pt>
                <c:pt idx="639">
                  <c:v>459.85</c:v>
                </c:pt>
                <c:pt idx="640">
                  <c:v>443.7</c:v>
                </c:pt>
                <c:pt idx="641">
                  <c:v>443.7</c:v>
                </c:pt>
                <c:pt idx="642">
                  <c:v>385.9</c:v>
                </c:pt>
                <c:pt idx="643">
                  <c:v>385.9</c:v>
                </c:pt>
                <c:pt idx="644">
                  <c:v>456.45</c:v>
                </c:pt>
                <c:pt idx="645">
                  <c:v>456.45</c:v>
                </c:pt>
                <c:pt idx="646">
                  <c:v>527</c:v>
                </c:pt>
                <c:pt idx="647">
                  <c:v>527</c:v>
                </c:pt>
                <c:pt idx="648">
                  <c:v>422.45</c:v>
                </c:pt>
                <c:pt idx="649">
                  <c:v>422.45</c:v>
                </c:pt>
                <c:pt idx="650">
                  <c:v>674.05</c:v>
                </c:pt>
                <c:pt idx="651">
                  <c:v>674.05</c:v>
                </c:pt>
                <c:pt idx="652">
                  <c:v>601.79999999999995</c:v>
                </c:pt>
                <c:pt idx="653">
                  <c:v>601.79999999999995</c:v>
                </c:pt>
                <c:pt idx="654">
                  <c:v>656.2</c:v>
                </c:pt>
                <c:pt idx="655">
                  <c:v>656.2</c:v>
                </c:pt>
                <c:pt idx="656">
                  <c:v>622.20000000000005</c:v>
                </c:pt>
                <c:pt idx="657">
                  <c:v>622.20000000000005</c:v>
                </c:pt>
                <c:pt idx="658">
                  <c:v>640.9</c:v>
                </c:pt>
                <c:pt idx="659">
                  <c:v>640.9</c:v>
                </c:pt>
                <c:pt idx="660">
                  <c:v>741.2</c:v>
                </c:pt>
                <c:pt idx="661">
                  <c:v>741.2</c:v>
                </c:pt>
                <c:pt idx="662">
                  <c:v>786.25</c:v>
                </c:pt>
                <c:pt idx="663">
                  <c:v>786.25</c:v>
                </c:pt>
                <c:pt idx="664">
                  <c:v>813.45</c:v>
                </c:pt>
                <c:pt idx="665">
                  <c:v>813.45</c:v>
                </c:pt>
                <c:pt idx="666">
                  <c:v>711.45</c:v>
                </c:pt>
                <c:pt idx="667">
                  <c:v>711.45</c:v>
                </c:pt>
                <c:pt idx="668">
                  <c:v>665.55</c:v>
                </c:pt>
                <c:pt idx="669">
                  <c:v>665.55</c:v>
                </c:pt>
                <c:pt idx="670">
                  <c:v>640.04999999999995</c:v>
                </c:pt>
                <c:pt idx="671">
                  <c:v>640.04999999999995</c:v>
                </c:pt>
                <c:pt idx="672">
                  <c:v>708.05</c:v>
                </c:pt>
                <c:pt idx="673">
                  <c:v>708.05</c:v>
                </c:pt>
                <c:pt idx="674">
                  <c:v>777.75</c:v>
                </c:pt>
                <c:pt idx="675">
                  <c:v>777.75</c:v>
                </c:pt>
                <c:pt idx="676">
                  <c:v>731</c:v>
                </c:pt>
                <c:pt idx="677">
                  <c:v>731</c:v>
                </c:pt>
                <c:pt idx="678">
                  <c:v>759.05</c:v>
                </c:pt>
                <c:pt idx="679">
                  <c:v>759.05</c:v>
                </c:pt>
                <c:pt idx="680">
                  <c:v>649.4</c:v>
                </c:pt>
                <c:pt idx="681">
                  <c:v>649.4</c:v>
                </c:pt>
                <c:pt idx="682">
                  <c:v>689.35</c:v>
                </c:pt>
                <c:pt idx="683">
                  <c:v>689.35</c:v>
                </c:pt>
                <c:pt idx="684">
                  <c:v>549.95000000000005</c:v>
                </c:pt>
                <c:pt idx="685">
                  <c:v>549.95000000000005</c:v>
                </c:pt>
                <c:pt idx="686">
                  <c:v>539.75</c:v>
                </c:pt>
                <c:pt idx="687">
                  <c:v>539.75</c:v>
                </c:pt>
                <c:pt idx="688">
                  <c:v>600.95000000000005</c:v>
                </c:pt>
                <c:pt idx="689">
                  <c:v>600.95000000000005</c:v>
                </c:pt>
                <c:pt idx="690">
                  <c:v>627.29999999999995</c:v>
                </c:pt>
                <c:pt idx="691">
                  <c:v>627.29999999999995</c:v>
                </c:pt>
                <c:pt idx="692">
                  <c:v>558.45000000000005</c:v>
                </c:pt>
                <c:pt idx="693">
                  <c:v>558.45000000000005</c:v>
                </c:pt>
                <c:pt idx="694">
                  <c:v>517.65</c:v>
                </c:pt>
                <c:pt idx="695">
                  <c:v>517.65</c:v>
                </c:pt>
                <c:pt idx="696">
                  <c:v>433.5</c:v>
                </c:pt>
                <c:pt idx="697">
                  <c:v>433.5</c:v>
                </c:pt>
                <c:pt idx="698">
                  <c:v>372.3</c:v>
                </c:pt>
                <c:pt idx="699">
                  <c:v>372.3</c:v>
                </c:pt>
                <c:pt idx="700">
                  <c:v>300.05</c:v>
                </c:pt>
                <c:pt idx="701">
                  <c:v>300.05</c:v>
                </c:pt>
                <c:pt idx="702">
                  <c:v>376.55</c:v>
                </c:pt>
                <c:pt idx="703">
                  <c:v>376.55</c:v>
                </c:pt>
                <c:pt idx="704">
                  <c:v>344.25</c:v>
                </c:pt>
                <c:pt idx="705">
                  <c:v>344.25</c:v>
                </c:pt>
                <c:pt idx="706">
                  <c:v>296.64999999999998</c:v>
                </c:pt>
                <c:pt idx="707">
                  <c:v>296.64999999999998</c:v>
                </c:pt>
                <c:pt idx="708">
                  <c:v>154.69999999999999</c:v>
                </c:pt>
                <c:pt idx="709">
                  <c:v>154.69999999999999</c:v>
                </c:pt>
                <c:pt idx="710">
                  <c:v>113.05</c:v>
                </c:pt>
                <c:pt idx="711">
                  <c:v>113.05</c:v>
                </c:pt>
                <c:pt idx="712">
                  <c:v>78.2</c:v>
                </c:pt>
                <c:pt idx="713">
                  <c:v>78.2</c:v>
                </c:pt>
                <c:pt idx="714">
                  <c:v>68</c:v>
                </c:pt>
                <c:pt idx="715">
                  <c:v>68</c:v>
                </c:pt>
                <c:pt idx="716">
                  <c:v>39.950000000000003</c:v>
                </c:pt>
                <c:pt idx="717">
                  <c:v>39.950000000000003</c:v>
                </c:pt>
                <c:pt idx="718">
                  <c:v>21.25</c:v>
                </c:pt>
                <c:pt idx="719">
                  <c:v>21.25</c:v>
                </c:pt>
                <c:pt idx="720">
                  <c:v>12.75</c:v>
                </c:pt>
                <c:pt idx="721">
                  <c:v>12.75</c:v>
                </c:pt>
                <c:pt idx="722">
                  <c:v>5.0999999999999996</c:v>
                </c:pt>
                <c:pt idx="723">
                  <c:v>5.0999999999999996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5.0999999999999996</c:v>
                </c:pt>
                <c:pt idx="807">
                  <c:v>5.0999999999999996</c:v>
                </c:pt>
                <c:pt idx="808">
                  <c:v>25.5</c:v>
                </c:pt>
                <c:pt idx="809">
                  <c:v>25.5</c:v>
                </c:pt>
                <c:pt idx="810">
                  <c:v>45.9</c:v>
                </c:pt>
                <c:pt idx="811">
                  <c:v>45.9</c:v>
                </c:pt>
                <c:pt idx="812">
                  <c:v>59.5</c:v>
                </c:pt>
                <c:pt idx="813">
                  <c:v>59.5</c:v>
                </c:pt>
                <c:pt idx="814">
                  <c:v>102</c:v>
                </c:pt>
                <c:pt idx="815">
                  <c:v>102</c:v>
                </c:pt>
                <c:pt idx="816">
                  <c:v>113.9</c:v>
                </c:pt>
                <c:pt idx="817">
                  <c:v>113.9</c:v>
                </c:pt>
                <c:pt idx="818">
                  <c:v>121.55</c:v>
                </c:pt>
                <c:pt idx="819">
                  <c:v>121.55</c:v>
                </c:pt>
                <c:pt idx="820">
                  <c:v>144.5</c:v>
                </c:pt>
                <c:pt idx="821">
                  <c:v>144.5</c:v>
                </c:pt>
                <c:pt idx="822">
                  <c:v>214.2</c:v>
                </c:pt>
                <c:pt idx="823">
                  <c:v>214.2</c:v>
                </c:pt>
                <c:pt idx="824">
                  <c:v>241.4</c:v>
                </c:pt>
                <c:pt idx="825">
                  <c:v>241.4</c:v>
                </c:pt>
                <c:pt idx="826">
                  <c:v>212.5</c:v>
                </c:pt>
                <c:pt idx="827">
                  <c:v>212.5</c:v>
                </c:pt>
                <c:pt idx="828">
                  <c:v>241.4</c:v>
                </c:pt>
                <c:pt idx="829">
                  <c:v>241.4</c:v>
                </c:pt>
                <c:pt idx="830">
                  <c:v>272.85000000000002</c:v>
                </c:pt>
                <c:pt idx="831">
                  <c:v>272.85000000000002</c:v>
                </c:pt>
                <c:pt idx="832">
                  <c:v>389.3</c:v>
                </c:pt>
                <c:pt idx="833">
                  <c:v>389.3</c:v>
                </c:pt>
                <c:pt idx="834">
                  <c:v>455.6</c:v>
                </c:pt>
                <c:pt idx="835">
                  <c:v>455.6</c:v>
                </c:pt>
                <c:pt idx="836">
                  <c:v>522.75</c:v>
                </c:pt>
                <c:pt idx="837">
                  <c:v>522.75</c:v>
                </c:pt>
                <c:pt idx="838">
                  <c:v>594.15</c:v>
                </c:pt>
                <c:pt idx="839">
                  <c:v>594.15</c:v>
                </c:pt>
                <c:pt idx="840">
                  <c:v>562.70000000000005</c:v>
                </c:pt>
                <c:pt idx="841">
                  <c:v>562.70000000000005</c:v>
                </c:pt>
                <c:pt idx="842">
                  <c:v>503.2</c:v>
                </c:pt>
                <c:pt idx="843">
                  <c:v>503.2</c:v>
                </c:pt>
                <c:pt idx="844">
                  <c:v>536.35</c:v>
                </c:pt>
                <c:pt idx="845">
                  <c:v>536.35</c:v>
                </c:pt>
                <c:pt idx="846">
                  <c:v>458.15</c:v>
                </c:pt>
                <c:pt idx="847">
                  <c:v>458.15</c:v>
                </c:pt>
                <c:pt idx="848">
                  <c:v>460.7</c:v>
                </c:pt>
                <c:pt idx="849">
                  <c:v>460.7</c:v>
                </c:pt>
                <c:pt idx="850">
                  <c:v>480.25</c:v>
                </c:pt>
                <c:pt idx="851">
                  <c:v>480.25</c:v>
                </c:pt>
                <c:pt idx="852">
                  <c:v>549.95000000000005</c:v>
                </c:pt>
                <c:pt idx="853">
                  <c:v>549.95000000000005</c:v>
                </c:pt>
                <c:pt idx="854">
                  <c:v>507.45</c:v>
                </c:pt>
                <c:pt idx="855">
                  <c:v>507.45</c:v>
                </c:pt>
                <c:pt idx="856">
                  <c:v>424.15</c:v>
                </c:pt>
                <c:pt idx="857">
                  <c:v>424.15</c:v>
                </c:pt>
                <c:pt idx="858">
                  <c:v>470.9</c:v>
                </c:pt>
                <c:pt idx="859">
                  <c:v>470.9</c:v>
                </c:pt>
                <c:pt idx="860">
                  <c:v>370.6</c:v>
                </c:pt>
                <c:pt idx="861">
                  <c:v>370.6</c:v>
                </c:pt>
                <c:pt idx="862">
                  <c:v>430.1</c:v>
                </c:pt>
                <c:pt idx="863">
                  <c:v>430.1</c:v>
                </c:pt>
                <c:pt idx="864">
                  <c:v>318.75</c:v>
                </c:pt>
                <c:pt idx="865">
                  <c:v>318.75</c:v>
                </c:pt>
                <c:pt idx="866">
                  <c:v>290.7</c:v>
                </c:pt>
                <c:pt idx="867">
                  <c:v>290.7</c:v>
                </c:pt>
                <c:pt idx="868">
                  <c:v>220.15</c:v>
                </c:pt>
                <c:pt idx="869">
                  <c:v>220.15</c:v>
                </c:pt>
                <c:pt idx="870">
                  <c:v>312.8</c:v>
                </c:pt>
                <c:pt idx="871">
                  <c:v>312.8</c:v>
                </c:pt>
                <c:pt idx="872">
                  <c:v>372.3</c:v>
                </c:pt>
                <c:pt idx="873">
                  <c:v>372.3</c:v>
                </c:pt>
                <c:pt idx="874">
                  <c:v>403.75</c:v>
                </c:pt>
                <c:pt idx="875">
                  <c:v>403.75</c:v>
                </c:pt>
                <c:pt idx="876">
                  <c:v>462.4</c:v>
                </c:pt>
                <c:pt idx="877">
                  <c:v>462.4</c:v>
                </c:pt>
                <c:pt idx="878">
                  <c:v>450.5</c:v>
                </c:pt>
                <c:pt idx="879">
                  <c:v>450.5</c:v>
                </c:pt>
                <c:pt idx="880">
                  <c:v>379.1</c:v>
                </c:pt>
                <c:pt idx="881">
                  <c:v>379.1</c:v>
                </c:pt>
                <c:pt idx="882">
                  <c:v>347.65</c:v>
                </c:pt>
                <c:pt idx="883">
                  <c:v>347.65</c:v>
                </c:pt>
                <c:pt idx="884">
                  <c:v>260.10000000000002</c:v>
                </c:pt>
                <c:pt idx="885">
                  <c:v>260.10000000000002</c:v>
                </c:pt>
                <c:pt idx="886">
                  <c:v>273.7</c:v>
                </c:pt>
                <c:pt idx="887">
                  <c:v>273.7</c:v>
                </c:pt>
                <c:pt idx="888">
                  <c:v>223.55</c:v>
                </c:pt>
                <c:pt idx="889">
                  <c:v>223.55</c:v>
                </c:pt>
                <c:pt idx="890">
                  <c:v>201.45</c:v>
                </c:pt>
                <c:pt idx="891">
                  <c:v>201.45</c:v>
                </c:pt>
                <c:pt idx="892">
                  <c:v>90.95</c:v>
                </c:pt>
                <c:pt idx="893">
                  <c:v>90.95</c:v>
                </c:pt>
                <c:pt idx="894">
                  <c:v>175.1</c:v>
                </c:pt>
                <c:pt idx="895">
                  <c:v>175.1</c:v>
                </c:pt>
                <c:pt idx="896">
                  <c:v>146.19999999999999</c:v>
                </c:pt>
                <c:pt idx="897">
                  <c:v>146.19999999999999</c:v>
                </c:pt>
                <c:pt idx="898">
                  <c:v>119.85</c:v>
                </c:pt>
                <c:pt idx="899">
                  <c:v>119.85</c:v>
                </c:pt>
                <c:pt idx="900">
                  <c:v>122.4</c:v>
                </c:pt>
                <c:pt idx="901">
                  <c:v>122.4</c:v>
                </c:pt>
                <c:pt idx="902">
                  <c:v>119.85</c:v>
                </c:pt>
                <c:pt idx="903">
                  <c:v>119.85</c:v>
                </c:pt>
                <c:pt idx="904">
                  <c:v>80.75</c:v>
                </c:pt>
                <c:pt idx="905">
                  <c:v>80.75</c:v>
                </c:pt>
                <c:pt idx="906">
                  <c:v>70.55</c:v>
                </c:pt>
                <c:pt idx="907">
                  <c:v>70.55</c:v>
                </c:pt>
                <c:pt idx="908">
                  <c:v>59.5</c:v>
                </c:pt>
                <c:pt idx="909">
                  <c:v>59.5</c:v>
                </c:pt>
                <c:pt idx="910">
                  <c:v>40.799999999999997</c:v>
                </c:pt>
                <c:pt idx="911">
                  <c:v>40.799999999999997</c:v>
                </c:pt>
                <c:pt idx="912">
                  <c:v>12.75</c:v>
                </c:pt>
                <c:pt idx="913">
                  <c:v>12.75</c:v>
                </c:pt>
                <c:pt idx="914">
                  <c:v>1.7</c:v>
                </c:pt>
                <c:pt idx="915">
                  <c:v>1.7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0.85</c:v>
                </c:pt>
                <c:pt idx="999">
                  <c:v>0.85</c:v>
                </c:pt>
                <c:pt idx="1000">
                  <c:v>11.9</c:v>
                </c:pt>
                <c:pt idx="1001">
                  <c:v>11.9</c:v>
                </c:pt>
                <c:pt idx="1002">
                  <c:v>15.3</c:v>
                </c:pt>
                <c:pt idx="1003">
                  <c:v>15.3</c:v>
                </c:pt>
                <c:pt idx="1004">
                  <c:v>22.95</c:v>
                </c:pt>
                <c:pt idx="1005">
                  <c:v>22.95</c:v>
                </c:pt>
                <c:pt idx="1006">
                  <c:v>37.4</c:v>
                </c:pt>
                <c:pt idx="1007">
                  <c:v>37.4</c:v>
                </c:pt>
                <c:pt idx="1008">
                  <c:v>71.400000000000006</c:v>
                </c:pt>
                <c:pt idx="1009">
                  <c:v>71.400000000000006</c:v>
                </c:pt>
                <c:pt idx="1010">
                  <c:v>96.05</c:v>
                </c:pt>
                <c:pt idx="1011">
                  <c:v>96.05</c:v>
                </c:pt>
                <c:pt idx="1012">
                  <c:v>68</c:v>
                </c:pt>
                <c:pt idx="1013">
                  <c:v>68</c:v>
                </c:pt>
                <c:pt idx="1014">
                  <c:v>73.95</c:v>
                </c:pt>
                <c:pt idx="1015">
                  <c:v>73.95</c:v>
                </c:pt>
                <c:pt idx="1016">
                  <c:v>96.05</c:v>
                </c:pt>
                <c:pt idx="1017">
                  <c:v>96.05</c:v>
                </c:pt>
                <c:pt idx="1018">
                  <c:v>83.3</c:v>
                </c:pt>
                <c:pt idx="1019">
                  <c:v>83.3</c:v>
                </c:pt>
                <c:pt idx="1020">
                  <c:v>74.8</c:v>
                </c:pt>
                <c:pt idx="1021">
                  <c:v>74.8</c:v>
                </c:pt>
                <c:pt idx="1022">
                  <c:v>72.25</c:v>
                </c:pt>
                <c:pt idx="1023">
                  <c:v>72.25</c:v>
                </c:pt>
                <c:pt idx="1024">
                  <c:v>85.85</c:v>
                </c:pt>
                <c:pt idx="1025">
                  <c:v>85.85</c:v>
                </c:pt>
                <c:pt idx="1026">
                  <c:v>89.25</c:v>
                </c:pt>
                <c:pt idx="1027">
                  <c:v>89.25</c:v>
                </c:pt>
                <c:pt idx="1028">
                  <c:v>133.44999999999999</c:v>
                </c:pt>
                <c:pt idx="1029">
                  <c:v>133.44999999999999</c:v>
                </c:pt>
                <c:pt idx="1030">
                  <c:v>135.15</c:v>
                </c:pt>
                <c:pt idx="1031">
                  <c:v>135.15</c:v>
                </c:pt>
                <c:pt idx="1032">
                  <c:v>102</c:v>
                </c:pt>
                <c:pt idx="1033">
                  <c:v>102</c:v>
                </c:pt>
                <c:pt idx="1034">
                  <c:v>106.25</c:v>
                </c:pt>
                <c:pt idx="1035">
                  <c:v>106.25</c:v>
                </c:pt>
                <c:pt idx="1036">
                  <c:v>119</c:v>
                </c:pt>
                <c:pt idx="1037">
                  <c:v>119</c:v>
                </c:pt>
                <c:pt idx="1038">
                  <c:v>120.7</c:v>
                </c:pt>
                <c:pt idx="1039">
                  <c:v>120.7</c:v>
                </c:pt>
                <c:pt idx="1040">
                  <c:v>124.95</c:v>
                </c:pt>
                <c:pt idx="1041">
                  <c:v>124.95</c:v>
                </c:pt>
                <c:pt idx="1042">
                  <c:v>109.65</c:v>
                </c:pt>
                <c:pt idx="1043">
                  <c:v>109.65</c:v>
                </c:pt>
                <c:pt idx="1044">
                  <c:v>119.85</c:v>
                </c:pt>
                <c:pt idx="1045">
                  <c:v>119.85</c:v>
                </c:pt>
                <c:pt idx="1046">
                  <c:v>118.15</c:v>
                </c:pt>
                <c:pt idx="1047">
                  <c:v>118.15</c:v>
                </c:pt>
                <c:pt idx="1048">
                  <c:v>90.95</c:v>
                </c:pt>
                <c:pt idx="1049">
                  <c:v>90.95</c:v>
                </c:pt>
                <c:pt idx="1050">
                  <c:v>88.4</c:v>
                </c:pt>
                <c:pt idx="1051">
                  <c:v>88.4</c:v>
                </c:pt>
                <c:pt idx="1052">
                  <c:v>90.95</c:v>
                </c:pt>
                <c:pt idx="1053">
                  <c:v>90.95</c:v>
                </c:pt>
                <c:pt idx="1054">
                  <c:v>63.75</c:v>
                </c:pt>
                <c:pt idx="1055">
                  <c:v>63.75</c:v>
                </c:pt>
                <c:pt idx="1056">
                  <c:v>53.55</c:v>
                </c:pt>
                <c:pt idx="1057">
                  <c:v>53.55</c:v>
                </c:pt>
                <c:pt idx="1058">
                  <c:v>52.7</c:v>
                </c:pt>
                <c:pt idx="1059">
                  <c:v>52.7</c:v>
                </c:pt>
                <c:pt idx="1060">
                  <c:v>42.5</c:v>
                </c:pt>
                <c:pt idx="1061">
                  <c:v>42.5</c:v>
                </c:pt>
                <c:pt idx="1062">
                  <c:v>42.5</c:v>
                </c:pt>
                <c:pt idx="1063">
                  <c:v>42.5</c:v>
                </c:pt>
                <c:pt idx="1064">
                  <c:v>48.45</c:v>
                </c:pt>
                <c:pt idx="1065">
                  <c:v>48.45</c:v>
                </c:pt>
                <c:pt idx="1066">
                  <c:v>89.25</c:v>
                </c:pt>
                <c:pt idx="1067">
                  <c:v>89.25</c:v>
                </c:pt>
                <c:pt idx="1068">
                  <c:v>39.950000000000003</c:v>
                </c:pt>
                <c:pt idx="1069">
                  <c:v>39.950000000000003</c:v>
                </c:pt>
                <c:pt idx="1070">
                  <c:v>84.15</c:v>
                </c:pt>
                <c:pt idx="1071">
                  <c:v>84.15</c:v>
                </c:pt>
                <c:pt idx="1072">
                  <c:v>98.6</c:v>
                </c:pt>
                <c:pt idx="1073">
                  <c:v>98.6</c:v>
                </c:pt>
                <c:pt idx="1074">
                  <c:v>56.1</c:v>
                </c:pt>
                <c:pt idx="1075">
                  <c:v>56.1</c:v>
                </c:pt>
                <c:pt idx="1076">
                  <c:v>91.8</c:v>
                </c:pt>
                <c:pt idx="1077">
                  <c:v>91.8</c:v>
                </c:pt>
                <c:pt idx="1078">
                  <c:v>199.75</c:v>
                </c:pt>
                <c:pt idx="1079">
                  <c:v>199.75</c:v>
                </c:pt>
                <c:pt idx="1080">
                  <c:v>135.15</c:v>
                </c:pt>
                <c:pt idx="1081">
                  <c:v>135.15</c:v>
                </c:pt>
                <c:pt idx="1082">
                  <c:v>99.45</c:v>
                </c:pt>
                <c:pt idx="1083">
                  <c:v>99.45</c:v>
                </c:pt>
                <c:pt idx="1084">
                  <c:v>77.349999999999994</c:v>
                </c:pt>
                <c:pt idx="1085">
                  <c:v>77.349999999999994</c:v>
                </c:pt>
                <c:pt idx="1086">
                  <c:v>92.65</c:v>
                </c:pt>
                <c:pt idx="1087">
                  <c:v>92.65</c:v>
                </c:pt>
                <c:pt idx="1088">
                  <c:v>138.55000000000001</c:v>
                </c:pt>
                <c:pt idx="1089">
                  <c:v>138.55000000000001</c:v>
                </c:pt>
                <c:pt idx="1090">
                  <c:v>65.45</c:v>
                </c:pt>
                <c:pt idx="1091">
                  <c:v>65.45</c:v>
                </c:pt>
                <c:pt idx="1092">
                  <c:v>81.599999999999994</c:v>
                </c:pt>
                <c:pt idx="1093">
                  <c:v>81.599999999999994</c:v>
                </c:pt>
                <c:pt idx="1094">
                  <c:v>77.349999999999994</c:v>
                </c:pt>
                <c:pt idx="1095">
                  <c:v>77.349999999999994</c:v>
                </c:pt>
                <c:pt idx="1096">
                  <c:v>46.75</c:v>
                </c:pt>
                <c:pt idx="1097">
                  <c:v>46.75</c:v>
                </c:pt>
                <c:pt idx="1098">
                  <c:v>43.35</c:v>
                </c:pt>
                <c:pt idx="1099">
                  <c:v>43.35</c:v>
                </c:pt>
                <c:pt idx="1100">
                  <c:v>17.850000000000001</c:v>
                </c:pt>
                <c:pt idx="1101">
                  <c:v>17.850000000000001</c:v>
                </c:pt>
                <c:pt idx="1102">
                  <c:v>12.75</c:v>
                </c:pt>
                <c:pt idx="1103">
                  <c:v>12.75</c:v>
                </c:pt>
                <c:pt idx="1104">
                  <c:v>13.6</c:v>
                </c:pt>
                <c:pt idx="1105">
                  <c:v>13.6</c:v>
                </c:pt>
                <c:pt idx="1106">
                  <c:v>1.7</c:v>
                </c:pt>
                <c:pt idx="1107">
                  <c:v>1.7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5.95</c:v>
                </c:pt>
                <c:pt idx="1191">
                  <c:v>5.95</c:v>
                </c:pt>
                <c:pt idx="1192">
                  <c:v>23.8</c:v>
                </c:pt>
                <c:pt idx="1193">
                  <c:v>23.8</c:v>
                </c:pt>
                <c:pt idx="1194">
                  <c:v>62.9</c:v>
                </c:pt>
                <c:pt idx="1195">
                  <c:v>62.9</c:v>
                </c:pt>
                <c:pt idx="1196">
                  <c:v>82.45</c:v>
                </c:pt>
                <c:pt idx="1197">
                  <c:v>82.45</c:v>
                </c:pt>
                <c:pt idx="1198">
                  <c:v>129.19999999999999</c:v>
                </c:pt>
                <c:pt idx="1199">
                  <c:v>129.19999999999999</c:v>
                </c:pt>
                <c:pt idx="1200">
                  <c:v>146.19999999999999</c:v>
                </c:pt>
                <c:pt idx="1201">
                  <c:v>146.19999999999999</c:v>
                </c:pt>
                <c:pt idx="1202">
                  <c:v>168.3</c:v>
                </c:pt>
                <c:pt idx="1203">
                  <c:v>168.3</c:v>
                </c:pt>
                <c:pt idx="1204">
                  <c:v>192.95</c:v>
                </c:pt>
                <c:pt idx="1205">
                  <c:v>192.95</c:v>
                </c:pt>
                <c:pt idx="1206">
                  <c:v>206.55</c:v>
                </c:pt>
                <c:pt idx="1207">
                  <c:v>206.55</c:v>
                </c:pt>
                <c:pt idx="1208">
                  <c:v>238</c:v>
                </c:pt>
                <c:pt idx="1209">
                  <c:v>238</c:v>
                </c:pt>
                <c:pt idx="1210">
                  <c:v>286.45</c:v>
                </c:pt>
                <c:pt idx="1211">
                  <c:v>286.45</c:v>
                </c:pt>
                <c:pt idx="1212">
                  <c:v>330.65</c:v>
                </c:pt>
                <c:pt idx="1213">
                  <c:v>330.65</c:v>
                </c:pt>
                <c:pt idx="1214">
                  <c:v>351.9</c:v>
                </c:pt>
                <c:pt idx="1215">
                  <c:v>351.9</c:v>
                </c:pt>
                <c:pt idx="1216">
                  <c:v>377.4</c:v>
                </c:pt>
                <c:pt idx="1217">
                  <c:v>377.4</c:v>
                </c:pt>
                <c:pt idx="1218">
                  <c:v>353.6</c:v>
                </c:pt>
                <c:pt idx="1219">
                  <c:v>353.6</c:v>
                </c:pt>
                <c:pt idx="1220">
                  <c:v>409.7</c:v>
                </c:pt>
                <c:pt idx="1221">
                  <c:v>409.7</c:v>
                </c:pt>
                <c:pt idx="1222">
                  <c:v>567.79999999999995</c:v>
                </c:pt>
                <c:pt idx="1223">
                  <c:v>567.79999999999995</c:v>
                </c:pt>
                <c:pt idx="1224">
                  <c:v>602.65</c:v>
                </c:pt>
                <c:pt idx="1225">
                  <c:v>602.65</c:v>
                </c:pt>
                <c:pt idx="1226">
                  <c:v>505.75</c:v>
                </c:pt>
                <c:pt idx="1227">
                  <c:v>505.75</c:v>
                </c:pt>
                <c:pt idx="1228">
                  <c:v>455.6</c:v>
                </c:pt>
                <c:pt idx="1229">
                  <c:v>455.6</c:v>
                </c:pt>
                <c:pt idx="1230">
                  <c:v>306.85000000000002</c:v>
                </c:pt>
                <c:pt idx="1231">
                  <c:v>306.85000000000002</c:v>
                </c:pt>
                <c:pt idx="1232">
                  <c:v>391</c:v>
                </c:pt>
                <c:pt idx="1233">
                  <c:v>391</c:v>
                </c:pt>
                <c:pt idx="1234">
                  <c:v>347.65</c:v>
                </c:pt>
                <c:pt idx="1235">
                  <c:v>347.65</c:v>
                </c:pt>
                <c:pt idx="1236">
                  <c:v>287.3</c:v>
                </c:pt>
                <c:pt idx="1237">
                  <c:v>287.3</c:v>
                </c:pt>
                <c:pt idx="1238">
                  <c:v>274.55</c:v>
                </c:pt>
                <c:pt idx="1239">
                  <c:v>274.55</c:v>
                </c:pt>
                <c:pt idx="1240">
                  <c:v>268.60000000000002</c:v>
                </c:pt>
                <c:pt idx="1241">
                  <c:v>268.60000000000002</c:v>
                </c:pt>
                <c:pt idx="1242">
                  <c:v>257.55</c:v>
                </c:pt>
                <c:pt idx="1243">
                  <c:v>257.55</c:v>
                </c:pt>
                <c:pt idx="1244">
                  <c:v>238</c:v>
                </c:pt>
                <c:pt idx="1245">
                  <c:v>238</c:v>
                </c:pt>
                <c:pt idx="1246">
                  <c:v>215.9</c:v>
                </c:pt>
                <c:pt idx="1247">
                  <c:v>215.9</c:v>
                </c:pt>
                <c:pt idx="1248">
                  <c:v>194.65</c:v>
                </c:pt>
                <c:pt idx="1249">
                  <c:v>194.65</c:v>
                </c:pt>
                <c:pt idx="1250">
                  <c:v>161.5</c:v>
                </c:pt>
                <c:pt idx="1251">
                  <c:v>161.5</c:v>
                </c:pt>
                <c:pt idx="1252">
                  <c:v>175.95</c:v>
                </c:pt>
                <c:pt idx="1253">
                  <c:v>175.95</c:v>
                </c:pt>
                <c:pt idx="1254">
                  <c:v>143.65</c:v>
                </c:pt>
                <c:pt idx="1255">
                  <c:v>143.65</c:v>
                </c:pt>
                <c:pt idx="1256">
                  <c:v>167.45</c:v>
                </c:pt>
                <c:pt idx="1257">
                  <c:v>167.45</c:v>
                </c:pt>
                <c:pt idx="1258">
                  <c:v>242.25</c:v>
                </c:pt>
                <c:pt idx="1259">
                  <c:v>242.25</c:v>
                </c:pt>
                <c:pt idx="1260">
                  <c:v>386.75</c:v>
                </c:pt>
                <c:pt idx="1261">
                  <c:v>386.75</c:v>
                </c:pt>
                <c:pt idx="1262">
                  <c:v>189.55</c:v>
                </c:pt>
                <c:pt idx="1263">
                  <c:v>189.55</c:v>
                </c:pt>
                <c:pt idx="1264">
                  <c:v>153.85</c:v>
                </c:pt>
                <c:pt idx="1265">
                  <c:v>153.85</c:v>
                </c:pt>
                <c:pt idx="1266">
                  <c:v>118.15</c:v>
                </c:pt>
                <c:pt idx="1267">
                  <c:v>118.15</c:v>
                </c:pt>
                <c:pt idx="1268">
                  <c:v>145.35</c:v>
                </c:pt>
                <c:pt idx="1269">
                  <c:v>145.35</c:v>
                </c:pt>
                <c:pt idx="1270">
                  <c:v>174.25</c:v>
                </c:pt>
                <c:pt idx="1271">
                  <c:v>174.25</c:v>
                </c:pt>
                <c:pt idx="1272">
                  <c:v>172.55</c:v>
                </c:pt>
                <c:pt idx="1273">
                  <c:v>172.55</c:v>
                </c:pt>
                <c:pt idx="1274">
                  <c:v>142.80000000000001</c:v>
                </c:pt>
                <c:pt idx="1275">
                  <c:v>142.80000000000001</c:v>
                </c:pt>
                <c:pt idx="1276">
                  <c:v>139.4</c:v>
                </c:pt>
                <c:pt idx="1277">
                  <c:v>139.4</c:v>
                </c:pt>
                <c:pt idx="1278">
                  <c:v>114.75</c:v>
                </c:pt>
                <c:pt idx="1279">
                  <c:v>114.75</c:v>
                </c:pt>
                <c:pt idx="1280">
                  <c:v>97.75</c:v>
                </c:pt>
                <c:pt idx="1281">
                  <c:v>97.75</c:v>
                </c:pt>
                <c:pt idx="1282">
                  <c:v>76.5</c:v>
                </c:pt>
                <c:pt idx="1283">
                  <c:v>76.5</c:v>
                </c:pt>
                <c:pt idx="1284">
                  <c:v>101.15</c:v>
                </c:pt>
                <c:pt idx="1285">
                  <c:v>101.15</c:v>
                </c:pt>
                <c:pt idx="1286">
                  <c:v>92.65</c:v>
                </c:pt>
                <c:pt idx="1287">
                  <c:v>92.65</c:v>
                </c:pt>
                <c:pt idx="1288">
                  <c:v>58.65</c:v>
                </c:pt>
                <c:pt idx="1289">
                  <c:v>58.65</c:v>
                </c:pt>
                <c:pt idx="1290">
                  <c:v>39.950000000000003</c:v>
                </c:pt>
                <c:pt idx="1291">
                  <c:v>39.950000000000003</c:v>
                </c:pt>
                <c:pt idx="1292">
                  <c:v>20.399999999999999</c:v>
                </c:pt>
                <c:pt idx="1293">
                  <c:v>20.399999999999999</c:v>
                </c:pt>
                <c:pt idx="1294">
                  <c:v>11.9</c:v>
                </c:pt>
                <c:pt idx="1295">
                  <c:v>11.9</c:v>
                </c:pt>
                <c:pt idx="1296">
                  <c:v>11.05</c:v>
                </c:pt>
                <c:pt idx="1297">
                  <c:v>11.05</c:v>
                </c:pt>
                <c:pt idx="1298">
                  <c:v>2.5499999999999998</c:v>
                </c:pt>
                <c:pt idx="1299">
                  <c:v>2.5499999999999998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1.7</c:v>
                </c:pt>
                <c:pt idx="1383">
                  <c:v>1.7</c:v>
                </c:pt>
                <c:pt idx="1384">
                  <c:v>13.6</c:v>
                </c:pt>
                <c:pt idx="1385">
                  <c:v>13.6</c:v>
                </c:pt>
                <c:pt idx="1386">
                  <c:v>18.7</c:v>
                </c:pt>
                <c:pt idx="1387">
                  <c:v>18.7</c:v>
                </c:pt>
                <c:pt idx="1388">
                  <c:v>24.65</c:v>
                </c:pt>
                <c:pt idx="1389">
                  <c:v>24.65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3C3-405F-B520-A09BE7A63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38.1372</c:v>
                </c:pt>
                <c:pt idx="4">
                  <c:v>38.1372</c:v>
                </c:pt>
                <c:pt idx="5">
                  <c:v>38.1372</c:v>
                </c:pt>
                <c:pt idx="6">
                  <c:v>38.1372</c:v>
                </c:pt>
                <c:pt idx="7">
                  <c:v>38.1372</c:v>
                </c:pt>
                <c:pt idx="8">
                  <c:v>38.1372</c:v>
                </c:pt>
                <c:pt idx="9">
                  <c:v>41.8202</c:v>
                </c:pt>
                <c:pt idx="10">
                  <c:v>41.8202</c:v>
                </c:pt>
                <c:pt idx="11">
                  <c:v>41.8202</c:v>
                </c:pt>
                <c:pt idx="12">
                  <c:v>41.8202</c:v>
                </c:pt>
                <c:pt idx="13">
                  <c:v>41.8202</c:v>
                </c:pt>
                <c:pt idx="14">
                  <c:v>41.8202</c:v>
                </c:pt>
                <c:pt idx="15">
                  <c:v>41.8202</c:v>
                </c:pt>
                <c:pt idx="16">
                  <c:v>41.8202</c:v>
                </c:pt>
                <c:pt idx="17">
                  <c:v>41.8202</c:v>
                </c:pt>
                <c:pt idx="18">
                  <c:v>41.8202</c:v>
                </c:pt>
                <c:pt idx="19">
                  <c:v>41.8202</c:v>
                </c:pt>
                <c:pt idx="20">
                  <c:v>42.651116999999999</c:v>
                </c:pt>
                <c:pt idx="21">
                  <c:v>46.358417000000003</c:v>
                </c:pt>
                <c:pt idx="22">
                  <c:v>50.896633000000001</c:v>
                </c:pt>
                <c:pt idx="23">
                  <c:v>54.524099999999997</c:v>
                </c:pt>
                <c:pt idx="24">
                  <c:v>54.524099999999997</c:v>
                </c:pt>
                <c:pt idx="25">
                  <c:v>54.524099999999997</c:v>
                </c:pt>
                <c:pt idx="26">
                  <c:v>52.995148999999998</c:v>
                </c:pt>
                <c:pt idx="27">
                  <c:v>51.712622000000003</c:v>
                </c:pt>
                <c:pt idx="28">
                  <c:v>51.712622000000003</c:v>
                </c:pt>
                <c:pt idx="29">
                  <c:v>51.712622000000003</c:v>
                </c:pt>
                <c:pt idx="30">
                  <c:v>51.712622000000003</c:v>
                </c:pt>
                <c:pt idx="31">
                  <c:v>51.712622000000003</c:v>
                </c:pt>
                <c:pt idx="32">
                  <c:v>51.712622000000003</c:v>
                </c:pt>
                <c:pt idx="33">
                  <c:v>50.450194000000003</c:v>
                </c:pt>
                <c:pt idx="34">
                  <c:v>49.356088999999997</c:v>
                </c:pt>
                <c:pt idx="35">
                  <c:v>48.853158999999998</c:v>
                </c:pt>
                <c:pt idx="36">
                  <c:v>48.853158999999998</c:v>
                </c:pt>
                <c:pt idx="37">
                  <c:v>51.122267999999998</c:v>
                </c:pt>
                <c:pt idx="38">
                  <c:v>51.122267999999998</c:v>
                </c:pt>
                <c:pt idx="39">
                  <c:v>51.122267999999998</c:v>
                </c:pt>
                <c:pt idx="40">
                  <c:v>51.122267999999998</c:v>
                </c:pt>
                <c:pt idx="41">
                  <c:v>51.122267999999998</c:v>
                </c:pt>
                <c:pt idx="42">
                  <c:v>51.122267999999998</c:v>
                </c:pt>
                <c:pt idx="43">
                  <c:v>51.15052</c:v>
                </c:pt>
                <c:pt idx="44">
                  <c:v>51.15052</c:v>
                </c:pt>
                <c:pt idx="45">
                  <c:v>51.15052</c:v>
                </c:pt>
                <c:pt idx="46">
                  <c:v>51.15052</c:v>
                </c:pt>
                <c:pt idx="47">
                  <c:v>51.15052</c:v>
                </c:pt>
                <c:pt idx="48">
                  <c:v>51.15052</c:v>
                </c:pt>
                <c:pt idx="49">
                  <c:v>51.15052</c:v>
                </c:pt>
                <c:pt idx="50">
                  <c:v>51.15052</c:v>
                </c:pt>
                <c:pt idx="51">
                  <c:v>51.15052</c:v>
                </c:pt>
                <c:pt idx="52">
                  <c:v>50.443105000000003</c:v>
                </c:pt>
                <c:pt idx="53">
                  <c:v>49.278557999999997</c:v>
                </c:pt>
                <c:pt idx="54">
                  <c:v>48.907819000000003</c:v>
                </c:pt>
                <c:pt idx="55">
                  <c:v>47.795603999999997</c:v>
                </c:pt>
                <c:pt idx="56">
                  <c:v>46.683388999999998</c:v>
                </c:pt>
                <c:pt idx="57">
                  <c:v>45.571173999999999</c:v>
                </c:pt>
                <c:pt idx="58">
                  <c:v>45.183546</c:v>
                </c:pt>
                <c:pt idx="59">
                  <c:v>43.944665999999998</c:v>
                </c:pt>
                <c:pt idx="60">
                  <c:v>42.705786000000003</c:v>
                </c:pt>
                <c:pt idx="61">
                  <c:v>41.466906000000002</c:v>
                </c:pt>
                <c:pt idx="62">
                  <c:v>41.116028999999997</c:v>
                </c:pt>
                <c:pt idx="63">
                  <c:v>40.063395999999997</c:v>
                </c:pt>
                <c:pt idx="64">
                  <c:v>39.010764000000002</c:v>
                </c:pt>
                <c:pt idx="65">
                  <c:v>37.958131999999999</c:v>
                </c:pt>
                <c:pt idx="66">
                  <c:v>37.537078999999999</c:v>
                </c:pt>
                <c:pt idx="67">
                  <c:v>36.605440999999999</c:v>
                </c:pt>
                <c:pt idx="68">
                  <c:v>35.440894</c:v>
                </c:pt>
                <c:pt idx="69">
                  <c:v>34.276345999999997</c:v>
                </c:pt>
                <c:pt idx="70">
                  <c:v>33.655253999999999</c:v>
                </c:pt>
                <c:pt idx="71">
                  <c:v>32.953499999999998</c:v>
                </c:pt>
                <c:pt idx="72">
                  <c:v>31.900867000000002</c:v>
                </c:pt>
                <c:pt idx="73">
                  <c:v>30.848234999999999</c:v>
                </c:pt>
                <c:pt idx="74">
                  <c:v>29.795603</c:v>
                </c:pt>
                <c:pt idx="75">
                  <c:v>29.725427</c:v>
                </c:pt>
                <c:pt idx="76">
                  <c:v>29.725427</c:v>
                </c:pt>
                <c:pt idx="77">
                  <c:v>29.725427</c:v>
                </c:pt>
                <c:pt idx="78">
                  <c:v>28.852017</c:v>
                </c:pt>
                <c:pt idx="79">
                  <c:v>27.396332999999998</c:v>
                </c:pt>
                <c:pt idx="80">
                  <c:v>25.940649000000001</c:v>
                </c:pt>
                <c:pt idx="81">
                  <c:v>25.597988999999998</c:v>
                </c:pt>
                <c:pt idx="82">
                  <c:v>24.369917999999998</c:v>
                </c:pt>
                <c:pt idx="83">
                  <c:v>23.141846999999999</c:v>
                </c:pt>
                <c:pt idx="84">
                  <c:v>21.913775999999999</c:v>
                </c:pt>
                <c:pt idx="85">
                  <c:v>21.391257</c:v>
                </c:pt>
                <c:pt idx="86">
                  <c:v>20.555228</c:v>
                </c:pt>
                <c:pt idx="87">
                  <c:v>20.052298</c:v>
                </c:pt>
                <c:pt idx="88">
                  <c:v>22.800122000000002</c:v>
                </c:pt>
                <c:pt idx="89">
                  <c:v>21.650485</c:v>
                </c:pt>
                <c:pt idx="90">
                  <c:v>21.147555000000001</c:v>
                </c:pt>
                <c:pt idx="91">
                  <c:v>23.625149</c:v>
                </c:pt>
                <c:pt idx="92">
                  <c:v>23.625149</c:v>
                </c:pt>
                <c:pt idx="93">
                  <c:v>20.481836999999999</c:v>
                </c:pt>
                <c:pt idx="94">
                  <c:v>20.481836999999999</c:v>
                </c:pt>
                <c:pt idx="95">
                  <c:v>20.481836999999999</c:v>
                </c:pt>
                <c:pt idx="96">
                  <c:v>20.481836999999999</c:v>
                </c:pt>
                <c:pt idx="97">
                  <c:v>20.481836999999999</c:v>
                </c:pt>
                <c:pt idx="98">
                  <c:v>20.481836999999999</c:v>
                </c:pt>
                <c:pt idx="99">
                  <c:v>20.481836999999999</c:v>
                </c:pt>
                <c:pt idx="100">
                  <c:v>22.531803</c:v>
                </c:pt>
                <c:pt idx="101">
                  <c:v>22.531803</c:v>
                </c:pt>
                <c:pt idx="102">
                  <c:v>22.531803</c:v>
                </c:pt>
                <c:pt idx="103">
                  <c:v>22.531803</c:v>
                </c:pt>
                <c:pt idx="104">
                  <c:v>22.531803</c:v>
                </c:pt>
                <c:pt idx="105">
                  <c:v>27.07002</c:v>
                </c:pt>
                <c:pt idx="106">
                  <c:v>33.877344999999998</c:v>
                </c:pt>
                <c:pt idx="107">
                  <c:v>40.684669</c:v>
                </c:pt>
                <c:pt idx="108">
                  <c:v>43.172919999999998</c:v>
                </c:pt>
                <c:pt idx="109">
                  <c:v>47.491993999999998</c:v>
                </c:pt>
                <c:pt idx="110">
                  <c:v>52.030211000000001</c:v>
                </c:pt>
                <c:pt idx="111">
                  <c:v>55.963375999999997</c:v>
                </c:pt>
                <c:pt idx="112">
                  <c:v>62.770701000000003</c:v>
                </c:pt>
                <c:pt idx="113">
                  <c:v>62.770701000000003</c:v>
                </c:pt>
                <c:pt idx="114">
                  <c:v>67.308902000000003</c:v>
                </c:pt>
                <c:pt idx="115">
                  <c:v>71.847133999999997</c:v>
                </c:pt>
                <c:pt idx="116">
                  <c:v>78.654459000000003</c:v>
                </c:pt>
                <c:pt idx="117">
                  <c:v>80.923567000000006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84.045209999999997</c:v>
                </c:pt>
                <c:pt idx="125">
                  <c:v>82.926861000000002</c:v>
                </c:pt>
                <c:pt idx="126">
                  <c:v>82.133065999999999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74.979101</c:v>
                </c:pt>
                <c:pt idx="136">
                  <c:v>73.939327000000006</c:v>
                </c:pt>
                <c:pt idx="137">
                  <c:v>72.899552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71.035782999999995</c:v>
                </c:pt>
                <c:pt idx="141">
                  <c:v>69.781582999999998</c:v>
                </c:pt>
                <c:pt idx="142">
                  <c:v>68.527382000000003</c:v>
                </c:pt>
                <c:pt idx="143">
                  <c:v>67.972465</c:v>
                </c:pt>
                <c:pt idx="144">
                  <c:v>67.111994999999993</c:v>
                </c:pt>
                <c:pt idx="145">
                  <c:v>65.947447999999994</c:v>
                </c:pt>
                <c:pt idx="146">
                  <c:v>64.782899999999998</c:v>
                </c:pt>
                <c:pt idx="147">
                  <c:v>64.394717999999997</c:v>
                </c:pt>
                <c:pt idx="148">
                  <c:v>64.394717999999997</c:v>
                </c:pt>
                <c:pt idx="149">
                  <c:v>63.421733000000003</c:v>
                </c:pt>
                <c:pt idx="150">
                  <c:v>63.050995</c:v>
                </c:pt>
                <c:pt idx="151">
                  <c:v>61.918640000000003</c:v>
                </c:pt>
                <c:pt idx="152">
                  <c:v>60.826565000000002</c:v>
                </c:pt>
                <c:pt idx="153">
                  <c:v>59.714348999999999</c:v>
                </c:pt>
                <c:pt idx="154">
                  <c:v>59.491906</c:v>
                </c:pt>
                <c:pt idx="155">
                  <c:v>58.950873999999999</c:v>
                </c:pt>
                <c:pt idx="156">
                  <c:v>57.698745000000002</c:v>
                </c:pt>
                <c:pt idx="157">
                  <c:v>56.890495000000001</c:v>
                </c:pt>
                <c:pt idx="158">
                  <c:v>56.186981000000003</c:v>
                </c:pt>
                <c:pt idx="159">
                  <c:v>55.092593999999998</c:v>
                </c:pt>
                <c:pt idx="160">
                  <c:v>53.998207000000001</c:v>
                </c:pt>
                <c:pt idx="161">
                  <c:v>53.407319999999999</c:v>
                </c:pt>
                <c:pt idx="162">
                  <c:v>52.786228000000001</c:v>
                </c:pt>
                <c:pt idx="163">
                  <c:v>52.075657</c:v>
                </c:pt>
                <c:pt idx="164">
                  <c:v>50.903450999999997</c:v>
                </c:pt>
                <c:pt idx="165">
                  <c:v>49.887537999999999</c:v>
                </c:pt>
                <c:pt idx="166">
                  <c:v>49.066927</c:v>
                </c:pt>
                <c:pt idx="167">
                  <c:v>48.428356000000001</c:v>
                </c:pt>
                <c:pt idx="168">
                  <c:v>47.333967999999999</c:v>
                </c:pt>
                <c:pt idx="169">
                  <c:v>46.239581000000001</c:v>
                </c:pt>
                <c:pt idx="170">
                  <c:v>45.362758999999997</c:v>
                </c:pt>
                <c:pt idx="171">
                  <c:v>44.974575999999999</c:v>
                </c:pt>
                <c:pt idx="172">
                  <c:v>43.862361</c:v>
                </c:pt>
                <c:pt idx="173">
                  <c:v>42.672874999999998</c:v>
                </c:pt>
                <c:pt idx="174">
                  <c:v>41.637931000000002</c:v>
                </c:pt>
                <c:pt idx="175">
                  <c:v>41.037697999999999</c:v>
                </c:pt>
                <c:pt idx="176">
                  <c:v>39.790705000000003</c:v>
                </c:pt>
                <c:pt idx="177">
                  <c:v>38.772792000000003</c:v>
                </c:pt>
                <c:pt idx="178">
                  <c:v>38.772792000000003</c:v>
                </c:pt>
                <c:pt idx="179">
                  <c:v>36.417155999999999</c:v>
                </c:pt>
                <c:pt idx="180">
                  <c:v>35.598441999999999</c:v>
                </c:pt>
                <c:pt idx="181">
                  <c:v>34.370370999999999</c:v>
                </c:pt>
                <c:pt idx="182">
                  <c:v>33.142301000000003</c:v>
                </c:pt>
                <c:pt idx="183">
                  <c:v>32.487329000000003</c:v>
                </c:pt>
                <c:pt idx="184">
                  <c:v>31.601875</c:v>
                </c:pt>
                <c:pt idx="185">
                  <c:v>31.159337000000001</c:v>
                </c:pt>
                <c:pt idx="186">
                  <c:v>29.627037999999999</c:v>
                </c:pt>
                <c:pt idx="187">
                  <c:v>28.605505000000001</c:v>
                </c:pt>
                <c:pt idx="188">
                  <c:v>28.605505000000001</c:v>
                </c:pt>
                <c:pt idx="189">
                  <c:v>25.462192999999999</c:v>
                </c:pt>
                <c:pt idx="190">
                  <c:v>27.731300999999998</c:v>
                </c:pt>
                <c:pt idx="191">
                  <c:v>26.281593000000001</c:v>
                </c:pt>
                <c:pt idx="192">
                  <c:v>27.731300999999998</c:v>
                </c:pt>
                <c:pt idx="193">
                  <c:v>29.774407</c:v>
                </c:pt>
                <c:pt idx="194">
                  <c:v>29.774407</c:v>
                </c:pt>
                <c:pt idx="195">
                  <c:v>29.774407</c:v>
                </c:pt>
                <c:pt idx="196">
                  <c:v>29.774407</c:v>
                </c:pt>
                <c:pt idx="197">
                  <c:v>34.312624</c:v>
                </c:pt>
                <c:pt idx="198">
                  <c:v>41.119948999999998</c:v>
                </c:pt>
                <c:pt idx="199">
                  <c:v>44.617818999999997</c:v>
                </c:pt>
                <c:pt idx="200">
                  <c:v>44.617826999999998</c:v>
                </c:pt>
                <c:pt idx="201">
                  <c:v>50.501553000000001</c:v>
                </c:pt>
                <c:pt idx="202">
                  <c:v>54.665460000000003</c:v>
                </c:pt>
                <c:pt idx="203">
                  <c:v>54.665460000000003</c:v>
                </c:pt>
                <c:pt idx="204">
                  <c:v>54.665460000000003</c:v>
                </c:pt>
                <c:pt idx="205">
                  <c:v>54.665460000000003</c:v>
                </c:pt>
                <c:pt idx="206">
                  <c:v>54.665460000000003</c:v>
                </c:pt>
                <c:pt idx="207">
                  <c:v>54.665460000000003</c:v>
                </c:pt>
                <c:pt idx="208">
                  <c:v>54.665460000000003</c:v>
                </c:pt>
                <c:pt idx="209">
                  <c:v>54.665460000000003</c:v>
                </c:pt>
                <c:pt idx="210">
                  <c:v>58.232483999999999</c:v>
                </c:pt>
                <c:pt idx="211">
                  <c:v>65.039809000000005</c:v>
                </c:pt>
                <c:pt idx="212">
                  <c:v>71.847133999999997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74.979101</c:v>
                </c:pt>
                <c:pt idx="232">
                  <c:v>73.939327000000006</c:v>
                </c:pt>
                <c:pt idx="233">
                  <c:v>72.899552</c:v>
                </c:pt>
                <c:pt idx="234">
                  <c:v>72.065203999999994</c:v>
                </c:pt>
                <c:pt idx="235">
                  <c:v>71.233384999999998</c:v>
                </c:pt>
                <c:pt idx="236">
                  <c:v>71.035782999999995</c:v>
                </c:pt>
                <c:pt idx="237">
                  <c:v>69.781582999999998</c:v>
                </c:pt>
                <c:pt idx="238">
                  <c:v>68.527382000000003</c:v>
                </c:pt>
                <c:pt idx="239">
                  <c:v>67.972465</c:v>
                </c:pt>
                <c:pt idx="240">
                  <c:v>67.111994999999993</c:v>
                </c:pt>
                <c:pt idx="241">
                  <c:v>65.947447999999994</c:v>
                </c:pt>
                <c:pt idx="242">
                  <c:v>64.720551999999998</c:v>
                </c:pt>
                <c:pt idx="243">
                  <c:v>64.394717999999997</c:v>
                </c:pt>
                <c:pt idx="244">
                  <c:v>63.282502999999998</c:v>
                </c:pt>
                <c:pt idx="245">
                  <c:v>62.170287999999999</c:v>
                </c:pt>
                <c:pt idx="246">
                  <c:v>61.058072000000003</c:v>
                </c:pt>
                <c:pt idx="247">
                  <c:v>60.464891000000001</c:v>
                </c:pt>
                <c:pt idx="248">
                  <c:v>59.473787000000002</c:v>
                </c:pt>
                <c:pt idx="249">
                  <c:v>58.234907</c:v>
                </c:pt>
                <c:pt idx="250">
                  <c:v>56.996026000000001</c:v>
                </c:pt>
                <c:pt idx="251">
                  <c:v>56.583066000000002</c:v>
                </c:pt>
                <c:pt idx="252">
                  <c:v>56.080938000000003</c:v>
                </c:pt>
                <c:pt idx="253">
                  <c:v>54.842058000000002</c:v>
                </c:pt>
                <c:pt idx="254">
                  <c:v>53.603178</c:v>
                </c:pt>
                <c:pt idx="255">
                  <c:v>52.859850000000002</c:v>
                </c:pt>
                <c:pt idx="256">
                  <c:v>52.859850000000002</c:v>
                </c:pt>
                <c:pt idx="257">
                  <c:v>51.807217000000001</c:v>
                </c:pt>
                <c:pt idx="258">
                  <c:v>50.754584999999999</c:v>
                </c:pt>
                <c:pt idx="259">
                  <c:v>49.701953000000003</c:v>
                </c:pt>
                <c:pt idx="260">
                  <c:v>48.930022999999998</c:v>
                </c:pt>
                <c:pt idx="261">
                  <c:v>48.464204000000002</c:v>
                </c:pt>
                <c:pt idx="262">
                  <c:v>47.299655999999999</c:v>
                </c:pt>
                <c:pt idx="263">
                  <c:v>46.135109</c:v>
                </c:pt>
                <c:pt idx="264">
                  <c:v>45.048197999999999</c:v>
                </c:pt>
                <c:pt idx="265">
                  <c:v>44.697321000000002</c:v>
                </c:pt>
                <c:pt idx="266">
                  <c:v>43.644688000000002</c:v>
                </c:pt>
                <c:pt idx="267">
                  <c:v>42.592055999999999</c:v>
                </c:pt>
                <c:pt idx="268">
                  <c:v>41.539423999999997</c:v>
                </c:pt>
                <c:pt idx="269">
                  <c:v>41.118371000000003</c:v>
                </c:pt>
                <c:pt idx="270">
                  <c:v>40.244961000000004</c:v>
                </c:pt>
                <c:pt idx="271">
                  <c:v>38.789276000000001</c:v>
                </c:pt>
                <c:pt idx="272">
                  <c:v>37.333592000000003</c:v>
                </c:pt>
                <c:pt idx="273">
                  <c:v>36.990932000000001</c:v>
                </c:pt>
                <c:pt idx="274">
                  <c:v>35.762861000000001</c:v>
                </c:pt>
                <c:pt idx="275">
                  <c:v>34.534790999999998</c:v>
                </c:pt>
                <c:pt idx="276">
                  <c:v>33.306719999999999</c:v>
                </c:pt>
                <c:pt idx="277">
                  <c:v>33.306719999999999</c:v>
                </c:pt>
                <c:pt idx="278">
                  <c:v>33.306719999999999</c:v>
                </c:pt>
                <c:pt idx="279">
                  <c:v>32.888705000000002</c:v>
                </c:pt>
                <c:pt idx="280">
                  <c:v>31.601875</c:v>
                </c:pt>
                <c:pt idx="281">
                  <c:v>31.426974999999999</c:v>
                </c:pt>
                <c:pt idx="282">
                  <c:v>30.737192</c:v>
                </c:pt>
                <c:pt idx="283">
                  <c:v>29.200008</c:v>
                </c:pt>
                <c:pt idx="284">
                  <c:v>28.999096999999999</c:v>
                </c:pt>
                <c:pt idx="285">
                  <c:v>28.286047</c:v>
                </c:pt>
                <c:pt idx="286">
                  <c:v>28.286047</c:v>
                </c:pt>
                <c:pt idx="287">
                  <c:v>26.281593000000001</c:v>
                </c:pt>
                <c:pt idx="288">
                  <c:v>26.281600000000001</c:v>
                </c:pt>
                <c:pt idx="289">
                  <c:v>26.281600000000001</c:v>
                </c:pt>
                <c:pt idx="290">
                  <c:v>26.281600000000001</c:v>
                </c:pt>
                <c:pt idx="291">
                  <c:v>26.281600000000001</c:v>
                </c:pt>
                <c:pt idx="292">
                  <c:v>26.281600000000001</c:v>
                </c:pt>
                <c:pt idx="293">
                  <c:v>30.819817</c:v>
                </c:pt>
                <c:pt idx="294">
                  <c:v>37.627141999999999</c:v>
                </c:pt>
                <c:pt idx="295">
                  <c:v>39.231282999999998</c:v>
                </c:pt>
                <c:pt idx="296">
                  <c:v>39.231282999999998</c:v>
                </c:pt>
                <c:pt idx="297">
                  <c:v>43.769500000000001</c:v>
                </c:pt>
                <c:pt idx="298">
                  <c:v>50.576824999999999</c:v>
                </c:pt>
                <c:pt idx="299">
                  <c:v>51.241790999999999</c:v>
                </c:pt>
                <c:pt idx="300">
                  <c:v>53.510899999999999</c:v>
                </c:pt>
                <c:pt idx="301">
                  <c:v>53.510899999999999</c:v>
                </c:pt>
                <c:pt idx="302">
                  <c:v>53.510899999999999</c:v>
                </c:pt>
                <c:pt idx="303">
                  <c:v>58.049115999999998</c:v>
                </c:pt>
                <c:pt idx="304">
                  <c:v>62.578017000000003</c:v>
                </c:pt>
                <c:pt idx="305">
                  <c:v>62.770701000000003</c:v>
                </c:pt>
                <c:pt idx="306">
                  <c:v>62.770701000000003</c:v>
                </c:pt>
                <c:pt idx="307">
                  <c:v>67.308916999999994</c:v>
                </c:pt>
                <c:pt idx="308">
                  <c:v>71.847133999999997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82.133065999999999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62.309517999999997</c:v>
                </c:pt>
                <c:pt idx="341">
                  <c:v>61.197302999999998</c:v>
                </c:pt>
                <c:pt idx="342">
                  <c:v>60.085087999999999</c:v>
                </c:pt>
                <c:pt idx="343">
                  <c:v>59.491906</c:v>
                </c:pt>
                <c:pt idx="344">
                  <c:v>59.491906</c:v>
                </c:pt>
                <c:pt idx="345">
                  <c:v>58.913761999999998</c:v>
                </c:pt>
                <c:pt idx="346">
                  <c:v>57.674881999999997</c:v>
                </c:pt>
                <c:pt idx="347">
                  <c:v>56.436002000000002</c:v>
                </c:pt>
                <c:pt idx="348">
                  <c:v>55.610081999999998</c:v>
                </c:pt>
                <c:pt idx="349">
                  <c:v>54.908327</c:v>
                </c:pt>
                <c:pt idx="350">
                  <c:v>53.855694999999997</c:v>
                </c:pt>
                <c:pt idx="351">
                  <c:v>52.803061999999997</c:v>
                </c:pt>
                <c:pt idx="352">
                  <c:v>51.750430000000001</c:v>
                </c:pt>
                <c:pt idx="353">
                  <c:v>51.680255000000002</c:v>
                </c:pt>
                <c:pt idx="354">
                  <c:v>51.680255000000002</c:v>
                </c:pt>
                <c:pt idx="355">
                  <c:v>50.748617000000003</c:v>
                </c:pt>
                <c:pt idx="356">
                  <c:v>49.584069999999997</c:v>
                </c:pt>
                <c:pt idx="357">
                  <c:v>48.419522000000001</c:v>
                </c:pt>
                <c:pt idx="358">
                  <c:v>47.798430000000003</c:v>
                </c:pt>
                <c:pt idx="359">
                  <c:v>47.096674999999998</c:v>
                </c:pt>
                <c:pt idx="360">
                  <c:v>46.044043000000002</c:v>
                </c:pt>
                <c:pt idx="361">
                  <c:v>44.991410999999999</c:v>
                </c:pt>
                <c:pt idx="362">
                  <c:v>43.938778999999997</c:v>
                </c:pt>
                <c:pt idx="363">
                  <c:v>43.776178999999999</c:v>
                </c:pt>
                <c:pt idx="364">
                  <c:v>42.389812999999997</c:v>
                </c:pt>
                <c:pt idx="365">
                  <c:v>41.003447000000001</c:v>
                </c:pt>
                <c:pt idx="366">
                  <c:v>39.986778999999999</c:v>
                </c:pt>
                <c:pt idx="367">
                  <c:v>39.264974000000002</c:v>
                </c:pt>
                <c:pt idx="368">
                  <c:v>38.061965999999998</c:v>
                </c:pt>
                <c:pt idx="369">
                  <c:v>36.858956999999997</c:v>
                </c:pt>
                <c:pt idx="370">
                  <c:v>36.056952000000003</c:v>
                </c:pt>
                <c:pt idx="371">
                  <c:v>36.056952000000003</c:v>
                </c:pt>
                <c:pt idx="372">
                  <c:v>36.056952000000003</c:v>
                </c:pt>
                <c:pt idx="373">
                  <c:v>34.728959000000003</c:v>
                </c:pt>
                <c:pt idx="374">
                  <c:v>33.196660000000001</c:v>
                </c:pt>
                <c:pt idx="375">
                  <c:v>32.175127000000003</c:v>
                </c:pt>
                <c:pt idx="376">
                  <c:v>31.292897</c:v>
                </c:pt>
                <c:pt idx="377">
                  <c:v>29.969550999999999</c:v>
                </c:pt>
                <c:pt idx="378">
                  <c:v>28.646204999999998</c:v>
                </c:pt>
                <c:pt idx="379">
                  <c:v>28.293312</c:v>
                </c:pt>
                <c:pt idx="380">
                  <c:v>28.188808999999999</c:v>
                </c:pt>
                <c:pt idx="381">
                  <c:v>26.934764000000001</c:v>
                </c:pt>
                <c:pt idx="382">
                  <c:v>26.431833999999998</c:v>
                </c:pt>
                <c:pt idx="383">
                  <c:v>29.031822999999999</c:v>
                </c:pt>
                <c:pt idx="384">
                  <c:v>34.312631000000003</c:v>
                </c:pt>
                <c:pt idx="385">
                  <c:v>34.312631000000003</c:v>
                </c:pt>
                <c:pt idx="386">
                  <c:v>34.312631000000003</c:v>
                </c:pt>
                <c:pt idx="387">
                  <c:v>34.312631000000003</c:v>
                </c:pt>
                <c:pt idx="388">
                  <c:v>34.312631000000003</c:v>
                </c:pt>
                <c:pt idx="389">
                  <c:v>34.312631000000003</c:v>
                </c:pt>
                <c:pt idx="390">
                  <c:v>34.312631000000003</c:v>
                </c:pt>
                <c:pt idx="391">
                  <c:v>34.312631000000003</c:v>
                </c:pt>
                <c:pt idx="392">
                  <c:v>34.312631000000003</c:v>
                </c:pt>
                <c:pt idx="393">
                  <c:v>34.312638999999997</c:v>
                </c:pt>
                <c:pt idx="394">
                  <c:v>34.312638999999997</c:v>
                </c:pt>
                <c:pt idx="395">
                  <c:v>34.312638999999997</c:v>
                </c:pt>
                <c:pt idx="396">
                  <c:v>34.312638999999997</c:v>
                </c:pt>
                <c:pt idx="397">
                  <c:v>34.312638999999997</c:v>
                </c:pt>
                <c:pt idx="398">
                  <c:v>34.312638999999997</c:v>
                </c:pt>
                <c:pt idx="399">
                  <c:v>38.850855000000003</c:v>
                </c:pt>
                <c:pt idx="400">
                  <c:v>44.617834000000002</c:v>
                </c:pt>
                <c:pt idx="401">
                  <c:v>51.425159000000001</c:v>
                </c:pt>
                <c:pt idx="402">
                  <c:v>58.232483999999999</c:v>
                </c:pt>
                <c:pt idx="403">
                  <c:v>65.039809000000005</c:v>
                </c:pt>
                <c:pt idx="404">
                  <c:v>71.847133999999997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82.133065999999999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71.233384999999998</c:v>
                </c:pt>
                <c:pt idx="428">
                  <c:v>70.062798000000001</c:v>
                </c:pt>
                <c:pt idx="429">
                  <c:v>68.808598000000003</c:v>
                </c:pt>
                <c:pt idx="430">
                  <c:v>67.554398000000006</c:v>
                </c:pt>
                <c:pt idx="431">
                  <c:v>67.303557999999995</c:v>
                </c:pt>
                <c:pt idx="432">
                  <c:v>66.139009999999999</c:v>
                </c:pt>
                <c:pt idx="433">
                  <c:v>64.974463</c:v>
                </c:pt>
                <c:pt idx="434">
                  <c:v>63.809916000000001</c:v>
                </c:pt>
                <c:pt idx="435">
                  <c:v>63.421733000000003</c:v>
                </c:pt>
                <c:pt idx="436">
                  <c:v>62.309517999999997</c:v>
                </c:pt>
                <c:pt idx="437">
                  <c:v>61.197302999999998</c:v>
                </c:pt>
                <c:pt idx="438">
                  <c:v>60.085087999999999</c:v>
                </c:pt>
                <c:pt idx="439">
                  <c:v>59.491906</c:v>
                </c:pt>
                <c:pt idx="440">
                  <c:v>58.500802</c:v>
                </c:pt>
                <c:pt idx="441">
                  <c:v>57.261921999999998</c:v>
                </c:pt>
                <c:pt idx="442">
                  <c:v>56.023041999999997</c:v>
                </c:pt>
                <c:pt idx="443">
                  <c:v>55.610081999999998</c:v>
                </c:pt>
                <c:pt idx="444">
                  <c:v>54.476478</c:v>
                </c:pt>
                <c:pt idx="445">
                  <c:v>53.342874000000002</c:v>
                </c:pt>
                <c:pt idx="446">
                  <c:v>52.209269999999997</c:v>
                </c:pt>
                <c:pt idx="447">
                  <c:v>51.680255000000002</c:v>
                </c:pt>
                <c:pt idx="448">
                  <c:v>51.680255000000002</c:v>
                </c:pt>
                <c:pt idx="449">
                  <c:v>51.524982000000001</c:v>
                </c:pt>
                <c:pt idx="450">
                  <c:v>50.360433999999998</c:v>
                </c:pt>
                <c:pt idx="451">
                  <c:v>49.195886999999999</c:v>
                </c:pt>
                <c:pt idx="452">
                  <c:v>48.03134</c:v>
                </c:pt>
                <c:pt idx="453">
                  <c:v>47.798430000000003</c:v>
                </c:pt>
                <c:pt idx="454">
                  <c:v>46.745798000000001</c:v>
                </c:pt>
                <c:pt idx="455">
                  <c:v>45.693165999999998</c:v>
                </c:pt>
                <c:pt idx="456">
                  <c:v>44.640534000000002</c:v>
                </c:pt>
                <c:pt idx="457">
                  <c:v>43.868603</c:v>
                </c:pt>
                <c:pt idx="458">
                  <c:v>43.417228000000001</c:v>
                </c:pt>
                <c:pt idx="459">
                  <c:v>42.063102999999998</c:v>
                </c:pt>
                <c:pt idx="460">
                  <c:v>40.708978999999999</c:v>
                </c:pt>
                <c:pt idx="461">
                  <c:v>39.986778999999999</c:v>
                </c:pt>
                <c:pt idx="462">
                  <c:v>39.079895999999998</c:v>
                </c:pt>
                <c:pt idx="463">
                  <c:v>37.946292</c:v>
                </c:pt>
                <c:pt idx="464">
                  <c:v>36.812688000000001</c:v>
                </c:pt>
                <c:pt idx="465">
                  <c:v>36.056952000000003</c:v>
                </c:pt>
                <c:pt idx="466">
                  <c:v>35.239725</c:v>
                </c:pt>
                <c:pt idx="467">
                  <c:v>33.707425999999998</c:v>
                </c:pt>
                <c:pt idx="468">
                  <c:v>32.175127000000003</c:v>
                </c:pt>
                <c:pt idx="469">
                  <c:v>31.762167999999999</c:v>
                </c:pt>
                <c:pt idx="470">
                  <c:v>30.523291</c:v>
                </c:pt>
                <c:pt idx="471">
                  <c:v>29.284414000000002</c:v>
                </c:pt>
                <c:pt idx="472">
                  <c:v>28.293312</c:v>
                </c:pt>
                <c:pt idx="473">
                  <c:v>28.293312</c:v>
                </c:pt>
                <c:pt idx="474">
                  <c:v>26.934764000000001</c:v>
                </c:pt>
                <c:pt idx="475">
                  <c:v>26.934764000000001</c:v>
                </c:pt>
                <c:pt idx="476">
                  <c:v>25.174509</c:v>
                </c:pt>
                <c:pt idx="477">
                  <c:v>24.756494</c:v>
                </c:pt>
                <c:pt idx="478">
                  <c:v>23.815961000000001</c:v>
                </c:pt>
                <c:pt idx="479">
                  <c:v>23.313030999999999</c:v>
                </c:pt>
                <c:pt idx="480">
                  <c:v>27.851247999999998</c:v>
                </c:pt>
                <c:pt idx="481">
                  <c:v>27.851247999999998</c:v>
                </c:pt>
                <c:pt idx="482">
                  <c:v>27.851247999999998</c:v>
                </c:pt>
                <c:pt idx="483">
                  <c:v>27.851247999999998</c:v>
                </c:pt>
                <c:pt idx="484">
                  <c:v>27.851254999999998</c:v>
                </c:pt>
                <c:pt idx="485">
                  <c:v>27.851262999999999</c:v>
                </c:pt>
                <c:pt idx="486">
                  <c:v>27.851262999999999</c:v>
                </c:pt>
                <c:pt idx="487">
                  <c:v>32.389479000000001</c:v>
                </c:pt>
                <c:pt idx="488">
                  <c:v>39.196804</c:v>
                </c:pt>
                <c:pt idx="489">
                  <c:v>39.196804</c:v>
                </c:pt>
                <c:pt idx="490">
                  <c:v>41.465912000000003</c:v>
                </c:pt>
                <c:pt idx="491">
                  <c:v>41.465912000000003</c:v>
                </c:pt>
                <c:pt idx="492">
                  <c:v>46.004128999999999</c:v>
                </c:pt>
                <c:pt idx="493">
                  <c:v>52.811453999999998</c:v>
                </c:pt>
                <c:pt idx="494">
                  <c:v>53.538086</c:v>
                </c:pt>
                <c:pt idx="495">
                  <c:v>53.538086</c:v>
                </c:pt>
                <c:pt idx="496">
                  <c:v>58.076303000000003</c:v>
                </c:pt>
                <c:pt idx="497">
                  <c:v>64.883627000000004</c:v>
                </c:pt>
                <c:pt idx="498">
                  <c:v>66.385326000000006</c:v>
                </c:pt>
                <c:pt idx="499">
                  <c:v>67.308916999999994</c:v>
                </c:pt>
                <c:pt idx="500">
                  <c:v>74.116242</c:v>
                </c:pt>
                <c:pt idx="501">
                  <c:v>79.999967999999996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82.002617000000001</c:v>
                </c:pt>
                <c:pt idx="512">
                  <c:v>80.616251000000005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74.592656000000005</c:v>
                </c:pt>
                <c:pt idx="520">
                  <c:v>73.472898999999998</c:v>
                </c:pt>
                <c:pt idx="521">
                  <c:v>72.353142000000005</c:v>
                </c:pt>
                <c:pt idx="522">
                  <c:v>71.233384999999998</c:v>
                </c:pt>
                <c:pt idx="523">
                  <c:v>71.233384999999998</c:v>
                </c:pt>
                <c:pt idx="524">
                  <c:v>70.635368</c:v>
                </c:pt>
                <c:pt idx="525">
                  <c:v>69.353902000000005</c:v>
                </c:pt>
                <c:pt idx="526">
                  <c:v>68.072436999999994</c:v>
                </c:pt>
                <c:pt idx="527">
                  <c:v>67.303557999999995</c:v>
                </c:pt>
                <c:pt idx="528">
                  <c:v>66.482403000000005</c:v>
                </c:pt>
                <c:pt idx="529">
                  <c:v>65.362645999999998</c:v>
                </c:pt>
                <c:pt idx="530">
                  <c:v>64.242889000000005</c:v>
                </c:pt>
                <c:pt idx="531">
                  <c:v>63.421733000000003</c:v>
                </c:pt>
                <c:pt idx="532">
                  <c:v>63.421733000000003</c:v>
                </c:pt>
                <c:pt idx="533">
                  <c:v>62.603019000000003</c:v>
                </c:pt>
                <c:pt idx="534">
                  <c:v>61.374948000000003</c:v>
                </c:pt>
                <c:pt idx="535">
                  <c:v>60.146877000000003</c:v>
                </c:pt>
                <c:pt idx="536">
                  <c:v>59.491906</c:v>
                </c:pt>
                <c:pt idx="537">
                  <c:v>59.491906</c:v>
                </c:pt>
                <c:pt idx="538">
                  <c:v>59.491906</c:v>
                </c:pt>
                <c:pt idx="539">
                  <c:v>59.491906</c:v>
                </c:pt>
                <c:pt idx="540">
                  <c:v>58.539760999999999</c:v>
                </c:pt>
                <c:pt idx="541">
                  <c:v>57.441130999999999</c:v>
                </c:pt>
                <c:pt idx="542">
                  <c:v>56.342502000000003</c:v>
                </c:pt>
                <c:pt idx="543">
                  <c:v>55.610081999999998</c:v>
                </c:pt>
                <c:pt idx="544">
                  <c:v>55.610081999999998</c:v>
                </c:pt>
                <c:pt idx="545">
                  <c:v>54.693122000000002</c:v>
                </c:pt>
                <c:pt idx="546">
                  <c:v>53.710664999999999</c:v>
                </c:pt>
                <c:pt idx="547">
                  <c:v>52.728209</c:v>
                </c:pt>
                <c:pt idx="548">
                  <c:v>51.745752000000003</c:v>
                </c:pt>
                <c:pt idx="549">
                  <c:v>51.468519000000001</c:v>
                </c:pt>
                <c:pt idx="550">
                  <c:v>50.409838999999998</c:v>
                </c:pt>
                <c:pt idx="551">
                  <c:v>49.35116</c:v>
                </c:pt>
                <c:pt idx="552">
                  <c:v>48.292481000000002</c:v>
                </c:pt>
                <c:pt idx="553">
                  <c:v>47.798430000000003</c:v>
                </c:pt>
                <c:pt idx="554">
                  <c:v>47.798430000000003</c:v>
                </c:pt>
                <c:pt idx="555">
                  <c:v>47.798430000000003</c:v>
                </c:pt>
                <c:pt idx="556">
                  <c:v>47.798430000000003</c:v>
                </c:pt>
                <c:pt idx="557">
                  <c:v>47.798430000000003</c:v>
                </c:pt>
                <c:pt idx="558">
                  <c:v>47.798430000000003</c:v>
                </c:pt>
                <c:pt idx="559">
                  <c:v>47.798430000000003</c:v>
                </c:pt>
                <c:pt idx="560">
                  <c:v>47.798430000000003</c:v>
                </c:pt>
                <c:pt idx="561">
                  <c:v>47.798430000000003</c:v>
                </c:pt>
                <c:pt idx="562">
                  <c:v>46.818443000000002</c:v>
                </c:pt>
                <c:pt idx="563">
                  <c:v>45.362758999999997</c:v>
                </c:pt>
                <c:pt idx="564">
                  <c:v>44.974575999999999</c:v>
                </c:pt>
                <c:pt idx="565">
                  <c:v>44.974575999999999</c:v>
                </c:pt>
                <c:pt idx="566">
                  <c:v>44.217920999999997</c:v>
                </c:pt>
                <c:pt idx="567">
                  <c:v>43.073642</c:v>
                </c:pt>
                <c:pt idx="568">
                  <c:v>41.831263999999997</c:v>
                </c:pt>
                <c:pt idx="569">
                  <c:v>41.544134999999997</c:v>
                </c:pt>
                <c:pt idx="570">
                  <c:v>39.350396000000003</c:v>
                </c:pt>
                <c:pt idx="571">
                  <c:v>40.7498</c:v>
                </c:pt>
                <c:pt idx="572">
                  <c:v>39.831251999999999</c:v>
                </c:pt>
                <c:pt idx="573">
                  <c:v>37.988680000000002</c:v>
                </c:pt>
                <c:pt idx="574">
                  <c:v>38.888322000000002</c:v>
                </c:pt>
                <c:pt idx="575">
                  <c:v>38.888322000000002</c:v>
                </c:pt>
                <c:pt idx="576">
                  <c:v>38.888328999999999</c:v>
                </c:pt>
                <c:pt idx="577">
                  <c:v>45.695653999999998</c:v>
                </c:pt>
                <c:pt idx="578">
                  <c:v>50.500205000000001</c:v>
                </c:pt>
                <c:pt idx="579">
                  <c:v>50.500205000000001</c:v>
                </c:pt>
                <c:pt idx="580">
                  <c:v>50.500205000000001</c:v>
                </c:pt>
                <c:pt idx="581">
                  <c:v>50.500205000000001</c:v>
                </c:pt>
                <c:pt idx="582">
                  <c:v>50.500205000000001</c:v>
                </c:pt>
                <c:pt idx="583">
                  <c:v>50.500205000000001</c:v>
                </c:pt>
                <c:pt idx="584">
                  <c:v>52.769312999999997</c:v>
                </c:pt>
                <c:pt idx="585">
                  <c:v>52.769312999999997</c:v>
                </c:pt>
                <c:pt idx="586">
                  <c:v>52.769312999999997</c:v>
                </c:pt>
                <c:pt idx="587">
                  <c:v>52.769312999999997</c:v>
                </c:pt>
                <c:pt idx="588">
                  <c:v>52.769312999999997</c:v>
                </c:pt>
                <c:pt idx="589">
                  <c:v>52.769312999999997</c:v>
                </c:pt>
                <c:pt idx="590">
                  <c:v>52.769312999999997</c:v>
                </c:pt>
                <c:pt idx="591">
                  <c:v>52.769312999999997</c:v>
                </c:pt>
                <c:pt idx="592">
                  <c:v>57.30753</c:v>
                </c:pt>
                <c:pt idx="593">
                  <c:v>57.30753</c:v>
                </c:pt>
                <c:pt idx="594">
                  <c:v>57.30753</c:v>
                </c:pt>
                <c:pt idx="595">
                  <c:v>61.845745999999998</c:v>
                </c:pt>
                <c:pt idx="596">
                  <c:v>68.653070999999997</c:v>
                </c:pt>
                <c:pt idx="597">
                  <c:v>75.460396000000003</c:v>
                </c:pt>
                <c:pt idx="598">
                  <c:v>79.999967999999996</c:v>
                </c:pt>
                <c:pt idx="599">
                  <c:v>80.923567000000006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81.598867999999996</c:v>
                </c:pt>
                <c:pt idx="608">
                  <c:v>80.066569000000001</c:v>
                </c:pt>
                <c:pt idx="609">
                  <c:v>79.045035999999996</c:v>
                </c:pt>
                <c:pt idx="610">
                  <c:v>79.045035999999996</c:v>
                </c:pt>
                <c:pt idx="611">
                  <c:v>78.160825000000003</c:v>
                </c:pt>
                <c:pt idx="612">
                  <c:v>76.687139999999999</c:v>
                </c:pt>
                <c:pt idx="613">
                  <c:v>75.213454999999996</c:v>
                </c:pt>
                <c:pt idx="614">
                  <c:v>74.934658999999996</c:v>
                </c:pt>
                <c:pt idx="615">
                  <c:v>73.580534999999998</c:v>
                </c:pt>
                <c:pt idx="616">
                  <c:v>72.226410000000001</c:v>
                </c:pt>
                <c:pt idx="617">
                  <c:v>71.233384999999998</c:v>
                </c:pt>
                <c:pt idx="618">
                  <c:v>71.233384999999998</c:v>
                </c:pt>
                <c:pt idx="619">
                  <c:v>70.272760000000005</c:v>
                </c:pt>
                <c:pt idx="620">
                  <c:v>68.962817999999999</c:v>
                </c:pt>
                <c:pt idx="621">
                  <c:v>67.652876000000006</c:v>
                </c:pt>
                <c:pt idx="622">
                  <c:v>67.303557999999995</c:v>
                </c:pt>
                <c:pt idx="623">
                  <c:v>67.303557999999995</c:v>
                </c:pt>
                <c:pt idx="624">
                  <c:v>66.518238999999994</c:v>
                </c:pt>
                <c:pt idx="625">
                  <c:v>65.290167999999994</c:v>
                </c:pt>
                <c:pt idx="626">
                  <c:v>64.311318</c:v>
                </c:pt>
                <c:pt idx="627">
                  <c:v>63.421733000000003</c:v>
                </c:pt>
                <c:pt idx="628">
                  <c:v>62.767685999999998</c:v>
                </c:pt>
                <c:pt idx="629">
                  <c:v>61.603138999999999</c:v>
                </c:pt>
                <c:pt idx="630">
                  <c:v>60.671500999999999</c:v>
                </c:pt>
                <c:pt idx="631">
                  <c:v>60.065005999999997</c:v>
                </c:pt>
                <c:pt idx="632">
                  <c:v>59.491906</c:v>
                </c:pt>
                <c:pt idx="633">
                  <c:v>58.460973000000003</c:v>
                </c:pt>
                <c:pt idx="634">
                  <c:v>57.232903</c:v>
                </c:pt>
                <c:pt idx="635">
                  <c:v>56.386446999999997</c:v>
                </c:pt>
                <c:pt idx="636">
                  <c:v>55.610081999999998</c:v>
                </c:pt>
                <c:pt idx="637">
                  <c:v>55.610081999999998</c:v>
                </c:pt>
                <c:pt idx="638">
                  <c:v>54.509729999999998</c:v>
                </c:pt>
                <c:pt idx="639">
                  <c:v>53.330781999999999</c:v>
                </c:pt>
                <c:pt idx="640">
                  <c:v>52.151834000000001</c:v>
                </c:pt>
                <c:pt idx="641">
                  <c:v>51.680255000000002</c:v>
                </c:pt>
                <c:pt idx="642">
                  <c:v>51.680255000000002</c:v>
                </c:pt>
                <c:pt idx="643">
                  <c:v>51.292071999999997</c:v>
                </c:pt>
                <c:pt idx="644">
                  <c:v>50.127524999999999</c:v>
                </c:pt>
                <c:pt idx="645">
                  <c:v>48.962978</c:v>
                </c:pt>
                <c:pt idx="646">
                  <c:v>47.798430000000003</c:v>
                </c:pt>
                <c:pt idx="647">
                  <c:v>47.798430000000003</c:v>
                </c:pt>
                <c:pt idx="648">
                  <c:v>47.143459</c:v>
                </c:pt>
                <c:pt idx="649">
                  <c:v>45.915388</c:v>
                </c:pt>
                <c:pt idx="650">
                  <c:v>44.687317</c:v>
                </c:pt>
                <c:pt idx="651">
                  <c:v>43.868603</c:v>
                </c:pt>
                <c:pt idx="652">
                  <c:v>43.868603</c:v>
                </c:pt>
                <c:pt idx="653">
                  <c:v>41.831263999999997</c:v>
                </c:pt>
                <c:pt idx="654">
                  <c:v>41.831263999999997</c:v>
                </c:pt>
                <c:pt idx="655">
                  <c:v>41.831263999999997</c:v>
                </c:pt>
                <c:pt idx="656">
                  <c:v>41.831263999999997</c:v>
                </c:pt>
                <c:pt idx="657">
                  <c:v>41.207684999999998</c:v>
                </c:pt>
                <c:pt idx="658">
                  <c:v>40.709758000000001</c:v>
                </c:pt>
                <c:pt idx="659">
                  <c:v>39.177458999999999</c:v>
                </c:pt>
                <c:pt idx="660">
                  <c:v>37.645159999999997</c:v>
                </c:pt>
                <c:pt idx="661">
                  <c:v>37.236547000000002</c:v>
                </c:pt>
                <c:pt idx="662">
                  <c:v>35.877910999999997</c:v>
                </c:pt>
                <c:pt idx="663">
                  <c:v>34.422230999999996</c:v>
                </c:pt>
                <c:pt idx="664">
                  <c:v>33.354731999999998</c:v>
                </c:pt>
                <c:pt idx="665">
                  <c:v>33.354731999999998</c:v>
                </c:pt>
                <c:pt idx="666">
                  <c:v>32.869535999999997</c:v>
                </c:pt>
                <c:pt idx="667">
                  <c:v>31.996182999999998</c:v>
                </c:pt>
                <c:pt idx="668">
                  <c:v>31.493254</c:v>
                </c:pt>
                <c:pt idx="669">
                  <c:v>30.594850000000001</c:v>
                </c:pt>
                <c:pt idx="670">
                  <c:v>34.243485999999997</c:v>
                </c:pt>
                <c:pt idx="671">
                  <c:v>38.781702000000003</c:v>
                </c:pt>
                <c:pt idx="672">
                  <c:v>42.156035000000003</c:v>
                </c:pt>
                <c:pt idx="673">
                  <c:v>42.156035000000003</c:v>
                </c:pt>
                <c:pt idx="674">
                  <c:v>42.156035000000003</c:v>
                </c:pt>
                <c:pt idx="675">
                  <c:v>42.156035000000003</c:v>
                </c:pt>
                <c:pt idx="676">
                  <c:v>42.156035000000003</c:v>
                </c:pt>
                <c:pt idx="677">
                  <c:v>42.156035000000003</c:v>
                </c:pt>
                <c:pt idx="678">
                  <c:v>42.156035000000003</c:v>
                </c:pt>
                <c:pt idx="679">
                  <c:v>42.156035000000003</c:v>
                </c:pt>
                <c:pt idx="680">
                  <c:v>42.156035000000003</c:v>
                </c:pt>
                <c:pt idx="681">
                  <c:v>42.156035000000003</c:v>
                </c:pt>
                <c:pt idx="682">
                  <c:v>42.156035000000003</c:v>
                </c:pt>
                <c:pt idx="683">
                  <c:v>42.156035000000003</c:v>
                </c:pt>
                <c:pt idx="684">
                  <c:v>42.156035000000003</c:v>
                </c:pt>
                <c:pt idx="685">
                  <c:v>42.156041999999999</c:v>
                </c:pt>
                <c:pt idx="686">
                  <c:v>44.063357000000003</c:v>
                </c:pt>
                <c:pt idx="687">
                  <c:v>50.870682000000002</c:v>
                </c:pt>
                <c:pt idx="688">
                  <c:v>57.678006000000003</c:v>
                </c:pt>
                <c:pt idx="689">
                  <c:v>58.232477000000003</c:v>
                </c:pt>
                <c:pt idx="690">
                  <c:v>62.770693000000001</c:v>
                </c:pt>
                <c:pt idx="691">
                  <c:v>69.578018</c:v>
                </c:pt>
                <c:pt idx="692">
                  <c:v>76.385343000000006</c:v>
                </c:pt>
                <c:pt idx="693">
                  <c:v>83.192667999999998</c:v>
                </c:pt>
                <c:pt idx="694">
                  <c:v>87.730884000000003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F92-4069-BC83-B9AEE43D4E41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59.166550000000001</c:v>
                </c:pt>
                <c:pt idx="3">
                  <c:v>59.166550000000001</c:v>
                </c:pt>
                <c:pt idx="4">
                  <c:v>59.166550000000001</c:v>
                </c:pt>
                <c:pt idx="5">
                  <c:v>59.717708000000002</c:v>
                </c:pt>
                <c:pt idx="6">
                  <c:v>63.121371000000003</c:v>
                </c:pt>
                <c:pt idx="7">
                  <c:v>65.390478999999999</c:v>
                </c:pt>
                <c:pt idx="8">
                  <c:v>67.016079000000005</c:v>
                </c:pt>
                <c:pt idx="9">
                  <c:v>67.016079000000005</c:v>
                </c:pt>
                <c:pt idx="10">
                  <c:v>67.643378999999996</c:v>
                </c:pt>
                <c:pt idx="11">
                  <c:v>67.643378999999996</c:v>
                </c:pt>
                <c:pt idx="12">
                  <c:v>67.643378999999996</c:v>
                </c:pt>
                <c:pt idx="13">
                  <c:v>67.643378999999996</c:v>
                </c:pt>
                <c:pt idx="14">
                  <c:v>67.811858999999998</c:v>
                </c:pt>
                <c:pt idx="15">
                  <c:v>68.331007999999997</c:v>
                </c:pt>
                <c:pt idx="16">
                  <c:v>68.331007999999997</c:v>
                </c:pt>
                <c:pt idx="17">
                  <c:v>71.214348999999999</c:v>
                </c:pt>
                <c:pt idx="18">
                  <c:v>71.382829000000001</c:v>
                </c:pt>
                <c:pt idx="19">
                  <c:v>71.382829000000001</c:v>
                </c:pt>
                <c:pt idx="20">
                  <c:v>72.519885000000002</c:v>
                </c:pt>
                <c:pt idx="21">
                  <c:v>73.997304</c:v>
                </c:pt>
                <c:pt idx="22">
                  <c:v>75.136267000000004</c:v>
                </c:pt>
                <c:pt idx="23">
                  <c:v>75.873673999999994</c:v>
                </c:pt>
                <c:pt idx="24">
                  <c:v>77.991727999999995</c:v>
                </c:pt>
                <c:pt idx="25">
                  <c:v>79.851042000000007</c:v>
                </c:pt>
                <c:pt idx="26">
                  <c:v>79.851045999999997</c:v>
                </c:pt>
                <c:pt idx="27">
                  <c:v>80.463502000000005</c:v>
                </c:pt>
                <c:pt idx="28">
                  <c:v>79.240188000000003</c:v>
                </c:pt>
                <c:pt idx="29">
                  <c:v>77.956335999999993</c:v>
                </c:pt>
                <c:pt idx="30">
                  <c:v>75.889966999999999</c:v>
                </c:pt>
                <c:pt idx="31">
                  <c:v>75.306220999999994</c:v>
                </c:pt>
                <c:pt idx="32">
                  <c:v>74.744039999999998</c:v>
                </c:pt>
                <c:pt idx="33">
                  <c:v>74.18186</c:v>
                </c:pt>
                <c:pt idx="34">
                  <c:v>73.637953999999993</c:v>
                </c:pt>
                <c:pt idx="35">
                  <c:v>73.443918999999994</c:v>
                </c:pt>
                <c:pt idx="36">
                  <c:v>72.610420000000005</c:v>
                </c:pt>
                <c:pt idx="37">
                  <c:v>72.003881000000007</c:v>
                </c:pt>
                <c:pt idx="38">
                  <c:v>71.346693000000002</c:v>
                </c:pt>
                <c:pt idx="39">
                  <c:v>70.826806000000005</c:v>
                </c:pt>
                <c:pt idx="40">
                  <c:v>70.089532000000005</c:v>
                </c:pt>
                <c:pt idx="41">
                  <c:v>69.200033000000005</c:v>
                </c:pt>
                <c:pt idx="42">
                  <c:v>68.471774999999994</c:v>
                </c:pt>
                <c:pt idx="43">
                  <c:v>68.142308</c:v>
                </c:pt>
                <c:pt idx="44">
                  <c:v>67.863828999999996</c:v>
                </c:pt>
                <c:pt idx="45">
                  <c:v>67.649846999999994</c:v>
                </c:pt>
                <c:pt idx="46">
                  <c:v>67.259111000000004</c:v>
                </c:pt>
                <c:pt idx="47">
                  <c:v>66.932772</c:v>
                </c:pt>
                <c:pt idx="48">
                  <c:v>66.404521000000003</c:v>
                </c:pt>
                <c:pt idx="49">
                  <c:v>66.180497000000003</c:v>
                </c:pt>
                <c:pt idx="50">
                  <c:v>67.083016999999998</c:v>
                </c:pt>
                <c:pt idx="51">
                  <c:v>66.501624000000007</c:v>
                </c:pt>
                <c:pt idx="52">
                  <c:v>65.829777000000007</c:v>
                </c:pt>
                <c:pt idx="53">
                  <c:v>65.024287000000001</c:v>
                </c:pt>
                <c:pt idx="54">
                  <c:v>64.327672000000007</c:v>
                </c:pt>
                <c:pt idx="55">
                  <c:v>63.082166999999998</c:v>
                </c:pt>
                <c:pt idx="56">
                  <c:v>62.195480000000003</c:v>
                </c:pt>
                <c:pt idx="57">
                  <c:v>63.468559999999997</c:v>
                </c:pt>
                <c:pt idx="58">
                  <c:v>62.570518999999997</c:v>
                </c:pt>
                <c:pt idx="59">
                  <c:v>61.388347000000003</c:v>
                </c:pt>
                <c:pt idx="60">
                  <c:v>60.206173999999997</c:v>
                </c:pt>
                <c:pt idx="61">
                  <c:v>59.771644999999999</c:v>
                </c:pt>
                <c:pt idx="62">
                  <c:v>59.068157999999997</c:v>
                </c:pt>
                <c:pt idx="63">
                  <c:v>57.934860999999998</c:v>
                </c:pt>
                <c:pt idx="64">
                  <c:v>56.801563999999999</c:v>
                </c:pt>
                <c:pt idx="65">
                  <c:v>56.436444999999999</c:v>
                </c:pt>
                <c:pt idx="66">
                  <c:v>56.280150999999996</c:v>
                </c:pt>
                <c:pt idx="67">
                  <c:v>55.694048000000002</c:v>
                </c:pt>
                <c:pt idx="68">
                  <c:v>55.107944000000003</c:v>
                </c:pt>
                <c:pt idx="69">
                  <c:v>54.599988000000003</c:v>
                </c:pt>
                <c:pt idx="70">
                  <c:v>54.417589999999997</c:v>
                </c:pt>
                <c:pt idx="71">
                  <c:v>53.870396999999997</c:v>
                </c:pt>
                <c:pt idx="72">
                  <c:v>53.323202999999999</c:v>
                </c:pt>
                <c:pt idx="73">
                  <c:v>52.776009999999999</c:v>
                </c:pt>
                <c:pt idx="74">
                  <c:v>52.739530000000002</c:v>
                </c:pt>
                <c:pt idx="75">
                  <c:v>52.336404999999999</c:v>
                </c:pt>
                <c:pt idx="76">
                  <c:v>51.664530999999997</c:v>
                </c:pt>
                <c:pt idx="77">
                  <c:v>50.992657000000001</c:v>
                </c:pt>
                <c:pt idx="78">
                  <c:v>50.438687999999999</c:v>
                </c:pt>
                <c:pt idx="79">
                  <c:v>49.349103999999997</c:v>
                </c:pt>
                <c:pt idx="80">
                  <c:v>48.091742000000004</c:v>
                </c:pt>
                <c:pt idx="81">
                  <c:v>47.188091999999997</c:v>
                </c:pt>
                <c:pt idx="82">
                  <c:v>46.654536</c:v>
                </c:pt>
                <c:pt idx="83">
                  <c:v>45.488627999999999</c:v>
                </c:pt>
                <c:pt idx="84">
                  <c:v>43.935425000000002</c:v>
                </c:pt>
                <c:pt idx="85">
                  <c:v>46.565725</c:v>
                </c:pt>
                <c:pt idx="86">
                  <c:v>45.714284999999997</c:v>
                </c:pt>
                <c:pt idx="87">
                  <c:v>45.903998999999999</c:v>
                </c:pt>
                <c:pt idx="88">
                  <c:v>44.791010999999997</c:v>
                </c:pt>
                <c:pt idx="89">
                  <c:v>43.674205999999998</c:v>
                </c:pt>
                <c:pt idx="90">
                  <c:v>42.726182999999999</c:v>
                </c:pt>
                <c:pt idx="91">
                  <c:v>42.417236000000003</c:v>
                </c:pt>
                <c:pt idx="92">
                  <c:v>47.048000999999999</c:v>
                </c:pt>
                <c:pt idx="93">
                  <c:v>53.855325999999998</c:v>
                </c:pt>
                <c:pt idx="94">
                  <c:v>60.662650999999997</c:v>
                </c:pt>
                <c:pt idx="95">
                  <c:v>66.335421999999994</c:v>
                </c:pt>
                <c:pt idx="96">
                  <c:v>67.091786999999997</c:v>
                </c:pt>
                <c:pt idx="97">
                  <c:v>67.091786999999997</c:v>
                </c:pt>
                <c:pt idx="98">
                  <c:v>67.091786999999997</c:v>
                </c:pt>
                <c:pt idx="99">
                  <c:v>68.938113000000001</c:v>
                </c:pt>
                <c:pt idx="100">
                  <c:v>68.938117000000005</c:v>
                </c:pt>
                <c:pt idx="101">
                  <c:v>68.938117000000005</c:v>
                </c:pt>
                <c:pt idx="102">
                  <c:v>68.938117000000005</c:v>
                </c:pt>
                <c:pt idx="103">
                  <c:v>68.938117000000005</c:v>
                </c:pt>
                <c:pt idx="104">
                  <c:v>68.938117000000005</c:v>
                </c:pt>
                <c:pt idx="105">
                  <c:v>72.092168000000001</c:v>
                </c:pt>
                <c:pt idx="106">
                  <c:v>73.551377000000002</c:v>
                </c:pt>
                <c:pt idx="107">
                  <c:v>77.532246000000001</c:v>
                </c:pt>
                <c:pt idx="108">
                  <c:v>77.532246000000001</c:v>
                </c:pt>
                <c:pt idx="109">
                  <c:v>80.461764000000002</c:v>
                </c:pt>
                <c:pt idx="110">
                  <c:v>82.730872000000005</c:v>
                </c:pt>
                <c:pt idx="111">
                  <c:v>82.730872000000005</c:v>
                </c:pt>
                <c:pt idx="112">
                  <c:v>84.538184999999999</c:v>
                </c:pt>
                <c:pt idx="113">
                  <c:v>85.245022000000006</c:v>
                </c:pt>
                <c:pt idx="114">
                  <c:v>85.706822000000003</c:v>
                </c:pt>
                <c:pt idx="115">
                  <c:v>86.841375999999997</c:v>
                </c:pt>
                <c:pt idx="116">
                  <c:v>88.865446000000006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88.295257000000007</c:v>
                </c:pt>
                <c:pt idx="124">
                  <c:v>87.316775000000007</c:v>
                </c:pt>
                <c:pt idx="125">
                  <c:v>86.591341</c:v>
                </c:pt>
                <c:pt idx="126">
                  <c:v>85.107816999999997</c:v>
                </c:pt>
                <c:pt idx="127">
                  <c:v>84.075727999999998</c:v>
                </c:pt>
                <c:pt idx="128">
                  <c:v>83.118467999999993</c:v>
                </c:pt>
                <c:pt idx="129">
                  <c:v>82.205887000000004</c:v>
                </c:pt>
                <c:pt idx="130">
                  <c:v>81.774096999999998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79.462857999999997</c:v>
                </c:pt>
                <c:pt idx="134">
                  <c:v>79.057833000000002</c:v>
                </c:pt>
                <c:pt idx="135">
                  <c:v>78.425505999999999</c:v>
                </c:pt>
                <c:pt idx="136">
                  <c:v>77.632969000000003</c:v>
                </c:pt>
                <c:pt idx="137">
                  <c:v>77.092834999999994</c:v>
                </c:pt>
                <c:pt idx="138">
                  <c:v>77.056826000000001</c:v>
                </c:pt>
                <c:pt idx="139">
                  <c:v>76.692823000000004</c:v>
                </c:pt>
                <c:pt idx="140">
                  <c:v>75.671378000000004</c:v>
                </c:pt>
                <c:pt idx="141">
                  <c:v>74.822039000000004</c:v>
                </c:pt>
                <c:pt idx="142">
                  <c:v>74.070042999999998</c:v>
                </c:pt>
                <c:pt idx="143">
                  <c:v>73.210425000000001</c:v>
                </c:pt>
                <c:pt idx="144">
                  <c:v>72.375558999999996</c:v>
                </c:pt>
                <c:pt idx="145">
                  <c:v>71.792008999999993</c:v>
                </c:pt>
                <c:pt idx="146">
                  <c:v>71.651206000000002</c:v>
                </c:pt>
                <c:pt idx="147">
                  <c:v>70.558746999999997</c:v>
                </c:pt>
                <c:pt idx="148">
                  <c:v>69.698284999999998</c:v>
                </c:pt>
                <c:pt idx="149">
                  <c:v>68.967335000000006</c:v>
                </c:pt>
                <c:pt idx="150">
                  <c:v>68.411227999999994</c:v>
                </c:pt>
                <c:pt idx="151">
                  <c:v>68.095680999999999</c:v>
                </c:pt>
                <c:pt idx="152">
                  <c:v>67.514287999999993</c:v>
                </c:pt>
                <c:pt idx="153">
                  <c:v>66.932895000000002</c:v>
                </c:pt>
                <c:pt idx="154">
                  <c:v>66.540227000000002</c:v>
                </c:pt>
                <c:pt idx="155">
                  <c:v>65.753836000000007</c:v>
                </c:pt>
                <c:pt idx="156">
                  <c:v>64.527665999999996</c:v>
                </c:pt>
                <c:pt idx="157">
                  <c:v>63.908225999999999</c:v>
                </c:pt>
                <c:pt idx="158">
                  <c:v>63.732787000000002</c:v>
                </c:pt>
                <c:pt idx="159">
                  <c:v>63.171382999999999</c:v>
                </c:pt>
                <c:pt idx="160">
                  <c:v>63.313622000000002</c:v>
                </c:pt>
                <c:pt idx="161">
                  <c:v>62.787306000000001</c:v>
                </c:pt>
                <c:pt idx="162">
                  <c:v>62.26099</c:v>
                </c:pt>
                <c:pt idx="163">
                  <c:v>61.910111999999998</c:v>
                </c:pt>
                <c:pt idx="164">
                  <c:v>61.402698000000001</c:v>
                </c:pt>
                <c:pt idx="165">
                  <c:v>60.855505000000001</c:v>
                </c:pt>
                <c:pt idx="166">
                  <c:v>60.709586000000002</c:v>
                </c:pt>
                <c:pt idx="167">
                  <c:v>60.475144999999998</c:v>
                </c:pt>
                <c:pt idx="168">
                  <c:v>59.889042000000003</c:v>
                </c:pt>
                <c:pt idx="169">
                  <c:v>59.302939000000002</c:v>
                </c:pt>
                <c:pt idx="170">
                  <c:v>58.873130000000003</c:v>
                </c:pt>
                <c:pt idx="171">
                  <c:v>58.516871999999999</c:v>
                </c:pt>
                <c:pt idx="172">
                  <c:v>57.923107999999999</c:v>
                </c:pt>
                <c:pt idx="173">
                  <c:v>57.329345000000004</c:v>
                </c:pt>
                <c:pt idx="174">
                  <c:v>56.575966000000001</c:v>
                </c:pt>
                <c:pt idx="175">
                  <c:v>55.316518000000002</c:v>
                </c:pt>
                <c:pt idx="176">
                  <c:v>53.863759000000002</c:v>
                </c:pt>
                <c:pt idx="177">
                  <c:v>53.112495000000003</c:v>
                </c:pt>
                <c:pt idx="178">
                  <c:v>52.144086999999999</c:v>
                </c:pt>
                <c:pt idx="179">
                  <c:v>50.865602000000003</c:v>
                </c:pt>
                <c:pt idx="180">
                  <c:v>49.587116999999999</c:v>
                </c:pt>
                <c:pt idx="181">
                  <c:v>49.409931</c:v>
                </c:pt>
                <c:pt idx="182">
                  <c:v>48.622878</c:v>
                </c:pt>
                <c:pt idx="183">
                  <c:v>48.306181000000002</c:v>
                </c:pt>
                <c:pt idx="184">
                  <c:v>51.239576999999997</c:v>
                </c:pt>
                <c:pt idx="185">
                  <c:v>54.391775000000003</c:v>
                </c:pt>
                <c:pt idx="186">
                  <c:v>56.174326999999998</c:v>
                </c:pt>
                <c:pt idx="187">
                  <c:v>62.981651999999997</c:v>
                </c:pt>
                <c:pt idx="188">
                  <c:v>68.654422999999994</c:v>
                </c:pt>
                <c:pt idx="189">
                  <c:v>68.654426999999998</c:v>
                </c:pt>
                <c:pt idx="190">
                  <c:v>71.542755999999997</c:v>
                </c:pt>
                <c:pt idx="191">
                  <c:v>72.727755000000002</c:v>
                </c:pt>
                <c:pt idx="192">
                  <c:v>74.996863000000005</c:v>
                </c:pt>
                <c:pt idx="193">
                  <c:v>74.996863000000005</c:v>
                </c:pt>
                <c:pt idx="194">
                  <c:v>74.996863000000005</c:v>
                </c:pt>
                <c:pt idx="195">
                  <c:v>77.265970999999993</c:v>
                </c:pt>
                <c:pt idx="196">
                  <c:v>79.484623999999997</c:v>
                </c:pt>
                <c:pt idx="197">
                  <c:v>79.484623999999997</c:v>
                </c:pt>
                <c:pt idx="198">
                  <c:v>79.484623999999997</c:v>
                </c:pt>
                <c:pt idx="199">
                  <c:v>79.484623999999997</c:v>
                </c:pt>
                <c:pt idx="200">
                  <c:v>79.484623999999997</c:v>
                </c:pt>
                <c:pt idx="201">
                  <c:v>79.484623999999997</c:v>
                </c:pt>
                <c:pt idx="202">
                  <c:v>79.484623999999997</c:v>
                </c:pt>
                <c:pt idx="203">
                  <c:v>79.484623999999997</c:v>
                </c:pt>
                <c:pt idx="204">
                  <c:v>79.484623999999997</c:v>
                </c:pt>
                <c:pt idx="205">
                  <c:v>79.484623999999997</c:v>
                </c:pt>
                <c:pt idx="206">
                  <c:v>79.484623999999997</c:v>
                </c:pt>
                <c:pt idx="207">
                  <c:v>79.535426000000001</c:v>
                </c:pt>
                <c:pt idx="208">
                  <c:v>79.999964000000006</c:v>
                </c:pt>
                <c:pt idx="209">
                  <c:v>86.134534000000002</c:v>
                </c:pt>
                <c:pt idx="210">
                  <c:v>87.730891999999997</c:v>
                </c:pt>
                <c:pt idx="211">
                  <c:v>88.865446000000006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89.663032999999999</c:v>
                </c:pt>
                <c:pt idx="219">
                  <c:v>88.083554000000007</c:v>
                </c:pt>
                <c:pt idx="220">
                  <c:v>87.188522000000006</c:v>
                </c:pt>
                <c:pt idx="221">
                  <c:v>86.053308000000001</c:v>
                </c:pt>
                <c:pt idx="222">
                  <c:v>84.784813999999997</c:v>
                </c:pt>
                <c:pt idx="223">
                  <c:v>84.047488999999999</c:v>
                </c:pt>
                <c:pt idx="224">
                  <c:v>83.014011999999994</c:v>
                </c:pt>
                <c:pt idx="225">
                  <c:v>81.998773999999997</c:v>
                </c:pt>
                <c:pt idx="226">
                  <c:v>81.774096999999998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79.462857999999997</c:v>
                </c:pt>
                <c:pt idx="230">
                  <c:v>79.069322999999997</c:v>
                </c:pt>
                <c:pt idx="231">
                  <c:v>78.476417999999995</c:v>
                </c:pt>
                <c:pt idx="232">
                  <c:v>77.827764000000002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76.399383999999998</c:v>
                </c:pt>
                <c:pt idx="236">
                  <c:v>75.848714000000001</c:v>
                </c:pt>
                <c:pt idx="237">
                  <c:v>74.655940000000001</c:v>
                </c:pt>
                <c:pt idx="238">
                  <c:v>73.733463999999998</c:v>
                </c:pt>
                <c:pt idx="239">
                  <c:v>72.813631999999998</c:v>
                </c:pt>
                <c:pt idx="240">
                  <c:v>72.452166000000005</c:v>
                </c:pt>
                <c:pt idx="241">
                  <c:v>71.761200000000002</c:v>
                </c:pt>
                <c:pt idx="242">
                  <c:v>71.034294000000003</c:v>
                </c:pt>
                <c:pt idx="243">
                  <c:v>70.946342000000001</c:v>
                </c:pt>
                <c:pt idx="244">
                  <c:v>70.946342000000001</c:v>
                </c:pt>
                <c:pt idx="245">
                  <c:v>70.946342000000001</c:v>
                </c:pt>
                <c:pt idx="246">
                  <c:v>70.946342000000001</c:v>
                </c:pt>
                <c:pt idx="247">
                  <c:v>70.946342000000001</c:v>
                </c:pt>
                <c:pt idx="248">
                  <c:v>70.946342000000001</c:v>
                </c:pt>
                <c:pt idx="249">
                  <c:v>70.946342000000001</c:v>
                </c:pt>
                <c:pt idx="250">
                  <c:v>70.760973000000007</c:v>
                </c:pt>
                <c:pt idx="251">
                  <c:v>69.706714000000005</c:v>
                </c:pt>
                <c:pt idx="252">
                  <c:v>69.150605999999996</c:v>
                </c:pt>
                <c:pt idx="253">
                  <c:v>68.317458999999999</c:v>
                </c:pt>
                <c:pt idx="254">
                  <c:v>67.624843999999996</c:v>
                </c:pt>
                <c:pt idx="255">
                  <c:v>67.12097</c:v>
                </c:pt>
                <c:pt idx="256">
                  <c:v>67.12097</c:v>
                </c:pt>
                <c:pt idx="257">
                  <c:v>66.769307999999995</c:v>
                </c:pt>
                <c:pt idx="258">
                  <c:v>66.183205000000001</c:v>
                </c:pt>
                <c:pt idx="259">
                  <c:v>65.131282999999996</c:v>
                </c:pt>
                <c:pt idx="260">
                  <c:v>64.236421000000007</c:v>
                </c:pt>
                <c:pt idx="261">
                  <c:v>63.325831000000001</c:v>
                </c:pt>
                <c:pt idx="262">
                  <c:v>62.468091999999999</c:v>
                </c:pt>
                <c:pt idx="263">
                  <c:v>61.570020999999997</c:v>
                </c:pt>
                <c:pt idx="264">
                  <c:v>60.60595</c:v>
                </c:pt>
                <c:pt idx="265">
                  <c:v>60.079633000000001</c:v>
                </c:pt>
                <c:pt idx="266">
                  <c:v>60.440579999999997</c:v>
                </c:pt>
                <c:pt idx="267">
                  <c:v>60.176881999999999</c:v>
                </c:pt>
                <c:pt idx="268">
                  <c:v>59.254142000000002</c:v>
                </c:pt>
                <c:pt idx="269">
                  <c:v>57.872287999999998</c:v>
                </c:pt>
                <c:pt idx="270">
                  <c:v>56.675282000000003</c:v>
                </c:pt>
                <c:pt idx="271">
                  <c:v>56.084823</c:v>
                </c:pt>
                <c:pt idx="272">
                  <c:v>54.834321000000003</c:v>
                </c:pt>
                <c:pt idx="273">
                  <c:v>53.583820000000003</c:v>
                </c:pt>
                <c:pt idx="274">
                  <c:v>52.620353000000001</c:v>
                </c:pt>
                <c:pt idx="275">
                  <c:v>52.467123000000001</c:v>
                </c:pt>
                <c:pt idx="276">
                  <c:v>51.700974000000002</c:v>
                </c:pt>
                <c:pt idx="277">
                  <c:v>50.934823999999999</c:v>
                </c:pt>
                <c:pt idx="278">
                  <c:v>49.892387999999997</c:v>
                </c:pt>
                <c:pt idx="279">
                  <c:v>48.722915999999998</c:v>
                </c:pt>
                <c:pt idx="280">
                  <c:v>51.795819000000002</c:v>
                </c:pt>
                <c:pt idx="281">
                  <c:v>51.123945999999997</c:v>
                </c:pt>
                <c:pt idx="282">
                  <c:v>50.452072999999999</c:v>
                </c:pt>
                <c:pt idx="283">
                  <c:v>53.512715</c:v>
                </c:pt>
                <c:pt idx="284">
                  <c:v>58.077827999999997</c:v>
                </c:pt>
                <c:pt idx="285">
                  <c:v>60.948242</c:v>
                </c:pt>
                <c:pt idx="286">
                  <c:v>65.486458999999996</c:v>
                </c:pt>
                <c:pt idx="287">
                  <c:v>66.159249000000003</c:v>
                </c:pt>
                <c:pt idx="288">
                  <c:v>68.443428999999995</c:v>
                </c:pt>
                <c:pt idx="289">
                  <c:v>68.443432999999999</c:v>
                </c:pt>
                <c:pt idx="290">
                  <c:v>69.578018</c:v>
                </c:pt>
                <c:pt idx="291">
                  <c:v>69.578022000000004</c:v>
                </c:pt>
                <c:pt idx="292">
                  <c:v>69.578022000000004</c:v>
                </c:pt>
                <c:pt idx="293">
                  <c:v>70.712575999999999</c:v>
                </c:pt>
                <c:pt idx="294">
                  <c:v>72.248940000000005</c:v>
                </c:pt>
                <c:pt idx="295">
                  <c:v>74.562933999999998</c:v>
                </c:pt>
                <c:pt idx="296">
                  <c:v>74.562938000000003</c:v>
                </c:pt>
                <c:pt idx="297">
                  <c:v>74.562938000000003</c:v>
                </c:pt>
                <c:pt idx="298">
                  <c:v>74.562938000000003</c:v>
                </c:pt>
                <c:pt idx="299">
                  <c:v>76.787155999999996</c:v>
                </c:pt>
                <c:pt idx="300">
                  <c:v>78.594458000000003</c:v>
                </c:pt>
                <c:pt idx="301">
                  <c:v>78.594460999999995</c:v>
                </c:pt>
                <c:pt idx="302">
                  <c:v>78.639352000000002</c:v>
                </c:pt>
                <c:pt idx="303">
                  <c:v>81.134538000000006</c:v>
                </c:pt>
                <c:pt idx="304">
                  <c:v>84.538201000000001</c:v>
                </c:pt>
                <c:pt idx="305">
                  <c:v>85</c:v>
                </c:pt>
                <c:pt idx="306">
                  <c:v>86.596338000000003</c:v>
                </c:pt>
                <c:pt idx="307">
                  <c:v>88.403643000000002</c:v>
                </c:pt>
                <c:pt idx="308">
                  <c:v>88.403643000000002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88.083554000000007</c:v>
                </c:pt>
                <c:pt idx="316">
                  <c:v>87.188522000000006</c:v>
                </c:pt>
                <c:pt idx="317">
                  <c:v>87.106891000000005</c:v>
                </c:pt>
                <c:pt idx="318">
                  <c:v>85.333181999999994</c:v>
                </c:pt>
                <c:pt idx="319">
                  <c:v>84.242723999999995</c:v>
                </c:pt>
                <c:pt idx="320">
                  <c:v>83.318245000000005</c:v>
                </c:pt>
                <c:pt idx="321">
                  <c:v>82.615690000000001</c:v>
                </c:pt>
                <c:pt idx="322">
                  <c:v>81.814913000000004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80.009054000000006</c:v>
                </c:pt>
                <c:pt idx="326">
                  <c:v>79.340110999999993</c:v>
                </c:pt>
                <c:pt idx="327">
                  <c:v>78.930389000000005</c:v>
                </c:pt>
                <c:pt idx="328">
                  <c:v>77.884262000000007</c:v>
                </c:pt>
                <c:pt idx="329">
                  <c:v>76.881563</c:v>
                </c:pt>
                <c:pt idx="330">
                  <c:v>76.477114999999998</c:v>
                </c:pt>
                <c:pt idx="331">
                  <c:v>75.950605999999993</c:v>
                </c:pt>
                <c:pt idx="332">
                  <c:v>75.910754999999995</c:v>
                </c:pt>
                <c:pt idx="333">
                  <c:v>75.323505999999995</c:v>
                </c:pt>
                <c:pt idx="334">
                  <c:v>74.458118999999996</c:v>
                </c:pt>
                <c:pt idx="335">
                  <c:v>73.743133999999998</c:v>
                </c:pt>
                <c:pt idx="336">
                  <c:v>73.157030000000006</c:v>
                </c:pt>
                <c:pt idx="337">
                  <c:v>72.182744999999997</c:v>
                </c:pt>
                <c:pt idx="338">
                  <c:v>71.364164000000002</c:v>
                </c:pt>
                <c:pt idx="339">
                  <c:v>70.976568</c:v>
                </c:pt>
                <c:pt idx="340">
                  <c:v>70.395174999999995</c:v>
                </c:pt>
                <c:pt idx="341">
                  <c:v>69.915925999999999</c:v>
                </c:pt>
                <c:pt idx="342">
                  <c:v>69.833333999999994</c:v>
                </c:pt>
                <c:pt idx="343">
                  <c:v>68.838603000000006</c:v>
                </c:pt>
                <c:pt idx="344">
                  <c:v>68.018741000000006</c:v>
                </c:pt>
                <c:pt idx="345">
                  <c:v>66.811283000000003</c:v>
                </c:pt>
                <c:pt idx="346">
                  <c:v>65.934909000000005</c:v>
                </c:pt>
                <c:pt idx="347">
                  <c:v>65.308638999999999</c:v>
                </c:pt>
                <c:pt idx="348">
                  <c:v>65.247703000000001</c:v>
                </c:pt>
                <c:pt idx="349">
                  <c:v>64.746851000000007</c:v>
                </c:pt>
                <c:pt idx="350">
                  <c:v>64.120785999999995</c:v>
                </c:pt>
                <c:pt idx="351">
                  <c:v>63.028902000000002</c:v>
                </c:pt>
                <c:pt idx="352">
                  <c:v>62.363152999999997</c:v>
                </c:pt>
                <c:pt idx="353">
                  <c:v>61.562002</c:v>
                </c:pt>
                <c:pt idx="354">
                  <c:v>60.704262999999997</c:v>
                </c:pt>
                <c:pt idx="355">
                  <c:v>59.876367000000002</c:v>
                </c:pt>
                <c:pt idx="356">
                  <c:v>59.274686000000003</c:v>
                </c:pt>
                <c:pt idx="357">
                  <c:v>59.020077999999998</c:v>
                </c:pt>
                <c:pt idx="358">
                  <c:v>58.590268999999999</c:v>
                </c:pt>
                <c:pt idx="359">
                  <c:v>58.116790000000002</c:v>
                </c:pt>
                <c:pt idx="360">
                  <c:v>57.534517000000001</c:v>
                </c:pt>
                <c:pt idx="361">
                  <c:v>56.591143000000002</c:v>
                </c:pt>
                <c:pt idx="362">
                  <c:v>55.331806999999998</c:v>
                </c:pt>
                <c:pt idx="363">
                  <c:v>54.579666000000003</c:v>
                </c:pt>
                <c:pt idx="364">
                  <c:v>54.023558000000001</c:v>
                </c:pt>
                <c:pt idx="365">
                  <c:v>52.866692</c:v>
                </c:pt>
                <c:pt idx="366">
                  <c:v>51.617401000000001</c:v>
                </c:pt>
                <c:pt idx="367">
                  <c:v>50.842517999999998</c:v>
                </c:pt>
                <c:pt idx="368">
                  <c:v>50.156874000000002</c:v>
                </c:pt>
                <c:pt idx="369">
                  <c:v>50.104621999999999</c:v>
                </c:pt>
                <c:pt idx="370">
                  <c:v>49.750248999999997</c:v>
                </c:pt>
                <c:pt idx="371">
                  <c:v>47.451278000000002</c:v>
                </c:pt>
                <c:pt idx="372">
                  <c:v>46.564149</c:v>
                </c:pt>
                <c:pt idx="373">
                  <c:v>48.65607</c:v>
                </c:pt>
                <c:pt idx="374">
                  <c:v>50.423107999999999</c:v>
                </c:pt>
                <c:pt idx="375">
                  <c:v>53.059835</c:v>
                </c:pt>
                <c:pt idx="376">
                  <c:v>55.791623999999999</c:v>
                </c:pt>
                <c:pt idx="377">
                  <c:v>55.119751999999998</c:v>
                </c:pt>
                <c:pt idx="378">
                  <c:v>54.851002999999999</c:v>
                </c:pt>
                <c:pt idx="379">
                  <c:v>54.793520999999998</c:v>
                </c:pt>
                <c:pt idx="380">
                  <c:v>55.290412000000003</c:v>
                </c:pt>
                <c:pt idx="381">
                  <c:v>55.290416</c:v>
                </c:pt>
                <c:pt idx="382">
                  <c:v>59.828631999999999</c:v>
                </c:pt>
                <c:pt idx="383">
                  <c:v>59.828636000000003</c:v>
                </c:pt>
                <c:pt idx="384">
                  <c:v>63.979495999999997</c:v>
                </c:pt>
                <c:pt idx="385">
                  <c:v>65.501407</c:v>
                </c:pt>
                <c:pt idx="386">
                  <c:v>67.308718999999996</c:v>
                </c:pt>
                <c:pt idx="387">
                  <c:v>67.308718999999996</c:v>
                </c:pt>
                <c:pt idx="388">
                  <c:v>67.308718999999996</c:v>
                </c:pt>
                <c:pt idx="389">
                  <c:v>67.594318999999999</c:v>
                </c:pt>
                <c:pt idx="390">
                  <c:v>67.981675999999993</c:v>
                </c:pt>
                <c:pt idx="391">
                  <c:v>71.385338000000004</c:v>
                </c:pt>
                <c:pt idx="392">
                  <c:v>73.654445999999993</c:v>
                </c:pt>
                <c:pt idx="393">
                  <c:v>74.116242</c:v>
                </c:pt>
                <c:pt idx="394">
                  <c:v>74.116242</c:v>
                </c:pt>
                <c:pt idx="395">
                  <c:v>76.385350000000003</c:v>
                </c:pt>
                <c:pt idx="396">
                  <c:v>78.654459000000003</c:v>
                </c:pt>
                <c:pt idx="397">
                  <c:v>78.654459000000003</c:v>
                </c:pt>
                <c:pt idx="398">
                  <c:v>80.461768000000006</c:v>
                </c:pt>
                <c:pt idx="399">
                  <c:v>81.596338000000003</c:v>
                </c:pt>
                <c:pt idx="400">
                  <c:v>82.730891999999997</c:v>
                </c:pt>
                <c:pt idx="401">
                  <c:v>82.730891999999997</c:v>
                </c:pt>
                <c:pt idx="402">
                  <c:v>84.999995999999996</c:v>
                </c:pt>
                <c:pt idx="403">
                  <c:v>87.269092000000001</c:v>
                </c:pt>
                <c:pt idx="404">
                  <c:v>88.865446000000006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86.803771999999995</c:v>
                </c:pt>
                <c:pt idx="414">
                  <c:v>85.333181999999994</c:v>
                </c:pt>
                <c:pt idx="415">
                  <c:v>84.242723999999995</c:v>
                </c:pt>
                <c:pt idx="416">
                  <c:v>83.118467999999993</c:v>
                </c:pt>
                <c:pt idx="417">
                  <c:v>82.135750000000002</c:v>
                </c:pt>
                <c:pt idx="418">
                  <c:v>81.814913000000004</c:v>
                </c:pt>
                <c:pt idx="419">
                  <c:v>81.367030999999997</c:v>
                </c:pt>
                <c:pt idx="420">
                  <c:v>80.416372999999993</c:v>
                </c:pt>
                <c:pt idx="421">
                  <c:v>80.009054000000006</c:v>
                </c:pt>
                <c:pt idx="422">
                  <c:v>79.164664000000002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74.645563999999993</c:v>
                </c:pt>
                <c:pt idx="429">
                  <c:v>73.619022999999999</c:v>
                </c:pt>
                <c:pt idx="430">
                  <c:v>73.219144</c:v>
                </c:pt>
                <c:pt idx="431">
                  <c:v>72.945629999999994</c:v>
                </c:pt>
                <c:pt idx="432">
                  <c:v>71.958603999999994</c:v>
                </c:pt>
                <c:pt idx="433">
                  <c:v>71.331503999999995</c:v>
                </c:pt>
                <c:pt idx="434">
                  <c:v>70.866011999999998</c:v>
                </c:pt>
                <c:pt idx="435">
                  <c:v>70.62079</c:v>
                </c:pt>
                <c:pt idx="436">
                  <c:v>70.62079</c:v>
                </c:pt>
                <c:pt idx="437">
                  <c:v>70.202968999999996</c:v>
                </c:pt>
                <c:pt idx="438">
                  <c:v>69.935006999999999</c:v>
                </c:pt>
                <c:pt idx="439">
                  <c:v>69.079981000000004</c:v>
                </c:pt>
                <c:pt idx="440">
                  <c:v>68.523872999999995</c:v>
                </c:pt>
                <c:pt idx="441">
                  <c:v>67.967765999999997</c:v>
                </c:pt>
                <c:pt idx="442">
                  <c:v>67.743243000000007</c:v>
                </c:pt>
                <c:pt idx="443">
                  <c:v>66.956851999999998</c:v>
                </c:pt>
                <c:pt idx="444">
                  <c:v>65.718639999999994</c:v>
                </c:pt>
                <c:pt idx="445">
                  <c:v>65.092574999999997</c:v>
                </c:pt>
                <c:pt idx="446">
                  <c:v>64.128005000000002</c:v>
                </c:pt>
                <c:pt idx="447">
                  <c:v>63.580810999999997</c:v>
                </c:pt>
                <c:pt idx="448">
                  <c:v>63.180345000000003</c:v>
                </c:pt>
                <c:pt idx="449">
                  <c:v>62.633152000000003</c:v>
                </c:pt>
                <c:pt idx="450">
                  <c:v>62.085957999999998</c:v>
                </c:pt>
                <c:pt idx="451">
                  <c:v>61.611724000000002</c:v>
                </c:pt>
                <c:pt idx="452">
                  <c:v>61.436461000000001</c:v>
                </c:pt>
                <c:pt idx="453">
                  <c:v>60.639262000000002</c:v>
                </c:pt>
                <c:pt idx="454">
                  <c:v>59.505965000000003</c:v>
                </c:pt>
                <c:pt idx="455">
                  <c:v>58.372669000000002</c:v>
                </c:pt>
                <c:pt idx="456">
                  <c:v>57.739545999999997</c:v>
                </c:pt>
                <c:pt idx="457">
                  <c:v>57.265312000000002</c:v>
                </c:pt>
                <c:pt idx="458">
                  <c:v>56.180618000000003</c:v>
                </c:pt>
                <c:pt idx="459">
                  <c:v>54.961550000000003</c:v>
                </c:pt>
                <c:pt idx="460">
                  <c:v>54.042631</c:v>
                </c:pt>
                <c:pt idx="461">
                  <c:v>53.751635</c:v>
                </c:pt>
                <c:pt idx="462">
                  <c:v>52.420046999999997</c:v>
                </c:pt>
                <c:pt idx="463">
                  <c:v>51.088458000000003</c:v>
                </c:pt>
                <c:pt idx="464">
                  <c:v>50.345716000000003</c:v>
                </c:pt>
                <c:pt idx="465">
                  <c:v>49.814157000000002</c:v>
                </c:pt>
                <c:pt idx="466">
                  <c:v>48.853799000000002</c:v>
                </c:pt>
                <c:pt idx="467">
                  <c:v>47.845263000000003</c:v>
                </c:pt>
                <c:pt idx="468">
                  <c:v>46.918461999999998</c:v>
                </c:pt>
                <c:pt idx="469">
                  <c:v>45.992925</c:v>
                </c:pt>
                <c:pt idx="470">
                  <c:v>45.409286999999999</c:v>
                </c:pt>
                <c:pt idx="471">
                  <c:v>44.182170999999997</c:v>
                </c:pt>
                <c:pt idx="472">
                  <c:v>43.667420999999997</c:v>
                </c:pt>
                <c:pt idx="473">
                  <c:v>43.555764000000003</c:v>
                </c:pt>
                <c:pt idx="474">
                  <c:v>44.384842999999996</c:v>
                </c:pt>
                <c:pt idx="475">
                  <c:v>49.296621000000002</c:v>
                </c:pt>
                <c:pt idx="476">
                  <c:v>53.422654999999999</c:v>
                </c:pt>
                <c:pt idx="477">
                  <c:v>54.521016000000003</c:v>
                </c:pt>
                <c:pt idx="478">
                  <c:v>54.521016000000003</c:v>
                </c:pt>
                <c:pt idx="479">
                  <c:v>56.518520000000002</c:v>
                </c:pt>
                <c:pt idx="480">
                  <c:v>57.133578999999997</c:v>
                </c:pt>
                <c:pt idx="481">
                  <c:v>59.059232999999999</c:v>
                </c:pt>
                <c:pt idx="482">
                  <c:v>61.105806999999999</c:v>
                </c:pt>
                <c:pt idx="483">
                  <c:v>64.509468999999996</c:v>
                </c:pt>
                <c:pt idx="484">
                  <c:v>67.913132000000004</c:v>
                </c:pt>
                <c:pt idx="485">
                  <c:v>69.306413000000006</c:v>
                </c:pt>
                <c:pt idx="486">
                  <c:v>72.710075000000003</c:v>
                </c:pt>
                <c:pt idx="487">
                  <c:v>76.113737999999998</c:v>
                </c:pt>
                <c:pt idx="488">
                  <c:v>77.349558999999999</c:v>
                </c:pt>
                <c:pt idx="489">
                  <c:v>77.349563000000003</c:v>
                </c:pt>
                <c:pt idx="490">
                  <c:v>77.349565999999996</c:v>
                </c:pt>
                <c:pt idx="491">
                  <c:v>79.121222000000003</c:v>
                </c:pt>
                <c:pt idx="492">
                  <c:v>80.154505</c:v>
                </c:pt>
                <c:pt idx="493">
                  <c:v>80.672735000000003</c:v>
                </c:pt>
                <c:pt idx="494">
                  <c:v>82.269088999999994</c:v>
                </c:pt>
                <c:pt idx="495">
                  <c:v>83.865430000000003</c:v>
                </c:pt>
                <c:pt idx="496">
                  <c:v>84.999988000000002</c:v>
                </c:pt>
                <c:pt idx="497">
                  <c:v>85.563062000000002</c:v>
                </c:pt>
                <c:pt idx="498">
                  <c:v>87.730896000000001</c:v>
                </c:pt>
                <c:pt idx="499">
                  <c:v>89.999967999999996</c:v>
                </c:pt>
                <c:pt idx="500">
                  <c:v>89.999983999999998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88.391446000000002</c:v>
                </c:pt>
                <c:pt idx="509">
                  <c:v>87.822233999999995</c:v>
                </c:pt>
                <c:pt idx="510">
                  <c:v>87.188522000000006</c:v>
                </c:pt>
                <c:pt idx="511">
                  <c:v>87.188522000000006</c:v>
                </c:pt>
                <c:pt idx="512">
                  <c:v>87.064293000000006</c:v>
                </c:pt>
                <c:pt idx="513">
                  <c:v>85.947686000000004</c:v>
                </c:pt>
                <c:pt idx="514">
                  <c:v>84.657655000000005</c:v>
                </c:pt>
                <c:pt idx="515">
                  <c:v>84.241744999999995</c:v>
                </c:pt>
                <c:pt idx="516">
                  <c:v>83.910996999999995</c:v>
                </c:pt>
                <c:pt idx="517">
                  <c:v>82.778257999999994</c:v>
                </c:pt>
                <c:pt idx="518">
                  <c:v>81.726119999999995</c:v>
                </c:pt>
                <c:pt idx="519">
                  <c:v>81.227891</c:v>
                </c:pt>
                <c:pt idx="520">
                  <c:v>80.897328999999999</c:v>
                </c:pt>
                <c:pt idx="521">
                  <c:v>80.619551999999999</c:v>
                </c:pt>
                <c:pt idx="522">
                  <c:v>80.080445999999995</c:v>
                </c:pt>
                <c:pt idx="523">
                  <c:v>79.116546999999997</c:v>
                </c:pt>
                <c:pt idx="524">
                  <c:v>78.436476999999996</c:v>
                </c:pt>
                <c:pt idx="525">
                  <c:v>77.430761000000004</c:v>
                </c:pt>
                <c:pt idx="526">
                  <c:v>76.891452000000001</c:v>
                </c:pt>
                <c:pt idx="527">
                  <c:v>76.399383999999998</c:v>
                </c:pt>
                <c:pt idx="528">
                  <c:v>75.903261999999998</c:v>
                </c:pt>
                <c:pt idx="529">
                  <c:v>74.969742999999994</c:v>
                </c:pt>
                <c:pt idx="530">
                  <c:v>74.723710999999994</c:v>
                </c:pt>
                <c:pt idx="531">
                  <c:v>74.350459000000001</c:v>
                </c:pt>
                <c:pt idx="532">
                  <c:v>74.332212999999996</c:v>
                </c:pt>
                <c:pt idx="533">
                  <c:v>74.148567</c:v>
                </c:pt>
                <c:pt idx="534">
                  <c:v>73.597629999999995</c:v>
                </c:pt>
                <c:pt idx="535">
                  <c:v>72.721815000000007</c:v>
                </c:pt>
                <c:pt idx="536">
                  <c:v>71.611000000000004</c:v>
                </c:pt>
                <c:pt idx="537">
                  <c:v>70.916403000000003</c:v>
                </c:pt>
                <c:pt idx="538">
                  <c:v>70.355551000000006</c:v>
                </c:pt>
                <c:pt idx="539">
                  <c:v>69.751570000000001</c:v>
                </c:pt>
                <c:pt idx="540">
                  <c:v>68.952459000000005</c:v>
                </c:pt>
                <c:pt idx="541">
                  <c:v>68.435665</c:v>
                </c:pt>
                <c:pt idx="542">
                  <c:v>67.918870999999996</c:v>
                </c:pt>
                <c:pt idx="543">
                  <c:v>67.455177000000006</c:v>
                </c:pt>
                <c:pt idx="544">
                  <c:v>66.938383000000002</c:v>
                </c:pt>
                <c:pt idx="545">
                  <c:v>66.938383000000002</c:v>
                </c:pt>
                <c:pt idx="546">
                  <c:v>66.153291999999993</c:v>
                </c:pt>
                <c:pt idx="547">
                  <c:v>65.113788</c:v>
                </c:pt>
                <c:pt idx="548">
                  <c:v>64.386134999999996</c:v>
                </c:pt>
                <c:pt idx="549">
                  <c:v>63.902681000000001</c:v>
                </c:pt>
                <c:pt idx="550">
                  <c:v>63.395282999999999</c:v>
                </c:pt>
                <c:pt idx="551">
                  <c:v>62.508902999999997</c:v>
                </c:pt>
                <c:pt idx="552">
                  <c:v>61.484712000000002</c:v>
                </c:pt>
                <c:pt idx="553">
                  <c:v>60.697305999999998</c:v>
                </c:pt>
                <c:pt idx="554">
                  <c:v>60.014975999999997</c:v>
                </c:pt>
                <c:pt idx="555">
                  <c:v>59.269181000000003</c:v>
                </c:pt>
                <c:pt idx="556">
                  <c:v>58.344617999999997</c:v>
                </c:pt>
                <c:pt idx="557">
                  <c:v>57.914808999999998</c:v>
                </c:pt>
                <c:pt idx="558">
                  <c:v>57.873465000000003</c:v>
                </c:pt>
                <c:pt idx="559">
                  <c:v>57.393568000000002</c:v>
                </c:pt>
                <c:pt idx="560">
                  <c:v>56.721693000000002</c:v>
                </c:pt>
                <c:pt idx="561">
                  <c:v>57.209944</c:v>
                </c:pt>
                <c:pt idx="562">
                  <c:v>57.209944</c:v>
                </c:pt>
                <c:pt idx="563">
                  <c:v>56.855570999999998</c:v>
                </c:pt>
                <c:pt idx="564">
                  <c:v>55.724482000000002</c:v>
                </c:pt>
                <c:pt idx="565">
                  <c:v>55.549334000000002</c:v>
                </c:pt>
                <c:pt idx="566">
                  <c:v>57.644962</c:v>
                </c:pt>
                <c:pt idx="567">
                  <c:v>57.258338999999999</c:v>
                </c:pt>
                <c:pt idx="568">
                  <c:v>55.902625999999998</c:v>
                </c:pt>
                <c:pt idx="569">
                  <c:v>54.449866</c:v>
                </c:pt>
                <c:pt idx="570">
                  <c:v>54.026071000000002</c:v>
                </c:pt>
                <c:pt idx="571">
                  <c:v>57.429732999999999</c:v>
                </c:pt>
                <c:pt idx="572">
                  <c:v>58.332093</c:v>
                </c:pt>
                <c:pt idx="573">
                  <c:v>62.870310000000003</c:v>
                </c:pt>
                <c:pt idx="574">
                  <c:v>67.820132999999998</c:v>
                </c:pt>
                <c:pt idx="575">
                  <c:v>70.453840999999997</c:v>
                </c:pt>
                <c:pt idx="576">
                  <c:v>75.460048999999998</c:v>
                </c:pt>
                <c:pt idx="577">
                  <c:v>75.921833000000007</c:v>
                </c:pt>
                <c:pt idx="578">
                  <c:v>75.921833000000007</c:v>
                </c:pt>
                <c:pt idx="579">
                  <c:v>77.058090000000007</c:v>
                </c:pt>
                <c:pt idx="580">
                  <c:v>78.192648000000005</c:v>
                </c:pt>
                <c:pt idx="581">
                  <c:v>79.208348999999998</c:v>
                </c:pt>
                <c:pt idx="582">
                  <c:v>79.999964000000006</c:v>
                </c:pt>
                <c:pt idx="583">
                  <c:v>79.999964000000006</c:v>
                </c:pt>
                <c:pt idx="584">
                  <c:v>79.999964000000006</c:v>
                </c:pt>
                <c:pt idx="585">
                  <c:v>79.999964000000006</c:v>
                </c:pt>
                <c:pt idx="586">
                  <c:v>81.134518999999997</c:v>
                </c:pt>
                <c:pt idx="587">
                  <c:v>83.403627</c:v>
                </c:pt>
                <c:pt idx="588">
                  <c:v>84.006299999999996</c:v>
                </c:pt>
                <c:pt idx="589">
                  <c:v>84.006303000000003</c:v>
                </c:pt>
                <c:pt idx="590">
                  <c:v>85.140856999999997</c:v>
                </c:pt>
                <c:pt idx="591">
                  <c:v>85.140856999999997</c:v>
                </c:pt>
                <c:pt idx="592">
                  <c:v>85.140856999999997</c:v>
                </c:pt>
                <c:pt idx="593">
                  <c:v>86.737190999999996</c:v>
                </c:pt>
                <c:pt idx="594">
                  <c:v>88.668233000000001</c:v>
                </c:pt>
                <c:pt idx="595">
                  <c:v>89.538201000000001</c:v>
                </c:pt>
                <c:pt idx="596">
                  <c:v>89.999983999999998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89.061785</c:v>
                </c:pt>
                <c:pt idx="611">
                  <c:v>89.061785</c:v>
                </c:pt>
                <c:pt idx="612">
                  <c:v>89.061785</c:v>
                </c:pt>
                <c:pt idx="613">
                  <c:v>88.594261000000003</c:v>
                </c:pt>
                <c:pt idx="614">
                  <c:v>88.594261000000003</c:v>
                </c:pt>
                <c:pt idx="615">
                  <c:v>88.594261000000003</c:v>
                </c:pt>
                <c:pt idx="616">
                  <c:v>87.091888999999995</c:v>
                </c:pt>
                <c:pt idx="617">
                  <c:v>86.414826000000005</c:v>
                </c:pt>
                <c:pt idx="618">
                  <c:v>85.737763999999999</c:v>
                </c:pt>
                <c:pt idx="619">
                  <c:v>85.647488999999993</c:v>
                </c:pt>
                <c:pt idx="620">
                  <c:v>85.385499999999993</c:v>
                </c:pt>
                <c:pt idx="621">
                  <c:v>84.730529000000004</c:v>
                </c:pt>
                <c:pt idx="622">
                  <c:v>84.457282000000006</c:v>
                </c:pt>
                <c:pt idx="623">
                  <c:v>84.291061999999997</c:v>
                </c:pt>
                <c:pt idx="624">
                  <c:v>83.684527000000003</c:v>
                </c:pt>
                <c:pt idx="625">
                  <c:v>83.077991999999995</c:v>
                </c:pt>
                <c:pt idx="626">
                  <c:v>82.916248999999993</c:v>
                </c:pt>
                <c:pt idx="627">
                  <c:v>82.793441999999999</c:v>
                </c:pt>
                <c:pt idx="628">
                  <c:v>81.827744999999993</c:v>
                </c:pt>
                <c:pt idx="629">
                  <c:v>80.627606</c:v>
                </c:pt>
                <c:pt idx="630">
                  <c:v>79.427466999999993</c:v>
                </c:pt>
                <c:pt idx="631">
                  <c:v>79.114879000000002</c:v>
                </c:pt>
                <c:pt idx="632">
                  <c:v>79.073535000000007</c:v>
                </c:pt>
                <c:pt idx="633">
                  <c:v>78.453383000000002</c:v>
                </c:pt>
                <c:pt idx="634">
                  <c:v>77.83323</c:v>
                </c:pt>
                <c:pt idx="635">
                  <c:v>77.254420999999994</c:v>
                </c:pt>
                <c:pt idx="636">
                  <c:v>76.827420000000004</c:v>
                </c:pt>
                <c:pt idx="637">
                  <c:v>75.776263999999998</c:v>
                </c:pt>
                <c:pt idx="638">
                  <c:v>75.164721</c:v>
                </c:pt>
                <c:pt idx="639">
                  <c:v>74.815357000000006</c:v>
                </c:pt>
                <c:pt idx="640">
                  <c:v>74.815357000000006</c:v>
                </c:pt>
                <c:pt idx="641">
                  <c:v>74.248554999999996</c:v>
                </c:pt>
                <c:pt idx="642">
                  <c:v>73.681753</c:v>
                </c:pt>
                <c:pt idx="643">
                  <c:v>73.114951000000005</c:v>
                </c:pt>
                <c:pt idx="644">
                  <c:v>72.616001999999995</c:v>
                </c:pt>
                <c:pt idx="645">
                  <c:v>72.029899</c:v>
                </c:pt>
                <c:pt idx="646">
                  <c:v>71.443796000000006</c:v>
                </c:pt>
                <c:pt idx="647">
                  <c:v>71.013986000000003</c:v>
                </c:pt>
                <c:pt idx="648">
                  <c:v>71.013986000000003</c:v>
                </c:pt>
                <c:pt idx="649">
                  <c:v>70.180507000000006</c:v>
                </c:pt>
                <c:pt idx="650">
                  <c:v>68.869086999999993</c:v>
                </c:pt>
                <c:pt idx="651">
                  <c:v>67.557666999999995</c:v>
                </c:pt>
                <c:pt idx="652">
                  <c:v>67.212615999999997</c:v>
                </c:pt>
                <c:pt idx="653">
                  <c:v>66.810702000000006</c:v>
                </c:pt>
                <c:pt idx="654">
                  <c:v>66.140844999999999</c:v>
                </c:pt>
                <c:pt idx="655">
                  <c:v>65.470988000000006</c:v>
                </c:pt>
                <c:pt idx="656">
                  <c:v>64.635549999999995</c:v>
                </c:pt>
                <c:pt idx="657">
                  <c:v>63.104210000000002</c:v>
                </c:pt>
                <c:pt idx="658">
                  <c:v>61.878946999999997</c:v>
                </c:pt>
                <c:pt idx="659">
                  <c:v>61.040996999999997</c:v>
                </c:pt>
                <c:pt idx="660">
                  <c:v>59.764032</c:v>
                </c:pt>
                <c:pt idx="661">
                  <c:v>58.346716999999998</c:v>
                </c:pt>
                <c:pt idx="662">
                  <c:v>57.644962</c:v>
                </c:pt>
                <c:pt idx="663">
                  <c:v>56.675401000000001</c:v>
                </c:pt>
                <c:pt idx="664">
                  <c:v>55.144061000000001</c:v>
                </c:pt>
                <c:pt idx="665">
                  <c:v>54.955854000000002</c:v>
                </c:pt>
                <c:pt idx="666">
                  <c:v>59.966732</c:v>
                </c:pt>
                <c:pt idx="667">
                  <c:v>66.774056999999999</c:v>
                </c:pt>
                <c:pt idx="668">
                  <c:v>73.581382000000005</c:v>
                </c:pt>
                <c:pt idx="669">
                  <c:v>74.325495000000004</c:v>
                </c:pt>
                <c:pt idx="670">
                  <c:v>78.863712000000007</c:v>
                </c:pt>
                <c:pt idx="671">
                  <c:v>82.058121</c:v>
                </c:pt>
                <c:pt idx="672">
                  <c:v>84.327229000000003</c:v>
                </c:pt>
                <c:pt idx="673">
                  <c:v>85.461782999999997</c:v>
                </c:pt>
                <c:pt idx="674">
                  <c:v>85.461782999999997</c:v>
                </c:pt>
                <c:pt idx="675">
                  <c:v>85.461782999999997</c:v>
                </c:pt>
                <c:pt idx="676">
                  <c:v>85.461782999999997</c:v>
                </c:pt>
                <c:pt idx="677">
                  <c:v>85.461782999999997</c:v>
                </c:pt>
                <c:pt idx="678">
                  <c:v>87.730891999999997</c:v>
                </c:pt>
                <c:pt idx="679">
                  <c:v>87.730896000000001</c:v>
                </c:pt>
                <c:pt idx="680">
                  <c:v>87.730898999999994</c:v>
                </c:pt>
                <c:pt idx="681">
                  <c:v>88.865446000000006</c:v>
                </c:pt>
                <c:pt idx="682">
                  <c:v>88.865446000000006</c:v>
                </c:pt>
                <c:pt idx="683">
                  <c:v>88.865446000000006</c:v>
                </c:pt>
                <c:pt idx="684">
                  <c:v>88.865446000000006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F92-4069-BC83-B9AEE43D4E41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77.433008000000001</c:v>
                </c:pt>
                <c:pt idx="2">
                  <c:v>79.999967999999996</c:v>
                </c:pt>
                <c:pt idx="3">
                  <c:v>84.538184999999999</c:v>
                </c:pt>
                <c:pt idx="4">
                  <c:v>84.538184999999999</c:v>
                </c:pt>
                <c:pt idx="5">
                  <c:v>84.538184999999999</c:v>
                </c:pt>
                <c:pt idx="6">
                  <c:v>84.538184999999999</c:v>
                </c:pt>
                <c:pt idx="7">
                  <c:v>84.538184999999999</c:v>
                </c:pt>
                <c:pt idx="8">
                  <c:v>84.538184999999999</c:v>
                </c:pt>
                <c:pt idx="9">
                  <c:v>84.538184999999999</c:v>
                </c:pt>
                <c:pt idx="10">
                  <c:v>84.538184999999999</c:v>
                </c:pt>
                <c:pt idx="11">
                  <c:v>87.730891999999997</c:v>
                </c:pt>
                <c:pt idx="12">
                  <c:v>87.730891999999997</c:v>
                </c:pt>
                <c:pt idx="13">
                  <c:v>87.730891999999997</c:v>
                </c:pt>
                <c:pt idx="14">
                  <c:v>87.730891999999997</c:v>
                </c:pt>
                <c:pt idx="15">
                  <c:v>87.730891999999997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88.466943999999998</c:v>
                </c:pt>
                <c:pt idx="28">
                  <c:v>88.123569000000003</c:v>
                </c:pt>
                <c:pt idx="29">
                  <c:v>88.123569000000003</c:v>
                </c:pt>
                <c:pt idx="30">
                  <c:v>88.123569000000003</c:v>
                </c:pt>
                <c:pt idx="31">
                  <c:v>85.357298999999998</c:v>
                </c:pt>
                <c:pt idx="32">
                  <c:v>85.357298999999998</c:v>
                </c:pt>
                <c:pt idx="33">
                  <c:v>85.357298999999998</c:v>
                </c:pt>
                <c:pt idx="34">
                  <c:v>85.357298999999998</c:v>
                </c:pt>
                <c:pt idx="35">
                  <c:v>85.357298999999998</c:v>
                </c:pt>
                <c:pt idx="36">
                  <c:v>84.996087000000003</c:v>
                </c:pt>
                <c:pt idx="37">
                  <c:v>83.641541000000004</c:v>
                </c:pt>
                <c:pt idx="38">
                  <c:v>82.919117</c:v>
                </c:pt>
                <c:pt idx="39">
                  <c:v>82.919117</c:v>
                </c:pt>
                <c:pt idx="40">
                  <c:v>82.919117</c:v>
                </c:pt>
                <c:pt idx="41">
                  <c:v>82.919117</c:v>
                </c:pt>
                <c:pt idx="42">
                  <c:v>82.919117</c:v>
                </c:pt>
                <c:pt idx="43">
                  <c:v>82.919117</c:v>
                </c:pt>
                <c:pt idx="44">
                  <c:v>82.919117</c:v>
                </c:pt>
                <c:pt idx="45">
                  <c:v>82.919117</c:v>
                </c:pt>
                <c:pt idx="46">
                  <c:v>82.919117</c:v>
                </c:pt>
                <c:pt idx="47">
                  <c:v>82.919117</c:v>
                </c:pt>
                <c:pt idx="48">
                  <c:v>82.919117</c:v>
                </c:pt>
                <c:pt idx="49">
                  <c:v>82.919117</c:v>
                </c:pt>
                <c:pt idx="50">
                  <c:v>82.919117</c:v>
                </c:pt>
                <c:pt idx="51">
                  <c:v>86.731284000000002</c:v>
                </c:pt>
                <c:pt idx="52">
                  <c:v>90</c:v>
                </c:pt>
                <c:pt idx="53">
                  <c:v>90</c:v>
                </c:pt>
                <c:pt idx="54">
                  <c:v>90</c:v>
                </c:pt>
                <c:pt idx="55">
                  <c:v>90</c:v>
                </c:pt>
                <c:pt idx="56">
                  <c:v>90</c:v>
                </c:pt>
                <c:pt idx="57">
                  <c:v>90</c:v>
                </c:pt>
                <c:pt idx="58">
                  <c:v>90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87.188522000000006</c:v>
                </c:pt>
                <c:pt idx="147">
                  <c:v>87.188522000000006</c:v>
                </c:pt>
                <c:pt idx="148">
                  <c:v>87.188522000000006</c:v>
                </c:pt>
                <c:pt idx="149">
                  <c:v>87.188522000000006</c:v>
                </c:pt>
                <c:pt idx="150">
                  <c:v>87.188522000000006</c:v>
                </c:pt>
                <c:pt idx="151">
                  <c:v>87.188522000000006</c:v>
                </c:pt>
                <c:pt idx="152">
                  <c:v>87.188522000000006</c:v>
                </c:pt>
                <c:pt idx="153">
                  <c:v>87.188522000000006</c:v>
                </c:pt>
                <c:pt idx="154">
                  <c:v>87.188522000000006</c:v>
                </c:pt>
                <c:pt idx="155">
                  <c:v>87.188522000000006</c:v>
                </c:pt>
                <c:pt idx="156">
                  <c:v>87.188522000000006</c:v>
                </c:pt>
                <c:pt idx="157">
                  <c:v>87.188522000000006</c:v>
                </c:pt>
                <c:pt idx="158">
                  <c:v>87.188522000000006</c:v>
                </c:pt>
                <c:pt idx="159">
                  <c:v>87.188522000000006</c:v>
                </c:pt>
                <c:pt idx="160">
                  <c:v>87.188522000000006</c:v>
                </c:pt>
                <c:pt idx="161">
                  <c:v>87.188522000000006</c:v>
                </c:pt>
                <c:pt idx="162">
                  <c:v>87.188522000000006</c:v>
                </c:pt>
                <c:pt idx="163">
                  <c:v>87.188522000000006</c:v>
                </c:pt>
                <c:pt idx="164">
                  <c:v>87.188522000000006</c:v>
                </c:pt>
                <c:pt idx="165">
                  <c:v>89.999802000000003</c:v>
                </c:pt>
                <c:pt idx="166">
                  <c:v>89.999908000000005</c:v>
                </c:pt>
                <c:pt idx="167">
                  <c:v>89.999944999999997</c:v>
                </c:pt>
                <c:pt idx="168">
                  <c:v>89.999953000000005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87.188522000000006</c:v>
                </c:pt>
                <c:pt idx="241">
                  <c:v>87.188522000000006</c:v>
                </c:pt>
                <c:pt idx="242">
                  <c:v>87.188522000000006</c:v>
                </c:pt>
                <c:pt idx="243">
                  <c:v>87.188522000000006</c:v>
                </c:pt>
                <c:pt idx="244">
                  <c:v>87.188522000000006</c:v>
                </c:pt>
                <c:pt idx="245">
                  <c:v>87.188522000000006</c:v>
                </c:pt>
                <c:pt idx="246">
                  <c:v>87.188522000000006</c:v>
                </c:pt>
                <c:pt idx="247">
                  <c:v>87.188522000000006</c:v>
                </c:pt>
                <c:pt idx="248">
                  <c:v>87.188522000000006</c:v>
                </c:pt>
                <c:pt idx="249">
                  <c:v>87.188522000000006</c:v>
                </c:pt>
                <c:pt idx="250">
                  <c:v>87.188522000000006</c:v>
                </c:pt>
                <c:pt idx="251">
                  <c:v>87.188522000000006</c:v>
                </c:pt>
                <c:pt idx="252">
                  <c:v>87.188522000000006</c:v>
                </c:pt>
                <c:pt idx="253">
                  <c:v>87.188522000000006</c:v>
                </c:pt>
                <c:pt idx="254">
                  <c:v>87.188522000000006</c:v>
                </c:pt>
                <c:pt idx="255">
                  <c:v>87.188522000000006</c:v>
                </c:pt>
                <c:pt idx="256">
                  <c:v>87.188522000000006</c:v>
                </c:pt>
                <c:pt idx="257">
                  <c:v>87.188522000000006</c:v>
                </c:pt>
                <c:pt idx="258">
                  <c:v>87.188522000000006</c:v>
                </c:pt>
                <c:pt idx="259">
                  <c:v>87.188522000000006</c:v>
                </c:pt>
                <c:pt idx="260">
                  <c:v>87.188522000000006</c:v>
                </c:pt>
                <c:pt idx="261">
                  <c:v>87.188522000000006</c:v>
                </c:pt>
                <c:pt idx="262">
                  <c:v>87.188522000000006</c:v>
                </c:pt>
                <c:pt idx="263">
                  <c:v>87.188522000000006</c:v>
                </c:pt>
                <c:pt idx="264">
                  <c:v>89.999944999999997</c:v>
                </c:pt>
                <c:pt idx="265">
                  <c:v>89.999944999999997</c:v>
                </c:pt>
                <c:pt idx="266">
                  <c:v>89.999944999999997</c:v>
                </c:pt>
                <c:pt idx="267">
                  <c:v>89.999944999999997</c:v>
                </c:pt>
                <c:pt idx="268">
                  <c:v>89.999944999999997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87.188522000000006</c:v>
                </c:pt>
                <c:pt idx="340">
                  <c:v>87.188522000000006</c:v>
                </c:pt>
                <c:pt idx="341">
                  <c:v>87.188522000000006</c:v>
                </c:pt>
                <c:pt idx="342">
                  <c:v>87.188522000000006</c:v>
                </c:pt>
                <c:pt idx="343">
                  <c:v>87.188522000000006</c:v>
                </c:pt>
                <c:pt idx="344">
                  <c:v>87.188522000000006</c:v>
                </c:pt>
                <c:pt idx="345">
                  <c:v>87.188522000000006</c:v>
                </c:pt>
                <c:pt idx="346">
                  <c:v>87.188522000000006</c:v>
                </c:pt>
                <c:pt idx="347">
                  <c:v>87.188522000000006</c:v>
                </c:pt>
                <c:pt idx="348">
                  <c:v>89.999953000000005</c:v>
                </c:pt>
                <c:pt idx="349">
                  <c:v>89.999953000000005</c:v>
                </c:pt>
                <c:pt idx="350">
                  <c:v>89.999953000000005</c:v>
                </c:pt>
                <c:pt idx="351">
                  <c:v>89.999953000000005</c:v>
                </c:pt>
                <c:pt idx="352">
                  <c:v>89.999953000000005</c:v>
                </c:pt>
                <c:pt idx="353">
                  <c:v>89.999953000000005</c:v>
                </c:pt>
                <c:pt idx="354">
                  <c:v>89.999953000000005</c:v>
                </c:pt>
                <c:pt idx="355">
                  <c:v>89.999953000000005</c:v>
                </c:pt>
                <c:pt idx="356">
                  <c:v>89.999953000000005</c:v>
                </c:pt>
                <c:pt idx="357">
                  <c:v>89.999953000000005</c:v>
                </c:pt>
                <c:pt idx="358">
                  <c:v>89.999953000000005</c:v>
                </c:pt>
                <c:pt idx="359">
                  <c:v>89.999953000000005</c:v>
                </c:pt>
                <c:pt idx="360">
                  <c:v>89.999953000000005</c:v>
                </c:pt>
                <c:pt idx="361">
                  <c:v>89.999953000000005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87.914658000000003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87.188522000000006</c:v>
                </c:pt>
                <c:pt idx="437">
                  <c:v>87.188522000000006</c:v>
                </c:pt>
                <c:pt idx="438">
                  <c:v>87.188522000000006</c:v>
                </c:pt>
                <c:pt idx="439">
                  <c:v>87.188522000000006</c:v>
                </c:pt>
                <c:pt idx="440">
                  <c:v>87.188522000000006</c:v>
                </c:pt>
                <c:pt idx="441">
                  <c:v>87.188522000000006</c:v>
                </c:pt>
                <c:pt idx="442">
                  <c:v>87.188522000000006</c:v>
                </c:pt>
                <c:pt idx="443">
                  <c:v>87.188522000000006</c:v>
                </c:pt>
                <c:pt idx="444">
                  <c:v>87.188522000000006</c:v>
                </c:pt>
                <c:pt idx="445">
                  <c:v>87.188522000000006</c:v>
                </c:pt>
                <c:pt idx="446">
                  <c:v>87.188522000000006</c:v>
                </c:pt>
                <c:pt idx="447">
                  <c:v>87.188522000000006</c:v>
                </c:pt>
                <c:pt idx="448">
                  <c:v>87.188522000000006</c:v>
                </c:pt>
                <c:pt idx="449">
                  <c:v>87.188522000000006</c:v>
                </c:pt>
                <c:pt idx="450">
                  <c:v>87.188522000000006</c:v>
                </c:pt>
                <c:pt idx="451">
                  <c:v>87.188522000000006</c:v>
                </c:pt>
                <c:pt idx="452">
                  <c:v>87.188522000000006</c:v>
                </c:pt>
                <c:pt idx="453">
                  <c:v>87.188522000000006</c:v>
                </c:pt>
                <c:pt idx="454">
                  <c:v>87.188522000000006</c:v>
                </c:pt>
                <c:pt idx="455">
                  <c:v>87.188522000000006</c:v>
                </c:pt>
                <c:pt idx="456">
                  <c:v>87.188522000000006</c:v>
                </c:pt>
                <c:pt idx="457">
                  <c:v>89.999967999999996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F92-4069-BC83-B9AEE43D4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60</c:v>
                </c:pt>
                <c:pt idx="1">
                  <c:v>60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0</c:v>
                </c:pt>
                <c:pt idx="7">
                  <c:v>0</c:v>
                </c:pt>
                <c:pt idx="8">
                  <c:v>269.39171199999998</c:v>
                </c:pt>
                <c:pt idx="9">
                  <c:v>269.39171199999998</c:v>
                </c:pt>
                <c:pt idx="10">
                  <c:v>503.11105600000002</c:v>
                </c:pt>
                <c:pt idx="11">
                  <c:v>503.11105600000002</c:v>
                </c:pt>
                <c:pt idx="12">
                  <c:v>423.97920800000003</c:v>
                </c:pt>
                <c:pt idx="13">
                  <c:v>423.97920800000003</c:v>
                </c:pt>
                <c:pt idx="14">
                  <c:v>541.48035300000004</c:v>
                </c:pt>
                <c:pt idx="15">
                  <c:v>541.48035300000004</c:v>
                </c:pt>
                <c:pt idx="16">
                  <c:v>480.00009999999997</c:v>
                </c:pt>
                <c:pt idx="17">
                  <c:v>480.00009999999997</c:v>
                </c:pt>
                <c:pt idx="18">
                  <c:v>592.42746099999999</c:v>
                </c:pt>
                <c:pt idx="19">
                  <c:v>592.42746099999999</c:v>
                </c:pt>
                <c:pt idx="20">
                  <c:v>310.16927099999998</c:v>
                </c:pt>
                <c:pt idx="21">
                  <c:v>310.16927099999998</c:v>
                </c:pt>
                <c:pt idx="22">
                  <c:v>240.00020000000001</c:v>
                </c:pt>
                <c:pt idx="23">
                  <c:v>240.00020000000001</c:v>
                </c:pt>
                <c:pt idx="24">
                  <c:v>57.230953</c:v>
                </c:pt>
                <c:pt idx="25">
                  <c:v>57.230953</c:v>
                </c:pt>
                <c:pt idx="26">
                  <c:v>234.11677499999999</c:v>
                </c:pt>
                <c:pt idx="27">
                  <c:v>234.11677499999999</c:v>
                </c:pt>
                <c:pt idx="28">
                  <c:v>194.988111</c:v>
                </c:pt>
                <c:pt idx="29">
                  <c:v>194.988111</c:v>
                </c:pt>
                <c:pt idx="30">
                  <c:v>57.124080999999997</c:v>
                </c:pt>
                <c:pt idx="31">
                  <c:v>57.124080999999997</c:v>
                </c:pt>
                <c:pt idx="32">
                  <c:v>168.115588</c:v>
                </c:pt>
                <c:pt idx="33">
                  <c:v>168.115588</c:v>
                </c:pt>
                <c:pt idx="34">
                  <c:v>273.67011600000001</c:v>
                </c:pt>
                <c:pt idx="35">
                  <c:v>273.67011600000001</c:v>
                </c:pt>
                <c:pt idx="36">
                  <c:v>270.00009999999997</c:v>
                </c:pt>
                <c:pt idx="37">
                  <c:v>270.00009999999997</c:v>
                </c:pt>
                <c:pt idx="38">
                  <c:v>360</c:v>
                </c:pt>
                <c:pt idx="39">
                  <c:v>360</c:v>
                </c:pt>
                <c:pt idx="40">
                  <c:v>364.062363</c:v>
                </c:pt>
                <c:pt idx="41">
                  <c:v>364.062363</c:v>
                </c:pt>
                <c:pt idx="42">
                  <c:v>373.63220999999999</c:v>
                </c:pt>
                <c:pt idx="43">
                  <c:v>373.63220999999999</c:v>
                </c:pt>
                <c:pt idx="44">
                  <c:v>614.84475299999997</c:v>
                </c:pt>
                <c:pt idx="45">
                  <c:v>614.84475299999997</c:v>
                </c:pt>
                <c:pt idx="46">
                  <c:v>474.42147399999999</c:v>
                </c:pt>
                <c:pt idx="47">
                  <c:v>474.42147399999999</c:v>
                </c:pt>
                <c:pt idx="48">
                  <c:v>302.99891600000001</c:v>
                </c:pt>
                <c:pt idx="49">
                  <c:v>302.99891600000001</c:v>
                </c:pt>
                <c:pt idx="50">
                  <c:v>234.392</c:v>
                </c:pt>
                <c:pt idx="51">
                  <c:v>234.392</c:v>
                </c:pt>
                <c:pt idx="52">
                  <c:v>150</c:v>
                </c:pt>
                <c:pt idx="53">
                  <c:v>150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60</c:v>
                </c:pt>
                <c:pt idx="81">
                  <c:v>60</c:v>
                </c:pt>
                <c:pt idx="82">
                  <c:v>51.793399999999998</c:v>
                </c:pt>
                <c:pt idx="83">
                  <c:v>51.793399999999998</c:v>
                </c:pt>
                <c:pt idx="84">
                  <c:v>90</c:v>
                </c:pt>
                <c:pt idx="85">
                  <c:v>90</c:v>
                </c:pt>
                <c:pt idx="86">
                  <c:v>60</c:v>
                </c:pt>
                <c:pt idx="87">
                  <c:v>60</c:v>
                </c:pt>
                <c:pt idx="88">
                  <c:v>86.416565000000006</c:v>
                </c:pt>
                <c:pt idx="89">
                  <c:v>86.416565000000006</c:v>
                </c:pt>
                <c:pt idx="90">
                  <c:v>120</c:v>
                </c:pt>
                <c:pt idx="91">
                  <c:v>120</c:v>
                </c:pt>
                <c:pt idx="92">
                  <c:v>60.000100000000003</c:v>
                </c:pt>
                <c:pt idx="93">
                  <c:v>60.000100000000003</c:v>
                </c:pt>
                <c:pt idx="94">
                  <c:v>60</c:v>
                </c:pt>
                <c:pt idx="95">
                  <c:v>60</c:v>
                </c:pt>
                <c:pt idx="96">
                  <c:v>63.432344000000001</c:v>
                </c:pt>
                <c:pt idx="97">
                  <c:v>63.432344000000001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12.211147</c:v>
                </c:pt>
                <c:pt idx="103">
                  <c:v>12.211147</c:v>
                </c:pt>
                <c:pt idx="104">
                  <c:v>120</c:v>
                </c:pt>
                <c:pt idx="105">
                  <c:v>120</c:v>
                </c:pt>
                <c:pt idx="106">
                  <c:v>129.82907499999999</c:v>
                </c:pt>
                <c:pt idx="107">
                  <c:v>129.82907499999999</c:v>
                </c:pt>
                <c:pt idx="108">
                  <c:v>65.285725999999997</c:v>
                </c:pt>
                <c:pt idx="109">
                  <c:v>65.285725999999997</c:v>
                </c:pt>
                <c:pt idx="110">
                  <c:v>120</c:v>
                </c:pt>
                <c:pt idx="111">
                  <c:v>120</c:v>
                </c:pt>
                <c:pt idx="112">
                  <c:v>60.000100000000003</c:v>
                </c:pt>
                <c:pt idx="113">
                  <c:v>60.000100000000003</c:v>
                </c:pt>
                <c:pt idx="114">
                  <c:v>118.54989500000001</c:v>
                </c:pt>
                <c:pt idx="115">
                  <c:v>118.54989500000001</c:v>
                </c:pt>
                <c:pt idx="116">
                  <c:v>0</c:v>
                </c:pt>
                <c:pt idx="117">
                  <c:v>0</c:v>
                </c:pt>
                <c:pt idx="118">
                  <c:v>30</c:v>
                </c:pt>
                <c:pt idx="119">
                  <c:v>30</c:v>
                </c:pt>
                <c:pt idx="120">
                  <c:v>30</c:v>
                </c:pt>
                <c:pt idx="121">
                  <c:v>30</c:v>
                </c:pt>
                <c:pt idx="122">
                  <c:v>0</c:v>
                </c:pt>
                <c:pt idx="123">
                  <c:v>0</c:v>
                </c:pt>
                <c:pt idx="124">
                  <c:v>1E-4</c:v>
                </c:pt>
                <c:pt idx="125">
                  <c:v>1E-4</c:v>
                </c:pt>
                <c:pt idx="126">
                  <c:v>0</c:v>
                </c:pt>
                <c:pt idx="127">
                  <c:v>0</c:v>
                </c:pt>
                <c:pt idx="128">
                  <c:v>60</c:v>
                </c:pt>
                <c:pt idx="129">
                  <c:v>60</c:v>
                </c:pt>
                <c:pt idx="130">
                  <c:v>43.215971000000003</c:v>
                </c:pt>
                <c:pt idx="131">
                  <c:v>43.215971000000003</c:v>
                </c:pt>
                <c:pt idx="132">
                  <c:v>0</c:v>
                </c:pt>
                <c:pt idx="133">
                  <c:v>0</c:v>
                </c:pt>
                <c:pt idx="134">
                  <c:v>60</c:v>
                </c:pt>
                <c:pt idx="135">
                  <c:v>60</c:v>
                </c:pt>
                <c:pt idx="136">
                  <c:v>68.777240000000006</c:v>
                </c:pt>
                <c:pt idx="137">
                  <c:v>68.777240000000006</c:v>
                </c:pt>
                <c:pt idx="138">
                  <c:v>0</c:v>
                </c:pt>
                <c:pt idx="139">
                  <c:v>0</c:v>
                </c:pt>
                <c:pt idx="140">
                  <c:v>17.548946999999998</c:v>
                </c:pt>
                <c:pt idx="141">
                  <c:v>17.548946999999998</c:v>
                </c:pt>
                <c:pt idx="142">
                  <c:v>0</c:v>
                </c:pt>
                <c:pt idx="143">
                  <c:v>0</c:v>
                </c:pt>
                <c:pt idx="144">
                  <c:v>24.661999999999999</c:v>
                </c:pt>
                <c:pt idx="145">
                  <c:v>24.661999999999999</c:v>
                </c:pt>
                <c:pt idx="146">
                  <c:v>0</c:v>
                </c:pt>
                <c:pt idx="147">
                  <c:v>0</c:v>
                </c:pt>
                <c:pt idx="148">
                  <c:v>4.2099999999999999E-4</c:v>
                </c:pt>
                <c:pt idx="149">
                  <c:v>4.2099999999999999E-4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60.000100000000003</c:v>
                </c:pt>
                <c:pt idx="163">
                  <c:v>60.000100000000003</c:v>
                </c:pt>
                <c:pt idx="164">
                  <c:v>149.9999</c:v>
                </c:pt>
                <c:pt idx="165">
                  <c:v>149.9999</c:v>
                </c:pt>
                <c:pt idx="166">
                  <c:v>90.000100000000003</c:v>
                </c:pt>
                <c:pt idx="167">
                  <c:v>90.000100000000003</c:v>
                </c:pt>
                <c:pt idx="168">
                  <c:v>150.0001</c:v>
                </c:pt>
                <c:pt idx="169">
                  <c:v>150.0001</c:v>
                </c:pt>
                <c:pt idx="170">
                  <c:v>180.0001</c:v>
                </c:pt>
                <c:pt idx="171">
                  <c:v>180.0001</c:v>
                </c:pt>
                <c:pt idx="172">
                  <c:v>180.0001</c:v>
                </c:pt>
                <c:pt idx="173">
                  <c:v>180.0001</c:v>
                </c:pt>
                <c:pt idx="174">
                  <c:v>240.0001</c:v>
                </c:pt>
                <c:pt idx="175">
                  <c:v>240.0001</c:v>
                </c:pt>
                <c:pt idx="176">
                  <c:v>210.0001</c:v>
                </c:pt>
                <c:pt idx="177">
                  <c:v>210.0001</c:v>
                </c:pt>
                <c:pt idx="178">
                  <c:v>330</c:v>
                </c:pt>
                <c:pt idx="179">
                  <c:v>330</c:v>
                </c:pt>
                <c:pt idx="180">
                  <c:v>300.00009999999997</c:v>
                </c:pt>
                <c:pt idx="181">
                  <c:v>300.00009999999997</c:v>
                </c:pt>
                <c:pt idx="182">
                  <c:v>390.00020000000001</c:v>
                </c:pt>
                <c:pt idx="183">
                  <c:v>390.00020000000001</c:v>
                </c:pt>
                <c:pt idx="184">
                  <c:v>524.678854</c:v>
                </c:pt>
                <c:pt idx="185">
                  <c:v>524.678854</c:v>
                </c:pt>
                <c:pt idx="186">
                  <c:v>660.00009999999997</c:v>
                </c:pt>
                <c:pt idx="187">
                  <c:v>660.00009999999997</c:v>
                </c:pt>
                <c:pt idx="188">
                  <c:v>690.00009999999997</c:v>
                </c:pt>
                <c:pt idx="189">
                  <c:v>690.00009999999997</c:v>
                </c:pt>
                <c:pt idx="190">
                  <c:v>599.39135699999997</c:v>
                </c:pt>
                <c:pt idx="191">
                  <c:v>599.39135699999997</c:v>
                </c:pt>
                <c:pt idx="192">
                  <c:v>557.78905299999997</c:v>
                </c:pt>
                <c:pt idx="193">
                  <c:v>557.78905299999997</c:v>
                </c:pt>
                <c:pt idx="194">
                  <c:v>704.99388299999998</c:v>
                </c:pt>
                <c:pt idx="195">
                  <c:v>704.99388299999998</c:v>
                </c:pt>
                <c:pt idx="196">
                  <c:v>767.78895299999999</c:v>
                </c:pt>
                <c:pt idx="197">
                  <c:v>767.78895299999999</c:v>
                </c:pt>
                <c:pt idx="198">
                  <c:v>725.78930600000001</c:v>
                </c:pt>
                <c:pt idx="199">
                  <c:v>725.78930600000001</c:v>
                </c:pt>
                <c:pt idx="200">
                  <c:v>570.00009999999997</c:v>
                </c:pt>
                <c:pt idx="201">
                  <c:v>570.00009999999997</c:v>
                </c:pt>
                <c:pt idx="202">
                  <c:v>677.78997400000003</c:v>
                </c:pt>
                <c:pt idx="203">
                  <c:v>677.78997400000003</c:v>
                </c:pt>
                <c:pt idx="204">
                  <c:v>489.601</c:v>
                </c:pt>
                <c:pt idx="205">
                  <c:v>489.601</c:v>
                </c:pt>
                <c:pt idx="206">
                  <c:v>544.393778</c:v>
                </c:pt>
                <c:pt idx="207">
                  <c:v>544.393778</c:v>
                </c:pt>
                <c:pt idx="208">
                  <c:v>346.37649399999998</c:v>
                </c:pt>
                <c:pt idx="209">
                  <c:v>346.37649399999998</c:v>
                </c:pt>
                <c:pt idx="210">
                  <c:v>355.414514</c:v>
                </c:pt>
                <c:pt idx="211">
                  <c:v>355.414514</c:v>
                </c:pt>
                <c:pt idx="212">
                  <c:v>475.94052599999998</c:v>
                </c:pt>
                <c:pt idx="213">
                  <c:v>475.94052599999998</c:v>
                </c:pt>
                <c:pt idx="214">
                  <c:v>324.37136600000002</c:v>
                </c:pt>
                <c:pt idx="215">
                  <c:v>324.37136600000002</c:v>
                </c:pt>
                <c:pt idx="216">
                  <c:v>255.60475</c:v>
                </c:pt>
                <c:pt idx="217">
                  <c:v>255.60475</c:v>
                </c:pt>
                <c:pt idx="218">
                  <c:v>433.55112100000002</c:v>
                </c:pt>
                <c:pt idx="219">
                  <c:v>433.55112100000002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197.035324</c:v>
                </c:pt>
                <c:pt idx="225">
                  <c:v>197.035324</c:v>
                </c:pt>
                <c:pt idx="226">
                  <c:v>162.210947</c:v>
                </c:pt>
                <c:pt idx="227">
                  <c:v>162.210947</c:v>
                </c:pt>
                <c:pt idx="228">
                  <c:v>200.602</c:v>
                </c:pt>
                <c:pt idx="229">
                  <c:v>200.602</c:v>
                </c:pt>
                <c:pt idx="230">
                  <c:v>163.13628600000001</c:v>
                </c:pt>
                <c:pt idx="231">
                  <c:v>163.13628600000001</c:v>
                </c:pt>
                <c:pt idx="232">
                  <c:v>228.084</c:v>
                </c:pt>
                <c:pt idx="233">
                  <c:v>228.084</c:v>
                </c:pt>
                <c:pt idx="234">
                  <c:v>243.642</c:v>
                </c:pt>
                <c:pt idx="235">
                  <c:v>243.642</c:v>
                </c:pt>
                <c:pt idx="236">
                  <c:v>202.96783199999999</c:v>
                </c:pt>
                <c:pt idx="237">
                  <c:v>202.96783199999999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17.002734</c:v>
                </c:pt>
                <c:pt idx="281">
                  <c:v>17.002734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29.345797000000001</c:v>
                </c:pt>
                <c:pt idx="289">
                  <c:v>29.345797000000001</c:v>
                </c:pt>
                <c:pt idx="290">
                  <c:v>60</c:v>
                </c:pt>
                <c:pt idx="291">
                  <c:v>60</c:v>
                </c:pt>
                <c:pt idx="292">
                  <c:v>0</c:v>
                </c:pt>
                <c:pt idx="293">
                  <c:v>0</c:v>
                </c:pt>
                <c:pt idx="294">
                  <c:v>76.055296999999996</c:v>
                </c:pt>
                <c:pt idx="295">
                  <c:v>76.055296999999996</c:v>
                </c:pt>
                <c:pt idx="296">
                  <c:v>14.975706000000001</c:v>
                </c:pt>
                <c:pt idx="297">
                  <c:v>14.975706000000001</c:v>
                </c:pt>
                <c:pt idx="298">
                  <c:v>2.0000000000000001E-4</c:v>
                </c:pt>
                <c:pt idx="299">
                  <c:v>2.0000000000000001E-4</c:v>
                </c:pt>
                <c:pt idx="300">
                  <c:v>206.41349199999999</c:v>
                </c:pt>
                <c:pt idx="301">
                  <c:v>206.41349199999999</c:v>
                </c:pt>
                <c:pt idx="302">
                  <c:v>16.054976</c:v>
                </c:pt>
                <c:pt idx="303">
                  <c:v>16.054976</c:v>
                </c:pt>
                <c:pt idx="304">
                  <c:v>4.2099999999999999E-4</c:v>
                </c:pt>
                <c:pt idx="305">
                  <c:v>4.2099999999999999E-4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1E-4</c:v>
                </c:pt>
                <c:pt idx="311">
                  <c:v>1E-4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30</c:v>
                </c:pt>
                <c:pt idx="317">
                  <c:v>30</c:v>
                </c:pt>
                <c:pt idx="318">
                  <c:v>0</c:v>
                </c:pt>
                <c:pt idx="319">
                  <c:v>0</c:v>
                </c:pt>
                <c:pt idx="320">
                  <c:v>120.0001</c:v>
                </c:pt>
                <c:pt idx="321">
                  <c:v>120.0001</c:v>
                </c:pt>
                <c:pt idx="322">
                  <c:v>65.016112000000007</c:v>
                </c:pt>
                <c:pt idx="323">
                  <c:v>65.016112000000007</c:v>
                </c:pt>
                <c:pt idx="324">
                  <c:v>150.0001</c:v>
                </c:pt>
                <c:pt idx="325">
                  <c:v>150.0001</c:v>
                </c:pt>
                <c:pt idx="326">
                  <c:v>60.000100000000003</c:v>
                </c:pt>
                <c:pt idx="327">
                  <c:v>60.000100000000003</c:v>
                </c:pt>
                <c:pt idx="328">
                  <c:v>89.999178999999998</c:v>
                </c:pt>
                <c:pt idx="329">
                  <c:v>89.999178999999998</c:v>
                </c:pt>
                <c:pt idx="330">
                  <c:v>60</c:v>
                </c:pt>
                <c:pt idx="331">
                  <c:v>60</c:v>
                </c:pt>
                <c:pt idx="332">
                  <c:v>60</c:v>
                </c:pt>
                <c:pt idx="333">
                  <c:v>60</c:v>
                </c:pt>
                <c:pt idx="334">
                  <c:v>31.839268000000001</c:v>
                </c:pt>
                <c:pt idx="335">
                  <c:v>31.839268000000001</c:v>
                </c:pt>
                <c:pt idx="336">
                  <c:v>25.187999999999999</c:v>
                </c:pt>
                <c:pt idx="337">
                  <c:v>25.187999999999999</c:v>
                </c:pt>
                <c:pt idx="338">
                  <c:v>12.467000000000001</c:v>
                </c:pt>
                <c:pt idx="339">
                  <c:v>12.467000000000001</c:v>
                </c:pt>
                <c:pt idx="340">
                  <c:v>2.7170000000000001</c:v>
                </c:pt>
                <c:pt idx="341">
                  <c:v>2.7170000000000001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8.7600479999999994</c:v>
                </c:pt>
                <c:pt idx="355">
                  <c:v>8.7600479999999994</c:v>
                </c:pt>
                <c:pt idx="356">
                  <c:v>60</c:v>
                </c:pt>
                <c:pt idx="357">
                  <c:v>60</c:v>
                </c:pt>
                <c:pt idx="358">
                  <c:v>12.209804999999999</c:v>
                </c:pt>
                <c:pt idx="359">
                  <c:v>12.209804999999999</c:v>
                </c:pt>
                <c:pt idx="360">
                  <c:v>90</c:v>
                </c:pt>
                <c:pt idx="361">
                  <c:v>90</c:v>
                </c:pt>
                <c:pt idx="362">
                  <c:v>105.34061800000001</c:v>
                </c:pt>
                <c:pt idx="363">
                  <c:v>105.34061800000001</c:v>
                </c:pt>
                <c:pt idx="364">
                  <c:v>80.971408999999994</c:v>
                </c:pt>
                <c:pt idx="365">
                  <c:v>80.971408999999994</c:v>
                </c:pt>
                <c:pt idx="366">
                  <c:v>210</c:v>
                </c:pt>
                <c:pt idx="367">
                  <c:v>210</c:v>
                </c:pt>
                <c:pt idx="368">
                  <c:v>240.000621</c:v>
                </c:pt>
                <c:pt idx="369">
                  <c:v>240.000621</c:v>
                </c:pt>
                <c:pt idx="370">
                  <c:v>222.209926</c:v>
                </c:pt>
                <c:pt idx="371">
                  <c:v>222.209926</c:v>
                </c:pt>
                <c:pt idx="372">
                  <c:v>137.50771</c:v>
                </c:pt>
                <c:pt idx="373">
                  <c:v>137.50771</c:v>
                </c:pt>
                <c:pt idx="374">
                  <c:v>465.549961</c:v>
                </c:pt>
                <c:pt idx="375">
                  <c:v>465.549961</c:v>
                </c:pt>
                <c:pt idx="376">
                  <c:v>440.00009999999997</c:v>
                </c:pt>
                <c:pt idx="377">
                  <c:v>440.00009999999997</c:v>
                </c:pt>
                <c:pt idx="378">
                  <c:v>690</c:v>
                </c:pt>
                <c:pt idx="379">
                  <c:v>690</c:v>
                </c:pt>
                <c:pt idx="380">
                  <c:v>200</c:v>
                </c:pt>
                <c:pt idx="381">
                  <c:v>200</c:v>
                </c:pt>
                <c:pt idx="382">
                  <c:v>289.322811</c:v>
                </c:pt>
                <c:pt idx="383">
                  <c:v>289.322811</c:v>
                </c:pt>
                <c:pt idx="384">
                  <c:v>341.32381900000001</c:v>
                </c:pt>
                <c:pt idx="385">
                  <c:v>341.32381900000001</c:v>
                </c:pt>
                <c:pt idx="386">
                  <c:v>246.98916299999999</c:v>
                </c:pt>
                <c:pt idx="387">
                  <c:v>246.98916299999999</c:v>
                </c:pt>
                <c:pt idx="388">
                  <c:v>200</c:v>
                </c:pt>
                <c:pt idx="389">
                  <c:v>200</c:v>
                </c:pt>
                <c:pt idx="390">
                  <c:v>300.00009999999997</c:v>
                </c:pt>
                <c:pt idx="391">
                  <c:v>300.00009999999997</c:v>
                </c:pt>
                <c:pt idx="392">
                  <c:v>210.00122099999999</c:v>
                </c:pt>
                <c:pt idx="393">
                  <c:v>210.00122099999999</c:v>
                </c:pt>
                <c:pt idx="394">
                  <c:v>221.090191</c:v>
                </c:pt>
                <c:pt idx="395">
                  <c:v>221.090191</c:v>
                </c:pt>
                <c:pt idx="396">
                  <c:v>210.00020000000001</c:v>
                </c:pt>
                <c:pt idx="397">
                  <c:v>210.00020000000001</c:v>
                </c:pt>
                <c:pt idx="398">
                  <c:v>200</c:v>
                </c:pt>
                <c:pt idx="399">
                  <c:v>200</c:v>
                </c:pt>
                <c:pt idx="400">
                  <c:v>270.00009999999997</c:v>
                </c:pt>
                <c:pt idx="401">
                  <c:v>270.00009999999997</c:v>
                </c:pt>
                <c:pt idx="402">
                  <c:v>402.31415600000003</c:v>
                </c:pt>
                <c:pt idx="403">
                  <c:v>402.31415600000003</c:v>
                </c:pt>
                <c:pt idx="404">
                  <c:v>420</c:v>
                </c:pt>
                <c:pt idx="405">
                  <c:v>420</c:v>
                </c:pt>
                <c:pt idx="406">
                  <c:v>310.30189899999999</c:v>
                </c:pt>
                <c:pt idx="407">
                  <c:v>310.30189899999999</c:v>
                </c:pt>
                <c:pt idx="408">
                  <c:v>240.0001</c:v>
                </c:pt>
                <c:pt idx="409">
                  <c:v>240.0001</c:v>
                </c:pt>
                <c:pt idx="410">
                  <c:v>226.15731299999999</c:v>
                </c:pt>
                <c:pt idx="411">
                  <c:v>226.15731299999999</c:v>
                </c:pt>
                <c:pt idx="412">
                  <c:v>390</c:v>
                </c:pt>
                <c:pt idx="413">
                  <c:v>390</c:v>
                </c:pt>
                <c:pt idx="414">
                  <c:v>210.0001</c:v>
                </c:pt>
                <c:pt idx="415">
                  <c:v>210.0001</c:v>
                </c:pt>
                <c:pt idx="416">
                  <c:v>270.00009999999997</c:v>
                </c:pt>
                <c:pt idx="417">
                  <c:v>270.00009999999997</c:v>
                </c:pt>
                <c:pt idx="418">
                  <c:v>421.12105700000001</c:v>
                </c:pt>
                <c:pt idx="419">
                  <c:v>421.12105700000001</c:v>
                </c:pt>
                <c:pt idx="420">
                  <c:v>300.00009999999997</c:v>
                </c:pt>
                <c:pt idx="421">
                  <c:v>300.00009999999997</c:v>
                </c:pt>
                <c:pt idx="422">
                  <c:v>587.78895299999999</c:v>
                </c:pt>
                <c:pt idx="423">
                  <c:v>587.78895299999999</c:v>
                </c:pt>
                <c:pt idx="424">
                  <c:v>517.21538999999996</c:v>
                </c:pt>
                <c:pt idx="425">
                  <c:v>517.21538999999996</c:v>
                </c:pt>
                <c:pt idx="426">
                  <c:v>605.33695299999999</c:v>
                </c:pt>
                <c:pt idx="427">
                  <c:v>605.33695299999999</c:v>
                </c:pt>
                <c:pt idx="428">
                  <c:v>384.42137400000001</c:v>
                </c:pt>
                <c:pt idx="429">
                  <c:v>384.42137400000001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21.073312999999999</c:v>
                </c:pt>
                <c:pt idx="479">
                  <c:v>21.073312999999999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30</c:v>
                </c:pt>
                <c:pt idx="489">
                  <c:v>30</c:v>
                </c:pt>
                <c:pt idx="490">
                  <c:v>0</c:v>
                </c:pt>
                <c:pt idx="491">
                  <c:v>0</c:v>
                </c:pt>
                <c:pt idx="492">
                  <c:v>30</c:v>
                </c:pt>
                <c:pt idx="493">
                  <c:v>30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5.3989000000000003</c:v>
                </c:pt>
                <c:pt idx="515">
                  <c:v>5.3989000000000003</c:v>
                </c:pt>
                <c:pt idx="516">
                  <c:v>1E-4</c:v>
                </c:pt>
                <c:pt idx="517">
                  <c:v>1E-4</c:v>
                </c:pt>
                <c:pt idx="518">
                  <c:v>0</c:v>
                </c:pt>
                <c:pt idx="519">
                  <c:v>0</c:v>
                </c:pt>
                <c:pt idx="520">
                  <c:v>90</c:v>
                </c:pt>
                <c:pt idx="521">
                  <c:v>90</c:v>
                </c:pt>
                <c:pt idx="522">
                  <c:v>12.858376</c:v>
                </c:pt>
                <c:pt idx="523">
                  <c:v>12.858376</c:v>
                </c:pt>
                <c:pt idx="524">
                  <c:v>60.000100000000003</c:v>
                </c:pt>
                <c:pt idx="525">
                  <c:v>60.000100000000003</c:v>
                </c:pt>
                <c:pt idx="526">
                  <c:v>16.054976</c:v>
                </c:pt>
                <c:pt idx="527">
                  <c:v>16.054976</c:v>
                </c:pt>
                <c:pt idx="528">
                  <c:v>0</c:v>
                </c:pt>
                <c:pt idx="529">
                  <c:v>0</c:v>
                </c:pt>
                <c:pt idx="530">
                  <c:v>3.1962000000000002</c:v>
                </c:pt>
                <c:pt idx="531">
                  <c:v>3.1962000000000002</c:v>
                </c:pt>
                <c:pt idx="532">
                  <c:v>76.055197000000007</c:v>
                </c:pt>
                <c:pt idx="533">
                  <c:v>76.055197000000007</c:v>
                </c:pt>
                <c:pt idx="534">
                  <c:v>1E-4</c:v>
                </c:pt>
                <c:pt idx="535">
                  <c:v>1E-4</c:v>
                </c:pt>
                <c:pt idx="536">
                  <c:v>0</c:v>
                </c:pt>
                <c:pt idx="537">
                  <c:v>0</c:v>
                </c:pt>
                <c:pt idx="538">
                  <c:v>4.2099999999999999E-4</c:v>
                </c:pt>
                <c:pt idx="539">
                  <c:v>4.2099999999999999E-4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30</c:v>
                </c:pt>
                <c:pt idx="555">
                  <c:v>30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150</c:v>
                </c:pt>
                <c:pt idx="561">
                  <c:v>150</c:v>
                </c:pt>
                <c:pt idx="562">
                  <c:v>240</c:v>
                </c:pt>
                <c:pt idx="563">
                  <c:v>240</c:v>
                </c:pt>
                <c:pt idx="564">
                  <c:v>300</c:v>
                </c:pt>
                <c:pt idx="565">
                  <c:v>300</c:v>
                </c:pt>
                <c:pt idx="566">
                  <c:v>360.00009999999997</c:v>
                </c:pt>
                <c:pt idx="567">
                  <c:v>360.00009999999997</c:v>
                </c:pt>
                <c:pt idx="568">
                  <c:v>300</c:v>
                </c:pt>
                <c:pt idx="569">
                  <c:v>300</c:v>
                </c:pt>
                <c:pt idx="570">
                  <c:v>180</c:v>
                </c:pt>
                <c:pt idx="571">
                  <c:v>180</c:v>
                </c:pt>
                <c:pt idx="572">
                  <c:v>187.045602</c:v>
                </c:pt>
                <c:pt idx="573">
                  <c:v>187.045602</c:v>
                </c:pt>
                <c:pt idx="574">
                  <c:v>300</c:v>
                </c:pt>
                <c:pt idx="575">
                  <c:v>300</c:v>
                </c:pt>
                <c:pt idx="576">
                  <c:v>214.02723599999999</c:v>
                </c:pt>
                <c:pt idx="577">
                  <c:v>214.02723599999999</c:v>
                </c:pt>
                <c:pt idx="578">
                  <c:v>261.95610900000003</c:v>
                </c:pt>
                <c:pt idx="579">
                  <c:v>261.95610900000003</c:v>
                </c:pt>
                <c:pt idx="580">
                  <c:v>159.126699</c:v>
                </c:pt>
                <c:pt idx="581">
                  <c:v>159.126699</c:v>
                </c:pt>
                <c:pt idx="582">
                  <c:v>300</c:v>
                </c:pt>
                <c:pt idx="583">
                  <c:v>300</c:v>
                </c:pt>
                <c:pt idx="584">
                  <c:v>312.21124700000001</c:v>
                </c:pt>
                <c:pt idx="585">
                  <c:v>312.21124700000001</c:v>
                </c:pt>
                <c:pt idx="586">
                  <c:v>398.47163</c:v>
                </c:pt>
                <c:pt idx="587">
                  <c:v>398.47163</c:v>
                </c:pt>
                <c:pt idx="588">
                  <c:v>323.84019000000001</c:v>
                </c:pt>
                <c:pt idx="589">
                  <c:v>323.84019000000001</c:v>
                </c:pt>
                <c:pt idx="590">
                  <c:v>321.34427199999999</c:v>
                </c:pt>
                <c:pt idx="591">
                  <c:v>321.34427199999999</c:v>
                </c:pt>
                <c:pt idx="592">
                  <c:v>370.21054299999997</c:v>
                </c:pt>
                <c:pt idx="593">
                  <c:v>370.21054299999997</c:v>
                </c:pt>
                <c:pt idx="594">
                  <c:v>164.95623800000001</c:v>
                </c:pt>
                <c:pt idx="595">
                  <c:v>164.95623800000001</c:v>
                </c:pt>
                <c:pt idx="596">
                  <c:v>330.00009999999997</c:v>
                </c:pt>
                <c:pt idx="597">
                  <c:v>330.00009999999997</c:v>
                </c:pt>
                <c:pt idx="598">
                  <c:v>527.78915300000006</c:v>
                </c:pt>
                <c:pt idx="599">
                  <c:v>527.78915300000006</c:v>
                </c:pt>
                <c:pt idx="600">
                  <c:v>497.140807</c:v>
                </c:pt>
                <c:pt idx="601">
                  <c:v>497.140807</c:v>
                </c:pt>
                <c:pt idx="602">
                  <c:v>375.019409</c:v>
                </c:pt>
                <c:pt idx="603">
                  <c:v>375.019409</c:v>
                </c:pt>
                <c:pt idx="604">
                  <c:v>312.21146800000002</c:v>
                </c:pt>
                <c:pt idx="605">
                  <c:v>312.21146800000002</c:v>
                </c:pt>
                <c:pt idx="606">
                  <c:v>479.82555200000002</c:v>
                </c:pt>
                <c:pt idx="607">
                  <c:v>479.82555200000002</c:v>
                </c:pt>
                <c:pt idx="608">
                  <c:v>617.78885300000002</c:v>
                </c:pt>
                <c:pt idx="609">
                  <c:v>617.78885300000002</c:v>
                </c:pt>
                <c:pt idx="610">
                  <c:v>533.42672300000004</c:v>
                </c:pt>
                <c:pt idx="611">
                  <c:v>533.42672300000004</c:v>
                </c:pt>
                <c:pt idx="612">
                  <c:v>686.18767400000002</c:v>
                </c:pt>
                <c:pt idx="613">
                  <c:v>686.18767400000002</c:v>
                </c:pt>
                <c:pt idx="614">
                  <c:v>750</c:v>
                </c:pt>
                <c:pt idx="615">
                  <c:v>750</c:v>
                </c:pt>
                <c:pt idx="616">
                  <c:v>635.39825800000006</c:v>
                </c:pt>
                <c:pt idx="617">
                  <c:v>635.39825800000006</c:v>
                </c:pt>
                <c:pt idx="618">
                  <c:v>570.00052100000005</c:v>
                </c:pt>
                <c:pt idx="619">
                  <c:v>570.00052100000005</c:v>
                </c:pt>
                <c:pt idx="620">
                  <c:v>464.635265</c:v>
                </c:pt>
                <c:pt idx="621">
                  <c:v>464.635265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60</c:v>
                </c:pt>
                <c:pt idx="689">
                  <c:v>60</c:v>
                </c:pt>
                <c:pt idx="690">
                  <c:v>16.054876</c:v>
                </c:pt>
                <c:pt idx="691">
                  <c:v>16.054876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34.084626</c:v>
                </c:pt>
                <c:pt idx="705">
                  <c:v>34.084626</c:v>
                </c:pt>
                <c:pt idx="706">
                  <c:v>8.1692520000000002</c:v>
                </c:pt>
                <c:pt idx="707">
                  <c:v>8.1692520000000002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14.261365</c:v>
                </c:pt>
                <c:pt idx="713">
                  <c:v>14.261365</c:v>
                </c:pt>
                <c:pt idx="714">
                  <c:v>60</c:v>
                </c:pt>
                <c:pt idx="715">
                  <c:v>60</c:v>
                </c:pt>
                <c:pt idx="716">
                  <c:v>0</c:v>
                </c:pt>
                <c:pt idx="717">
                  <c:v>0</c:v>
                </c:pt>
                <c:pt idx="718">
                  <c:v>30</c:v>
                </c:pt>
                <c:pt idx="719">
                  <c:v>30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3.6920000000000002</c:v>
                </c:pt>
                <c:pt idx="725">
                  <c:v>3.6920000000000002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36.799498999999997</c:v>
                </c:pt>
                <c:pt idx="745">
                  <c:v>36.799498999999997</c:v>
                </c:pt>
                <c:pt idx="746">
                  <c:v>150</c:v>
                </c:pt>
                <c:pt idx="747">
                  <c:v>150</c:v>
                </c:pt>
                <c:pt idx="748">
                  <c:v>76.055296999999996</c:v>
                </c:pt>
                <c:pt idx="749">
                  <c:v>76.055296999999996</c:v>
                </c:pt>
                <c:pt idx="750">
                  <c:v>60</c:v>
                </c:pt>
                <c:pt idx="751">
                  <c:v>60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60</c:v>
                </c:pt>
                <c:pt idx="757">
                  <c:v>60</c:v>
                </c:pt>
                <c:pt idx="758">
                  <c:v>90</c:v>
                </c:pt>
                <c:pt idx="759">
                  <c:v>90</c:v>
                </c:pt>
                <c:pt idx="760">
                  <c:v>330.00052099999999</c:v>
                </c:pt>
                <c:pt idx="761">
                  <c:v>330.00052099999999</c:v>
                </c:pt>
                <c:pt idx="762">
                  <c:v>445.06274500000001</c:v>
                </c:pt>
                <c:pt idx="763">
                  <c:v>445.06274500000001</c:v>
                </c:pt>
                <c:pt idx="764">
                  <c:v>562.64486799999997</c:v>
                </c:pt>
                <c:pt idx="765">
                  <c:v>562.64486799999997</c:v>
                </c:pt>
                <c:pt idx="766">
                  <c:v>576.34042599999998</c:v>
                </c:pt>
                <c:pt idx="767">
                  <c:v>576.34042599999998</c:v>
                </c:pt>
                <c:pt idx="768">
                  <c:v>270.00042100000002</c:v>
                </c:pt>
                <c:pt idx="769">
                  <c:v>270.00042100000002</c:v>
                </c:pt>
                <c:pt idx="770">
                  <c:v>195.24316200000001</c:v>
                </c:pt>
                <c:pt idx="771">
                  <c:v>195.24316200000001</c:v>
                </c:pt>
                <c:pt idx="772">
                  <c:v>150</c:v>
                </c:pt>
                <c:pt idx="773">
                  <c:v>150</c:v>
                </c:pt>
                <c:pt idx="774">
                  <c:v>2.0000000000000001E-4</c:v>
                </c:pt>
                <c:pt idx="775">
                  <c:v>2.0000000000000001E-4</c:v>
                </c:pt>
                <c:pt idx="776">
                  <c:v>346.49935699999997</c:v>
                </c:pt>
                <c:pt idx="777">
                  <c:v>346.49935699999997</c:v>
                </c:pt>
                <c:pt idx="778">
                  <c:v>163.26790299999999</c:v>
                </c:pt>
                <c:pt idx="779">
                  <c:v>163.26790299999999</c:v>
                </c:pt>
                <c:pt idx="780">
                  <c:v>256.054776</c:v>
                </c:pt>
                <c:pt idx="781">
                  <c:v>256.054776</c:v>
                </c:pt>
                <c:pt idx="782">
                  <c:v>376.49935699999997</c:v>
                </c:pt>
                <c:pt idx="783">
                  <c:v>376.49935699999997</c:v>
                </c:pt>
                <c:pt idx="784">
                  <c:v>527.79458199999999</c:v>
                </c:pt>
                <c:pt idx="785">
                  <c:v>527.79458199999999</c:v>
                </c:pt>
                <c:pt idx="786">
                  <c:v>548.49141899999995</c:v>
                </c:pt>
                <c:pt idx="787">
                  <c:v>548.49141899999995</c:v>
                </c:pt>
                <c:pt idx="788">
                  <c:v>360.00009999999997</c:v>
                </c:pt>
                <c:pt idx="789">
                  <c:v>360.00009999999997</c:v>
                </c:pt>
                <c:pt idx="790">
                  <c:v>120.438266</c:v>
                </c:pt>
                <c:pt idx="791">
                  <c:v>120.438266</c:v>
                </c:pt>
                <c:pt idx="792">
                  <c:v>404.43107500000002</c:v>
                </c:pt>
                <c:pt idx="793">
                  <c:v>404.43107500000002</c:v>
                </c:pt>
                <c:pt idx="794">
                  <c:v>630.00012100000004</c:v>
                </c:pt>
                <c:pt idx="795">
                  <c:v>630.00012100000004</c:v>
                </c:pt>
                <c:pt idx="796">
                  <c:v>552.21124699999996</c:v>
                </c:pt>
                <c:pt idx="797">
                  <c:v>552.21124699999996</c:v>
                </c:pt>
                <c:pt idx="798">
                  <c:v>749.00502900000004</c:v>
                </c:pt>
                <c:pt idx="799">
                  <c:v>749.00502900000004</c:v>
                </c:pt>
                <c:pt idx="800">
                  <c:v>510.00040000000001</c:v>
                </c:pt>
                <c:pt idx="801">
                  <c:v>510.00040000000001</c:v>
                </c:pt>
                <c:pt idx="802">
                  <c:v>573.69682</c:v>
                </c:pt>
                <c:pt idx="803">
                  <c:v>573.69682</c:v>
                </c:pt>
                <c:pt idx="804">
                  <c:v>689.99990000000003</c:v>
                </c:pt>
                <c:pt idx="805">
                  <c:v>689.99990000000003</c:v>
                </c:pt>
                <c:pt idx="806">
                  <c:v>558.43041100000005</c:v>
                </c:pt>
                <c:pt idx="807">
                  <c:v>558.43041100000005</c:v>
                </c:pt>
                <c:pt idx="808">
                  <c:v>657.73783100000003</c:v>
                </c:pt>
                <c:pt idx="809">
                  <c:v>657.73783100000003</c:v>
                </c:pt>
                <c:pt idx="810">
                  <c:v>476.53252600000002</c:v>
                </c:pt>
                <c:pt idx="811">
                  <c:v>476.53252600000002</c:v>
                </c:pt>
                <c:pt idx="812">
                  <c:v>204.42357899999999</c:v>
                </c:pt>
                <c:pt idx="813">
                  <c:v>204.42357899999999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60</c:v>
                </c:pt>
                <c:pt idx="847">
                  <c:v>60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1E-4</c:v>
                </c:pt>
                <c:pt idx="883">
                  <c:v>1E-4</c:v>
                </c:pt>
                <c:pt idx="884">
                  <c:v>47.132728999999998</c:v>
                </c:pt>
                <c:pt idx="885">
                  <c:v>47.132728999999998</c:v>
                </c:pt>
                <c:pt idx="886">
                  <c:v>1E-4</c:v>
                </c:pt>
                <c:pt idx="887">
                  <c:v>1E-4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1E-4</c:v>
                </c:pt>
                <c:pt idx="895">
                  <c:v>1E-4</c:v>
                </c:pt>
                <c:pt idx="896">
                  <c:v>30</c:v>
                </c:pt>
                <c:pt idx="897">
                  <c:v>30</c:v>
                </c:pt>
                <c:pt idx="898">
                  <c:v>0</c:v>
                </c:pt>
                <c:pt idx="899">
                  <c:v>0</c:v>
                </c:pt>
                <c:pt idx="900">
                  <c:v>30</c:v>
                </c:pt>
                <c:pt idx="901">
                  <c:v>30</c:v>
                </c:pt>
                <c:pt idx="902">
                  <c:v>60</c:v>
                </c:pt>
                <c:pt idx="903">
                  <c:v>60</c:v>
                </c:pt>
                <c:pt idx="904">
                  <c:v>180.00030000000001</c:v>
                </c:pt>
                <c:pt idx="905">
                  <c:v>180.00030000000001</c:v>
                </c:pt>
                <c:pt idx="906">
                  <c:v>73.604921000000004</c:v>
                </c:pt>
                <c:pt idx="907">
                  <c:v>73.604921000000004</c:v>
                </c:pt>
                <c:pt idx="908">
                  <c:v>62.55</c:v>
                </c:pt>
                <c:pt idx="909">
                  <c:v>62.55</c:v>
                </c:pt>
                <c:pt idx="910">
                  <c:v>2.0000000000000001E-4</c:v>
                </c:pt>
                <c:pt idx="911">
                  <c:v>2.0000000000000001E-4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1.021E-3</c:v>
                </c:pt>
                <c:pt idx="921">
                  <c:v>1.021E-3</c:v>
                </c:pt>
                <c:pt idx="922">
                  <c:v>1E-4</c:v>
                </c:pt>
                <c:pt idx="923">
                  <c:v>1E-4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56.030144</c:v>
                </c:pt>
                <c:pt idx="929">
                  <c:v>56.030144</c:v>
                </c:pt>
                <c:pt idx="930">
                  <c:v>4.2099999999999999E-4</c:v>
                </c:pt>
                <c:pt idx="931">
                  <c:v>4.2099999999999999E-4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2.2420000000000001E-3</c:v>
                </c:pt>
                <c:pt idx="937">
                  <c:v>2.2420000000000001E-3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60</c:v>
                </c:pt>
                <c:pt idx="943">
                  <c:v>60</c:v>
                </c:pt>
                <c:pt idx="944">
                  <c:v>8.1395409999999995</c:v>
                </c:pt>
                <c:pt idx="945">
                  <c:v>8.1395409999999995</c:v>
                </c:pt>
                <c:pt idx="946">
                  <c:v>60</c:v>
                </c:pt>
                <c:pt idx="947">
                  <c:v>60</c:v>
                </c:pt>
                <c:pt idx="948">
                  <c:v>9.7977070000000008</c:v>
                </c:pt>
                <c:pt idx="949">
                  <c:v>9.7977070000000008</c:v>
                </c:pt>
                <c:pt idx="950">
                  <c:v>90</c:v>
                </c:pt>
                <c:pt idx="951">
                  <c:v>90</c:v>
                </c:pt>
                <c:pt idx="952">
                  <c:v>240</c:v>
                </c:pt>
                <c:pt idx="953">
                  <c:v>240</c:v>
                </c:pt>
                <c:pt idx="954">
                  <c:v>405.05412799999999</c:v>
                </c:pt>
                <c:pt idx="955">
                  <c:v>405.05412799999999</c:v>
                </c:pt>
                <c:pt idx="956">
                  <c:v>285.42010399999998</c:v>
                </c:pt>
                <c:pt idx="957">
                  <c:v>285.42010399999998</c:v>
                </c:pt>
                <c:pt idx="958">
                  <c:v>300</c:v>
                </c:pt>
                <c:pt idx="959">
                  <c:v>300</c:v>
                </c:pt>
                <c:pt idx="960">
                  <c:v>510.00020000000001</c:v>
                </c:pt>
                <c:pt idx="961">
                  <c:v>510.00020000000001</c:v>
                </c:pt>
                <c:pt idx="962">
                  <c:v>750</c:v>
                </c:pt>
                <c:pt idx="963">
                  <c:v>750</c:v>
                </c:pt>
                <c:pt idx="964">
                  <c:v>720.00009999999997</c:v>
                </c:pt>
                <c:pt idx="965">
                  <c:v>720.00009999999997</c:v>
                </c:pt>
                <c:pt idx="966">
                  <c:v>780</c:v>
                </c:pt>
                <c:pt idx="967">
                  <c:v>780</c:v>
                </c:pt>
                <c:pt idx="968">
                  <c:v>268.66716400000001</c:v>
                </c:pt>
                <c:pt idx="969">
                  <c:v>268.66716400000001</c:v>
                </c:pt>
                <c:pt idx="970">
                  <c:v>651.74817199999995</c:v>
                </c:pt>
                <c:pt idx="971">
                  <c:v>651.74817199999995</c:v>
                </c:pt>
                <c:pt idx="972">
                  <c:v>685.88638800000001</c:v>
                </c:pt>
                <c:pt idx="973">
                  <c:v>685.88638800000001</c:v>
                </c:pt>
                <c:pt idx="974">
                  <c:v>673.08814299999995</c:v>
                </c:pt>
                <c:pt idx="975">
                  <c:v>673.08814299999995</c:v>
                </c:pt>
                <c:pt idx="976">
                  <c:v>329.99947900000001</c:v>
                </c:pt>
                <c:pt idx="977">
                  <c:v>329.99947900000001</c:v>
                </c:pt>
                <c:pt idx="978">
                  <c:v>349.14245899999997</c:v>
                </c:pt>
                <c:pt idx="979">
                  <c:v>349.14245899999997</c:v>
                </c:pt>
                <c:pt idx="980">
                  <c:v>270.00009999999997</c:v>
                </c:pt>
                <c:pt idx="981">
                  <c:v>270.00009999999997</c:v>
                </c:pt>
                <c:pt idx="982">
                  <c:v>420</c:v>
                </c:pt>
                <c:pt idx="983">
                  <c:v>420</c:v>
                </c:pt>
                <c:pt idx="984">
                  <c:v>120</c:v>
                </c:pt>
                <c:pt idx="985">
                  <c:v>120</c:v>
                </c:pt>
                <c:pt idx="986">
                  <c:v>300</c:v>
                </c:pt>
                <c:pt idx="987">
                  <c:v>300</c:v>
                </c:pt>
                <c:pt idx="988">
                  <c:v>283.90510399999999</c:v>
                </c:pt>
                <c:pt idx="989">
                  <c:v>283.90510399999999</c:v>
                </c:pt>
                <c:pt idx="990">
                  <c:v>90.001120999999998</c:v>
                </c:pt>
                <c:pt idx="991">
                  <c:v>90.001120999999998</c:v>
                </c:pt>
                <c:pt idx="992">
                  <c:v>357.39235000000002</c:v>
                </c:pt>
                <c:pt idx="993">
                  <c:v>357.39235000000002</c:v>
                </c:pt>
                <c:pt idx="994">
                  <c:v>432.21114699999998</c:v>
                </c:pt>
                <c:pt idx="995">
                  <c:v>432.21114699999998</c:v>
                </c:pt>
                <c:pt idx="996">
                  <c:v>402.21136799999999</c:v>
                </c:pt>
                <c:pt idx="997">
                  <c:v>402.21136799999999</c:v>
                </c:pt>
                <c:pt idx="998">
                  <c:v>486.84141199999999</c:v>
                </c:pt>
                <c:pt idx="999">
                  <c:v>486.84141199999999</c:v>
                </c:pt>
                <c:pt idx="1000">
                  <c:v>647.78905299999997</c:v>
                </c:pt>
                <c:pt idx="1001">
                  <c:v>647.78905299999997</c:v>
                </c:pt>
                <c:pt idx="1002">
                  <c:v>551.58128399999998</c:v>
                </c:pt>
                <c:pt idx="1003">
                  <c:v>551.58128399999998</c:v>
                </c:pt>
                <c:pt idx="1004">
                  <c:v>415.97434900000002</c:v>
                </c:pt>
                <c:pt idx="1005">
                  <c:v>415.97434900000002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30</c:v>
                </c:pt>
                <c:pt idx="1117">
                  <c:v>30</c:v>
                </c:pt>
                <c:pt idx="1118">
                  <c:v>0</c:v>
                </c:pt>
                <c:pt idx="1119">
                  <c:v>0</c:v>
                </c:pt>
                <c:pt idx="1120">
                  <c:v>90.000100000000003</c:v>
                </c:pt>
                <c:pt idx="1121">
                  <c:v>90.000100000000003</c:v>
                </c:pt>
                <c:pt idx="1122">
                  <c:v>166.05519699999999</c:v>
                </c:pt>
                <c:pt idx="1123">
                  <c:v>166.05519699999999</c:v>
                </c:pt>
                <c:pt idx="1124">
                  <c:v>1E-4</c:v>
                </c:pt>
                <c:pt idx="1125">
                  <c:v>1E-4</c:v>
                </c:pt>
                <c:pt idx="1126">
                  <c:v>1E-4</c:v>
                </c:pt>
                <c:pt idx="1127">
                  <c:v>1E-4</c:v>
                </c:pt>
                <c:pt idx="1128">
                  <c:v>32.363892</c:v>
                </c:pt>
                <c:pt idx="1129">
                  <c:v>32.363892</c:v>
                </c:pt>
                <c:pt idx="1130">
                  <c:v>90</c:v>
                </c:pt>
                <c:pt idx="1131">
                  <c:v>90</c:v>
                </c:pt>
                <c:pt idx="1132">
                  <c:v>90</c:v>
                </c:pt>
                <c:pt idx="1133">
                  <c:v>90</c:v>
                </c:pt>
                <c:pt idx="1134">
                  <c:v>2.0000000000000001E-4</c:v>
                </c:pt>
                <c:pt idx="1135">
                  <c:v>2.0000000000000001E-4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1E-4</c:v>
                </c:pt>
                <c:pt idx="1141">
                  <c:v>1E-4</c:v>
                </c:pt>
                <c:pt idx="1142">
                  <c:v>30</c:v>
                </c:pt>
                <c:pt idx="1143">
                  <c:v>30</c:v>
                </c:pt>
                <c:pt idx="1144">
                  <c:v>90</c:v>
                </c:pt>
                <c:pt idx="1145">
                  <c:v>90</c:v>
                </c:pt>
                <c:pt idx="1146">
                  <c:v>420</c:v>
                </c:pt>
                <c:pt idx="1147">
                  <c:v>420</c:v>
                </c:pt>
                <c:pt idx="1148">
                  <c:v>630</c:v>
                </c:pt>
                <c:pt idx="1149">
                  <c:v>630</c:v>
                </c:pt>
                <c:pt idx="1150">
                  <c:v>612.21094700000003</c:v>
                </c:pt>
                <c:pt idx="1151">
                  <c:v>612.21094700000003</c:v>
                </c:pt>
                <c:pt idx="1152">
                  <c:v>385.942927</c:v>
                </c:pt>
                <c:pt idx="1153">
                  <c:v>385.942927</c:v>
                </c:pt>
                <c:pt idx="1154">
                  <c:v>468.66799900000001</c:v>
                </c:pt>
                <c:pt idx="1155">
                  <c:v>468.66799900000001</c:v>
                </c:pt>
                <c:pt idx="1156">
                  <c:v>625.42814199999998</c:v>
                </c:pt>
                <c:pt idx="1157">
                  <c:v>625.42814199999998</c:v>
                </c:pt>
                <c:pt idx="1158">
                  <c:v>630</c:v>
                </c:pt>
                <c:pt idx="1159">
                  <c:v>630</c:v>
                </c:pt>
                <c:pt idx="1160">
                  <c:v>30</c:v>
                </c:pt>
                <c:pt idx="1161">
                  <c:v>30</c:v>
                </c:pt>
                <c:pt idx="1162">
                  <c:v>60</c:v>
                </c:pt>
                <c:pt idx="1163">
                  <c:v>60</c:v>
                </c:pt>
                <c:pt idx="1164">
                  <c:v>106.05519700000001</c:v>
                </c:pt>
                <c:pt idx="1165">
                  <c:v>106.05519700000001</c:v>
                </c:pt>
                <c:pt idx="1166">
                  <c:v>256.49977799999999</c:v>
                </c:pt>
                <c:pt idx="1167">
                  <c:v>256.49977799999999</c:v>
                </c:pt>
                <c:pt idx="1168">
                  <c:v>270.06805300000002</c:v>
                </c:pt>
                <c:pt idx="1169">
                  <c:v>270.06805300000002</c:v>
                </c:pt>
                <c:pt idx="1170">
                  <c:v>90.000299999999996</c:v>
                </c:pt>
                <c:pt idx="1171">
                  <c:v>90.000299999999996</c:v>
                </c:pt>
                <c:pt idx="1172">
                  <c:v>264.41482100000002</c:v>
                </c:pt>
                <c:pt idx="1173">
                  <c:v>264.41482100000002</c:v>
                </c:pt>
                <c:pt idx="1174">
                  <c:v>510</c:v>
                </c:pt>
                <c:pt idx="1175">
                  <c:v>510</c:v>
                </c:pt>
                <c:pt idx="1176">
                  <c:v>147.18065999999999</c:v>
                </c:pt>
                <c:pt idx="1177">
                  <c:v>147.18065999999999</c:v>
                </c:pt>
                <c:pt idx="1178">
                  <c:v>282.21094699999998</c:v>
                </c:pt>
                <c:pt idx="1179">
                  <c:v>282.21094699999998</c:v>
                </c:pt>
                <c:pt idx="1180">
                  <c:v>167.789153</c:v>
                </c:pt>
                <c:pt idx="1181">
                  <c:v>167.789153</c:v>
                </c:pt>
                <c:pt idx="1182">
                  <c:v>165.75018600000001</c:v>
                </c:pt>
                <c:pt idx="1183">
                  <c:v>165.75018600000001</c:v>
                </c:pt>
                <c:pt idx="1184">
                  <c:v>144.438874</c:v>
                </c:pt>
                <c:pt idx="1185">
                  <c:v>144.438874</c:v>
                </c:pt>
                <c:pt idx="1186">
                  <c:v>255.43367799999999</c:v>
                </c:pt>
                <c:pt idx="1187">
                  <c:v>255.43367799999999</c:v>
                </c:pt>
                <c:pt idx="1188">
                  <c:v>107.21979899999999</c:v>
                </c:pt>
                <c:pt idx="1189">
                  <c:v>107.21979899999999</c:v>
                </c:pt>
                <c:pt idx="1190">
                  <c:v>356.95230900000001</c:v>
                </c:pt>
                <c:pt idx="1191">
                  <c:v>356.95230900000001</c:v>
                </c:pt>
                <c:pt idx="1192">
                  <c:v>478.32899500000002</c:v>
                </c:pt>
                <c:pt idx="1193">
                  <c:v>478.32899500000002</c:v>
                </c:pt>
                <c:pt idx="1194">
                  <c:v>502.25202200000001</c:v>
                </c:pt>
                <c:pt idx="1195">
                  <c:v>502.25202200000001</c:v>
                </c:pt>
                <c:pt idx="1196">
                  <c:v>600</c:v>
                </c:pt>
                <c:pt idx="1197">
                  <c:v>600</c:v>
                </c:pt>
                <c:pt idx="1198">
                  <c:v>497.84861799999999</c:v>
                </c:pt>
                <c:pt idx="1199">
                  <c:v>497.84861799999999</c:v>
                </c:pt>
                <c:pt idx="1200">
                  <c:v>323.67594700000001</c:v>
                </c:pt>
                <c:pt idx="1201">
                  <c:v>323.67594700000001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88.311260000000004</c:v>
                </c:pt>
                <c:pt idx="1313">
                  <c:v>88.311260000000004</c:v>
                </c:pt>
                <c:pt idx="1314">
                  <c:v>1.8868609999999999</c:v>
                </c:pt>
                <c:pt idx="1315">
                  <c:v>1.8868609999999999</c:v>
                </c:pt>
                <c:pt idx="1316">
                  <c:v>60</c:v>
                </c:pt>
                <c:pt idx="1317">
                  <c:v>60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180</c:v>
                </c:pt>
                <c:pt idx="1327">
                  <c:v>180</c:v>
                </c:pt>
                <c:pt idx="1328">
                  <c:v>150</c:v>
                </c:pt>
                <c:pt idx="1329">
                  <c:v>150</c:v>
                </c:pt>
                <c:pt idx="1330">
                  <c:v>126.841391</c:v>
                </c:pt>
                <c:pt idx="1331">
                  <c:v>126.841391</c:v>
                </c:pt>
                <c:pt idx="1332">
                  <c:v>90</c:v>
                </c:pt>
                <c:pt idx="1333">
                  <c:v>90</c:v>
                </c:pt>
                <c:pt idx="1334">
                  <c:v>120</c:v>
                </c:pt>
                <c:pt idx="1335">
                  <c:v>120</c:v>
                </c:pt>
                <c:pt idx="1336">
                  <c:v>240</c:v>
                </c:pt>
                <c:pt idx="1337">
                  <c:v>240</c:v>
                </c:pt>
                <c:pt idx="1338">
                  <c:v>240</c:v>
                </c:pt>
                <c:pt idx="1339">
                  <c:v>240</c:v>
                </c:pt>
                <c:pt idx="1340">
                  <c:v>0</c:v>
                </c:pt>
                <c:pt idx="1341">
                  <c:v>0</c:v>
                </c:pt>
                <c:pt idx="1342">
                  <c:v>60</c:v>
                </c:pt>
                <c:pt idx="1343">
                  <c:v>60</c:v>
                </c:pt>
                <c:pt idx="1344">
                  <c:v>441.94507900000002</c:v>
                </c:pt>
                <c:pt idx="1345">
                  <c:v>441.94507900000002</c:v>
                </c:pt>
                <c:pt idx="1346">
                  <c:v>570</c:v>
                </c:pt>
                <c:pt idx="1347">
                  <c:v>570</c:v>
                </c:pt>
                <c:pt idx="1348">
                  <c:v>210</c:v>
                </c:pt>
                <c:pt idx="1349">
                  <c:v>210</c:v>
                </c:pt>
                <c:pt idx="1350">
                  <c:v>90</c:v>
                </c:pt>
                <c:pt idx="1351">
                  <c:v>90</c:v>
                </c:pt>
                <c:pt idx="1352">
                  <c:v>150</c:v>
                </c:pt>
                <c:pt idx="1353">
                  <c:v>150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346.73976599999997</c:v>
                </c:pt>
                <c:pt idx="1361">
                  <c:v>346.73976599999997</c:v>
                </c:pt>
                <c:pt idx="1362">
                  <c:v>480</c:v>
                </c:pt>
                <c:pt idx="1363">
                  <c:v>480</c:v>
                </c:pt>
                <c:pt idx="1364">
                  <c:v>240</c:v>
                </c:pt>
                <c:pt idx="1365">
                  <c:v>240</c:v>
                </c:pt>
                <c:pt idx="1366">
                  <c:v>330</c:v>
                </c:pt>
                <c:pt idx="1367">
                  <c:v>330</c:v>
                </c:pt>
                <c:pt idx="1368">
                  <c:v>164.56175400000001</c:v>
                </c:pt>
                <c:pt idx="1369">
                  <c:v>164.56175400000001</c:v>
                </c:pt>
                <c:pt idx="1370">
                  <c:v>133.583324</c:v>
                </c:pt>
                <c:pt idx="1371">
                  <c:v>133.583324</c:v>
                </c:pt>
                <c:pt idx="1372">
                  <c:v>218.23917800000001</c:v>
                </c:pt>
                <c:pt idx="1373">
                  <c:v>218.23917800000001</c:v>
                </c:pt>
                <c:pt idx="1374">
                  <c:v>480</c:v>
                </c:pt>
                <c:pt idx="1375">
                  <c:v>480</c:v>
                </c:pt>
                <c:pt idx="1376">
                  <c:v>431.30992700000002</c:v>
                </c:pt>
                <c:pt idx="1377">
                  <c:v>431.30992700000002</c:v>
                </c:pt>
                <c:pt idx="1378">
                  <c:v>612.21126800000002</c:v>
                </c:pt>
                <c:pt idx="1379">
                  <c:v>612.21126800000002</c:v>
                </c:pt>
                <c:pt idx="1380">
                  <c:v>552.210105</c:v>
                </c:pt>
                <c:pt idx="1381">
                  <c:v>552.210105</c:v>
                </c:pt>
                <c:pt idx="1382">
                  <c:v>689.99990000000003</c:v>
                </c:pt>
                <c:pt idx="1383">
                  <c:v>689.99990000000003</c:v>
                </c:pt>
                <c:pt idx="1384">
                  <c:v>587.78957400000002</c:v>
                </c:pt>
                <c:pt idx="1385">
                  <c:v>587.78957400000002</c:v>
                </c:pt>
                <c:pt idx="1386">
                  <c:v>569.99905799999999</c:v>
                </c:pt>
                <c:pt idx="1387">
                  <c:v>569.99905799999999</c:v>
                </c:pt>
                <c:pt idx="1388">
                  <c:v>204.423158</c:v>
                </c:pt>
                <c:pt idx="1389">
                  <c:v>204.423158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691-41AF-BD7B-D1D0AF6B09EC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60</c:v>
                </c:pt>
                <c:pt idx="219">
                  <c:v>60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197.035324</c:v>
                </c:pt>
                <c:pt idx="225">
                  <c:v>197.035324</c:v>
                </c:pt>
                <c:pt idx="226">
                  <c:v>162.210947</c:v>
                </c:pt>
                <c:pt idx="227">
                  <c:v>162.210947</c:v>
                </c:pt>
                <c:pt idx="228">
                  <c:v>200.602</c:v>
                </c:pt>
                <c:pt idx="229">
                  <c:v>200.602</c:v>
                </c:pt>
                <c:pt idx="230">
                  <c:v>152.936286</c:v>
                </c:pt>
                <c:pt idx="231">
                  <c:v>152.936286</c:v>
                </c:pt>
                <c:pt idx="232">
                  <c:v>209.38399999999999</c:v>
                </c:pt>
                <c:pt idx="233">
                  <c:v>209.38399999999999</c:v>
                </c:pt>
                <c:pt idx="234">
                  <c:v>222.392</c:v>
                </c:pt>
                <c:pt idx="235">
                  <c:v>222.392</c:v>
                </c:pt>
                <c:pt idx="236">
                  <c:v>174.06783200000001</c:v>
                </c:pt>
                <c:pt idx="237">
                  <c:v>174.06783200000001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200</c:v>
                </c:pt>
                <c:pt idx="379">
                  <c:v>200</c:v>
                </c:pt>
                <c:pt idx="380">
                  <c:v>200</c:v>
                </c:pt>
                <c:pt idx="381">
                  <c:v>200</c:v>
                </c:pt>
                <c:pt idx="382">
                  <c:v>289.322811</c:v>
                </c:pt>
                <c:pt idx="383">
                  <c:v>289.322811</c:v>
                </c:pt>
                <c:pt idx="384">
                  <c:v>341.32381900000001</c:v>
                </c:pt>
                <c:pt idx="385">
                  <c:v>341.32381900000001</c:v>
                </c:pt>
                <c:pt idx="386">
                  <c:v>246.98916299999999</c:v>
                </c:pt>
                <c:pt idx="387">
                  <c:v>246.98916299999999</c:v>
                </c:pt>
                <c:pt idx="388">
                  <c:v>200</c:v>
                </c:pt>
                <c:pt idx="389">
                  <c:v>200</c:v>
                </c:pt>
                <c:pt idx="390">
                  <c:v>300.00009999999997</c:v>
                </c:pt>
                <c:pt idx="391">
                  <c:v>300.00009999999997</c:v>
                </c:pt>
                <c:pt idx="392">
                  <c:v>210.00122099999999</c:v>
                </c:pt>
                <c:pt idx="393">
                  <c:v>210.00122099999999</c:v>
                </c:pt>
                <c:pt idx="394">
                  <c:v>221.090191</c:v>
                </c:pt>
                <c:pt idx="395">
                  <c:v>221.090191</c:v>
                </c:pt>
                <c:pt idx="396">
                  <c:v>210.00020000000001</c:v>
                </c:pt>
                <c:pt idx="397">
                  <c:v>210.00020000000001</c:v>
                </c:pt>
                <c:pt idx="398">
                  <c:v>200</c:v>
                </c:pt>
                <c:pt idx="399">
                  <c:v>200</c:v>
                </c:pt>
                <c:pt idx="400">
                  <c:v>270.00009999999997</c:v>
                </c:pt>
                <c:pt idx="401">
                  <c:v>270.00009999999997</c:v>
                </c:pt>
                <c:pt idx="402">
                  <c:v>402.31415600000003</c:v>
                </c:pt>
                <c:pt idx="403">
                  <c:v>402.31415600000003</c:v>
                </c:pt>
                <c:pt idx="404">
                  <c:v>420</c:v>
                </c:pt>
                <c:pt idx="405">
                  <c:v>420</c:v>
                </c:pt>
                <c:pt idx="406">
                  <c:v>310.30189899999999</c:v>
                </c:pt>
                <c:pt idx="407">
                  <c:v>310.30189899999999</c:v>
                </c:pt>
                <c:pt idx="408">
                  <c:v>240.0001</c:v>
                </c:pt>
                <c:pt idx="409">
                  <c:v>240.0001</c:v>
                </c:pt>
                <c:pt idx="410">
                  <c:v>226.15731299999999</c:v>
                </c:pt>
                <c:pt idx="411">
                  <c:v>226.15731299999999</c:v>
                </c:pt>
                <c:pt idx="412">
                  <c:v>390</c:v>
                </c:pt>
                <c:pt idx="413">
                  <c:v>390</c:v>
                </c:pt>
                <c:pt idx="414">
                  <c:v>210.0001</c:v>
                </c:pt>
                <c:pt idx="415">
                  <c:v>210.0001</c:v>
                </c:pt>
                <c:pt idx="416">
                  <c:v>270.00009999999997</c:v>
                </c:pt>
                <c:pt idx="417">
                  <c:v>270.00009999999997</c:v>
                </c:pt>
                <c:pt idx="418">
                  <c:v>421.12105700000001</c:v>
                </c:pt>
                <c:pt idx="419">
                  <c:v>421.12105700000001</c:v>
                </c:pt>
                <c:pt idx="420">
                  <c:v>294.05009999999999</c:v>
                </c:pt>
                <c:pt idx="421">
                  <c:v>294.05009999999999</c:v>
                </c:pt>
                <c:pt idx="422">
                  <c:v>561.43895299999997</c:v>
                </c:pt>
                <c:pt idx="423">
                  <c:v>561.43895299999997</c:v>
                </c:pt>
                <c:pt idx="424">
                  <c:v>463.66539</c:v>
                </c:pt>
                <c:pt idx="425">
                  <c:v>463.66539</c:v>
                </c:pt>
                <c:pt idx="426">
                  <c:v>536.48695299999997</c:v>
                </c:pt>
                <c:pt idx="427">
                  <c:v>536.48695299999997</c:v>
                </c:pt>
                <c:pt idx="428">
                  <c:v>304.52137399999998</c:v>
                </c:pt>
                <c:pt idx="429">
                  <c:v>304.52137399999998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691-41AF-BD7B-D1D0AF6B09EC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0.85</c:v>
                </c:pt>
                <c:pt idx="37">
                  <c:v>0.85</c:v>
                </c:pt>
                <c:pt idx="38">
                  <c:v>11.05</c:v>
                </c:pt>
                <c:pt idx="39">
                  <c:v>11.05</c:v>
                </c:pt>
                <c:pt idx="40">
                  <c:v>28.9</c:v>
                </c:pt>
                <c:pt idx="41">
                  <c:v>28.9</c:v>
                </c:pt>
                <c:pt idx="42">
                  <c:v>62.9</c:v>
                </c:pt>
                <c:pt idx="43">
                  <c:v>62.9</c:v>
                </c:pt>
                <c:pt idx="44">
                  <c:v>79.05</c:v>
                </c:pt>
                <c:pt idx="45">
                  <c:v>79.05</c:v>
                </c:pt>
                <c:pt idx="46">
                  <c:v>118.15</c:v>
                </c:pt>
                <c:pt idx="47">
                  <c:v>118.15</c:v>
                </c:pt>
                <c:pt idx="48">
                  <c:v>162.35</c:v>
                </c:pt>
                <c:pt idx="49">
                  <c:v>162.35</c:v>
                </c:pt>
                <c:pt idx="50">
                  <c:v>176.8</c:v>
                </c:pt>
                <c:pt idx="51">
                  <c:v>176.8</c:v>
                </c:pt>
                <c:pt idx="52">
                  <c:v>195.5</c:v>
                </c:pt>
                <c:pt idx="53">
                  <c:v>195.5</c:v>
                </c:pt>
                <c:pt idx="54">
                  <c:v>188.7</c:v>
                </c:pt>
                <c:pt idx="55">
                  <c:v>188.7</c:v>
                </c:pt>
                <c:pt idx="56">
                  <c:v>142.80000000000001</c:v>
                </c:pt>
                <c:pt idx="57">
                  <c:v>142.80000000000001</c:v>
                </c:pt>
                <c:pt idx="58">
                  <c:v>184.45</c:v>
                </c:pt>
                <c:pt idx="59">
                  <c:v>184.45</c:v>
                </c:pt>
                <c:pt idx="60">
                  <c:v>243.95</c:v>
                </c:pt>
                <c:pt idx="61">
                  <c:v>243.95</c:v>
                </c:pt>
                <c:pt idx="62">
                  <c:v>250.75</c:v>
                </c:pt>
                <c:pt idx="63">
                  <c:v>250.75</c:v>
                </c:pt>
                <c:pt idx="64">
                  <c:v>310.25</c:v>
                </c:pt>
                <c:pt idx="65">
                  <c:v>310.25</c:v>
                </c:pt>
                <c:pt idx="66">
                  <c:v>283.05</c:v>
                </c:pt>
                <c:pt idx="67">
                  <c:v>283.05</c:v>
                </c:pt>
                <c:pt idx="68">
                  <c:v>262.64999999999998</c:v>
                </c:pt>
                <c:pt idx="69">
                  <c:v>262.64999999999998</c:v>
                </c:pt>
                <c:pt idx="70">
                  <c:v>259.25</c:v>
                </c:pt>
                <c:pt idx="71">
                  <c:v>259.25</c:v>
                </c:pt>
                <c:pt idx="72">
                  <c:v>303.45</c:v>
                </c:pt>
                <c:pt idx="73">
                  <c:v>303.45</c:v>
                </c:pt>
                <c:pt idx="74">
                  <c:v>367.2</c:v>
                </c:pt>
                <c:pt idx="75">
                  <c:v>367.2</c:v>
                </c:pt>
                <c:pt idx="76">
                  <c:v>385.05</c:v>
                </c:pt>
                <c:pt idx="77">
                  <c:v>385.05</c:v>
                </c:pt>
                <c:pt idx="78">
                  <c:v>422.45</c:v>
                </c:pt>
                <c:pt idx="79">
                  <c:v>422.45</c:v>
                </c:pt>
                <c:pt idx="80">
                  <c:v>490.45</c:v>
                </c:pt>
                <c:pt idx="81">
                  <c:v>490.45</c:v>
                </c:pt>
                <c:pt idx="82">
                  <c:v>455.6</c:v>
                </c:pt>
                <c:pt idx="83">
                  <c:v>455.6</c:v>
                </c:pt>
                <c:pt idx="84">
                  <c:v>431.8</c:v>
                </c:pt>
                <c:pt idx="85">
                  <c:v>431.8</c:v>
                </c:pt>
                <c:pt idx="86">
                  <c:v>532.95000000000005</c:v>
                </c:pt>
                <c:pt idx="87">
                  <c:v>532.95000000000005</c:v>
                </c:pt>
                <c:pt idx="88">
                  <c:v>470.9</c:v>
                </c:pt>
                <c:pt idx="89">
                  <c:v>470.9</c:v>
                </c:pt>
                <c:pt idx="90">
                  <c:v>439.45</c:v>
                </c:pt>
                <c:pt idx="91">
                  <c:v>439.45</c:v>
                </c:pt>
                <c:pt idx="92">
                  <c:v>463.25</c:v>
                </c:pt>
                <c:pt idx="93">
                  <c:v>463.25</c:v>
                </c:pt>
                <c:pt idx="94">
                  <c:v>578</c:v>
                </c:pt>
                <c:pt idx="95">
                  <c:v>578</c:v>
                </c:pt>
                <c:pt idx="96">
                  <c:v>539.75</c:v>
                </c:pt>
                <c:pt idx="97">
                  <c:v>539.75</c:v>
                </c:pt>
                <c:pt idx="98">
                  <c:v>549.95000000000005</c:v>
                </c:pt>
                <c:pt idx="99">
                  <c:v>549.95000000000005</c:v>
                </c:pt>
                <c:pt idx="100">
                  <c:v>558.45000000000005</c:v>
                </c:pt>
                <c:pt idx="101">
                  <c:v>558.45000000000005</c:v>
                </c:pt>
                <c:pt idx="102">
                  <c:v>501.5</c:v>
                </c:pt>
                <c:pt idx="103">
                  <c:v>501.5</c:v>
                </c:pt>
                <c:pt idx="104">
                  <c:v>442</c:v>
                </c:pt>
                <c:pt idx="105">
                  <c:v>442</c:v>
                </c:pt>
                <c:pt idx="106">
                  <c:v>397.8</c:v>
                </c:pt>
                <c:pt idx="107">
                  <c:v>397.8</c:v>
                </c:pt>
                <c:pt idx="108">
                  <c:v>311.10000000000002</c:v>
                </c:pt>
                <c:pt idx="109">
                  <c:v>311.10000000000002</c:v>
                </c:pt>
                <c:pt idx="110">
                  <c:v>302.60000000000002</c:v>
                </c:pt>
                <c:pt idx="111">
                  <c:v>302.60000000000002</c:v>
                </c:pt>
                <c:pt idx="112">
                  <c:v>401.2</c:v>
                </c:pt>
                <c:pt idx="113">
                  <c:v>401.2</c:v>
                </c:pt>
                <c:pt idx="114">
                  <c:v>354.45</c:v>
                </c:pt>
                <c:pt idx="115">
                  <c:v>354.45</c:v>
                </c:pt>
                <c:pt idx="116">
                  <c:v>459</c:v>
                </c:pt>
                <c:pt idx="117">
                  <c:v>459</c:v>
                </c:pt>
                <c:pt idx="118">
                  <c:v>403.75</c:v>
                </c:pt>
                <c:pt idx="119">
                  <c:v>403.75</c:v>
                </c:pt>
                <c:pt idx="120">
                  <c:v>348.5</c:v>
                </c:pt>
                <c:pt idx="121">
                  <c:v>348.5</c:v>
                </c:pt>
                <c:pt idx="122">
                  <c:v>309.39999999999998</c:v>
                </c:pt>
                <c:pt idx="123">
                  <c:v>309.39999999999998</c:v>
                </c:pt>
                <c:pt idx="124">
                  <c:v>283.05</c:v>
                </c:pt>
                <c:pt idx="125">
                  <c:v>283.05</c:v>
                </c:pt>
                <c:pt idx="126">
                  <c:v>283.05</c:v>
                </c:pt>
                <c:pt idx="127">
                  <c:v>283.05</c:v>
                </c:pt>
                <c:pt idx="128">
                  <c:v>266.05</c:v>
                </c:pt>
                <c:pt idx="129">
                  <c:v>266.05</c:v>
                </c:pt>
                <c:pt idx="130">
                  <c:v>187.85</c:v>
                </c:pt>
                <c:pt idx="131">
                  <c:v>187.85</c:v>
                </c:pt>
                <c:pt idx="132">
                  <c:v>158.94999999999999</c:v>
                </c:pt>
                <c:pt idx="133">
                  <c:v>158.94999999999999</c:v>
                </c:pt>
                <c:pt idx="134">
                  <c:v>113.9</c:v>
                </c:pt>
                <c:pt idx="135">
                  <c:v>113.9</c:v>
                </c:pt>
                <c:pt idx="136">
                  <c:v>96.9</c:v>
                </c:pt>
                <c:pt idx="137">
                  <c:v>96.9</c:v>
                </c:pt>
                <c:pt idx="138">
                  <c:v>78.2</c:v>
                </c:pt>
                <c:pt idx="139">
                  <c:v>78.2</c:v>
                </c:pt>
                <c:pt idx="140">
                  <c:v>41.65</c:v>
                </c:pt>
                <c:pt idx="141">
                  <c:v>41.65</c:v>
                </c:pt>
                <c:pt idx="142">
                  <c:v>40.799999999999997</c:v>
                </c:pt>
                <c:pt idx="143">
                  <c:v>40.799999999999997</c:v>
                </c:pt>
                <c:pt idx="144">
                  <c:v>23.8</c:v>
                </c:pt>
                <c:pt idx="145">
                  <c:v>23.8</c:v>
                </c:pt>
                <c:pt idx="146">
                  <c:v>9.35</c:v>
                </c:pt>
                <c:pt idx="147">
                  <c:v>9.35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10.199999999999999</c:v>
                </c:pt>
                <c:pt idx="231">
                  <c:v>10.199999999999999</c:v>
                </c:pt>
                <c:pt idx="232">
                  <c:v>18.7</c:v>
                </c:pt>
                <c:pt idx="233">
                  <c:v>18.7</c:v>
                </c:pt>
                <c:pt idx="234">
                  <c:v>21.25</c:v>
                </c:pt>
                <c:pt idx="235">
                  <c:v>21.25</c:v>
                </c:pt>
                <c:pt idx="236">
                  <c:v>28.9</c:v>
                </c:pt>
                <c:pt idx="237">
                  <c:v>28.9</c:v>
                </c:pt>
                <c:pt idx="238">
                  <c:v>38.25</c:v>
                </c:pt>
                <c:pt idx="239">
                  <c:v>38.25</c:v>
                </c:pt>
                <c:pt idx="240">
                  <c:v>58.65</c:v>
                </c:pt>
                <c:pt idx="241">
                  <c:v>58.65</c:v>
                </c:pt>
                <c:pt idx="242">
                  <c:v>75.650000000000006</c:v>
                </c:pt>
                <c:pt idx="243">
                  <c:v>75.650000000000006</c:v>
                </c:pt>
                <c:pt idx="244">
                  <c:v>122.4</c:v>
                </c:pt>
                <c:pt idx="245">
                  <c:v>122.4</c:v>
                </c:pt>
                <c:pt idx="246">
                  <c:v>94.35</c:v>
                </c:pt>
                <c:pt idx="247">
                  <c:v>94.35</c:v>
                </c:pt>
                <c:pt idx="248">
                  <c:v>113.9</c:v>
                </c:pt>
                <c:pt idx="249">
                  <c:v>113.9</c:v>
                </c:pt>
                <c:pt idx="250">
                  <c:v>77.349999999999994</c:v>
                </c:pt>
                <c:pt idx="251">
                  <c:v>77.349999999999994</c:v>
                </c:pt>
                <c:pt idx="252">
                  <c:v>71.400000000000006</c:v>
                </c:pt>
                <c:pt idx="253">
                  <c:v>71.400000000000006</c:v>
                </c:pt>
                <c:pt idx="254">
                  <c:v>85.85</c:v>
                </c:pt>
                <c:pt idx="255">
                  <c:v>85.85</c:v>
                </c:pt>
                <c:pt idx="256">
                  <c:v>98.6</c:v>
                </c:pt>
                <c:pt idx="257">
                  <c:v>98.6</c:v>
                </c:pt>
                <c:pt idx="258">
                  <c:v>97.75</c:v>
                </c:pt>
                <c:pt idx="259">
                  <c:v>97.75</c:v>
                </c:pt>
                <c:pt idx="260">
                  <c:v>101.15</c:v>
                </c:pt>
                <c:pt idx="261">
                  <c:v>101.15</c:v>
                </c:pt>
                <c:pt idx="262">
                  <c:v>100.3</c:v>
                </c:pt>
                <c:pt idx="263">
                  <c:v>100.3</c:v>
                </c:pt>
                <c:pt idx="264">
                  <c:v>107.1</c:v>
                </c:pt>
                <c:pt idx="265">
                  <c:v>107.1</c:v>
                </c:pt>
                <c:pt idx="266">
                  <c:v>102.85</c:v>
                </c:pt>
                <c:pt idx="267">
                  <c:v>102.85</c:v>
                </c:pt>
                <c:pt idx="268">
                  <c:v>71.400000000000006</c:v>
                </c:pt>
                <c:pt idx="269">
                  <c:v>71.400000000000006</c:v>
                </c:pt>
                <c:pt idx="270">
                  <c:v>107.95</c:v>
                </c:pt>
                <c:pt idx="271">
                  <c:v>107.95</c:v>
                </c:pt>
                <c:pt idx="272">
                  <c:v>124.95</c:v>
                </c:pt>
                <c:pt idx="273">
                  <c:v>124.95</c:v>
                </c:pt>
                <c:pt idx="274">
                  <c:v>161.5</c:v>
                </c:pt>
                <c:pt idx="275">
                  <c:v>161.5</c:v>
                </c:pt>
                <c:pt idx="276">
                  <c:v>105.4</c:v>
                </c:pt>
                <c:pt idx="277">
                  <c:v>105.4</c:v>
                </c:pt>
                <c:pt idx="278">
                  <c:v>110.5</c:v>
                </c:pt>
                <c:pt idx="279">
                  <c:v>110.5</c:v>
                </c:pt>
                <c:pt idx="280">
                  <c:v>106.25</c:v>
                </c:pt>
                <c:pt idx="281">
                  <c:v>106.25</c:v>
                </c:pt>
                <c:pt idx="282">
                  <c:v>82.45</c:v>
                </c:pt>
                <c:pt idx="283">
                  <c:v>82.45</c:v>
                </c:pt>
                <c:pt idx="284">
                  <c:v>87.55</c:v>
                </c:pt>
                <c:pt idx="285">
                  <c:v>87.55</c:v>
                </c:pt>
                <c:pt idx="286">
                  <c:v>64.599999999999994</c:v>
                </c:pt>
                <c:pt idx="287">
                  <c:v>64.599999999999994</c:v>
                </c:pt>
                <c:pt idx="288">
                  <c:v>60.35</c:v>
                </c:pt>
                <c:pt idx="289">
                  <c:v>60.35</c:v>
                </c:pt>
                <c:pt idx="290">
                  <c:v>54.4</c:v>
                </c:pt>
                <c:pt idx="291">
                  <c:v>54.4</c:v>
                </c:pt>
                <c:pt idx="292">
                  <c:v>51.85</c:v>
                </c:pt>
                <c:pt idx="293">
                  <c:v>51.85</c:v>
                </c:pt>
                <c:pt idx="294">
                  <c:v>69.7</c:v>
                </c:pt>
                <c:pt idx="295">
                  <c:v>69.7</c:v>
                </c:pt>
                <c:pt idx="296">
                  <c:v>67.150000000000006</c:v>
                </c:pt>
                <c:pt idx="297">
                  <c:v>67.150000000000006</c:v>
                </c:pt>
                <c:pt idx="298">
                  <c:v>40.799999999999997</c:v>
                </c:pt>
                <c:pt idx="299">
                  <c:v>40.799999999999997</c:v>
                </c:pt>
                <c:pt idx="300">
                  <c:v>99.45</c:v>
                </c:pt>
                <c:pt idx="301">
                  <c:v>99.45</c:v>
                </c:pt>
                <c:pt idx="302">
                  <c:v>95.2</c:v>
                </c:pt>
                <c:pt idx="303">
                  <c:v>95.2</c:v>
                </c:pt>
                <c:pt idx="304">
                  <c:v>105.4</c:v>
                </c:pt>
                <c:pt idx="305">
                  <c:v>105.4</c:v>
                </c:pt>
                <c:pt idx="306">
                  <c:v>73.95</c:v>
                </c:pt>
                <c:pt idx="307">
                  <c:v>73.95</c:v>
                </c:pt>
                <c:pt idx="308">
                  <c:v>64.599999999999994</c:v>
                </c:pt>
                <c:pt idx="309">
                  <c:v>64.599999999999994</c:v>
                </c:pt>
                <c:pt idx="310">
                  <c:v>58.65</c:v>
                </c:pt>
                <c:pt idx="311">
                  <c:v>58.65</c:v>
                </c:pt>
                <c:pt idx="312">
                  <c:v>63.75</c:v>
                </c:pt>
                <c:pt idx="313">
                  <c:v>63.75</c:v>
                </c:pt>
                <c:pt idx="314">
                  <c:v>105.4</c:v>
                </c:pt>
                <c:pt idx="315">
                  <c:v>105.4</c:v>
                </c:pt>
                <c:pt idx="316">
                  <c:v>58.65</c:v>
                </c:pt>
                <c:pt idx="317">
                  <c:v>58.65</c:v>
                </c:pt>
                <c:pt idx="318">
                  <c:v>40.799999999999997</c:v>
                </c:pt>
                <c:pt idx="319">
                  <c:v>40.799999999999997</c:v>
                </c:pt>
                <c:pt idx="320">
                  <c:v>58.65</c:v>
                </c:pt>
                <c:pt idx="321">
                  <c:v>58.65</c:v>
                </c:pt>
                <c:pt idx="322">
                  <c:v>98.6</c:v>
                </c:pt>
                <c:pt idx="323">
                  <c:v>98.6</c:v>
                </c:pt>
                <c:pt idx="324">
                  <c:v>90.1</c:v>
                </c:pt>
                <c:pt idx="325">
                  <c:v>90.1</c:v>
                </c:pt>
                <c:pt idx="326">
                  <c:v>76.5</c:v>
                </c:pt>
                <c:pt idx="327">
                  <c:v>76.5</c:v>
                </c:pt>
                <c:pt idx="328">
                  <c:v>56.1</c:v>
                </c:pt>
                <c:pt idx="329">
                  <c:v>56.1</c:v>
                </c:pt>
                <c:pt idx="330">
                  <c:v>63.75</c:v>
                </c:pt>
                <c:pt idx="331">
                  <c:v>63.75</c:v>
                </c:pt>
                <c:pt idx="332">
                  <c:v>23.8</c:v>
                </c:pt>
                <c:pt idx="333">
                  <c:v>23.8</c:v>
                </c:pt>
                <c:pt idx="334">
                  <c:v>22.1</c:v>
                </c:pt>
                <c:pt idx="335">
                  <c:v>22.1</c:v>
                </c:pt>
                <c:pt idx="336">
                  <c:v>21.25</c:v>
                </c:pt>
                <c:pt idx="337">
                  <c:v>21.25</c:v>
                </c:pt>
                <c:pt idx="338">
                  <c:v>9.35</c:v>
                </c:pt>
                <c:pt idx="339">
                  <c:v>9.35</c:v>
                </c:pt>
                <c:pt idx="340">
                  <c:v>3.4</c:v>
                </c:pt>
                <c:pt idx="341">
                  <c:v>3.4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5.95</c:v>
                </c:pt>
                <c:pt idx="421">
                  <c:v>5.95</c:v>
                </c:pt>
                <c:pt idx="422">
                  <c:v>26.35</c:v>
                </c:pt>
                <c:pt idx="423">
                  <c:v>26.35</c:v>
                </c:pt>
                <c:pt idx="424">
                  <c:v>53.55</c:v>
                </c:pt>
                <c:pt idx="425">
                  <c:v>53.55</c:v>
                </c:pt>
                <c:pt idx="426">
                  <c:v>68.849999999999994</c:v>
                </c:pt>
                <c:pt idx="427">
                  <c:v>68.849999999999994</c:v>
                </c:pt>
                <c:pt idx="428">
                  <c:v>79.900000000000006</c:v>
                </c:pt>
                <c:pt idx="429">
                  <c:v>79.900000000000006</c:v>
                </c:pt>
                <c:pt idx="430">
                  <c:v>120.7</c:v>
                </c:pt>
                <c:pt idx="431">
                  <c:v>120.7</c:v>
                </c:pt>
                <c:pt idx="432">
                  <c:v>181.05</c:v>
                </c:pt>
                <c:pt idx="433">
                  <c:v>181.05</c:v>
                </c:pt>
                <c:pt idx="434">
                  <c:v>194.65</c:v>
                </c:pt>
                <c:pt idx="435">
                  <c:v>194.65</c:v>
                </c:pt>
                <c:pt idx="436">
                  <c:v>238</c:v>
                </c:pt>
                <c:pt idx="437">
                  <c:v>238</c:v>
                </c:pt>
                <c:pt idx="438">
                  <c:v>299.2</c:v>
                </c:pt>
                <c:pt idx="439">
                  <c:v>299.2</c:v>
                </c:pt>
                <c:pt idx="440">
                  <c:v>363.8</c:v>
                </c:pt>
                <c:pt idx="441">
                  <c:v>363.8</c:v>
                </c:pt>
                <c:pt idx="442">
                  <c:v>406.3</c:v>
                </c:pt>
                <c:pt idx="443">
                  <c:v>406.3</c:v>
                </c:pt>
                <c:pt idx="444">
                  <c:v>446.25</c:v>
                </c:pt>
                <c:pt idx="445">
                  <c:v>446.25</c:v>
                </c:pt>
                <c:pt idx="446">
                  <c:v>485.35</c:v>
                </c:pt>
                <c:pt idx="447">
                  <c:v>485.35</c:v>
                </c:pt>
                <c:pt idx="448">
                  <c:v>522.75</c:v>
                </c:pt>
                <c:pt idx="449">
                  <c:v>522.75</c:v>
                </c:pt>
                <c:pt idx="450">
                  <c:v>559.29999999999995</c:v>
                </c:pt>
                <c:pt idx="451">
                  <c:v>559.29999999999995</c:v>
                </c:pt>
                <c:pt idx="452">
                  <c:v>594.15</c:v>
                </c:pt>
                <c:pt idx="453">
                  <c:v>594.15</c:v>
                </c:pt>
                <c:pt idx="454">
                  <c:v>627.29999999999995</c:v>
                </c:pt>
                <c:pt idx="455">
                  <c:v>627.29999999999995</c:v>
                </c:pt>
                <c:pt idx="456">
                  <c:v>657.9</c:v>
                </c:pt>
                <c:pt idx="457">
                  <c:v>657.9</c:v>
                </c:pt>
                <c:pt idx="458">
                  <c:v>489.6</c:v>
                </c:pt>
                <c:pt idx="459">
                  <c:v>489.6</c:v>
                </c:pt>
                <c:pt idx="460">
                  <c:v>356.15</c:v>
                </c:pt>
                <c:pt idx="461">
                  <c:v>356.15</c:v>
                </c:pt>
                <c:pt idx="462">
                  <c:v>336.6</c:v>
                </c:pt>
                <c:pt idx="463">
                  <c:v>336.6</c:v>
                </c:pt>
                <c:pt idx="464">
                  <c:v>272</c:v>
                </c:pt>
                <c:pt idx="465">
                  <c:v>272</c:v>
                </c:pt>
                <c:pt idx="466">
                  <c:v>323.85000000000002</c:v>
                </c:pt>
                <c:pt idx="467">
                  <c:v>323.85000000000002</c:v>
                </c:pt>
                <c:pt idx="468">
                  <c:v>428.4</c:v>
                </c:pt>
                <c:pt idx="469">
                  <c:v>428.4</c:v>
                </c:pt>
                <c:pt idx="470">
                  <c:v>559.29999999999995</c:v>
                </c:pt>
                <c:pt idx="471">
                  <c:v>559.29999999999995</c:v>
                </c:pt>
                <c:pt idx="472">
                  <c:v>787.95</c:v>
                </c:pt>
                <c:pt idx="473">
                  <c:v>787.95</c:v>
                </c:pt>
                <c:pt idx="474">
                  <c:v>700.4</c:v>
                </c:pt>
                <c:pt idx="475">
                  <c:v>700.4</c:v>
                </c:pt>
                <c:pt idx="476">
                  <c:v>691.05</c:v>
                </c:pt>
                <c:pt idx="477">
                  <c:v>691.05</c:v>
                </c:pt>
                <c:pt idx="478">
                  <c:v>675.75</c:v>
                </c:pt>
                <c:pt idx="479">
                  <c:v>675.75</c:v>
                </c:pt>
                <c:pt idx="480">
                  <c:v>738.65</c:v>
                </c:pt>
                <c:pt idx="481">
                  <c:v>738.65</c:v>
                </c:pt>
                <c:pt idx="482">
                  <c:v>498.95</c:v>
                </c:pt>
                <c:pt idx="483">
                  <c:v>498.95</c:v>
                </c:pt>
                <c:pt idx="484">
                  <c:v>493</c:v>
                </c:pt>
                <c:pt idx="485">
                  <c:v>493</c:v>
                </c:pt>
                <c:pt idx="486">
                  <c:v>439.45</c:v>
                </c:pt>
                <c:pt idx="487">
                  <c:v>439.45</c:v>
                </c:pt>
                <c:pt idx="488">
                  <c:v>664.7</c:v>
                </c:pt>
                <c:pt idx="489">
                  <c:v>664.7</c:v>
                </c:pt>
                <c:pt idx="490">
                  <c:v>711.45</c:v>
                </c:pt>
                <c:pt idx="491">
                  <c:v>711.45</c:v>
                </c:pt>
                <c:pt idx="492">
                  <c:v>560.15</c:v>
                </c:pt>
                <c:pt idx="493">
                  <c:v>560.15</c:v>
                </c:pt>
                <c:pt idx="494">
                  <c:v>543.15</c:v>
                </c:pt>
                <c:pt idx="495">
                  <c:v>543.15</c:v>
                </c:pt>
                <c:pt idx="496">
                  <c:v>440.3</c:v>
                </c:pt>
                <c:pt idx="497">
                  <c:v>440.3</c:v>
                </c:pt>
                <c:pt idx="498">
                  <c:v>553.35</c:v>
                </c:pt>
                <c:pt idx="499">
                  <c:v>553.35</c:v>
                </c:pt>
                <c:pt idx="500">
                  <c:v>437.75</c:v>
                </c:pt>
                <c:pt idx="501">
                  <c:v>437.75</c:v>
                </c:pt>
                <c:pt idx="502">
                  <c:v>413.1</c:v>
                </c:pt>
                <c:pt idx="503">
                  <c:v>413.1</c:v>
                </c:pt>
                <c:pt idx="504">
                  <c:v>362.95</c:v>
                </c:pt>
                <c:pt idx="505">
                  <c:v>362.95</c:v>
                </c:pt>
                <c:pt idx="506">
                  <c:v>289</c:v>
                </c:pt>
                <c:pt idx="507">
                  <c:v>289</c:v>
                </c:pt>
                <c:pt idx="508">
                  <c:v>275.39999999999998</c:v>
                </c:pt>
                <c:pt idx="509">
                  <c:v>275.39999999999998</c:v>
                </c:pt>
                <c:pt idx="510">
                  <c:v>285.60000000000002</c:v>
                </c:pt>
                <c:pt idx="511">
                  <c:v>285.60000000000002</c:v>
                </c:pt>
                <c:pt idx="512">
                  <c:v>277.10000000000002</c:v>
                </c:pt>
                <c:pt idx="513">
                  <c:v>277.10000000000002</c:v>
                </c:pt>
                <c:pt idx="514">
                  <c:v>192.95</c:v>
                </c:pt>
                <c:pt idx="515">
                  <c:v>192.95</c:v>
                </c:pt>
                <c:pt idx="516">
                  <c:v>212.5</c:v>
                </c:pt>
                <c:pt idx="517">
                  <c:v>212.5</c:v>
                </c:pt>
                <c:pt idx="518">
                  <c:v>210.8</c:v>
                </c:pt>
                <c:pt idx="519">
                  <c:v>210.8</c:v>
                </c:pt>
                <c:pt idx="520">
                  <c:v>178.5</c:v>
                </c:pt>
                <c:pt idx="521">
                  <c:v>178.5</c:v>
                </c:pt>
                <c:pt idx="522">
                  <c:v>105.4</c:v>
                </c:pt>
                <c:pt idx="523">
                  <c:v>105.4</c:v>
                </c:pt>
                <c:pt idx="524">
                  <c:v>82.45</c:v>
                </c:pt>
                <c:pt idx="525">
                  <c:v>82.45</c:v>
                </c:pt>
                <c:pt idx="526">
                  <c:v>79.05</c:v>
                </c:pt>
                <c:pt idx="527">
                  <c:v>79.05</c:v>
                </c:pt>
                <c:pt idx="528">
                  <c:v>51</c:v>
                </c:pt>
                <c:pt idx="529">
                  <c:v>51</c:v>
                </c:pt>
                <c:pt idx="530">
                  <c:v>20.399999999999999</c:v>
                </c:pt>
                <c:pt idx="531">
                  <c:v>20.399999999999999</c:v>
                </c:pt>
                <c:pt idx="532">
                  <c:v>5.0999999999999996</c:v>
                </c:pt>
                <c:pt idx="533">
                  <c:v>5.0999999999999996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1.7</c:v>
                </c:pt>
                <c:pt idx="613">
                  <c:v>1.7</c:v>
                </c:pt>
                <c:pt idx="614">
                  <c:v>13.6</c:v>
                </c:pt>
                <c:pt idx="615">
                  <c:v>13.6</c:v>
                </c:pt>
                <c:pt idx="616">
                  <c:v>25.5</c:v>
                </c:pt>
                <c:pt idx="617">
                  <c:v>25.5</c:v>
                </c:pt>
                <c:pt idx="618">
                  <c:v>45.9</c:v>
                </c:pt>
                <c:pt idx="619">
                  <c:v>45.9</c:v>
                </c:pt>
                <c:pt idx="620">
                  <c:v>90.95</c:v>
                </c:pt>
                <c:pt idx="621">
                  <c:v>90.95</c:v>
                </c:pt>
                <c:pt idx="622">
                  <c:v>89.25</c:v>
                </c:pt>
                <c:pt idx="623">
                  <c:v>89.25</c:v>
                </c:pt>
                <c:pt idx="624">
                  <c:v>141.94999999999999</c:v>
                </c:pt>
                <c:pt idx="625">
                  <c:v>141.94999999999999</c:v>
                </c:pt>
                <c:pt idx="626">
                  <c:v>214.2</c:v>
                </c:pt>
                <c:pt idx="627">
                  <c:v>214.2</c:v>
                </c:pt>
                <c:pt idx="628">
                  <c:v>280.5</c:v>
                </c:pt>
                <c:pt idx="629">
                  <c:v>280.5</c:v>
                </c:pt>
                <c:pt idx="630">
                  <c:v>328.95</c:v>
                </c:pt>
                <c:pt idx="631">
                  <c:v>328.95</c:v>
                </c:pt>
                <c:pt idx="632">
                  <c:v>372.3</c:v>
                </c:pt>
                <c:pt idx="633">
                  <c:v>372.3</c:v>
                </c:pt>
                <c:pt idx="634">
                  <c:v>414.8</c:v>
                </c:pt>
                <c:pt idx="635">
                  <c:v>414.8</c:v>
                </c:pt>
                <c:pt idx="636">
                  <c:v>456.45</c:v>
                </c:pt>
                <c:pt idx="637">
                  <c:v>456.45</c:v>
                </c:pt>
                <c:pt idx="638">
                  <c:v>496.4</c:v>
                </c:pt>
                <c:pt idx="639">
                  <c:v>496.4</c:v>
                </c:pt>
                <c:pt idx="640">
                  <c:v>534.65</c:v>
                </c:pt>
                <c:pt idx="641">
                  <c:v>534.65</c:v>
                </c:pt>
                <c:pt idx="642">
                  <c:v>571.20000000000005</c:v>
                </c:pt>
                <c:pt idx="643">
                  <c:v>571.20000000000005</c:v>
                </c:pt>
                <c:pt idx="644">
                  <c:v>607.75</c:v>
                </c:pt>
                <c:pt idx="645">
                  <c:v>607.75</c:v>
                </c:pt>
                <c:pt idx="646">
                  <c:v>644.29999999999995</c:v>
                </c:pt>
                <c:pt idx="647">
                  <c:v>644.29999999999995</c:v>
                </c:pt>
                <c:pt idx="648">
                  <c:v>677.45</c:v>
                </c:pt>
                <c:pt idx="649">
                  <c:v>677.45</c:v>
                </c:pt>
                <c:pt idx="650">
                  <c:v>708.05</c:v>
                </c:pt>
                <c:pt idx="651">
                  <c:v>708.05</c:v>
                </c:pt>
                <c:pt idx="652">
                  <c:v>736.1</c:v>
                </c:pt>
                <c:pt idx="653">
                  <c:v>736.1</c:v>
                </c:pt>
                <c:pt idx="654">
                  <c:v>760.75</c:v>
                </c:pt>
                <c:pt idx="655">
                  <c:v>760.75</c:v>
                </c:pt>
                <c:pt idx="656">
                  <c:v>782</c:v>
                </c:pt>
                <c:pt idx="657">
                  <c:v>782</c:v>
                </c:pt>
                <c:pt idx="658">
                  <c:v>799.85</c:v>
                </c:pt>
                <c:pt idx="659">
                  <c:v>799.85</c:v>
                </c:pt>
                <c:pt idx="660">
                  <c:v>814.3</c:v>
                </c:pt>
                <c:pt idx="661">
                  <c:v>814.3</c:v>
                </c:pt>
                <c:pt idx="662">
                  <c:v>784.55</c:v>
                </c:pt>
                <c:pt idx="663">
                  <c:v>784.55</c:v>
                </c:pt>
                <c:pt idx="664">
                  <c:v>777.75</c:v>
                </c:pt>
                <c:pt idx="665">
                  <c:v>777.75</c:v>
                </c:pt>
                <c:pt idx="666">
                  <c:v>833</c:v>
                </c:pt>
                <c:pt idx="667">
                  <c:v>833</c:v>
                </c:pt>
                <c:pt idx="668">
                  <c:v>838.1</c:v>
                </c:pt>
                <c:pt idx="669">
                  <c:v>838.1</c:v>
                </c:pt>
                <c:pt idx="670">
                  <c:v>836.4</c:v>
                </c:pt>
                <c:pt idx="671">
                  <c:v>836.4</c:v>
                </c:pt>
                <c:pt idx="672">
                  <c:v>831.3</c:v>
                </c:pt>
                <c:pt idx="673">
                  <c:v>831.3</c:v>
                </c:pt>
                <c:pt idx="674">
                  <c:v>822.8</c:v>
                </c:pt>
                <c:pt idx="675">
                  <c:v>822.8</c:v>
                </c:pt>
                <c:pt idx="676">
                  <c:v>810.9</c:v>
                </c:pt>
                <c:pt idx="677">
                  <c:v>810.9</c:v>
                </c:pt>
                <c:pt idx="678">
                  <c:v>796.45</c:v>
                </c:pt>
                <c:pt idx="679">
                  <c:v>796.45</c:v>
                </c:pt>
                <c:pt idx="680">
                  <c:v>778.6</c:v>
                </c:pt>
                <c:pt idx="681">
                  <c:v>778.6</c:v>
                </c:pt>
                <c:pt idx="682">
                  <c:v>758.2</c:v>
                </c:pt>
                <c:pt idx="683">
                  <c:v>758.2</c:v>
                </c:pt>
                <c:pt idx="684">
                  <c:v>734.4</c:v>
                </c:pt>
                <c:pt idx="685">
                  <c:v>734.4</c:v>
                </c:pt>
                <c:pt idx="686">
                  <c:v>708.05</c:v>
                </c:pt>
                <c:pt idx="687">
                  <c:v>708.05</c:v>
                </c:pt>
                <c:pt idx="688">
                  <c:v>679.15</c:v>
                </c:pt>
                <c:pt idx="689">
                  <c:v>679.15</c:v>
                </c:pt>
                <c:pt idx="690">
                  <c:v>648.54999999999995</c:v>
                </c:pt>
                <c:pt idx="691">
                  <c:v>648.54999999999995</c:v>
                </c:pt>
                <c:pt idx="692">
                  <c:v>616.25</c:v>
                </c:pt>
                <c:pt idx="693">
                  <c:v>616.25</c:v>
                </c:pt>
                <c:pt idx="694">
                  <c:v>583.1</c:v>
                </c:pt>
                <c:pt idx="695">
                  <c:v>583.1</c:v>
                </c:pt>
                <c:pt idx="696">
                  <c:v>548.25</c:v>
                </c:pt>
                <c:pt idx="697">
                  <c:v>548.25</c:v>
                </c:pt>
                <c:pt idx="698">
                  <c:v>512.54999999999995</c:v>
                </c:pt>
                <c:pt idx="699">
                  <c:v>512.54999999999995</c:v>
                </c:pt>
                <c:pt idx="700">
                  <c:v>473.45</c:v>
                </c:pt>
                <c:pt idx="701">
                  <c:v>473.45</c:v>
                </c:pt>
                <c:pt idx="702">
                  <c:v>432.65</c:v>
                </c:pt>
                <c:pt idx="703">
                  <c:v>432.65</c:v>
                </c:pt>
                <c:pt idx="704">
                  <c:v>390.15</c:v>
                </c:pt>
                <c:pt idx="705">
                  <c:v>390.15</c:v>
                </c:pt>
                <c:pt idx="706">
                  <c:v>346.8</c:v>
                </c:pt>
                <c:pt idx="707">
                  <c:v>346.8</c:v>
                </c:pt>
                <c:pt idx="708">
                  <c:v>302.60000000000002</c:v>
                </c:pt>
                <c:pt idx="709">
                  <c:v>302.60000000000002</c:v>
                </c:pt>
                <c:pt idx="710">
                  <c:v>258.39999999999998</c:v>
                </c:pt>
                <c:pt idx="711">
                  <c:v>258.39999999999998</c:v>
                </c:pt>
                <c:pt idx="712">
                  <c:v>214.2</c:v>
                </c:pt>
                <c:pt idx="713">
                  <c:v>214.2</c:v>
                </c:pt>
                <c:pt idx="714">
                  <c:v>171.7</c:v>
                </c:pt>
                <c:pt idx="715">
                  <c:v>171.7</c:v>
                </c:pt>
                <c:pt idx="716">
                  <c:v>130.9</c:v>
                </c:pt>
                <c:pt idx="717">
                  <c:v>130.9</c:v>
                </c:pt>
                <c:pt idx="718">
                  <c:v>93.5</c:v>
                </c:pt>
                <c:pt idx="719">
                  <c:v>93.5</c:v>
                </c:pt>
                <c:pt idx="720">
                  <c:v>59.5</c:v>
                </c:pt>
                <c:pt idx="721">
                  <c:v>59.5</c:v>
                </c:pt>
                <c:pt idx="722">
                  <c:v>28.05</c:v>
                </c:pt>
                <c:pt idx="723">
                  <c:v>28.05</c:v>
                </c:pt>
                <c:pt idx="724">
                  <c:v>6.8</c:v>
                </c:pt>
                <c:pt idx="725">
                  <c:v>6.8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2.5499999999999998</c:v>
                </c:pt>
                <c:pt idx="805">
                  <c:v>2.5499999999999998</c:v>
                </c:pt>
                <c:pt idx="806">
                  <c:v>15.3</c:v>
                </c:pt>
                <c:pt idx="807">
                  <c:v>15.3</c:v>
                </c:pt>
                <c:pt idx="808">
                  <c:v>29.75</c:v>
                </c:pt>
                <c:pt idx="809">
                  <c:v>29.75</c:v>
                </c:pt>
                <c:pt idx="810">
                  <c:v>64.599999999999994</c:v>
                </c:pt>
                <c:pt idx="811">
                  <c:v>64.599999999999994</c:v>
                </c:pt>
                <c:pt idx="812">
                  <c:v>86.7</c:v>
                </c:pt>
                <c:pt idx="813">
                  <c:v>86.7</c:v>
                </c:pt>
                <c:pt idx="814">
                  <c:v>122.4</c:v>
                </c:pt>
                <c:pt idx="815">
                  <c:v>122.4</c:v>
                </c:pt>
                <c:pt idx="816">
                  <c:v>181.05</c:v>
                </c:pt>
                <c:pt idx="817">
                  <c:v>181.05</c:v>
                </c:pt>
                <c:pt idx="818">
                  <c:v>192.95</c:v>
                </c:pt>
                <c:pt idx="819">
                  <c:v>192.95</c:v>
                </c:pt>
                <c:pt idx="820">
                  <c:v>262.64999999999998</c:v>
                </c:pt>
                <c:pt idx="821">
                  <c:v>262.64999999999998</c:v>
                </c:pt>
                <c:pt idx="822">
                  <c:v>303.45</c:v>
                </c:pt>
                <c:pt idx="823">
                  <c:v>303.45</c:v>
                </c:pt>
                <c:pt idx="824">
                  <c:v>371.45</c:v>
                </c:pt>
                <c:pt idx="825">
                  <c:v>371.45</c:v>
                </c:pt>
                <c:pt idx="826">
                  <c:v>415.65</c:v>
                </c:pt>
                <c:pt idx="827">
                  <c:v>415.65</c:v>
                </c:pt>
                <c:pt idx="828">
                  <c:v>458.15</c:v>
                </c:pt>
                <c:pt idx="829">
                  <c:v>458.15</c:v>
                </c:pt>
                <c:pt idx="830">
                  <c:v>499.8</c:v>
                </c:pt>
                <c:pt idx="831">
                  <c:v>499.8</c:v>
                </c:pt>
                <c:pt idx="832">
                  <c:v>539.75</c:v>
                </c:pt>
                <c:pt idx="833">
                  <c:v>539.75</c:v>
                </c:pt>
                <c:pt idx="834">
                  <c:v>577.15</c:v>
                </c:pt>
                <c:pt idx="835">
                  <c:v>577.15</c:v>
                </c:pt>
                <c:pt idx="836">
                  <c:v>613.70000000000005</c:v>
                </c:pt>
                <c:pt idx="837">
                  <c:v>613.70000000000005</c:v>
                </c:pt>
                <c:pt idx="838">
                  <c:v>648.54999999999995</c:v>
                </c:pt>
                <c:pt idx="839">
                  <c:v>648.54999999999995</c:v>
                </c:pt>
                <c:pt idx="840">
                  <c:v>680</c:v>
                </c:pt>
                <c:pt idx="841">
                  <c:v>680</c:v>
                </c:pt>
                <c:pt idx="842">
                  <c:v>710.6</c:v>
                </c:pt>
                <c:pt idx="843">
                  <c:v>710.6</c:v>
                </c:pt>
                <c:pt idx="844">
                  <c:v>736.95</c:v>
                </c:pt>
                <c:pt idx="845">
                  <c:v>736.95</c:v>
                </c:pt>
                <c:pt idx="846">
                  <c:v>760.75</c:v>
                </c:pt>
                <c:pt idx="847">
                  <c:v>760.75</c:v>
                </c:pt>
                <c:pt idx="848">
                  <c:v>782</c:v>
                </c:pt>
                <c:pt idx="849">
                  <c:v>782</c:v>
                </c:pt>
                <c:pt idx="850">
                  <c:v>799.85</c:v>
                </c:pt>
                <c:pt idx="851">
                  <c:v>799.85</c:v>
                </c:pt>
                <c:pt idx="852">
                  <c:v>793.9</c:v>
                </c:pt>
                <c:pt idx="853">
                  <c:v>793.9</c:v>
                </c:pt>
                <c:pt idx="854">
                  <c:v>765.85</c:v>
                </c:pt>
                <c:pt idx="855">
                  <c:v>765.85</c:v>
                </c:pt>
                <c:pt idx="856">
                  <c:v>743.75</c:v>
                </c:pt>
                <c:pt idx="857">
                  <c:v>743.75</c:v>
                </c:pt>
                <c:pt idx="858">
                  <c:v>833</c:v>
                </c:pt>
                <c:pt idx="859">
                  <c:v>833</c:v>
                </c:pt>
                <c:pt idx="860">
                  <c:v>663</c:v>
                </c:pt>
                <c:pt idx="861">
                  <c:v>663</c:v>
                </c:pt>
                <c:pt idx="862">
                  <c:v>668.1</c:v>
                </c:pt>
                <c:pt idx="863">
                  <c:v>668.1</c:v>
                </c:pt>
                <c:pt idx="864">
                  <c:v>603.5</c:v>
                </c:pt>
                <c:pt idx="865">
                  <c:v>603.5</c:v>
                </c:pt>
                <c:pt idx="866">
                  <c:v>690.2</c:v>
                </c:pt>
                <c:pt idx="867">
                  <c:v>690.2</c:v>
                </c:pt>
                <c:pt idx="868">
                  <c:v>812.6</c:v>
                </c:pt>
                <c:pt idx="869">
                  <c:v>812.6</c:v>
                </c:pt>
                <c:pt idx="870">
                  <c:v>807.5</c:v>
                </c:pt>
                <c:pt idx="871">
                  <c:v>807.5</c:v>
                </c:pt>
                <c:pt idx="872">
                  <c:v>792.2</c:v>
                </c:pt>
                <c:pt idx="873">
                  <c:v>792.2</c:v>
                </c:pt>
                <c:pt idx="874">
                  <c:v>765.85</c:v>
                </c:pt>
                <c:pt idx="875">
                  <c:v>765.85</c:v>
                </c:pt>
                <c:pt idx="876">
                  <c:v>749.7</c:v>
                </c:pt>
                <c:pt idx="877">
                  <c:v>749.7</c:v>
                </c:pt>
                <c:pt idx="878">
                  <c:v>724.2</c:v>
                </c:pt>
                <c:pt idx="879">
                  <c:v>724.2</c:v>
                </c:pt>
                <c:pt idx="880">
                  <c:v>695.3</c:v>
                </c:pt>
                <c:pt idx="881">
                  <c:v>695.3</c:v>
                </c:pt>
                <c:pt idx="882">
                  <c:v>622.20000000000005</c:v>
                </c:pt>
                <c:pt idx="883">
                  <c:v>622.20000000000005</c:v>
                </c:pt>
                <c:pt idx="884">
                  <c:v>548.25</c:v>
                </c:pt>
                <c:pt idx="885">
                  <c:v>548.25</c:v>
                </c:pt>
                <c:pt idx="886">
                  <c:v>475.15</c:v>
                </c:pt>
                <c:pt idx="887">
                  <c:v>475.15</c:v>
                </c:pt>
                <c:pt idx="888">
                  <c:v>340</c:v>
                </c:pt>
                <c:pt idx="889">
                  <c:v>340</c:v>
                </c:pt>
                <c:pt idx="890">
                  <c:v>387.6</c:v>
                </c:pt>
                <c:pt idx="891">
                  <c:v>387.6</c:v>
                </c:pt>
                <c:pt idx="892">
                  <c:v>422.45</c:v>
                </c:pt>
                <c:pt idx="893">
                  <c:v>422.45</c:v>
                </c:pt>
                <c:pt idx="894">
                  <c:v>360.4</c:v>
                </c:pt>
                <c:pt idx="895">
                  <c:v>360.4</c:v>
                </c:pt>
                <c:pt idx="896">
                  <c:v>190.4</c:v>
                </c:pt>
                <c:pt idx="897">
                  <c:v>190.4</c:v>
                </c:pt>
                <c:pt idx="898">
                  <c:v>132.6</c:v>
                </c:pt>
                <c:pt idx="899">
                  <c:v>132.6</c:v>
                </c:pt>
                <c:pt idx="900">
                  <c:v>98.6</c:v>
                </c:pt>
                <c:pt idx="901">
                  <c:v>98.6</c:v>
                </c:pt>
                <c:pt idx="902">
                  <c:v>85</c:v>
                </c:pt>
                <c:pt idx="903">
                  <c:v>85</c:v>
                </c:pt>
                <c:pt idx="904">
                  <c:v>78.2</c:v>
                </c:pt>
                <c:pt idx="905">
                  <c:v>78.2</c:v>
                </c:pt>
                <c:pt idx="906">
                  <c:v>66.3</c:v>
                </c:pt>
                <c:pt idx="907">
                  <c:v>66.3</c:v>
                </c:pt>
                <c:pt idx="908">
                  <c:v>44.2</c:v>
                </c:pt>
                <c:pt idx="909">
                  <c:v>44.2</c:v>
                </c:pt>
                <c:pt idx="910">
                  <c:v>28.05</c:v>
                </c:pt>
                <c:pt idx="911">
                  <c:v>28.05</c:v>
                </c:pt>
                <c:pt idx="912">
                  <c:v>21.25</c:v>
                </c:pt>
                <c:pt idx="913">
                  <c:v>21.25</c:v>
                </c:pt>
                <c:pt idx="914">
                  <c:v>14.45</c:v>
                </c:pt>
                <c:pt idx="915">
                  <c:v>14.45</c:v>
                </c:pt>
                <c:pt idx="916">
                  <c:v>6.8</c:v>
                </c:pt>
                <c:pt idx="917">
                  <c:v>6.8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0.85</c:v>
                </c:pt>
                <c:pt idx="997">
                  <c:v>0.85</c:v>
                </c:pt>
                <c:pt idx="998">
                  <c:v>9.35</c:v>
                </c:pt>
                <c:pt idx="999">
                  <c:v>9.35</c:v>
                </c:pt>
                <c:pt idx="1000">
                  <c:v>19.55</c:v>
                </c:pt>
                <c:pt idx="1001">
                  <c:v>19.55</c:v>
                </c:pt>
                <c:pt idx="1002">
                  <c:v>36.549999999999997</c:v>
                </c:pt>
                <c:pt idx="1003">
                  <c:v>36.549999999999997</c:v>
                </c:pt>
                <c:pt idx="1004">
                  <c:v>54.4</c:v>
                </c:pt>
                <c:pt idx="1005">
                  <c:v>54.4</c:v>
                </c:pt>
                <c:pt idx="1006">
                  <c:v>99.45</c:v>
                </c:pt>
                <c:pt idx="1007">
                  <c:v>99.45</c:v>
                </c:pt>
                <c:pt idx="1008">
                  <c:v>131.75</c:v>
                </c:pt>
                <c:pt idx="1009">
                  <c:v>131.75</c:v>
                </c:pt>
                <c:pt idx="1010">
                  <c:v>140.25</c:v>
                </c:pt>
                <c:pt idx="1011">
                  <c:v>140.25</c:v>
                </c:pt>
                <c:pt idx="1012">
                  <c:v>192.1</c:v>
                </c:pt>
                <c:pt idx="1013">
                  <c:v>192.1</c:v>
                </c:pt>
                <c:pt idx="1014">
                  <c:v>212.5</c:v>
                </c:pt>
                <c:pt idx="1015">
                  <c:v>212.5</c:v>
                </c:pt>
                <c:pt idx="1016">
                  <c:v>218.45</c:v>
                </c:pt>
                <c:pt idx="1017">
                  <c:v>218.45</c:v>
                </c:pt>
                <c:pt idx="1018">
                  <c:v>370.6</c:v>
                </c:pt>
                <c:pt idx="1019">
                  <c:v>370.6</c:v>
                </c:pt>
                <c:pt idx="1020">
                  <c:v>390.15</c:v>
                </c:pt>
                <c:pt idx="1021">
                  <c:v>390.15</c:v>
                </c:pt>
                <c:pt idx="1022">
                  <c:v>497.25</c:v>
                </c:pt>
                <c:pt idx="1023">
                  <c:v>497.25</c:v>
                </c:pt>
                <c:pt idx="1024">
                  <c:v>535.5</c:v>
                </c:pt>
                <c:pt idx="1025">
                  <c:v>535.5</c:v>
                </c:pt>
                <c:pt idx="1026">
                  <c:v>572.9</c:v>
                </c:pt>
                <c:pt idx="1027">
                  <c:v>572.9</c:v>
                </c:pt>
                <c:pt idx="1028">
                  <c:v>607.75</c:v>
                </c:pt>
                <c:pt idx="1029">
                  <c:v>607.75</c:v>
                </c:pt>
                <c:pt idx="1030">
                  <c:v>640.9</c:v>
                </c:pt>
                <c:pt idx="1031">
                  <c:v>640.9</c:v>
                </c:pt>
                <c:pt idx="1032">
                  <c:v>670.65</c:v>
                </c:pt>
                <c:pt idx="1033">
                  <c:v>670.65</c:v>
                </c:pt>
                <c:pt idx="1034">
                  <c:v>698.7</c:v>
                </c:pt>
                <c:pt idx="1035">
                  <c:v>698.7</c:v>
                </c:pt>
                <c:pt idx="1036">
                  <c:v>724.2</c:v>
                </c:pt>
                <c:pt idx="1037">
                  <c:v>724.2</c:v>
                </c:pt>
                <c:pt idx="1038">
                  <c:v>747.15</c:v>
                </c:pt>
                <c:pt idx="1039">
                  <c:v>747.15</c:v>
                </c:pt>
                <c:pt idx="1040">
                  <c:v>766.7</c:v>
                </c:pt>
                <c:pt idx="1041">
                  <c:v>766.7</c:v>
                </c:pt>
                <c:pt idx="1042">
                  <c:v>782.85</c:v>
                </c:pt>
                <c:pt idx="1043">
                  <c:v>782.85</c:v>
                </c:pt>
                <c:pt idx="1044">
                  <c:v>797.3</c:v>
                </c:pt>
                <c:pt idx="1045">
                  <c:v>797.3</c:v>
                </c:pt>
                <c:pt idx="1046">
                  <c:v>807.5</c:v>
                </c:pt>
                <c:pt idx="1047">
                  <c:v>807.5</c:v>
                </c:pt>
                <c:pt idx="1048">
                  <c:v>816</c:v>
                </c:pt>
                <c:pt idx="1049">
                  <c:v>816</c:v>
                </c:pt>
                <c:pt idx="1050">
                  <c:v>820.25</c:v>
                </c:pt>
                <c:pt idx="1051">
                  <c:v>820.25</c:v>
                </c:pt>
                <c:pt idx="1052">
                  <c:v>821.95</c:v>
                </c:pt>
                <c:pt idx="1053">
                  <c:v>821.95</c:v>
                </c:pt>
                <c:pt idx="1054">
                  <c:v>820.25</c:v>
                </c:pt>
                <c:pt idx="1055">
                  <c:v>820.25</c:v>
                </c:pt>
                <c:pt idx="1056">
                  <c:v>815.15</c:v>
                </c:pt>
                <c:pt idx="1057">
                  <c:v>815.15</c:v>
                </c:pt>
                <c:pt idx="1058">
                  <c:v>702.95</c:v>
                </c:pt>
                <c:pt idx="1059">
                  <c:v>702.95</c:v>
                </c:pt>
                <c:pt idx="1060">
                  <c:v>645.15</c:v>
                </c:pt>
                <c:pt idx="1061">
                  <c:v>645.15</c:v>
                </c:pt>
                <c:pt idx="1062">
                  <c:v>669.8</c:v>
                </c:pt>
                <c:pt idx="1063">
                  <c:v>669.8</c:v>
                </c:pt>
                <c:pt idx="1064">
                  <c:v>706.35</c:v>
                </c:pt>
                <c:pt idx="1065">
                  <c:v>706.35</c:v>
                </c:pt>
                <c:pt idx="1066">
                  <c:v>674.05</c:v>
                </c:pt>
                <c:pt idx="1067">
                  <c:v>674.05</c:v>
                </c:pt>
                <c:pt idx="1068">
                  <c:v>651.95000000000005</c:v>
                </c:pt>
                <c:pt idx="1069">
                  <c:v>651.95000000000005</c:v>
                </c:pt>
                <c:pt idx="1070">
                  <c:v>683.4</c:v>
                </c:pt>
                <c:pt idx="1071">
                  <c:v>683.4</c:v>
                </c:pt>
                <c:pt idx="1072">
                  <c:v>670.65</c:v>
                </c:pt>
                <c:pt idx="1073">
                  <c:v>670.65</c:v>
                </c:pt>
                <c:pt idx="1074">
                  <c:v>640.04999999999995</c:v>
                </c:pt>
                <c:pt idx="1075">
                  <c:v>640.04999999999995</c:v>
                </c:pt>
                <c:pt idx="1076">
                  <c:v>608.6</c:v>
                </c:pt>
                <c:pt idx="1077">
                  <c:v>608.6</c:v>
                </c:pt>
                <c:pt idx="1078">
                  <c:v>574.6</c:v>
                </c:pt>
                <c:pt idx="1079">
                  <c:v>574.6</c:v>
                </c:pt>
                <c:pt idx="1080">
                  <c:v>487.9</c:v>
                </c:pt>
                <c:pt idx="1081">
                  <c:v>487.9</c:v>
                </c:pt>
                <c:pt idx="1082">
                  <c:v>238.85</c:v>
                </c:pt>
                <c:pt idx="1083">
                  <c:v>238.85</c:v>
                </c:pt>
                <c:pt idx="1084">
                  <c:v>164.9</c:v>
                </c:pt>
                <c:pt idx="1085">
                  <c:v>164.9</c:v>
                </c:pt>
                <c:pt idx="1086">
                  <c:v>134.30000000000001</c:v>
                </c:pt>
                <c:pt idx="1087">
                  <c:v>134.30000000000001</c:v>
                </c:pt>
                <c:pt idx="1088">
                  <c:v>94.35</c:v>
                </c:pt>
                <c:pt idx="1089">
                  <c:v>94.35</c:v>
                </c:pt>
                <c:pt idx="1090">
                  <c:v>102</c:v>
                </c:pt>
                <c:pt idx="1091">
                  <c:v>102</c:v>
                </c:pt>
                <c:pt idx="1092">
                  <c:v>128.35</c:v>
                </c:pt>
                <c:pt idx="1093">
                  <c:v>128.35</c:v>
                </c:pt>
                <c:pt idx="1094">
                  <c:v>103.7</c:v>
                </c:pt>
                <c:pt idx="1095">
                  <c:v>103.7</c:v>
                </c:pt>
                <c:pt idx="1096">
                  <c:v>88.4</c:v>
                </c:pt>
                <c:pt idx="1097">
                  <c:v>88.4</c:v>
                </c:pt>
                <c:pt idx="1098">
                  <c:v>39.950000000000003</c:v>
                </c:pt>
                <c:pt idx="1099">
                  <c:v>39.950000000000003</c:v>
                </c:pt>
                <c:pt idx="1100">
                  <c:v>28.05</c:v>
                </c:pt>
                <c:pt idx="1101">
                  <c:v>28.05</c:v>
                </c:pt>
                <c:pt idx="1102">
                  <c:v>28.9</c:v>
                </c:pt>
                <c:pt idx="1103">
                  <c:v>28.9</c:v>
                </c:pt>
                <c:pt idx="1104">
                  <c:v>19.55</c:v>
                </c:pt>
                <c:pt idx="1105">
                  <c:v>19.55</c:v>
                </c:pt>
                <c:pt idx="1106">
                  <c:v>14.45</c:v>
                </c:pt>
                <c:pt idx="1107">
                  <c:v>14.45</c:v>
                </c:pt>
                <c:pt idx="1108">
                  <c:v>6.8</c:v>
                </c:pt>
                <c:pt idx="1109">
                  <c:v>6.8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0.85</c:v>
                </c:pt>
                <c:pt idx="1189">
                  <c:v>0.85</c:v>
                </c:pt>
                <c:pt idx="1190">
                  <c:v>8.5</c:v>
                </c:pt>
                <c:pt idx="1191">
                  <c:v>8.5</c:v>
                </c:pt>
                <c:pt idx="1192">
                  <c:v>19.55</c:v>
                </c:pt>
                <c:pt idx="1193">
                  <c:v>19.55</c:v>
                </c:pt>
                <c:pt idx="1194">
                  <c:v>24.65</c:v>
                </c:pt>
                <c:pt idx="1195">
                  <c:v>24.65</c:v>
                </c:pt>
                <c:pt idx="1196">
                  <c:v>35.700000000000003</c:v>
                </c:pt>
                <c:pt idx="1197">
                  <c:v>35.700000000000003</c:v>
                </c:pt>
                <c:pt idx="1198">
                  <c:v>57.8</c:v>
                </c:pt>
                <c:pt idx="1199">
                  <c:v>57.8</c:v>
                </c:pt>
                <c:pt idx="1200">
                  <c:v>68</c:v>
                </c:pt>
                <c:pt idx="1201">
                  <c:v>68</c:v>
                </c:pt>
                <c:pt idx="1202">
                  <c:v>76.5</c:v>
                </c:pt>
                <c:pt idx="1203">
                  <c:v>76.5</c:v>
                </c:pt>
                <c:pt idx="1204">
                  <c:v>98.6</c:v>
                </c:pt>
                <c:pt idx="1205">
                  <c:v>98.6</c:v>
                </c:pt>
                <c:pt idx="1206">
                  <c:v>54.4</c:v>
                </c:pt>
                <c:pt idx="1207">
                  <c:v>54.4</c:v>
                </c:pt>
                <c:pt idx="1208">
                  <c:v>113.9</c:v>
                </c:pt>
                <c:pt idx="1209">
                  <c:v>113.9</c:v>
                </c:pt>
                <c:pt idx="1210">
                  <c:v>99.45</c:v>
                </c:pt>
                <c:pt idx="1211">
                  <c:v>99.45</c:v>
                </c:pt>
                <c:pt idx="1212">
                  <c:v>119</c:v>
                </c:pt>
                <c:pt idx="1213">
                  <c:v>119</c:v>
                </c:pt>
                <c:pt idx="1214">
                  <c:v>231.2</c:v>
                </c:pt>
                <c:pt idx="1215">
                  <c:v>231.2</c:v>
                </c:pt>
                <c:pt idx="1216">
                  <c:v>209.95</c:v>
                </c:pt>
                <c:pt idx="1217">
                  <c:v>209.95</c:v>
                </c:pt>
                <c:pt idx="1218">
                  <c:v>178.5</c:v>
                </c:pt>
                <c:pt idx="1219">
                  <c:v>178.5</c:v>
                </c:pt>
                <c:pt idx="1220">
                  <c:v>185.3</c:v>
                </c:pt>
                <c:pt idx="1221">
                  <c:v>185.3</c:v>
                </c:pt>
                <c:pt idx="1222">
                  <c:v>209.1</c:v>
                </c:pt>
                <c:pt idx="1223">
                  <c:v>209.1</c:v>
                </c:pt>
                <c:pt idx="1224">
                  <c:v>191.25</c:v>
                </c:pt>
                <c:pt idx="1225">
                  <c:v>191.25</c:v>
                </c:pt>
                <c:pt idx="1226">
                  <c:v>191.25</c:v>
                </c:pt>
                <c:pt idx="1227">
                  <c:v>191.25</c:v>
                </c:pt>
                <c:pt idx="1228">
                  <c:v>174.25</c:v>
                </c:pt>
                <c:pt idx="1229">
                  <c:v>174.25</c:v>
                </c:pt>
                <c:pt idx="1230">
                  <c:v>160.65</c:v>
                </c:pt>
                <c:pt idx="1231">
                  <c:v>160.65</c:v>
                </c:pt>
                <c:pt idx="1232">
                  <c:v>303.45</c:v>
                </c:pt>
                <c:pt idx="1233">
                  <c:v>303.45</c:v>
                </c:pt>
                <c:pt idx="1234">
                  <c:v>192.1</c:v>
                </c:pt>
                <c:pt idx="1235">
                  <c:v>192.1</c:v>
                </c:pt>
                <c:pt idx="1236">
                  <c:v>184.45</c:v>
                </c:pt>
                <c:pt idx="1237">
                  <c:v>184.45</c:v>
                </c:pt>
                <c:pt idx="1238">
                  <c:v>215.9</c:v>
                </c:pt>
                <c:pt idx="1239">
                  <c:v>215.9</c:v>
                </c:pt>
                <c:pt idx="1240">
                  <c:v>209.95</c:v>
                </c:pt>
                <c:pt idx="1241">
                  <c:v>209.95</c:v>
                </c:pt>
                <c:pt idx="1242">
                  <c:v>160.65</c:v>
                </c:pt>
                <c:pt idx="1243">
                  <c:v>160.65</c:v>
                </c:pt>
                <c:pt idx="1244">
                  <c:v>158.1</c:v>
                </c:pt>
                <c:pt idx="1245">
                  <c:v>158.1</c:v>
                </c:pt>
                <c:pt idx="1246">
                  <c:v>219.3</c:v>
                </c:pt>
                <c:pt idx="1247">
                  <c:v>219.3</c:v>
                </c:pt>
                <c:pt idx="1248">
                  <c:v>206.55</c:v>
                </c:pt>
                <c:pt idx="1249">
                  <c:v>206.55</c:v>
                </c:pt>
                <c:pt idx="1250">
                  <c:v>355.3</c:v>
                </c:pt>
                <c:pt idx="1251">
                  <c:v>355.3</c:v>
                </c:pt>
                <c:pt idx="1252">
                  <c:v>563.54999999999995</c:v>
                </c:pt>
                <c:pt idx="1253">
                  <c:v>563.54999999999995</c:v>
                </c:pt>
                <c:pt idx="1254">
                  <c:v>470.05</c:v>
                </c:pt>
                <c:pt idx="1255">
                  <c:v>470.05</c:v>
                </c:pt>
                <c:pt idx="1256">
                  <c:v>425</c:v>
                </c:pt>
                <c:pt idx="1257">
                  <c:v>425</c:v>
                </c:pt>
                <c:pt idx="1258">
                  <c:v>613.70000000000005</c:v>
                </c:pt>
                <c:pt idx="1259">
                  <c:v>613.70000000000005</c:v>
                </c:pt>
                <c:pt idx="1260">
                  <c:v>554.20000000000005</c:v>
                </c:pt>
                <c:pt idx="1261">
                  <c:v>554.20000000000005</c:v>
                </c:pt>
                <c:pt idx="1262">
                  <c:v>414.8</c:v>
                </c:pt>
                <c:pt idx="1263">
                  <c:v>414.8</c:v>
                </c:pt>
                <c:pt idx="1264">
                  <c:v>167.45</c:v>
                </c:pt>
                <c:pt idx="1265">
                  <c:v>167.45</c:v>
                </c:pt>
                <c:pt idx="1266">
                  <c:v>413.1</c:v>
                </c:pt>
                <c:pt idx="1267">
                  <c:v>413.1</c:v>
                </c:pt>
                <c:pt idx="1268">
                  <c:v>237.15</c:v>
                </c:pt>
                <c:pt idx="1269">
                  <c:v>237.15</c:v>
                </c:pt>
                <c:pt idx="1270">
                  <c:v>237.15</c:v>
                </c:pt>
                <c:pt idx="1271">
                  <c:v>237.15</c:v>
                </c:pt>
                <c:pt idx="1272">
                  <c:v>168.3</c:v>
                </c:pt>
                <c:pt idx="1273">
                  <c:v>168.3</c:v>
                </c:pt>
                <c:pt idx="1274">
                  <c:v>142.80000000000001</c:v>
                </c:pt>
                <c:pt idx="1275">
                  <c:v>142.80000000000001</c:v>
                </c:pt>
                <c:pt idx="1276">
                  <c:v>107.95</c:v>
                </c:pt>
                <c:pt idx="1277">
                  <c:v>107.95</c:v>
                </c:pt>
                <c:pt idx="1278">
                  <c:v>102</c:v>
                </c:pt>
                <c:pt idx="1279">
                  <c:v>102</c:v>
                </c:pt>
                <c:pt idx="1280">
                  <c:v>87.55</c:v>
                </c:pt>
                <c:pt idx="1281">
                  <c:v>87.55</c:v>
                </c:pt>
                <c:pt idx="1282">
                  <c:v>72.25</c:v>
                </c:pt>
                <c:pt idx="1283">
                  <c:v>72.25</c:v>
                </c:pt>
                <c:pt idx="1284">
                  <c:v>65.45</c:v>
                </c:pt>
                <c:pt idx="1285">
                  <c:v>65.45</c:v>
                </c:pt>
                <c:pt idx="1286">
                  <c:v>51.85</c:v>
                </c:pt>
                <c:pt idx="1287">
                  <c:v>51.85</c:v>
                </c:pt>
                <c:pt idx="1288">
                  <c:v>42.5</c:v>
                </c:pt>
                <c:pt idx="1289">
                  <c:v>42.5</c:v>
                </c:pt>
                <c:pt idx="1290">
                  <c:v>30.6</c:v>
                </c:pt>
                <c:pt idx="1291">
                  <c:v>30.6</c:v>
                </c:pt>
                <c:pt idx="1292">
                  <c:v>22.95</c:v>
                </c:pt>
                <c:pt idx="1293">
                  <c:v>22.95</c:v>
                </c:pt>
                <c:pt idx="1294">
                  <c:v>15.3</c:v>
                </c:pt>
                <c:pt idx="1295">
                  <c:v>15.3</c:v>
                </c:pt>
                <c:pt idx="1296">
                  <c:v>11.9</c:v>
                </c:pt>
                <c:pt idx="1297">
                  <c:v>11.9</c:v>
                </c:pt>
                <c:pt idx="1298">
                  <c:v>10.199999999999999</c:v>
                </c:pt>
                <c:pt idx="1299">
                  <c:v>10.199999999999999</c:v>
                </c:pt>
                <c:pt idx="1300">
                  <c:v>1.7</c:v>
                </c:pt>
                <c:pt idx="1301">
                  <c:v>1.7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0.85</c:v>
                </c:pt>
                <c:pt idx="1381">
                  <c:v>0.85</c:v>
                </c:pt>
                <c:pt idx="1382">
                  <c:v>11.05</c:v>
                </c:pt>
                <c:pt idx="1383">
                  <c:v>11.05</c:v>
                </c:pt>
                <c:pt idx="1384">
                  <c:v>21.25</c:v>
                </c:pt>
                <c:pt idx="1385">
                  <c:v>21.25</c:v>
                </c:pt>
                <c:pt idx="1386">
                  <c:v>31.45</c:v>
                </c:pt>
                <c:pt idx="1387">
                  <c:v>31.45</c:v>
                </c:pt>
                <c:pt idx="1388">
                  <c:v>48.45</c:v>
                </c:pt>
                <c:pt idx="1389">
                  <c:v>48.45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691-41AF-BD7B-D1D0AF6B0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38.1372</c:v>
                </c:pt>
                <c:pt idx="2">
                  <c:v>38.1372</c:v>
                </c:pt>
                <c:pt idx="3">
                  <c:v>38.1372</c:v>
                </c:pt>
                <c:pt idx="4">
                  <c:v>38.1372</c:v>
                </c:pt>
                <c:pt idx="5">
                  <c:v>38.137208000000001</c:v>
                </c:pt>
                <c:pt idx="6">
                  <c:v>38.137214999999998</c:v>
                </c:pt>
                <c:pt idx="7">
                  <c:v>38.137222999999999</c:v>
                </c:pt>
                <c:pt idx="8">
                  <c:v>43.495007999999999</c:v>
                </c:pt>
                <c:pt idx="9">
                  <c:v>44.944547999999998</c:v>
                </c:pt>
                <c:pt idx="10">
                  <c:v>44.944547999999998</c:v>
                </c:pt>
                <c:pt idx="11">
                  <c:v>48.967669999999998</c:v>
                </c:pt>
                <c:pt idx="12">
                  <c:v>48.967669999999998</c:v>
                </c:pt>
                <c:pt idx="13">
                  <c:v>48.967669999999998</c:v>
                </c:pt>
                <c:pt idx="14">
                  <c:v>48.967669999999998</c:v>
                </c:pt>
                <c:pt idx="15">
                  <c:v>48.967669999999998</c:v>
                </c:pt>
                <c:pt idx="16">
                  <c:v>48.967669999999998</c:v>
                </c:pt>
                <c:pt idx="17">
                  <c:v>48.967669999999998</c:v>
                </c:pt>
                <c:pt idx="18">
                  <c:v>48.967669999999998</c:v>
                </c:pt>
                <c:pt idx="19">
                  <c:v>48.967669999999998</c:v>
                </c:pt>
                <c:pt idx="20">
                  <c:v>51.236778000000001</c:v>
                </c:pt>
                <c:pt idx="21">
                  <c:v>54.524099999999997</c:v>
                </c:pt>
                <c:pt idx="22">
                  <c:v>54.524099999999997</c:v>
                </c:pt>
                <c:pt idx="23">
                  <c:v>54.524099999999997</c:v>
                </c:pt>
                <c:pt idx="24">
                  <c:v>54.524099999999997</c:v>
                </c:pt>
                <c:pt idx="25">
                  <c:v>54.524099999999997</c:v>
                </c:pt>
                <c:pt idx="26">
                  <c:v>52.995148999999998</c:v>
                </c:pt>
                <c:pt idx="27">
                  <c:v>51.712622000000003</c:v>
                </c:pt>
                <c:pt idx="28">
                  <c:v>51.712622000000003</c:v>
                </c:pt>
                <c:pt idx="29">
                  <c:v>51.712622000000003</c:v>
                </c:pt>
                <c:pt idx="30">
                  <c:v>51.712622000000003</c:v>
                </c:pt>
                <c:pt idx="31">
                  <c:v>51.712622000000003</c:v>
                </c:pt>
                <c:pt idx="32">
                  <c:v>51.712622000000003</c:v>
                </c:pt>
                <c:pt idx="33">
                  <c:v>50.450194000000003</c:v>
                </c:pt>
                <c:pt idx="34">
                  <c:v>49.356088999999997</c:v>
                </c:pt>
                <c:pt idx="35">
                  <c:v>48.853158999999998</c:v>
                </c:pt>
                <c:pt idx="36">
                  <c:v>48.853158999999998</c:v>
                </c:pt>
                <c:pt idx="37">
                  <c:v>48.853158999999998</c:v>
                </c:pt>
                <c:pt idx="38">
                  <c:v>48.853158999999998</c:v>
                </c:pt>
                <c:pt idx="39">
                  <c:v>48.853158999999998</c:v>
                </c:pt>
                <c:pt idx="40">
                  <c:v>48.853158999999998</c:v>
                </c:pt>
                <c:pt idx="41">
                  <c:v>53.391376000000001</c:v>
                </c:pt>
                <c:pt idx="42">
                  <c:v>54.897799999999997</c:v>
                </c:pt>
                <c:pt idx="43">
                  <c:v>53.817532</c:v>
                </c:pt>
                <c:pt idx="44">
                  <c:v>53.109366999999999</c:v>
                </c:pt>
                <c:pt idx="45">
                  <c:v>52.718631999999999</c:v>
                </c:pt>
                <c:pt idx="46">
                  <c:v>52.172082000000003</c:v>
                </c:pt>
                <c:pt idx="47">
                  <c:v>50.958739999999999</c:v>
                </c:pt>
                <c:pt idx="48">
                  <c:v>49.745398000000002</c:v>
                </c:pt>
                <c:pt idx="49">
                  <c:v>49.483052000000001</c:v>
                </c:pt>
                <c:pt idx="50">
                  <c:v>48.726742999999999</c:v>
                </c:pt>
                <c:pt idx="51">
                  <c:v>47.554535999999999</c:v>
                </c:pt>
                <c:pt idx="52">
                  <c:v>46.382330000000003</c:v>
                </c:pt>
                <c:pt idx="53">
                  <c:v>45.991593999999999</c:v>
                </c:pt>
                <c:pt idx="54">
                  <c:v>45.324801999999998</c:v>
                </c:pt>
                <c:pt idx="55">
                  <c:v>44.549610999999999</c:v>
                </c:pt>
                <c:pt idx="56">
                  <c:v>43.386825000000002</c:v>
                </c:pt>
                <c:pt idx="57">
                  <c:v>42.224038</c:v>
                </c:pt>
                <c:pt idx="58">
                  <c:v>41.603886000000003</c:v>
                </c:pt>
                <c:pt idx="59">
                  <c:v>41.269984000000001</c:v>
                </c:pt>
                <c:pt idx="60">
                  <c:v>40.017854999999997</c:v>
                </c:pt>
                <c:pt idx="61">
                  <c:v>38.765725000000003</c:v>
                </c:pt>
                <c:pt idx="62">
                  <c:v>37.930971999999997</c:v>
                </c:pt>
                <c:pt idx="63">
                  <c:v>37.20138</c:v>
                </c:pt>
                <c:pt idx="64">
                  <c:v>36.106993000000003</c:v>
                </c:pt>
                <c:pt idx="65">
                  <c:v>35.012605999999998</c:v>
                </c:pt>
                <c:pt idx="66">
                  <c:v>34.210056000000002</c:v>
                </c:pt>
                <c:pt idx="67">
                  <c:v>34.210056000000002</c:v>
                </c:pt>
                <c:pt idx="68">
                  <c:v>33.115996000000003</c:v>
                </c:pt>
                <c:pt idx="69">
                  <c:v>31.94379</c:v>
                </c:pt>
                <c:pt idx="70">
                  <c:v>30.771583</c:v>
                </c:pt>
                <c:pt idx="71">
                  <c:v>30.464182999999998</c:v>
                </c:pt>
                <c:pt idx="72">
                  <c:v>29.369796000000001</c:v>
                </c:pt>
                <c:pt idx="73">
                  <c:v>28.275409</c:v>
                </c:pt>
                <c:pt idx="74">
                  <c:v>27.181021000000001</c:v>
                </c:pt>
                <c:pt idx="75">
                  <c:v>26.816226</c:v>
                </c:pt>
                <c:pt idx="76">
                  <c:v>26.357112000000001</c:v>
                </c:pt>
                <c:pt idx="77">
                  <c:v>24.979769000000001</c:v>
                </c:pt>
                <c:pt idx="78">
                  <c:v>23.602426000000001</c:v>
                </c:pt>
                <c:pt idx="79">
                  <c:v>23.143312000000002</c:v>
                </c:pt>
                <c:pt idx="80">
                  <c:v>23.143312000000002</c:v>
                </c:pt>
                <c:pt idx="81">
                  <c:v>20</c:v>
                </c:pt>
                <c:pt idx="82">
                  <c:v>24.538217</c:v>
                </c:pt>
                <c:pt idx="83">
                  <c:v>29.579339999999998</c:v>
                </c:pt>
                <c:pt idx="84">
                  <c:v>29.076409999999999</c:v>
                </c:pt>
                <c:pt idx="85">
                  <c:v>30.478687999999998</c:v>
                </c:pt>
                <c:pt idx="86">
                  <c:v>29.166937000000001</c:v>
                </c:pt>
                <c:pt idx="87">
                  <c:v>28.117536000000001</c:v>
                </c:pt>
                <c:pt idx="88">
                  <c:v>28.117536000000001</c:v>
                </c:pt>
                <c:pt idx="89">
                  <c:v>26.967898000000002</c:v>
                </c:pt>
                <c:pt idx="90">
                  <c:v>26.464967999999999</c:v>
                </c:pt>
                <c:pt idx="91">
                  <c:v>27.709495</c:v>
                </c:pt>
                <c:pt idx="92">
                  <c:v>27.709495</c:v>
                </c:pt>
                <c:pt idx="93">
                  <c:v>24.566182999999999</c:v>
                </c:pt>
                <c:pt idx="94">
                  <c:v>28.374072000000002</c:v>
                </c:pt>
                <c:pt idx="95">
                  <c:v>26.362352000000001</c:v>
                </c:pt>
                <c:pt idx="96">
                  <c:v>30.900569000000001</c:v>
                </c:pt>
                <c:pt idx="97">
                  <c:v>35.438786</c:v>
                </c:pt>
                <c:pt idx="98">
                  <c:v>35.438786</c:v>
                </c:pt>
                <c:pt idx="99">
                  <c:v>39.977001999999999</c:v>
                </c:pt>
                <c:pt idx="100">
                  <c:v>44.515219000000002</c:v>
                </c:pt>
                <c:pt idx="101">
                  <c:v>49.053435</c:v>
                </c:pt>
                <c:pt idx="102">
                  <c:v>49.156004000000003</c:v>
                </c:pt>
                <c:pt idx="103">
                  <c:v>49.156004000000003</c:v>
                </c:pt>
                <c:pt idx="104">
                  <c:v>49.156004000000003</c:v>
                </c:pt>
                <c:pt idx="105">
                  <c:v>49.156011999999997</c:v>
                </c:pt>
                <c:pt idx="106">
                  <c:v>55.963335999999998</c:v>
                </c:pt>
                <c:pt idx="107">
                  <c:v>55.963343999999999</c:v>
                </c:pt>
                <c:pt idx="108">
                  <c:v>59.577978999999999</c:v>
                </c:pt>
                <c:pt idx="109">
                  <c:v>66.385302999999993</c:v>
                </c:pt>
                <c:pt idx="110">
                  <c:v>73.192627999999999</c:v>
                </c:pt>
                <c:pt idx="111">
                  <c:v>76.050917999999996</c:v>
                </c:pt>
                <c:pt idx="112">
                  <c:v>76.496950999999996</c:v>
                </c:pt>
                <c:pt idx="113">
                  <c:v>76.496950999999996</c:v>
                </c:pt>
                <c:pt idx="114">
                  <c:v>76.496950999999996</c:v>
                </c:pt>
                <c:pt idx="115">
                  <c:v>79.999967999999996</c:v>
                </c:pt>
                <c:pt idx="116">
                  <c:v>83.192667999999998</c:v>
                </c:pt>
                <c:pt idx="117">
                  <c:v>84.691936999999996</c:v>
                </c:pt>
                <c:pt idx="118">
                  <c:v>86.060828000000001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84.045209999999997</c:v>
                </c:pt>
                <c:pt idx="125">
                  <c:v>82.926861000000002</c:v>
                </c:pt>
                <c:pt idx="126">
                  <c:v>82.133065999999999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74.979101</c:v>
                </c:pt>
                <c:pt idx="136">
                  <c:v>73.939327000000006</c:v>
                </c:pt>
                <c:pt idx="137">
                  <c:v>72.899552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71.035782999999995</c:v>
                </c:pt>
                <c:pt idx="141">
                  <c:v>69.781582999999998</c:v>
                </c:pt>
                <c:pt idx="142">
                  <c:v>68.527382000000003</c:v>
                </c:pt>
                <c:pt idx="143">
                  <c:v>67.972465</c:v>
                </c:pt>
                <c:pt idx="144">
                  <c:v>67.111994999999993</c:v>
                </c:pt>
                <c:pt idx="145">
                  <c:v>65.947447999999994</c:v>
                </c:pt>
                <c:pt idx="146">
                  <c:v>64.782899999999998</c:v>
                </c:pt>
                <c:pt idx="147">
                  <c:v>64.394717999999997</c:v>
                </c:pt>
                <c:pt idx="148">
                  <c:v>64.394717999999997</c:v>
                </c:pt>
                <c:pt idx="149">
                  <c:v>63.421733000000003</c:v>
                </c:pt>
                <c:pt idx="150">
                  <c:v>63.050995</c:v>
                </c:pt>
                <c:pt idx="151">
                  <c:v>61.918640000000003</c:v>
                </c:pt>
                <c:pt idx="152">
                  <c:v>60.826565000000002</c:v>
                </c:pt>
                <c:pt idx="153">
                  <c:v>59.714348999999999</c:v>
                </c:pt>
                <c:pt idx="154">
                  <c:v>59.491906</c:v>
                </c:pt>
                <c:pt idx="155">
                  <c:v>58.950873999999999</c:v>
                </c:pt>
                <c:pt idx="156">
                  <c:v>57.698745000000002</c:v>
                </c:pt>
                <c:pt idx="157">
                  <c:v>56.890495000000001</c:v>
                </c:pt>
                <c:pt idx="158">
                  <c:v>56.186981000000003</c:v>
                </c:pt>
                <c:pt idx="159">
                  <c:v>55.092593999999998</c:v>
                </c:pt>
                <c:pt idx="160">
                  <c:v>53.998207000000001</c:v>
                </c:pt>
                <c:pt idx="161">
                  <c:v>53.407319999999999</c:v>
                </c:pt>
                <c:pt idx="162">
                  <c:v>52.786228000000001</c:v>
                </c:pt>
                <c:pt idx="163">
                  <c:v>52.075657</c:v>
                </c:pt>
                <c:pt idx="164">
                  <c:v>50.903450999999997</c:v>
                </c:pt>
                <c:pt idx="165">
                  <c:v>49.887537999999999</c:v>
                </c:pt>
                <c:pt idx="166">
                  <c:v>49.066927</c:v>
                </c:pt>
                <c:pt idx="167">
                  <c:v>48.428356000000001</c:v>
                </c:pt>
                <c:pt idx="168">
                  <c:v>47.333967999999999</c:v>
                </c:pt>
                <c:pt idx="169">
                  <c:v>46.239581000000001</c:v>
                </c:pt>
                <c:pt idx="170">
                  <c:v>45.362758999999997</c:v>
                </c:pt>
                <c:pt idx="171">
                  <c:v>44.974575999999999</c:v>
                </c:pt>
                <c:pt idx="172">
                  <c:v>43.862361</c:v>
                </c:pt>
                <c:pt idx="173">
                  <c:v>42.672874999999998</c:v>
                </c:pt>
                <c:pt idx="174">
                  <c:v>41.637931000000002</c:v>
                </c:pt>
                <c:pt idx="175">
                  <c:v>41.037697999999999</c:v>
                </c:pt>
                <c:pt idx="176">
                  <c:v>39.790705000000003</c:v>
                </c:pt>
                <c:pt idx="177">
                  <c:v>38.772792000000003</c:v>
                </c:pt>
                <c:pt idx="178">
                  <c:v>38.772792000000003</c:v>
                </c:pt>
                <c:pt idx="179">
                  <c:v>36.417155999999999</c:v>
                </c:pt>
                <c:pt idx="180">
                  <c:v>35.598441999999999</c:v>
                </c:pt>
                <c:pt idx="181">
                  <c:v>34.370370999999999</c:v>
                </c:pt>
                <c:pt idx="182">
                  <c:v>33.142301000000003</c:v>
                </c:pt>
                <c:pt idx="183">
                  <c:v>32.487329000000003</c:v>
                </c:pt>
                <c:pt idx="184">
                  <c:v>31.601875</c:v>
                </c:pt>
                <c:pt idx="185">
                  <c:v>31.159337000000001</c:v>
                </c:pt>
                <c:pt idx="186">
                  <c:v>29.627037999999999</c:v>
                </c:pt>
                <c:pt idx="187">
                  <c:v>28.605505000000001</c:v>
                </c:pt>
                <c:pt idx="188">
                  <c:v>28.605505000000001</c:v>
                </c:pt>
                <c:pt idx="189">
                  <c:v>25.462192999999999</c:v>
                </c:pt>
                <c:pt idx="190">
                  <c:v>25.462192999999999</c:v>
                </c:pt>
                <c:pt idx="191">
                  <c:v>25.462192999999999</c:v>
                </c:pt>
                <c:pt idx="192">
                  <c:v>25.462192999999999</c:v>
                </c:pt>
                <c:pt idx="193">
                  <c:v>28.550701</c:v>
                </c:pt>
                <c:pt idx="194">
                  <c:v>28.550701</c:v>
                </c:pt>
                <c:pt idx="195">
                  <c:v>28.550701</c:v>
                </c:pt>
                <c:pt idx="196">
                  <c:v>33.088917000000002</c:v>
                </c:pt>
                <c:pt idx="197">
                  <c:v>33.088925000000003</c:v>
                </c:pt>
                <c:pt idx="198">
                  <c:v>34.762211999999998</c:v>
                </c:pt>
                <c:pt idx="199">
                  <c:v>34.762211999999998</c:v>
                </c:pt>
                <c:pt idx="200">
                  <c:v>34.762211999999998</c:v>
                </c:pt>
                <c:pt idx="201">
                  <c:v>39.300429000000001</c:v>
                </c:pt>
                <c:pt idx="202">
                  <c:v>41.345950999999999</c:v>
                </c:pt>
                <c:pt idx="203">
                  <c:v>41.345950999999999</c:v>
                </c:pt>
                <c:pt idx="204">
                  <c:v>45.884166999999998</c:v>
                </c:pt>
                <c:pt idx="205">
                  <c:v>45.884166999999998</c:v>
                </c:pt>
                <c:pt idx="206">
                  <c:v>50.422384000000001</c:v>
                </c:pt>
                <c:pt idx="207">
                  <c:v>54.960599999999999</c:v>
                </c:pt>
                <c:pt idx="208">
                  <c:v>54.960599999999999</c:v>
                </c:pt>
                <c:pt idx="209">
                  <c:v>59.498817000000003</c:v>
                </c:pt>
                <c:pt idx="210">
                  <c:v>66.306141999999994</c:v>
                </c:pt>
                <c:pt idx="211">
                  <c:v>69.578010000000006</c:v>
                </c:pt>
                <c:pt idx="212">
                  <c:v>74.116226999999995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74.979101</c:v>
                </c:pt>
                <c:pt idx="232">
                  <c:v>73.939327000000006</c:v>
                </c:pt>
                <c:pt idx="233">
                  <c:v>72.899552</c:v>
                </c:pt>
                <c:pt idx="234">
                  <c:v>72.065203999999994</c:v>
                </c:pt>
                <c:pt idx="235">
                  <c:v>71.233384999999998</c:v>
                </c:pt>
                <c:pt idx="236">
                  <c:v>71.035782999999995</c:v>
                </c:pt>
                <c:pt idx="237">
                  <c:v>69.781582999999998</c:v>
                </c:pt>
                <c:pt idx="238">
                  <c:v>68.527382000000003</c:v>
                </c:pt>
                <c:pt idx="239">
                  <c:v>67.972465</c:v>
                </c:pt>
                <c:pt idx="240">
                  <c:v>67.111994999999993</c:v>
                </c:pt>
                <c:pt idx="241">
                  <c:v>65.947447999999994</c:v>
                </c:pt>
                <c:pt idx="242">
                  <c:v>64.720551999999998</c:v>
                </c:pt>
                <c:pt idx="243">
                  <c:v>64.394717999999997</c:v>
                </c:pt>
                <c:pt idx="244">
                  <c:v>63.282502999999998</c:v>
                </c:pt>
                <c:pt idx="245">
                  <c:v>62.170287999999999</c:v>
                </c:pt>
                <c:pt idx="246">
                  <c:v>61.058072000000003</c:v>
                </c:pt>
                <c:pt idx="247">
                  <c:v>60.464891000000001</c:v>
                </c:pt>
                <c:pt idx="248">
                  <c:v>59.473787000000002</c:v>
                </c:pt>
                <c:pt idx="249">
                  <c:v>58.234907</c:v>
                </c:pt>
                <c:pt idx="250">
                  <c:v>56.996026000000001</c:v>
                </c:pt>
                <c:pt idx="251">
                  <c:v>56.583066000000002</c:v>
                </c:pt>
                <c:pt idx="252">
                  <c:v>56.080938000000003</c:v>
                </c:pt>
                <c:pt idx="253">
                  <c:v>54.842058000000002</c:v>
                </c:pt>
                <c:pt idx="254">
                  <c:v>53.603178</c:v>
                </c:pt>
                <c:pt idx="255">
                  <c:v>52.859850000000002</c:v>
                </c:pt>
                <c:pt idx="256">
                  <c:v>52.859850000000002</c:v>
                </c:pt>
                <c:pt idx="257">
                  <c:v>51.807217000000001</c:v>
                </c:pt>
                <c:pt idx="258">
                  <c:v>50.754584999999999</c:v>
                </c:pt>
                <c:pt idx="259">
                  <c:v>49.701953000000003</c:v>
                </c:pt>
                <c:pt idx="260">
                  <c:v>48.930022999999998</c:v>
                </c:pt>
                <c:pt idx="261">
                  <c:v>48.464204000000002</c:v>
                </c:pt>
                <c:pt idx="262">
                  <c:v>47.299655999999999</c:v>
                </c:pt>
                <c:pt idx="263">
                  <c:v>46.135109</c:v>
                </c:pt>
                <c:pt idx="264">
                  <c:v>45.048197999999999</c:v>
                </c:pt>
                <c:pt idx="265">
                  <c:v>44.697321000000002</c:v>
                </c:pt>
                <c:pt idx="266">
                  <c:v>43.644688000000002</c:v>
                </c:pt>
                <c:pt idx="267">
                  <c:v>42.592055999999999</c:v>
                </c:pt>
                <c:pt idx="268">
                  <c:v>41.539423999999997</c:v>
                </c:pt>
                <c:pt idx="269">
                  <c:v>41.118371000000003</c:v>
                </c:pt>
                <c:pt idx="270">
                  <c:v>40.244961000000004</c:v>
                </c:pt>
                <c:pt idx="271">
                  <c:v>38.789276000000001</c:v>
                </c:pt>
                <c:pt idx="272">
                  <c:v>37.333592000000003</c:v>
                </c:pt>
                <c:pt idx="273">
                  <c:v>36.990932000000001</c:v>
                </c:pt>
                <c:pt idx="274">
                  <c:v>35.762861000000001</c:v>
                </c:pt>
                <c:pt idx="275">
                  <c:v>34.534790999999998</c:v>
                </c:pt>
                <c:pt idx="276">
                  <c:v>33.306719999999999</c:v>
                </c:pt>
                <c:pt idx="277">
                  <c:v>33.306719999999999</c:v>
                </c:pt>
                <c:pt idx="278">
                  <c:v>33.306719999999999</c:v>
                </c:pt>
                <c:pt idx="279">
                  <c:v>32.888705000000002</c:v>
                </c:pt>
                <c:pt idx="280">
                  <c:v>31.601875</c:v>
                </c:pt>
                <c:pt idx="281">
                  <c:v>31.426974999999999</c:v>
                </c:pt>
                <c:pt idx="282">
                  <c:v>30.737192</c:v>
                </c:pt>
                <c:pt idx="283">
                  <c:v>29.200008</c:v>
                </c:pt>
                <c:pt idx="284">
                  <c:v>28.999096999999999</c:v>
                </c:pt>
                <c:pt idx="285">
                  <c:v>28.286047</c:v>
                </c:pt>
                <c:pt idx="286">
                  <c:v>28.293312</c:v>
                </c:pt>
                <c:pt idx="287">
                  <c:v>26.281593000000001</c:v>
                </c:pt>
                <c:pt idx="288">
                  <c:v>26.281593000000001</c:v>
                </c:pt>
                <c:pt idx="289">
                  <c:v>26.281593000000001</c:v>
                </c:pt>
                <c:pt idx="290">
                  <c:v>26.281593000000001</c:v>
                </c:pt>
                <c:pt idx="291">
                  <c:v>29.774407</c:v>
                </c:pt>
                <c:pt idx="292">
                  <c:v>29.774407</c:v>
                </c:pt>
                <c:pt idx="293">
                  <c:v>30.555154999999999</c:v>
                </c:pt>
                <c:pt idx="294">
                  <c:v>31.003177000000001</c:v>
                </c:pt>
                <c:pt idx="295">
                  <c:v>35.358026000000002</c:v>
                </c:pt>
                <c:pt idx="296">
                  <c:v>35.358026000000002</c:v>
                </c:pt>
                <c:pt idx="297">
                  <c:v>35.358026000000002</c:v>
                </c:pt>
                <c:pt idx="298">
                  <c:v>35.358032999999999</c:v>
                </c:pt>
                <c:pt idx="299">
                  <c:v>42.165357999999998</c:v>
                </c:pt>
                <c:pt idx="300">
                  <c:v>46.886935000000001</c:v>
                </c:pt>
                <c:pt idx="301">
                  <c:v>46.886935000000001</c:v>
                </c:pt>
                <c:pt idx="302">
                  <c:v>46.886935000000001</c:v>
                </c:pt>
                <c:pt idx="303">
                  <c:v>46.886935000000001</c:v>
                </c:pt>
                <c:pt idx="304">
                  <c:v>51.425151999999997</c:v>
                </c:pt>
                <c:pt idx="305">
                  <c:v>57.384149999999998</c:v>
                </c:pt>
                <c:pt idx="306">
                  <c:v>59.577993999999997</c:v>
                </c:pt>
                <c:pt idx="307">
                  <c:v>66.385317999999998</c:v>
                </c:pt>
                <c:pt idx="308">
                  <c:v>73.192643000000004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82.133065999999999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62.309517999999997</c:v>
                </c:pt>
                <c:pt idx="341">
                  <c:v>61.197302999999998</c:v>
                </c:pt>
                <c:pt idx="342">
                  <c:v>60.085087999999999</c:v>
                </c:pt>
                <c:pt idx="343">
                  <c:v>59.491906</c:v>
                </c:pt>
                <c:pt idx="344">
                  <c:v>59.491906</c:v>
                </c:pt>
                <c:pt idx="345">
                  <c:v>58.913761999999998</c:v>
                </c:pt>
                <c:pt idx="346">
                  <c:v>57.674881999999997</c:v>
                </c:pt>
                <c:pt idx="347">
                  <c:v>56.436002000000002</c:v>
                </c:pt>
                <c:pt idx="348">
                  <c:v>55.610081999999998</c:v>
                </c:pt>
                <c:pt idx="349">
                  <c:v>54.908327</c:v>
                </c:pt>
                <c:pt idx="350">
                  <c:v>53.855694999999997</c:v>
                </c:pt>
                <c:pt idx="351">
                  <c:v>52.803061999999997</c:v>
                </c:pt>
                <c:pt idx="352">
                  <c:v>51.750430000000001</c:v>
                </c:pt>
                <c:pt idx="353">
                  <c:v>51.680255000000002</c:v>
                </c:pt>
                <c:pt idx="354">
                  <c:v>51.680255000000002</c:v>
                </c:pt>
                <c:pt idx="355">
                  <c:v>50.748617000000003</c:v>
                </c:pt>
                <c:pt idx="356">
                  <c:v>49.584069999999997</c:v>
                </c:pt>
                <c:pt idx="357">
                  <c:v>48.419522000000001</c:v>
                </c:pt>
                <c:pt idx="358">
                  <c:v>47.798430000000003</c:v>
                </c:pt>
                <c:pt idx="359">
                  <c:v>47.096674999999998</c:v>
                </c:pt>
                <c:pt idx="360">
                  <c:v>46.044043000000002</c:v>
                </c:pt>
                <c:pt idx="361">
                  <c:v>44.991410999999999</c:v>
                </c:pt>
                <c:pt idx="362">
                  <c:v>43.938778999999997</c:v>
                </c:pt>
                <c:pt idx="363">
                  <c:v>43.776178999999999</c:v>
                </c:pt>
                <c:pt idx="364">
                  <c:v>42.389812999999997</c:v>
                </c:pt>
                <c:pt idx="365">
                  <c:v>41.003447000000001</c:v>
                </c:pt>
                <c:pt idx="366">
                  <c:v>39.986778999999999</c:v>
                </c:pt>
                <c:pt idx="367">
                  <c:v>39.264974000000002</c:v>
                </c:pt>
                <c:pt idx="368">
                  <c:v>38.061965999999998</c:v>
                </c:pt>
                <c:pt idx="369">
                  <c:v>36.858956999999997</c:v>
                </c:pt>
                <c:pt idx="370">
                  <c:v>36.056952000000003</c:v>
                </c:pt>
                <c:pt idx="371">
                  <c:v>36.056952000000003</c:v>
                </c:pt>
                <c:pt idx="372">
                  <c:v>36.056952000000003</c:v>
                </c:pt>
                <c:pt idx="373">
                  <c:v>34.728959000000003</c:v>
                </c:pt>
                <c:pt idx="374">
                  <c:v>33.196660000000001</c:v>
                </c:pt>
                <c:pt idx="375">
                  <c:v>32.175127000000003</c:v>
                </c:pt>
                <c:pt idx="376">
                  <c:v>31.292897</c:v>
                </c:pt>
                <c:pt idx="377">
                  <c:v>29.969550999999999</c:v>
                </c:pt>
                <c:pt idx="378">
                  <c:v>28.646204999999998</c:v>
                </c:pt>
                <c:pt idx="379">
                  <c:v>28.293312</c:v>
                </c:pt>
                <c:pt idx="380">
                  <c:v>28.188808999999999</c:v>
                </c:pt>
                <c:pt idx="381">
                  <c:v>26.934764000000001</c:v>
                </c:pt>
                <c:pt idx="382">
                  <c:v>26.431833999999998</c:v>
                </c:pt>
                <c:pt idx="383">
                  <c:v>29.031815000000002</c:v>
                </c:pt>
                <c:pt idx="384">
                  <c:v>29.031815000000002</c:v>
                </c:pt>
                <c:pt idx="385">
                  <c:v>29.031815000000002</c:v>
                </c:pt>
                <c:pt idx="386">
                  <c:v>29.031815000000002</c:v>
                </c:pt>
                <c:pt idx="387">
                  <c:v>29.031815000000002</c:v>
                </c:pt>
                <c:pt idx="388">
                  <c:v>29.031815000000002</c:v>
                </c:pt>
                <c:pt idx="389">
                  <c:v>29.031815000000002</c:v>
                </c:pt>
                <c:pt idx="390">
                  <c:v>29.031815000000002</c:v>
                </c:pt>
                <c:pt idx="391">
                  <c:v>33.570031999999998</c:v>
                </c:pt>
                <c:pt idx="392">
                  <c:v>38.108248000000003</c:v>
                </c:pt>
                <c:pt idx="393">
                  <c:v>38.108248000000003</c:v>
                </c:pt>
                <c:pt idx="394">
                  <c:v>38.108248000000003</c:v>
                </c:pt>
                <c:pt idx="395">
                  <c:v>38.108248000000003</c:v>
                </c:pt>
                <c:pt idx="396">
                  <c:v>38.108248000000003</c:v>
                </c:pt>
                <c:pt idx="397">
                  <c:v>39.156019000000001</c:v>
                </c:pt>
                <c:pt idx="398">
                  <c:v>45.963343999999999</c:v>
                </c:pt>
                <c:pt idx="399">
                  <c:v>52.770668999999998</c:v>
                </c:pt>
                <c:pt idx="400">
                  <c:v>59.577993999999997</c:v>
                </c:pt>
                <c:pt idx="401">
                  <c:v>59.577993999999997</c:v>
                </c:pt>
                <c:pt idx="402">
                  <c:v>64.116209999999995</c:v>
                </c:pt>
                <c:pt idx="403">
                  <c:v>69.578024999999997</c:v>
                </c:pt>
                <c:pt idx="404">
                  <c:v>75.632823000000002</c:v>
                </c:pt>
                <c:pt idx="405">
                  <c:v>79.999967999999996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82.133065999999999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71.233384999999998</c:v>
                </c:pt>
                <c:pt idx="428">
                  <c:v>70.062798000000001</c:v>
                </c:pt>
                <c:pt idx="429">
                  <c:v>68.808598000000003</c:v>
                </c:pt>
                <c:pt idx="430">
                  <c:v>67.554398000000006</c:v>
                </c:pt>
                <c:pt idx="431">
                  <c:v>67.303557999999995</c:v>
                </c:pt>
                <c:pt idx="432">
                  <c:v>66.139009999999999</c:v>
                </c:pt>
                <c:pt idx="433">
                  <c:v>64.974463</c:v>
                </c:pt>
                <c:pt idx="434">
                  <c:v>63.809916000000001</c:v>
                </c:pt>
                <c:pt idx="435">
                  <c:v>63.421733000000003</c:v>
                </c:pt>
                <c:pt idx="436">
                  <c:v>62.309517999999997</c:v>
                </c:pt>
                <c:pt idx="437">
                  <c:v>61.197302999999998</c:v>
                </c:pt>
                <c:pt idx="438">
                  <c:v>60.085087999999999</c:v>
                </c:pt>
                <c:pt idx="439">
                  <c:v>59.491906</c:v>
                </c:pt>
                <c:pt idx="440">
                  <c:v>58.500802</c:v>
                </c:pt>
                <c:pt idx="441">
                  <c:v>57.261921999999998</c:v>
                </c:pt>
                <c:pt idx="442">
                  <c:v>56.023041999999997</c:v>
                </c:pt>
                <c:pt idx="443">
                  <c:v>55.610081999999998</c:v>
                </c:pt>
                <c:pt idx="444">
                  <c:v>54.476478</c:v>
                </c:pt>
                <c:pt idx="445">
                  <c:v>53.342874000000002</c:v>
                </c:pt>
                <c:pt idx="446">
                  <c:v>52.209269999999997</c:v>
                </c:pt>
                <c:pt idx="447">
                  <c:v>51.680255000000002</c:v>
                </c:pt>
                <c:pt idx="448">
                  <c:v>51.680255000000002</c:v>
                </c:pt>
                <c:pt idx="449">
                  <c:v>51.524982000000001</c:v>
                </c:pt>
                <c:pt idx="450">
                  <c:v>50.360433999999998</c:v>
                </c:pt>
                <c:pt idx="451">
                  <c:v>49.195886999999999</c:v>
                </c:pt>
                <c:pt idx="452">
                  <c:v>48.03134</c:v>
                </c:pt>
                <c:pt idx="453">
                  <c:v>47.798430000000003</c:v>
                </c:pt>
                <c:pt idx="454">
                  <c:v>46.745798000000001</c:v>
                </c:pt>
                <c:pt idx="455">
                  <c:v>45.693165999999998</c:v>
                </c:pt>
                <c:pt idx="456">
                  <c:v>44.640534000000002</c:v>
                </c:pt>
                <c:pt idx="457">
                  <c:v>43.868603</c:v>
                </c:pt>
                <c:pt idx="458">
                  <c:v>43.417228000000001</c:v>
                </c:pt>
                <c:pt idx="459">
                  <c:v>42.063102999999998</c:v>
                </c:pt>
                <c:pt idx="460">
                  <c:v>40.708978999999999</c:v>
                </c:pt>
                <c:pt idx="461">
                  <c:v>39.986778999999999</c:v>
                </c:pt>
                <c:pt idx="462">
                  <c:v>39.079895999999998</c:v>
                </c:pt>
                <c:pt idx="463">
                  <c:v>37.946292</c:v>
                </c:pt>
                <c:pt idx="464">
                  <c:v>36.812688000000001</c:v>
                </c:pt>
                <c:pt idx="465">
                  <c:v>36.056952000000003</c:v>
                </c:pt>
                <c:pt idx="466">
                  <c:v>35.239725</c:v>
                </c:pt>
                <c:pt idx="467">
                  <c:v>33.707425999999998</c:v>
                </c:pt>
                <c:pt idx="468">
                  <c:v>32.175127000000003</c:v>
                </c:pt>
                <c:pt idx="469">
                  <c:v>31.762167999999999</c:v>
                </c:pt>
                <c:pt idx="470">
                  <c:v>30.523291</c:v>
                </c:pt>
                <c:pt idx="471">
                  <c:v>29.284414000000002</c:v>
                </c:pt>
                <c:pt idx="472">
                  <c:v>28.293312</c:v>
                </c:pt>
                <c:pt idx="473">
                  <c:v>28.293312</c:v>
                </c:pt>
                <c:pt idx="474">
                  <c:v>26.934764000000001</c:v>
                </c:pt>
                <c:pt idx="475">
                  <c:v>26.934764000000001</c:v>
                </c:pt>
                <c:pt idx="476">
                  <c:v>25.174509</c:v>
                </c:pt>
                <c:pt idx="477">
                  <c:v>24.756494</c:v>
                </c:pt>
                <c:pt idx="478">
                  <c:v>23.815961000000001</c:v>
                </c:pt>
                <c:pt idx="479">
                  <c:v>23.313030999999999</c:v>
                </c:pt>
                <c:pt idx="480">
                  <c:v>27.851247999999998</c:v>
                </c:pt>
                <c:pt idx="481">
                  <c:v>27.851247999999998</c:v>
                </c:pt>
                <c:pt idx="482">
                  <c:v>27.851247999999998</c:v>
                </c:pt>
                <c:pt idx="483">
                  <c:v>27.851247999999998</c:v>
                </c:pt>
                <c:pt idx="484">
                  <c:v>27.851247999999998</c:v>
                </c:pt>
                <c:pt idx="485">
                  <c:v>27.851247999999998</c:v>
                </c:pt>
                <c:pt idx="486">
                  <c:v>27.851247999999998</c:v>
                </c:pt>
                <c:pt idx="487">
                  <c:v>32.389463999999997</c:v>
                </c:pt>
                <c:pt idx="488">
                  <c:v>37.810502</c:v>
                </c:pt>
                <c:pt idx="489">
                  <c:v>37.810502</c:v>
                </c:pt>
                <c:pt idx="490">
                  <c:v>42.348719000000003</c:v>
                </c:pt>
                <c:pt idx="491">
                  <c:v>49.156042999999997</c:v>
                </c:pt>
                <c:pt idx="492">
                  <c:v>55.963368000000003</c:v>
                </c:pt>
                <c:pt idx="493">
                  <c:v>55.963368000000003</c:v>
                </c:pt>
                <c:pt idx="494">
                  <c:v>55.963368000000003</c:v>
                </c:pt>
                <c:pt idx="495">
                  <c:v>55.963368000000003</c:v>
                </c:pt>
                <c:pt idx="496">
                  <c:v>55.963368000000003</c:v>
                </c:pt>
                <c:pt idx="497">
                  <c:v>60.501584999999999</c:v>
                </c:pt>
                <c:pt idx="498">
                  <c:v>65.039800999999997</c:v>
                </c:pt>
                <c:pt idx="499">
                  <c:v>67.308931999999999</c:v>
                </c:pt>
                <c:pt idx="500">
                  <c:v>71.847133999999997</c:v>
                </c:pt>
                <c:pt idx="501">
                  <c:v>78.654459000000003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82.002617000000001</c:v>
                </c:pt>
                <c:pt idx="512">
                  <c:v>80.616251000000005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74.592656000000005</c:v>
                </c:pt>
                <c:pt idx="520">
                  <c:v>73.472898999999998</c:v>
                </c:pt>
                <c:pt idx="521">
                  <c:v>72.353142000000005</c:v>
                </c:pt>
                <c:pt idx="522">
                  <c:v>71.233384999999998</c:v>
                </c:pt>
                <c:pt idx="523">
                  <c:v>71.233384999999998</c:v>
                </c:pt>
                <c:pt idx="524">
                  <c:v>70.635368</c:v>
                </c:pt>
                <c:pt idx="525">
                  <c:v>69.353902000000005</c:v>
                </c:pt>
                <c:pt idx="526">
                  <c:v>68.072436999999994</c:v>
                </c:pt>
                <c:pt idx="527">
                  <c:v>67.303557999999995</c:v>
                </c:pt>
                <c:pt idx="528">
                  <c:v>66.482403000000005</c:v>
                </c:pt>
                <c:pt idx="529">
                  <c:v>65.362645999999998</c:v>
                </c:pt>
                <c:pt idx="530">
                  <c:v>64.242889000000005</c:v>
                </c:pt>
                <c:pt idx="531">
                  <c:v>63.421733000000003</c:v>
                </c:pt>
                <c:pt idx="532">
                  <c:v>63.421733000000003</c:v>
                </c:pt>
                <c:pt idx="533">
                  <c:v>62.603019000000003</c:v>
                </c:pt>
                <c:pt idx="534">
                  <c:v>61.374948000000003</c:v>
                </c:pt>
                <c:pt idx="535">
                  <c:v>60.146877000000003</c:v>
                </c:pt>
                <c:pt idx="536">
                  <c:v>59.491906</c:v>
                </c:pt>
                <c:pt idx="537">
                  <c:v>59.491906</c:v>
                </c:pt>
                <c:pt idx="538">
                  <c:v>59.491906</c:v>
                </c:pt>
                <c:pt idx="539">
                  <c:v>59.491906</c:v>
                </c:pt>
                <c:pt idx="540">
                  <c:v>58.539760999999999</c:v>
                </c:pt>
                <c:pt idx="541">
                  <c:v>57.441130999999999</c:v>
                </c:pt>
                <c:pt idx="542">
                  <c:v>56.342502000000003</c:v>
                </c:pt>
                <c:pt idx="543">
                  <c:v>55.610081999999998</c:v>
                </c:pt>
                <c:pt idx="544">
                  <c:v>55.610081999999998</c:v>
                </c:pt>
                <c:pt idx="545">
                  <c:v>54.693122000000002</c:v>
                </c:pt>
                <c:pt idx="546">
                  <c:v>53.710664999999999</c:v>
                </c:pt>
                <c:pt idx="547">
                  <c:v>52.728209</c:v>
                </c:pt>
                <c:pt idx="548">
                  <c:v>51.745752000000003</c:v>
                </c:pt>
                <c:pt idx="549">
                  <c:v>51.468519000000001</c:v>
                </c:pt>
                <c:pt idx="550">
                  <c:v>50.409838999999998</c:v>
                </c:pt>
                <c:pt idx="551">
                  <c:v>49.35116</c:v>
                </c:pt>
                <c:pt idx="552">
                  <c:v>48.292481000000002</c:v>
                </c:pt>
                <c:pt idx="553">
                  <c:v>47.798430000000003</c:v>
                </c:pt>
                <c:pt idx="554">
                  <c:v>47.798430000000003</c:v>
                </c:pt>
                <c:pt idx="555">
                  <c:v>47.798430000000003</c:v>
                </c:pt>
                <c:pt idx="556">
                  <c:v>47.798430000000003</c:v>
                </c:pt>
                <c:pt idx="557">
                  <c:v>47.798430000000003</c:v>
                </c:pt>
                <c:pt idx="558">
                  <c:v>47.798430000000003</c:v>
                </c:pt>
                <c:pt idx="559">
                  <c:v>47.798430000000003</c:v>
                </c:pt>
                <c:pt idx="560">
                  <c:v>47.798430000000003</c:v>
                </c:pt>
                <c:pt idx="561">
                  <c:v>47.798430000000003</c:v>
                </c:pt>
                <c:pt idx="562">
                  <c:v>46.818443000000002</c:v>
                </c:pt>
                <c:pt idx="563">
                  <c:v>45.362758999999997</c:v>
                </c:pt>
                <c:pt idx="564">
                  <c:v>44.974575999999999</c:v>
                </c:pt>
                <c:pt idx="565">
                  <c:v>44.974575999999999</c:v>
                </c:pt>
                <c:pt idx="566">
                  <c:v>44.217920999999997</c:v>
                </c:pt>
                <c:pt idx="567">
                  <c:v>43.073642</c:v>
                </c:pt>
                <c:pt idx="568">
                  <c:v>41.831263999999997</c:v>
                </c:pt>
                <c:pt idx="569">
                  <c:v>41.544134999999997</c:v>
                </c:pt>
                <c:pt idx="570">
                  <c:v>39.350396000000003</c:v>
                </c:pt>
                <c:pt idx="571">
                  <c:v>39.350396000000003</c:v>
                </c:pt>
                <c:pt idx="572">
                  <c:v>39.350396000000003</c:v>
                </c:pt>
                <c:pt idx="573">
                  <c:v>37.988680000000002</c:v>
                </c:pt>
                <c:pt idx="574">
                  <c:v>38.888322000000002</c:v>
                </c:pt>
                <c:pt idx="575">
                  <c:v>39.231282999999998</c:v>
                </c:pt>
                <c:pt idx="576">
                  <c:v>39.231282999999998</c:v>
                </c:pt>
                <c:pt idx="577">
                  <c:v>41.500391999999998</c:v>
                </c:pt>
                <c:pt idx="578">
                  <c:v>41.500391999999998</c:v>
                </c:pt>
                <c:pt idx="579">
                  <c:v>41.500391999999998</c:v>
                </c:pt>
                <c:pt idx="580">
                  <c:v>41.500391999999998</c:v>
                </c:pt>
                <c:pt idx="581">
                  <c:v>41.500391999999998</c:v>
                </c:pt>
                <c:pt idx="582">
                  <c:v>41.831263999999997</c:v>
                </c:pt>
                <c:pt idx="583">
                  <c:v>41.831263999999997</c:v>
                </c:pt>
                <c:pt idx="584">
                  <c:v>46.369481</c:v>
                </c:pt>
                <c:pt idx="585">
                  <c:v>46.369481</c:v>
                </c:pt>
                <c:pt idx="586">
                  <c:v>46.369481</c:v>
                </c:pt>
                <c:pt idx="587">
                  <c:v>50.907696999999999</c:v>
                </c:pt>
                <c:pt idx="588">
                  <c:v>55.445914000000002</c:v>
                </c:pt>
                <c:pt idx="589">
                  <c:v>55.445914000000002</c:v>
                </c:pt>
                <c:pt idx="590">
                  <c:v>55.445914000000002</c:v>
                </c:pt>
                <c:pt idx="591">
                  <c:v>55.445914000000002</c:v>
                </c:pt>
                <c:pt idx="592">
                  <c:v>55.445914000000002</c:v>
                </c:pt>
                <c:pt idx="593">
                  <c:v>59.98413</c:v>
                </c:pt>
                <c:pt idx="594">
                  <c:v>61.847102</c:v>
                </c:pt>
                <c:pt idx="595">
                  <c:v>61.847102</c:v>
                </c:pt>
                <c:pt idx="596">
                  <c:v>66.385311000000002</c:v>
                </c:pt>
                <c:pt idx="597">
                  <c:v>71.847133999999997</c:v>
                </c:pt>
                <c:pt idx="598">
                  <c:v>77.806139000000002</c:v>
                </c:pt>
                <c:pt idx="599">
                  <c:v>80.923567000000006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81.598867999999996</c:v>
                </c:pt>
                <c:pt idx="608">
                  <c:v>80.066569000000001</c:v>
                </c:pt>
                <c:pt idx="609">
                  <c:v>79.045035999999996</c:v>
                </c:pt>
                <c:pt idx="610">
                  <c:v>79.045035999999996</c:v>
                </c:pt>
                <c:pt idx="611">
                  <c:v>78.160825000000003</c:v>
                </c:pt>
                <c:pt idx="612">
                  <c:v>76.687139999999999</c:v>
                </c:pt>
                <c:pt idx="613">
                  <c:v>75.213454999999996</c:v>
                </c:pt>
                <c:pt idx="614">
                  <c:v>74.934658999999996</c:v>
                </c:pt>
                <c:pt idx="615">
                  <c:v>73.580534999999998</c:v>
                </c:pt>
                <c:pt idx="616">
                  <c:v>72.226410000000001</c:v>
                </c:pt>
                <c:pt idx="617">
                  <c:v>71.233384999999998</c:v>
                </c:pt>
                <c:pt idx="618">
                  <c:v>71.233384999999998</c:v>
                </c:pt>
                <c:pt idx="619">
                  <c:v>70.272760000000005</c:v>
                </c:pt>
                <c:pt idx="620">
                  <c:v>68.962817999999999</c:v>
                </c:pt>
                <c:pt idx="621">
                  <c:v>67.652876000000006</c:v>
                </c:pt>
                <c:pt idx="622">
                  <c:v>67.303557999999995</c:v>
                </c:pt>
                <c:pt idx="623">
                  <c:v>67.303557999999995</c:v>
                </c:pt>
                <c:pt idx="624">
                  <c:v>66.518238999999994</c:v>
                </c:pt>
                <c:pt idx="625">
                  <c:v>65.290167999999994</c:v>
                </c:pt>
                <c:pt idx="626">
                  <c:v>64.311318</c:v>
                </c:pt>
                <c:pt idx="627">
                  <c:v>63.421733000000003</c:v>
                </c:pt>
                <c:pt idx="628">
                  <c:v>62.767685999999998</c:v>
                </c:pt>
                <c:pt idx="629">
                  <c:v>61.603138999999999</c:v>
                </c:pt>
                <c:pt idx="630">
                  <c:v>60.671500999999999</c:v>
                </c:pt>
                <c:pt idx="631">
                  <c:v>60.065005999999997</c:v>
                </c:pt>
                <c:pt idx="632">
                  <c:v>59.491906</c:v>
                </c:pt>
                <c:pt idx="633">
                  <c:v>58.460973000000003</c:v>
                </c:pt>
                <c:pt idx="634">
                  <c:v>57.232903</c:v>
                </c:pt>
                <c:pt idx="635">
                  <c:v>56.386446999999997</c:v>
                </c:pt>
                <c:pt idx="636">
                  <c:v>55.610081999999998</c:v>
                </c:pt>
                <c:pt idx="637">
                  <c:v>55.610081999999998</c:v>
                </c:pt>
                <c:pt idx="638">
                  <c:v>54.509729999999998</c:v>
                </c:pt>
                <c:pt idx="639">
                  <c:v>53.330781999999999</c:v>
                </c:pt>
                <c:pt idx="640">
                  <c:v>52.151834000000001</c:v>
                </c:pt>
                <c:pt idx="641">
                  <c:v>51.680255000000002</c:v>
                </c:pt>
                <c:pt idx="642">
                  <c:v>51.680255000000002</c:v>
                </c:pt>
                <c:pt idx="643">
                  <c:v>51.292071999999997</c:v>
                </c:pt>
                <c:pt idx="644">
                  <c:v>50.127524999999999</c:v>
                </c:pt>
                <c:pt idx="645">
                  <c:v>48.962978</c:v>
                </c:pt>
                <c:pt idx="646">
                  <c:v>47.798430000000003</c:v>
                </c:pt>
                <c:pt idx="647">
                  <c:v>47.798430000000003</c:v>
                </c:pt>
                <c:pt idx="648">
                  <c:v>47.143459</c:v>
                </c:pt>
                <c:pt idx="649">
                  <c:v>45.915388</c:v>
                </c:pt>
                <c:pt idx="650">
                  <c:v>44.687317</c:v>
                </c:pt>
                <c:pt idx="651">
                  <c:v>43.868603</c:v>
                </c:pt>
                <c:pt idx="652">
                  <c:v>43.868603</c:v>
                </c:pt>
                <c:pt idx="653">
                  <c:v>41.831263999999997</c:v>
                </c:pt>
                <c:pt idx="654">
                  <c:v>41.831263999999997</c:v>
                </c:pt>
                <c:pt idx="655">
                  <c:v>41.831263999999997</c:v>
                </c:pt>
                <c:pt idx="656">
                  <c:v>41.831263999999997</c:v>
                </c:pt>
                <c:pt idx="657">
                  <c:v>41.207684999999998</c:v>
                </c:pt>
                <c:pt idx="658">
                  <c:v>40.709758000000001</c:v>
                </c:pt>
                <c:pt idx="659">
                  <c:v>39.177458999999999</c:v>
                </c:pt>
                <c:pt idx="660">
                  <c:v>37.645159999999997</c:v>
                </c:pt>
                <c:pt idx="661">
                  <c:v>37.236547000000002</c:v>
                </c:pt>
                <c:pt idx="662">
                  <c:v>35.877910999999997</c:v>
                </c:pt>
                <c:pt idx="663">
                  <c:v>34.422230999999996</c:v>
                </c:pt>
                <c:pt idx="664">
                  <c:v>33.354731999999998</c:v>
                </c:pt>
                <c:pt idx="665">
                  <c:v>33.354731999999998</c:v>
                </c:pt>
                <c:pt idx="666">
                  <c:v>32.869535999999997</c:v>
                </c:pt>
                <c:pt idx="667">
                  <c:v>31.996182999999998</c:v>
                </c:pt>
                <c:pt idx="668">
                  <c:v>31.493254</c:v>
                </c:pt>
                <c:pt idx="669">
                  <c:v>30.594850000000001</c:v>
                </c:pt>
                <c:pt idx="670">
                  <c:v>30.594850000000001</c:v>
                </c:pt>
                <c:pt idx="671">
                  <c:v>30.594850000000001</c:v>
                </c:pt>
                <c:pt idx="672">
                  <c:v>30.594850000000001</c:v>
                </c:pt>
                <c:pt idx="673">
                  <c:v>30.594850000000001</c:v>
                </c:pt>
                <c:pt idx="674">
                  <c:v>30.594850000000001</c:v>
                </c:pt>
                <c:pt idx="675">
                  <c:v>30.594850000000001</c:v>
                </c:pt>
                <c:pt idx="676">
                  <c:v>30.594850000000001</c:v>
                </c:pt>
                <c:pt idx="677">
                  <c:v>30.594850000000001</c:v>
                </c:pt>
                <c:pt idx="678">
                  <c:v>30.594850000000001</c:v>
                </c:pt>
                <c:pt idx="679">
                  <c:v>30.594850000000001</c:v>
                </c:pt>
                <c:pt idx="680">
                  <c:v>30.594850000000001</c:v>
                </c:pt>
                <c:pt idx="681">
                  <c:v>35.133065999999999</c:v>
                </c:pt>
                <c:pt idx="682">
                  <c:v>36.512594</c:v>
                </c:pt>
                <c:pt idx="683">
                  <c:v>36.512594</c:v>
                </c:pt>
                <c:pt idx="684">
                  <c:v>36.512594</c:v>
                </c:pt>
                <c:pt idx="685">
                  <c:v>36.512594</c:v>
                </c:pt>
                <c:pt idx="686">
                  <c:v>36.512602000000001</c:v>
                </c:pt>
                <c:pt idx="687">
                  <c:v>37.810510000000001</c:v>
                </c:pt>
                <c:pt idx="688">
                  <c:v>44.617834000000002</c:v>
                </c:pt>
                <c:pt idx="689">
                  <c:v>51.425159000000001</c:v>
                </c:pt>
                <c:pt idx="690">
                  <c:v>58.232483999999999</c:v>
                </c:pt>
                <c:pt idx="691">
                  <c:v>65.039809000000005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C6-41FC-993D-0064AB48FFA3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59.166550000000001</c:v>
                </c:pt>
                <c:pt idx="3">
                  <c:v>59.166550000000001</c:v>
                </c:pt>
                <c:pt idx="4">
                  <c:v>59.166550000000001</c:v>
                </c:pt>
                <c:pt idx="5">
                  <c:v>61.197257999999998</c:v>
                </c:pt>
                <c:pt idx="6">
                  <c:v>64.600921</c:v>
                </c:pt>
                <c:pt idx="7">
                  <c:v>65.886573999999996</c:v>
                </c:pt>
                <c:pt idx="8">
                  <c:v>66.720253999999997</c:v>
                </c:pt>
                <c:pt idx="9">
                  <c:v>69.286708000000004</c:v>
                </c:pt>
                <c:pt idx="10">
                  <c:v>69.286708000000004</c:v>
                </c:pt>
                <c:pt idx="11">
                  <c:v>69.286708000000004</c:v>
                </c:pt>
                <c:pt idx="12">
                  <c:v>70.193608999999995</c:v>
                </c:pt>
                <c:pt idx="13">
                  <c:v>70.193608999999995</c:v>
                </c:pt>
                <c:pt idx="14">
                  <c:v>70.632959999999997</c:v>
                </c:pt>
                <c:pt idx="15">
                  <c:v>71.248368999999997</c:v>
                </c:pt>
                <c:pt idx="16">
                  <c:v>71.795120999999995</c:v>
                </c:pt>
                <c:pt idx="17">
                  <c:v>72.755367000000007</c:v>
                </c:pt>
                <c:pt idx="18">
                  <c:v>73.889913000000007</c:v>
                </c:pt>
                <c:pt idx="19">
                  <c:v>74.699415000000002</c:v>
                </c:pt>
                <c:pt idx="20">
                  <c:v>75.801323999999994</c:v>
                </c:pt>
                <c:pt idx="21">
                  <c:v>75.801327999999998</c:v>
                </c:pt>
                <c:pt idx="22">
                  <c:v>76.678928999999997</c:v>
                </c:pt>
                <c:pt idx="23">
                  <c:v>77.875249999999994</c:v>
                </c:pt>
                <c:pt idx="24">
                  <c:v>79.327222000000006</c:v>
                </c:pt>
                <c:pt idx="25">
                  <c:v>81.458185</c:v>
                </c:pt>
                <c:pt idx="26">
                  <c:v>80.995345</c:v>
                </c:pt>
                <c:pt idx="27">
                  <c:v>78.258375999999998</c:v>
                </c:pt>
                <c:pt idx="28">
                  <c:v>78.343678999999995</c:v>
                </c:pt>
                <c:pt idx="29">
                  <c:v>76.133133999999998</c:v>
                </c:pt>
                <c:pt idx="30">
                  <c:v>75.447425999999993</c:v>
                </c:pt>
                <c:pt idx="31">
                  <c:v>74.774272999999994</c:v>
                </c:pt>
                <c:pt idx="32">
                  <c:v>74.004403999999994</c:v>
                </c:pt>
                <c:pt idx="33">
                  <c:v>73.985709999999997</c:v>
                </c:pt>
                <c:pt idx="34">
                  <c:v>73.985709999999997</c:v>
                </c:pt>
                <c:pt idx="35">
                  <c:v>73.826634999999996</c:v>
                </c:pt>
                <c:pt idx="36">
                  <c:v>72.920632999999995</c:v>
                </c:pt>
                <c:pt idx="37">
                  <c:v>72.451813999999999</c:v>
                </c:pt>
                <c:pt idx="38">
                  <c:v>72.027490999999998</c:v>
                </c:pt>
                <c:pt idx="39">
                  <c:v>71.467543000000006</c:v>
                </c:pt>
                <c:pt idx="40">
                  <c:v>70.923430999999994</c:v>
                </c:pt>
                <c:pt idx="41">
                  <c:v>70.923430999999994</c:v>
                </c:pt>
                <c:pt idx="42">
                  <c:v>70.729339999999993</c:v>
                </c:pt>
                <c:pt idx="43">
                  <c:v>69.850515999999999</c:v>
                </c:pt>
                <c:pt idx="44">
                  <c:v>68.827314999999999</c:v>
                </c:pt>
                <c:pt idx="45">
                  <c:v>68.654435000000007</c:v>
                </c:pt>
                <c:pt idx="46">
                  <c:v>69.038901999999993</c:v>
                </c:pt>
                <c:pt idx="47">
                  <c:v>68.472149000000002</c:v>
                </c:pt>
                <c:pt idx="48">
                  <c:v>68.331208000000004</c:v>
                </c:pt>
                <c:pt idx="49">
                  <c:v>67.651413000000005</c:v>
                </c:pt>
                <c:pt idx="50">
                  <c:v>66.487746999999999</c:v>
                </c:pt>
                <c:pt idx="51">
                  <c:v>65.684877</c:v>
                </c:pt>
                <c:pt idx="52">
                  <c:v>65.326595999999995</c:v>
                </c:pt>
                <c:pt idx="53">
                  <c:v>64.843069999999997</c:v>
                </c:pt>
                <c:pt idx="54">
                  <c:v>64.576674999999994</c:v>
                </c:pt>
                <c:pt idx="55">
                  <c:v>63.943238999999998</c:v>
                </c:pt>
                <c:pt idx="56">
                  <c:v>63.317174999999999</c:v>
                </c:pt>
                <c:pt idx="57">
                  <c:v>63.108485999999999</c:v>
                </c:pt>
                <c:pt idx="58">
                  <c:v>62.527093000000001</c:v>
                </c:pt>
                <c:pt idx="59">
                  <c:v>61.765853999999997</c:v>
                </c:pt>
                <c:pt idx="60">
                  <c:v>60.954324999999997</c:v>
                </c:pt>
                <c:pt idx="61">
                  <c:v>60.745637000000002</c:v>
                </c:pt>
                <c:pt idx="62">
                  <c:v>60.198444000000002</c:v>
                </c:pt>
                <c:pt idx="63">
                  <c:v>59.651249999999997</c:v>
                </c:pt>
                <c:pt idx="64">
                  <c:v>59.104056</c:v>
                </c:pt>
                <c:pt idx="65">
                  <c:v>58.807543000000003</c:v>
                </c:pt>
                <c:pt idx="66">
                  <c:v>58.068975000000002</c:v>
                </c:pt>
                <c:pt idx="67">
                  <c:v>56.900598000000002</c:v>
                </c:pt>
                <c:pt idx="68">
                  <c:v>55.732221000000003</c:v>
                </c:pt>
                <c:pt idx="69">
                  <c:v>55.107810000000001</c:v>
                </c:pt>
                <c:pt idx="70">
                  <c:v>54.399096</c:v>
                </c:pt>
                <c:pt idx="71">
                  <c:v>53.325586000000001</c:v>
                </c:pt>
                <c:pt idx="72">
                  <c:v>52.252077</c:v>
                </c:pt>
                <c:pt idx="73">
                  <c:v>51.318917999999996</c:v>
                </c:pt>
                <c:pt idx="74">
                  <c:v>51.056750999999998</c:v>
                </c:pt>
                <c:pt idx="75">
                  <c:v>49.976564000000003</c:v>
                </c:pt>
                <c:pt idx="76">
                  <c:v>48.627626999999997</c:v>
                </c:pt>
                <c:pt idx="77">
                  <c:v>47.594652000000004</c:v>
                </c:pt>
                <c:pt idx="78">
                  <c:v>46.930292999999999</c:v>
                </c:pt>
                <c:pt idx="79">
                  <c:v>45.915149</c:v>
                </c:pt>
                <c:pt idx="80">
                  <c:v>44.699350000000003</c:v>
                </c:pt>
                <c:pt idx="81">
                  <c:v>43.679698000000002</c:v>
                </c:pt>
                <c:pt idx="82">
                  <c:v>43.271084000000002</c:v>
                </c:pt>
                <c:pt idx="83">
                  <c:v>42.315652999999998</c:v>
                </c:pt>
                <c:pt idx="84">
                  <c:v>41.266249000000002</c:v>
                </c:pt>
                <c:pt idx="85">
                  <c:v>41.619276999999997</c:v>
                </c:pt>
                <c:pt idx="86">
                  <c:v>40.978167999999997</c:v>
                </c:pt>
                <c:pt idx="87">
                  <c:v>41.810636000000002</c:v>
                </c:pt>
                <c:pt idx="88">
                  <c:v>41.107170000000004</c:v>
                </c:pt>
                <c:pt idx="89">
                  <c:v>41.332560999999998</c:v>
                </c:pt>
                <c:pt idx="90">
                  <c:v>44.064351000000002</c:v>
                </c:pt>
                <c:pt idx="91">
                  <c:v>49.999994999999998</c:v>
                </c:pt>
                <c:pt idx="92">
                  <c:v>53.403661999999997</c:v>
                </c:pt>
                <c:pt idx="93">
                  <c:v>56.807324000000001</c:v>
                </c:pt>
                <c:pt idx="94">
                  <c:v>56.807327999999998</c:v>
                </c:pt>
                <c:pt idx="95">
                  <c:v>60.672773999999997</c:v>
                </c:pt>
                <c:pt idx="96">
                  <c:v>64.076436999999999</c:v>
                </c:pt>
                <c:pt idx="97">
                  <c:v>65.210987000000003</c:v>
                </c:pt>
                <c:pt idx="98">
                  <c:v>67.373109999999997</c:v>
                </c:pt>
                <c:pt idx="99">
                  <c:v>67.519903999999997</c:v>
                </c:pt>
                <c:pt idx="100">
                  <c:v>70.250792000000004</c:v>
                </c:pt>
                <c:pt idx="101">
                  <c:v>72.092168000000001</c:v>
                </c:pt>
                <c:pt idx="102">
                  <c:v>75.314972999999995</c:v>
                </c:pt>
                <c:pt idx="103">
                  <c:v>76.385350000000003</c:v>
                </c:pt>
                <c:pt idx="104">
                  <c:v>79.999967999999996</c:v>
                </c:pt>
                <c:pt idx="105">
                  <c:v>80.461764000000002</c:v>
                </c:pt>
                <c:pt idx="106">
                  <c:v>80.461764000000002</c:v>
                </c:pt>
                <c:pt idx="107">
                  <c:v>82.229310999999996</c:v>
                </c:pt>
                <c:pt idx="108">
                  <c:v>83.995547000000002</c:v>
                </c:pt>
                <c:pt idx="109">
                  <c:v>84.260666000000001</c:v>
                </c:pt>
                <c:pt idx="110">
                  <c:v>84.614069999999998</c:v>
                </c:pt>
                <c:pt idx="111">
                  <c:v>85.761294000000007</c:v>
                </c:pt>
                <c:pt idx="112">
                  <c:v>87.122320999999999</c:v>
                </c:pt>
                <c:pt idx="113">
                  <c:v>87.802445000000006</c:v>
                </c:pt>
                <c:pt idx="114">
                  <c:v>87.802445000000006</c:v>
                </c:pt>
                <c:pt idx="115">
                  <c:v>87.802445000000006</c:v>
                </c:pt>
                <c:pt idx="116">
                  <c:v>88.321689000000006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88.295257000000007</c:v>
                </c:pt>
                <c:pt idx="124">
                  <c:v>87.316775000000007</c:v>
                </c:pt>
                <c:pt idx="125">
                  <c:v>86.591341</c:v>
                </c:pt>
                <c:pt idx="126">
                  <c:v>85.107816999999997</c:v>
                </c:pt>
                <c:pt idx="127">
                  <c:v>84.075727999999998</c:v>
                </c:pt>
                <c:pt idx="128">
                  <c:v>83.118467999999993</c:v>
                </c:pt>
                <c:pt idx="129">
                  <c:v>82.205887000000004</c:v>
                </c:pt>
                <c:pt idx="130">
                  <c:v>81.774096999999998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79.462857999999997</c:v>
                </c:pt>
                <c:pt idx="134">
                  <c:v>79.057833000000002</c:v>
                </c:pt>
                <c:pt idx="135">
                  <c:v>78.425505999999999</c:v>
                </c:pt>
                <c:pt idx="136">
                  <c:v>77.632969000000003</c:v>
                </c:pt>
                <c:pt idx="137">
                  <c:v>77.092834999999994</c:v>
                </c:pt>
                <c:pt idx="138">
                  <c:v>77.056826000000001</c:v>
                </c:pt>
                <c:pt idx="139">
                  <c:v>76.692823000000004</c:v>
                </c:pt>
                <c:pt idx="140">
                  <c:v>75.671378000000004</c:v>
                </c:pt>
                <c:pt idx="141">
                  <c:v>74.822039000000004</c:v>
                </c:pt>
                <c:pt idx="142">
                  <c:v>74.070042999999998</c:v>
                </c:pt>
                <c:pt idx="143">
                  <c:v>73.210425000000001</c:v>
                </c:pt>
                <c:pt idx="144">
                  <c:v>72.375558999999996</c:v>
                </c:pt>
                <c:pt idx="145">
                  <c:v>71.792008999999993</c:v>
                </c:pt>
                <c:pt idx="146">
                  <c:v>71.651206000000002</c:v>
                </c:pt>
                <c:pt idx="147">
                  <c:v>70.558746999999997</c:v>
                </c:pt>
                <c:pt idx="148">
                  <c:v>70.868921</c:v>
                </c:pt>
                <c:pt idx="149">
                  <c:v>69.726710999999995</c:v>
                </c:pt>
                <c:pt idx="150">
                  <c:v>68.779867999999993</c:v>
                </c:pt>
                <c:pt idx="151">
                  <c:v>68.095680999999999</c:v>
                </c:pt>
                <c:pt idx="152">
                  <c:v>67.514287999999993</c:v>
                </c:pt>
                <c:pt idx="153">
                  <c:v>66.932895000000002</c:v>
                </c:pt>
                <c:pt idx="154">
                  <c:v>66.540227000000002</c:v>
                </c:pt>
                <c:pt idx="155">
                  <c:v>65.753836000000007</c:v>
                </c:pt>
                <c:pt idx="156">
                  <c:v>64.527665999999996</c:v>
                </c:pt>
                <c:pt idx="157">
                  <c:v>63.908225999999999</c:v>
                </c:pt>
                <c:pt idx="158">
                  <c:v>63.732787000000002</c:v>
                </c:pt>
                <c:pt idx="159">
                  <c:v>63.171382999999999</c:v>
                </c:pt>
                <c:pt idx="160">
                  <c:v>62.303438999999997</c:v>
                </c:pt>
                <c:pt idx="161">
                  <c:v>63.439825999999996</c:v>
                </c:pt>
                <c:pt idx="162">
                  <c:v>62.847963</c:v>
                </c:pt>
                <c:pt idx="163">
                  <c:v>61.949891999999998</c:v>
                </c:pt>
                <c:pt idx="164">
                  <c:v>61.402698000000001</c:v>
                </c:pt>
                <c:pt idx="165">
                  <c:v>60.855505000000001</c:v>
                </c:pt>
                <c:pt idx="166">
                  <c:v>60.709586000000002</c:v>
                </c:pt>
                <c:pt idx="167">
                  <c:v>60.475144999999998</c:v>
                </c:pt>
                <c:pt idx="168">
                  <c:v>59.889042000000003</c:v>
                </c:pt>
                <c:pt idx="169">
                  <c:v>59.302939000000002</c:v>
                </c:pt>
                <c:pt idx="170">
                  <c:v>58.873130000000003</c:v>
                </c:pt>
                <c:pt idx="171">
                  <c:v>58.516871999999999</c:v>
                </c:pt>
                <c:pt idx="172">
                  <c:v>57.923107999999999</c:v>
                </c:pt>
                <c:pt idx="173">
                  <c:v>57.329345000000004</c:v>
                </c:pt>
                <c:pt idx="174">
                  <c:v>56.575966000000001</c:v>
                </c:pt>
                <c:pt idx="175">
                  <c:v>55.316518000000002</c:v>
                </c:pt>
                <c:pt idx="176">
                  <c:v>53.863759000000002</c:v>
                </c:pt>
                <c:pt idx="177">
                  <c:v>53.112495000000003</c:v>
                </c:pt>
                <c:pt idx="178">
                  <c:v>52.144086999999999</c:v>
                </c:pt>
                <c:pt idx="179">
                  <c:v>50.865602000000003</c:v>
                </c:pt>
                <c:pt idx="180">
                  <c:v>49.587116999999999</c:v>
                </c:pt>
                <c:pt idx="181">
                  <c:v>49.649738999999997</c:v>
                </c:pt>
                <c:pt idx="182">
                  <c:v>53.053401999999998</c:v>
                </c:pt>
                <c:pt idx="183">
                  <c:v>55.906609000000003</c:v>
                </c:pt>
                <c:pt idx="184">
                  <c:v>58.840004999999998</c:v>
                </c:pt>
                <c:pt idx="185">
                  <c:v>61.992201999999999</c:v>
                </c:pt>
                <c:pt idx="186">
                  <c:v>68.032066</c:v>
                </c:pt>
                <c:pt idx="187">
                  <c:v>69.923394999999999</c:v>
                </c:pt>
                <c:pt idx="188">
                  <c:v>73.999851000000007</c:v>
                </c:pt>
                <c:pt idx="189">
                  <c:v>73.999866999999995</c:v>
                </c:pt>
                <c:pt idx="190">
                  <c:v>76.596306999999996</c:v>
                </c:pt>
                <c:pt idx="191">
                  <c:v>76.596310000000003</c:v>
                </c:pt>
                <c:pt idx="192">
                  <c:v>76.596310000000003</c:v>
                </c:pt>
                <c:pt idx="193">
                  <c:v>76.596310000000003</c:v>
                </c:pt>
                <c:pt idx="194">
                  <c:v>76.596310000000003</c:v>
                </c:pt>
                <c:pt idx="195">
                  <c:v>76.596310000000003</c:v>
                </c:pt>
                <c:pt idx="196">
                  <c:v>76.596314000000007</c:v>
                </c:pt>
                <c:pt idx="197">
                  <c:v>78.865421999999995</c:v>
                </c:pt>
                <c:pt idx="198">
                  <c:v>81.134534000000002</c:v>
                </c:pt>
                <c:pt idx="199">
                  <c:v>82.015739999999994</c:v>
                </c:pt>
                <c:pt idx="200">
                  <c:v>85.419403000000003</c:v>
                </c:pt>
                <c:pt idx="201">
                  <c:v>85.419403000000003</c:v>
                </c:pt>
                <c:pt idx="202">
                  <c:v>85.419403000000003</c:v>
                </c:pt>
                <c:pt idx="203">
                  <c:v>85.419403000000003</c:v>
                </c:pt>
                <c:pt idx="204">
                  <c:v>85.419403000000003</c:v>
                </c:pt>
                <c:pt idx="205">
                  <c:v>86.553956999999997</c:v>
                </c:pt>
                <c:pt idx="206">
                  <c:v>86.553956999999997</c:v>
                </c:pt>
                <c:pt idx="207">
                  <c:v>86.553956999999997</c:v>
                </c:pt>
                <c:pt idx="208">
                  <c:v>87.688511000000005</c:v>
                </c:pt>
                <c:pt idx="209">
                  <c:v>87.688514999999995</c:v>
                </c:pt>
                <c:pt idx="210">
                  <c:v>89.538219999999995</c:v>
                </c:pt>
                <c:pt idx="211">
                  <c:v>89.538219999999995</c:v>
                </c:pt>
                <c:pt idx="212">
                  <c:v>89.538219999999995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89.663032999999999</c:v>
                </c:pt>
                <c:pt idx="219">
                  <c:v>88.083554000000007</c:v>
                </c:pt>
                <c:pt idx="220">
                  <c:v>87.188522000000006</c:v>
                </c:pt>
                <c:pt idx="221">
                  <c:v>86.053308000000001</c:v>
                </c:pt>
                <c:pt idx="222">
                  <c:v>84.784813999999997</c:v>
                </c:pt>
                <c:pt idx="223">
                  <c:v>84.047488999999999</c:v>
                </c:pt>
                <c:pt idx="224">
                  <c:v>83.014011999999994</c:v>
                </c:pt>
                <c:pt idx="225">
                  <c:v>81.998773999999997</c:v>
                </c:pt>
                <c:pt idx="226">
                  <c:v>81.774096999999998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79.462857999999997</c:v>
                </c:pt>
                <c:pt idx="230">
                  <c:v>79.069322999999997</c:v>
                </c:pt>
                <c:pt idx="231">
                  <c:v>78.476417999999995</c:v>
                </c:pt>
                <c:pt idx="232">
                  <c:v>77.827764000000002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76.399383999999998</c:v>
                </c:pt>
                <c:pt idx="236">
                  <c:v>75.848714000000001</c:v>
                </c:pt>
                <c:pt idx="237">
                  <c:v>74.655940000000001</c:v>
                </c:pt>
                <c:pt idx="238">
                  <c:v>73.733463999999998</c:v>
                </c:pt>
                <c:pt idx="239">
                  <c:v>72.813631999999998</c:v>
                </c:pt>
                <c:pt idx="240">
                  <c:v>72.452166000000005</c:v>
                </c:pt>
                <c:pt idx="241">
                  <c:v>71.761200000000002</c:v>
                </c:pt>
                <c:pt idx="242">
                  <c:v>71.034294000000003</c:v>
                </c:pt>
                <c:pt idx="243">
                  <c:v>70.946342000000001</c:v>
                </c:pt>
                <c:pt idx="244">
                  <c:v>70.946342000000001</c:v>
                </c:pt>
                <c:pt idx="245">
                  <c:v>70.946342000000001</c:v>
                </c:pt>
                <c:pt idx="246">
                  <c:v>70.946342000000001</c:v>
                </c:pt>
                <c:pt idx="247">
                  <c:v>70.946342000000001</c:v>
                </c:pt>
                <c:pt idx="248">
                  <c:v>70.946342000000001</c:v>
                </c:pt>
                <c:pt idx="249">
                  <c:v>70.946342000000001</c:v>
                </c:pt>
                <c:pt idx="250">
                  <c:v>70.760973000000007</c:v>
                </c:pt>
                <c:pt idx="251">
                  <c:v>69.706714000000005</c:v>
                </c:pt>
                <c:pt idx="252">
                  <c:v>69.150605999999996</c:v>
                </c:pt>
                <c:pt idx="253">
                  <c:v>68.317458999999999</c:v>
                </c:pt>
                <c:pt idx="254">
                  <c:v>67.624843999999996</c:v>
                </c:pt>
                <c:pt idx="255">
                  <c:v>67.12097</c:v>
                </c:pt>
                <c:pt idx="256">
                  <c:v>67.12097</c:v>
                </c:pt>
                <c:pt idx="257">
                  <c:v>66.769307999999995</c:v>
                </c:pt>
                <c:pt idx="258">
                  <c:v>66.183205000000001</c:v>
                </c:pt>
                <c:pt idx="259">
                  <c:v>65.131282999999996</c:v>
                </c:pt>
                <c:pt idx="260">
                  <c:v>64.236421000000007</c:v>
                </c:pt>
                <c:pt idx="261">
                  <c:v>63.325831000000001</c:v>
                </c:pt>
                <c:pt idx="262">
                  <c:v>62.468091999999999</c:v>
                </c:pt>
                <c:pt idx="263">
                  <c:v>61.570020999999997</c:v>
                </c:pt>
                <c:pt idx="264">
                  <c:v>60.60595</c:v>
                </c:pt>
                <c:pt idx="265">
                  <c:v>60.079633000000001</c:v>
                </c:pt>
                <c:pt idx="266">
                  <c:v>59.301307000000001</c:v>
                </c:pt>
                <c:pt idx="267">
                  <c:v>58.542943999999999</c:v>
                </c:pt>
                <c:pt idx="268">
                  <c:v>57.172699000000001</c:v>
                </c:pt>
                <c:pt idx="269">
                  <c:v>56.118416000000003</c:v>
                </c:pt>
                <c:pt idx="270">
                  <c:v>55.156640000000003</c:v>
                </c:pt>
                <c:pt idx="271">
                  <c:v>54.513165999999998</c:v>
                </c:pt>
                <c:pt idx="272">
                  <c:v>53.911662</c:v>
                </c:pt>
                <c:pt idx="273">
                  <c:v>53.310158000000001</c:v>
                </c:pt>
                <c:pt idx="274">
                  <c:v>52.620353000000001</c:v>
                </c:pt>
                <c:pt idx="275">
                  <c:v>52.467123000000001</c:v>
                </c:pt>
                <c:pt idx="276">
                  <c:v>51.700974000000002</c:v>
                </c:pt>
                <c:pt idx="277">
                  <c:v>50.934823999999999</c:v>
                </c:pt>
                <c:pt idx="278">
                  <c:v>49.892387999999997</c:v>
                </c:pt>
                <c:pt idx="279">
                  <c:v>48.722915999999998</c:v>
                </c:pt>
                <c:pt idx="280">
                  <c:v>47.788691999999998</c:v>
                </c:pt>
                <c:pt idx="281">
                  <c:v>47.720283000000002</c:v>
                </c:pt>
                <c:pt idx="282">
                  <c:v>50.452072999999999</c:v>
                </c:pt>
                <c:pt idx="283">
                  <c:v>54.864243999999999</c:v>
                </c:pt>
                <c:pt idx="284">
                  <c:v>58.267907000000001</c:v>
                </c:pt>
                <c:pt idx="285">
                  <c:v>57.766508999999999</c:v>
                </c:pt>
                <c:pt idx="286">
                  <c:v>57.766508999999999</c:v>
                </c:pt>
                <c:pt idx="287">
                  <c:v>57.766508999999999</c:v>
                </c:pt>
                <c:pt idx="288">
                  <c:v>57.766508999999999</c:v>
                </c:pt>
                <c:pt idx="289">
                  <c:v>57.766508999999999</c:v>
                </c:pt>
                <c:pt idx="290">
                  <c:v>59.731409999999997</c:v>
                </c:pt>
                <c:pt idx="291">
                  <c:v>60.193193000000001</c:v>
                </c:pt>
                <c:pt idx="292">
                  <c:v>61.464188999999998</c:v>
                </c:pt>
                <c:pt idx="293">
                  <c:v>61.464196999999999</c:v>
                </c:pt>
                <c:pt idx="294">
                  <c:v>65.497279000000006</c:v>
                </c:pt>
                <c:pt idx="295">
                  <c:v>67.766386999999995</c:v>
                </c:pt>
                <c:pt idx="296">
                  <c:v>68.585936000000004</c:v>
                </c:pt>
                <c:pt idx="297">
                  <c:v>68.585936000000004</c:v>
                </c:pt>
                <c:pt idx="298">
                  <c:v>68.585936000000004</c:v>
                </c:pt>
                <c:pt idx="299">
                  <c:v>68.585936000000004</c:v>
                </c:pt>
                <c:pt idx="300">
                  <c:v>68.585936000000004</c:v>
                </c:pt>
                <c:pt idx="301">
                  <c:v>70.855045000000004</c:v>
                </c:pt>
                <c:pt idx="302">
                  <c:v>76.325361000000001</c:v>
                </c:pt>
                <c:pt idx="303">
                  <c:v>78.594469000000004</c:v>
                </c:pt>
                <c:pt idx="304">
                  <c:v>79.056268000000003</c:v>
                </c:pt>
                <c:pt idx="305">
                  <c:v>80.863577000000006</c:v>
                </c:pt>
                <c:pt idx="306">
                  <c:v>81.325377000000003</c:v>
                </c:pt>
                <c:pt idx="307">
                  <c:v>84.327229000000003</c:v>
                </c:pt>
                <c:pt idx="308">
                  <c:v>87.730891999999997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88.083554000000007</c:v>
                </c:pt>
                <c:pt idx="316">
                  <c:v>87.188522000000006</c:v>
                </c:pt>
                <c:pt idx="317">
                  <c:v>87.106891000000005</c:v>
                </c:pt>
                <c:pt idx="318">
                  <c:v>85.333181999999994</c:v>
                </c:pt>
                <c:pt idx="319">
                  <c:v>84.242723999999995</c:v>
                </c:pt>
                <c:pt idx="320">
                  <c:v>83.318245000000005</c:v>
                </c:pt>
                <c:pt idx="321">
                  <c:v>82.615690000000001</c:v>
                </c:pt>
                <c:pt idx="322">
                  <c:v>81.814913000000004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80.009054000000006</c:v>
                </c:pt>
                <c:pt idx="326">
                  <c:v>79.340110999999993</c:v>
                </c:pt>
                <c:pt idx="327">
                  <c:v>78.930389000000005</c:v>
                </c:pt>
                <c:pt idx="328">
                  <c:v>77.884262000000007</c:v>
                </c:pt>
                <c:pt idx="329">
                  <c:v>76.881563</c:v>
                </c:pt>
                <c:pt idx="330">
                  <c:v>76.477114999999998</c:v>
                </c:pt>
                <c:pt idx="331">
                  <c:v>75.950605999999993</c:v>
                </c:pt>
                <c:pt idx="332">
                  <c:v>75.910754999999995</c:v>
                </c:pt>
                <c:pt idx="333">
                  <c:v>75.323505999999995</c:v>
                </c:pt>
                <c:pt idx="334">
                  <c:v>74.458118999999996</c:v>
                </c:pt>
                <c:pt idx="335">
                  <c:v>73.743133999999998</c:v>
                </c:pt>
                <c:pt idx="336">
                  <c:v>73.157030000000006</c:v>
                </c:pt>
                <c:pt idx="337">
                  <c:v>72.182744999999997</c:v>
                </c:pt>
                <c:pt idx="338">
                  <c:v>71.364164000000002</c:v>
                </c:pt>
                <c:pt idx="339">
                  <c:v>70.976568</c:v>
                </c:pt>
                <c:pt idx="340">
                  <c:v>70.395174999999995</c:v>
                </c:pt>
                <c:pt idx="341">
                  <c:v>69.915925999999999</c:v>
                </c:pt>
                <c:pt idx="342">
                  <c:v>69.833333999999994</c:v>
                </c:pt>
                <c:pt idx="343">
                  <c:v>68.838603000000006</c:v>
                </c:pt>
                <c:pt idx="344">
                  <c:v>68.018741000000006</c:v>
                </c:pt>
                <c:pt idx="345">
                  <c:v>66.811283000000003</c:v>
                </c:pt>
                <c:pt idx="346">
                  <c:v>65.934909000000005</c:v>
                </c:pt>
                <c:pt idx="347">
                  <c:v>65.308638999999999</c:v>
                </c:pt>
                <c:pt idx="348">
                  <c:v>65.247703000000001</c:v>
                </c:pt>
                <c:pt idx="349">
                  <c:v>64.746851000000007</c:v>
                </c:pt>
                <c:pt idx="350">
                  <c:v>64.120785999999995</c:v>
                </c:pt>
                <c:pt idx="351">
                  <c:v>63.028902000000002</c:v>
                </c:pt>
                <c:pt idx="352">
                  <c:v>62.363152999999997</c:v>
                </c:pt>
                <c:pt idx="353">
                  <c:v>61.562002</c:v>
                </c:pt>
                <c:pt idx="354">
                  <c:v>60.704262999999997</c:v>
                </c:pt>
                <c:pt idx="355">
                  <c:v>59.876367000000002</c:v>
                </c:pt>
                <c:pt idx="356">
                  <c:v>59.274686000000003</c:v>
                </c:pt>
                <c:pt idx="357">
                  <c:v>59.020077999999998</c:v>
                </c:pt>
                <c:pt idx="358">
                  <c:v>58.590268999999999</c:v>
                </c:pt>
                <c:pt idx="359">
                  <c:v>58.116790000000002</c:v>
                </c:pt>
                <c:pt idx="360">
                  <c:v>57.534517000000001</c:v>
                </c:pt>
                <c:pt idx="361">
                  <c:v>56.591143000000002</c:v>
                </c:pt>
                <c:pt idx="362">
                  <c:v>55.331806999999998</c:v>
                </c:pt>
                <c:pt idx="363">
                  <c:v>54.579666000000003</c:v>
                </c:pt>
                <c:pt idx="364">
                  <c:v>54.023558000000001</c:v>
                </c:pt>
                <c:pt idx="365">
                  <c:v>52.866692</c:v>
                </c:pt>
                <c:pt idx="366">
                  <c:v>51.617401000000001</c:v>
                </c:pt>
                <c:pt idx="367">
                  <c:v>50.842517999999998</c:v>
                </c:pt>
                <c:pt idx="368">
                  <c:v>50.156874000000002</c:v>
                </c:pt>
                <c:pt idx="369">
                  <c:v>50.104621999999999</c:v>
                </c:pt>
                <c:pt idx="370">
                  <c:v>49.750248999999997</c:v>
                </c:pt>
                <c:pt idx="371">
                  <c:v>47.451278000000002</c:v>
                </c:pt>
                <c:pt idx="372">
                  <c:v>46.377471999999997</c:v>
                </c:pt>
                <c:pt idx="373">
                  <c:v>45.690851000000002</c:v>
                </c:pt>
                <c:pt idx="374">
                  <c:v>44.783546000000001</c:v>
                </c:pt>
                <c:pt idx="375">
                  <c:v>44.676813000000003</c:v>
                </c:pt>
                <c:pt idx="376">
                  <c:v>44.656385</c:v>
                </c:pt>
                <c:pt idx="377">
                  <c:v>44.524051</c:v>
                </c:pt>
                <c:pt idx="378">
                  <c:v>43.862378</c:v>
                </c:pt>
                <c:pt idx="379">
                  <c:v>45.469813000000002</c:v>
                </c:pt>
                <c:pt idx="380">
                  <c:v>46.070929999999997</c:v>
                </c:pt>
                <c:pt idx="381">
                  <c:v>47.217390000000002</c:v>
                </c:pt>
                <c:pt idx="382">
                  <c:v>49.903241000000001</c:v>
                </c:pt>
                <c:pt idx="383">
                  <c:v>55.361756</c:v>
                </c:pt>
                <c:pt idx="384">
                  <c:v>58.694071000000001</c:v>
                </c:pt>
                <c:pt idx="385">
                  <c:v>60.501382999999997</c:v>
                </c:pt>
                <c:pt idx="386">
                  <c:v>60.501382999999997</c:v>
                </c:pt>
                <c:pt idx="387">
                  <c:v>60.501382999999997</c:v>
                </c:pt>
                <c:pt idx="388">
                  <c:v>60.501382999999997</c:v>
                </c:pt>
                <c:pt idx="389">
                  <c:v>61.635936999999998</c:v>
                </c:pt>
                <c:pt idx="390">
                  <c:v>61.635936999999998</c:v>
                </c:pt>
                <c:pt idx="391">
                  <c:v>62.770688999999997</c:v>
                </c:pt>
                <c:pt idx="392">
                  <c:v>63.443452000000001</c:v>
                </c:pt>
                <c:pt idx="393">
                  <c:v>67.981667999999999</c:v>
                </c:pt>
                <c:pt idx="394">
                  <c:v>72.519885000000002</c:v>
                </c:pt>
                <c:pt idx="395">
                  <c:v>72.519885000000002</c:v>
                </c:pt>
                <c:pt idx="396">
                  <c:v>73.654435000000007</c:v>
                </c:pt>
                <c:pt idx="397">
                  <c:v>74.116230999999999</c:v>
                </c:pt>
                <c:pt idx="398">
                  <c:v>74.116230999999999</c:v>
                </c:pt>
                <c:pt idx="399">
                  <c:v>74.116237999999996</c:v>
                </c:pt>
                <c:pt idx="400">
                  <c:v>77.058104999999998</c:v>
                </c:pt>
                <c:pt idx="401">
                  <c:v>79.327213</c:v>
                </c:pt>
                <c:pt idx="402">
                  <c:v>83.192674999999994</c:v>
                </c:pt>
                <c:pt idx="403">
                  <c:v>87.116506999999999</c:v>
                </c:pt>
                <c:pt idx="404">
                  <c:v>88.865446000000006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86.803771999999995</c:v>
                </c:pt>
                <c:pt idx="414">
                  <c:v>85.333181999999994</c:v>
                </c:pt>
                <c:pt idx="415">
                  <c:v>84.242723999999995</c:v>
                </c:pt>
                <c:pt idx="416">
                  <c:v>83.118467999999993</c:v>
                </c:pt>
                <c:pt idx="417">
                  <c:v>82.135750000000002</c:v>
                </c:pt>
                <c:pt idx="418">
                  <c:v>81.814913000000004</c:v>
                </c:pt>
                <c:pt idx="419">
                  <c:v>81.367030999999997</c:v>
                </c:pt>
                <c:pt idx="420">
                  <c:v>80.416372999999993</c:v>
                </c:pt>
                <c:pt idx="421">
                  <c:v>80.009054000000006</c:v>
                </c:pt>
                <c:pt idx="422">
                  <c:v>79.164664000000002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74.645563999999993</c:v>
                </c:pt>
                <c:pt idx="429">
                  <c:v>73.619022999999999</c:v>
                </c:pt>
                <c:pt idx="430">
                  <c:v>73.219144</c:v>
                </c:pt>
                <c:pt idx="431">
                  <c:v>72.945629999999994</c:v>
                </c:pt>
                <c:pt idx="432">
                  <c:v>71.958603999999994</c:v>
                </c:pt>
                <c:pt idx="433">
                  <c:v>71.331503999999995</c:v>
                </c:pt>
                <c:pt idx="434">
                  <c:v>70.866011999999998</c:v>
                </c:pt>
                <c:pt idx="435">
                  <c:v>70.62079</c:v>
                </c:pt>
                <c:pt idx="436">
                  <c:v>70.62079</c:v>
                </c:pt>
                <c:pt idx="437">
                  <c:v>70.202968999999996</c:v>
                </c:pt>
                <c:pt idx="438">
                  <c:v>69.935006999999999</c:v>
                </c:pt>
                <c:pt idx="439">
                  <c:v>69.079981000000004</c:v>
                </c:pt>
                <c:pt idx="440">
                  <c:v>68.523872999999995</c:v>
                </c:pt>
                <c:pt idx="441">
                  <c:v>67.967765999999997</c:v>
                </c:pt>
                <c:pt idx="442">
                  <c:v>67.743243000000007</c:v>
                </c:pt>
                <c:pt idx="443">
                  <c:v>66.956851999999998</c:v>
                </c:pt>
                <c:pt idx="444">
                  <c:v>65.718639999999994</c:v>
                </c:pt>
                <c:pt idx="445">
                  <c:v>65.092574999999997</c:v>
                </c:pt>
                <c:pt idx="446">
                  <c:v>64.128005000000002</c:v>
                </c:pt>
                <c:pt idx="447">
                  <c:v>63.580810999999997</c:v>
                </c:pt>
                <c:pt idx="448">
                  <c:v>63.180345000000003</c:v>
                </c:pt>
                <c:pt idx="449">
                  <c:v>62.633152000000003</c:v>
                </c:pt>
                <c:pt idx="450">
                  <c:v>62.085957999999998</c:v>
                </c:pt>
                <c:pt idx="451">
                  <c:v>61.611724000000002</c:v>
                </c:pt>
                <c:pt idx="452">
                  <c:v>61.436461000000001</c:v>
                </c:pt>
                <c:pt idx="453">
                  <c:v>60.639262000000002</c:v>
                </c:pt>
                <c:pt idx="454">
                  <c:v>59.505965000000003</c:v>
                </c:pt>
                <c:pt idx="455">
                  <c:v>58.372669000000002</c:v>
                </c:pt>
                <c:pt idx="456">
                  <c:v>57.739545999999997</c:v>
                </c:pt>
                <c:pt idx="457">
                  <c:v>57.265312000000002</c:v>
                </c:pt>
                <c:pt idx="458">
                  <c:v>56.180618000000003</c:v>
                </c:pt>
                <c:pt idx="459">
                  <c:v>54.961550000000003</c:v>
                </c:pt>
                <c:pt idx="460">
                  <c:v>54.042631</c:v>
                </c:pt>
                <c:pt idx="461">
                  <c:v>53.751635</c:v>
                </c:pt>
                <c:pt idx="462">
                  <c:v>52.420046999999997</c:v>
                </c:pt>
                <c:pt idx="463">
                  <c:v>51.088458000000003</c:v>
                </c:pt>
                <c:pt idx="464">
                  <c:v>50.345716000000003</c:v>
                </c:pt>
                <c:pt idx="465">
                  <c:v>49.814157000000002</c:v>
                </c:pt>
                <c:pt idx="466">
                  <c:v>48.853799000000002</c:v>
                </c:pt>
                <c:pt idx="467">
                  <c:v>47.845263000000003</c:v>
                </c:pt>
                <c:pt idx="468">
                  <c:v>46.918461999999998</c:v>
                </c:pt>
                <c:pt idx="469">
                  <c:v>45.992925</c:v>
                </c:pt>
                <c:pt idx="470">
                  <c:v>45.409286999999999</c:v>
                </c:pt>
                <c:pt idx="471">
                  <c:v>44.182170999999997</c:v>
                </c:pt>
                <c:pt idx="472">
                  <c:v>44.931398999999999</c:v>
                </c:pt>
                <c:pt idx="473">
                  <c:v>43.734141999999999</c:v>
                </c:pt>
                <c:pt idx="474">
                  <c:v>43.734141999999999</c:v>
                </c:pt>
                <c:pt idx="475">
                  <c:v>43.390042999999999</c:v>
                </c:pt>
                <c:pt idx="476">
                  <c:v>41.818387000000001</c:v>
                </c:pt>
                <c:pt idx="477">
                  <c:v>45.069417000000001</c:v>
                </c:pt>
                <c:pt idx="478">
                  <c:v>48.941595</c:v>
                </c:pt>
                <c:pt idx="479">
                  <c:v>48.941595</c:v>
                </c:pt>
                <c:pt idx="480">
                  <c:v>49.838554000000002</c:v>
                </c:pt>
                <c:pt idx="481">
                  <c:v>54.376770999999998</c:v>
                </c:pt>
                <c:pt idx="482">
                  <c:v>60.049540999999998</c:v>
                </c:pt>
                <c:pt idx="483">
                  <c:v>61.321244</c:v>
                </c:pt>
                <c:pt idx="484">
                  <c:v>62.883417000000001</c:v>
                </c:pt>
                <c:pt idx="485">
                  <c:v>67.106730999999996</c:v>
                </c:pt>
                <c:pt idx="486">
                  <c:v>71.644947000000002</c:v>
                </c:pt>
                <c:pt idx="487">
                  <c:v>72.156756000000001</c:v>
                </c:pt>
                <c:pt idx="488">
                  <c:v>74.714557999999997</c:v>
                </c:pt>
                <c:pt idx="489">
                  <c:v>77.067857000000004</c:v>
                </c:pt>
                <c:pt idx="490">
                  <c:v>77.067857000000004</c:v>
                </c:pt>
                <c:pt idx="491">
                  <c:v>77.067857000000004</c:v>
                </c:pt>
                <c:pt idx="492">
                  <c:v>79.336965000000006</c:v>
                </c:pt>
                <c:pt idx="493">
                  <c:v>79.336965000000006</c:v>
                </c:pt>
                <c:pt idx="494">
                  <c:v>79.336965000000006</c:v>
                </c:pt>
                <c:pt idx="495">
                  <c:v>80.947360000000003</c:v>
                </c:pt>
                <c:pt idx="496">
                  <c:v>80.947384</c:v>
                </c:pt>
                <c:pt idx="497">
                  <c:v>83.216492000000002</c:v>
                </c:pt>
                <c:pt idx="498">
                  <c:v>86.134538000000006</c:v>
                </c:pt>
                <c:pt idx="499">
                  <c:v>88.096377000000004</c:v>
                </c:pt>
                <c:pt idx="500">
                  <c:v>89.230930999999998</c:v>
                </c:pt>
                <c:pt idx="501">
                  <c:v>89.538217000000003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88.391446000000002</c:v>
                </c:pt>
                <c:pt idx="509">
                  <c:v>87.822233999999995</c:v>
                </c:pt>
                <c:pt idx="510">
                  <c:v>87.188522000000006</c:v>
                </c:pt>
                <c:pt idx="511">
                  <c:v>87.188522000000006</c:v>
                </c:pt>
                <c:pt idx="512">
                  <c:v>87.064293000000006</c:v>
                </c:pt>
                <c:pt idx="513">
                  <c:v>85.947686000000004</c:v>
                </c:pt>
                <c:pt idx="514">
                  <c:v>84.657655000000005</c:v>
                </c:pt>
                <c:pt idx="515">
                  <c:v>84.241744999999995</c:v>
                </c:pt>
                <c:pt idx="516">
                  <c:v>83.910996999999995</c:v>
                </c:pt>
                <c:pt idx="517">
                  <c:v>82.778257999999994</c:v>
                </c:pt>
                <c:pt idx="518">
                  <c:v>81.726119999999995</c:v>
                </c:pt>
                <c:pt idx="519">
                  <c:v>81.227891</c:v>
                </c:pt>
                <c:pt idx="520">
                  <c:v>80.897328999999999</c:v>
                </c:pt>
                <c:pt idx="521">
                  <c:v>80.619551999999999</c:v>
                </c:pt>
                <c:pt idx="522">
                  <c:v>80.080445999999995</c:v>
                </c:pt>
                <c:pt idx="523">
                  <c:v>79.116546999999997</c:v>
                </c:pt>
                <c:pt idx="524">
                  <c:v>78.436476999999996</c:v>
                </c:pt>
                <c:pt idx="525">
                  <c:v>77.430761000000004</c:v>
                </c:pt>
                <c:pt idx="526">
                  <c:v>76.891452000000001</c:v>
                </c:pt>
                <c:pt idx="527">
                  <c:v>76.399383999999998</c:v>
                </c:pt>
                <c:pt idx="528">
                  <c:v>75.903261999999998</c:v>
                </c:pt>
                <c:pt idx="529">
                  <c:v>74.969742999999994</c:v>
                </c:pt>
                <c:pt idx="530">
                  <c:v>74.723710999999994</c:v>
                </c:pt>
                <c:pt idx="531">
                  <c:v>74.350459000000001</c:v>
                </c:pt>
                <c:pt idx="532">
                  <c:v>74.332212999999996</c:v>
                </c:pt>
                <c:pt idx="533">
                  <c:v>74.148567</c:v>
                </c:pt>
                <c:pt idx="534">
                  <c:v>73.597629999999995</c:v>
                </c:pt>
                <c:pt idx="535">
                  <c:v>72.721815000000007</c:v>
                </c:pt>
                <c:pt idx="536">
                  <c:v>71.611000000000004</c:v>
                </c:pt>
                <c:pt idx="537">
                  <c:v>70.916403000000003</c:v>
                </c:pt>
                <c:pt idx="538">
                  <c:v>70.355551000000006</c:v>
                </c:pt>
                <c:pt idx="539">
                  <c:v>69.751570000000001</c:v>
                </c:pt>
                <c:pt idx="540">
                  <c:v>68.952459000000005</c:v>
                </c:pt>
                <c:pt idx="541">
                  <c:v>68.435665</c:v>
                </c:pt>
                <c:pt idx="542">
                  <c:v>67.918870999999996</c:v>
                </c:pt>
                <c:pt idx="543">
                  <c:v>67.455177000000006</c:v>
                </c:pt>
                <c:pt idx="544">
                  <c:v>66.938383000000002</c:v>
                </c:pt>
                <c:pt idx="545">
                  <c:v>66.938383000000002</c:v>
                </c:pt>
                <c:pt idx="546">
                  <c:v>66.153291999999993</c:v>
                </c:pt>
                <c:pt idx="547">
                  <c:v>65.113788</c:v>
                </c:pt>
                <c:pt idx="548">
                  <c:v>64.386134999999996</c:v>
                </c:pt>
                <c:pt idx="549">
                  <c:v>63.902681000000001</c:v>
                </c:pt>
                <c:pt idx="550">
                  <c:v>63.395282999999999</c:v>
                </c:pt>
                <c:pt idx="551">
                  <c:v>62.508902999999997</c:v>
                </c:pt>
                <c:pt idx="552">
                  <c:v>61.484712000000002</c:v>
                </c:pt>
                <c:pt idx="553">
                  <c:v>60.697305999999998</c:v>
                </c:pt>
                <c:pt idx="554">
                  <c:v>60.014975999999997</c:v>
                </c:pt>
                <c:pt idx="555">
                  <c:v>59.269181000000003</c:v>
                </c:pt>
                <c:pt idx="556">
                  <c:v>58.344617999999997</c:v>
                </c:pt>
                <c:pt idx="557">
                  <c:v>57.914808999999998</c:v>
                </c:pt>
                <c:pt idx="558">
                  <c:v>57.873465000000003</c:v>
                </c:pt>
                <c:pt idx="559">
                  <c:v>57.169173000000001</c:v>
                </c:pt>
                <c:pt idx="560">
                  <c:v>55.999152000000002</c:v>
                </c:pt>
                <c:pt idx="561">
                  <c:v>57.209944</c:v>
                </c:pt>
                <c:pt idx="562">
                  <c:v>57.209944</c:v>
                </c:pt>
                <c:pt idx="563">
                  <c:v>56.855570999999998</c:v>
                </c:pt>
                <c:pt idx="564">
                  <c:v>55.724482000000002</c:v>
                </c:pt>
                <c:pt idx="565">
                  <c:v>54.623384999999999</c:v>
                </c:pt>
                <c:pt idx="566">
                  <c:v>54.446199</c:v>
                </c:pt>
                <c:pt idx="567">
                  <c:v>54.446199</c:v>
                </c:pt>
                <c:pt idx="568">
                  <c:v>53.815401999999999</c:v>
                </c:pt>
                <c:pt idx="569">
                  <c:v>53.087560000000003</c:v>
                </c:pt>
                <c:pt idx="570">
                  <c:v>52.505285999999998</c:v>
                </c:pt>
                <c:pt idx="571">
                  <c:v>51.930467999999998</c:v>
                </c:pt>
                <c:pt idx="572">
                  <c:v>51.115090000000002</c:v>
                </c:pt>
                <c:pt idx="573">
                  <c:v>50.158470000000001</c:v>
                </c:pt>
                <c:pt idx="574">
                  <c:v>54.198535</c:v>
                </c:pt>
                <c:pt idx="575">
                  <c:v>59.871305</c:v>
                </c:pt>
                <c:pt idx="576">
                  <c:v>64.846712999999994</c:v>
                </c:pt>
                <c:pt idx="577">
                  <c:v>65.544076000000004</c:v>
                </c:pt>
                <c:pt idx="578">
                  <c:v>68.154572999999999</c:v>
                </c:pt>
                <c:pt idx="579">
                  <c:v>72.981688000000005</c:v>
                </c:pt>
                <c:pt idx="580">
                  <c:v>76.385350000000003</c:v>
                </c:pt>
                <c:pt idx="581">
                  <c:v>76.385350000000003</c:v>
                </c:pt>
                <c:pt idx="582">
                  <c:v>76.385350000000003</c:v>
                </c:pt>
                <c:pt idx="583">
                  <c:v>76.385350000000003</c:v>
                </c:pt>
                <c:pt idx="584">
                  <c:v>76.385350000000003</c:v>
                </c:pt>
                <c:pt idx="585">
                  <c:v>77.522478000000007</c:v>
                </c:pt>
                <c:pt idx="586">
                  <c:v>77.522478000000007</c:v>
                </c:pt>
                <c:pt idx="587">
                  <c:v>77.522478000000007</c:v>
                </c:pt>
                <c:pt idx="588">
                  <c:v>78.657032000000001</c:v>
                </c:pt>
                <c:pt idx="589">
                  <c:v>79.999967999999996</c:v>
                </c:pt>
                <c:pt idx="590">
                  <c:v>82.730875999999995</c:v>
                </c:pt>
                <c:pt idx="591">
                  <c:v>82.730875999999995</c:v>
                </c:pt>
                <c:pt idx="592">
                  <c:v>82.730875999999995</c:v>
                </c:pt>
                <c:pt idx="593">
                  <c:v>82.730875999999995</c:v>
                </c:pt>
                <c:pt idx="594">
                  <c:v>82.730875999999995</c:v>
                </c:pt>
                <c:pt idx="595">
                  <c:v>82.730875999999995</c:v>
                </c:pt>
                <c:pt idx="596">
                  <c:v>83.865430000000003</c:v>
                </c:pt>
                <c:pt idx="597">
                  <c:v>84.538184999999999</c:v>
                </c:pt>
                <c:pt idx="598">
                  <c:v>86.596338000000003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89.061785</c:v>
                </c:pt>
                <c:pt idx="611">
                  <c:v>89.061785</c:v>
                </c:pt>
                <c:pt idx="612">
                  <c:v>89.061785</c:v>
                </c:pt>
                <c:pt idx="613">
                  <c:v>88.594261000000003</c:v>
                </c:pt>
                <c:pt idx="614">
                  <c:v>88.594261000000003</c:v>
                </c:pt>
                <c:pt idx="615">
                  <c:v>88.594261000000003</c:v>
                </c:pt>
                <c:pt idx="616">
                  <c:v>87.091888999999995</c:v>
                </c:pt>
                <c:pt idx="617">
                  <c:v>86.414826000000005</c:v>
                </c:pt>
                <c:pt idx="618">
                  <c:v>85.737763999999999</c:v>
                </c:pt>
                <c:pt idx="619">
                  <c:v>85.647488999999993</c:v>
                </c:pt>
                <c:pt idx="620">
                  <c:v>85.385499999999993</c:v>
                </c:pt>
                <c:pt idx="621">
                  <c:v>84.730529000000004</c:v>
                </c:pt>
                <c:pt idx="622">
                  <c:v>84.457282000000006</c:v>
                </c:pt>
                <c:pt idx="623">
                  <c:v>84.291061999999997</c:v>
                </c:pt>
                <c:pt idx="624">
                  <c:v>83.684527000000003</c:v>
                </c:pt>
                <c:pt idx="625">
                  <c:v>83.077991999999995</c:v>
                </c:pt>
                <c:pt idx="626">
                  <c:v>82.916248999999993</c:v>
                </c:pt>
                <c:pt idx="627">
                  <c:v>82.793441999999999</c:v>
                </c:pt>
                <c:pt idx="628">
                  <c:v>81.827744999999993</c:v>
                </c:pt>
                <c:pt idx="629">
                  <c:v>80.627606</c:v>
                </c:pt>
                <c:pt idx="630">
                  <c:v>79.427466999999993</c:v>
                </c:pt>
                <c:pt idx="631">
                  <c:v>79.114879000000002</c:v>
                </c:pt>
                <c:pt idx="632">
                  <c:v>79.073535000000007</c:v>
                </c:pt>
                <c:pt idx="633">
                  <c:v>78.453383000000002</c:v>
                </c:pt>
                <c:pt idx="634">
                  <c:v>77.83323</c:v>
                </c:pt>
                <c:pt idx="635">
                  <c:v>77.254420999999994</c:v>
                </c:pt>
                <c:pt idx="636">
                  <c:v>76.827420000000004</c:v>
                </c:pt>
                <c:pt idx="637">
                  <c:v>75.776263999999998</c:v>
                </c:pt>
                <c:pt idx="638">
                  <c:v>75.164721</c:v>
                </c:pt>
                <c:pt idx="639">
                  <c:v>74.815357000000006</c:v>
                </c:pt>
                <c:pt idx="640">
                  <c:v>74.815357000000006</c:v>
                </c:pt>
                <c:pt idx="641">
                  <c:v>74.248554999999996</c:v>
                </c:pt>
                <c:pt idx="642">
                  <c:v>73.681753</c:v>
                </c:pt>
                <c:pt idx="643">
                  <c:v>73.114951000000005</c:v>
                </c:pt>
                <c:pt idx="644">
                  <c:v>72.616001999999995</c:v>
                </c:pt>
                <c:pt idx="645">
                  <c:v>72.029899</c:v>
                </c:pt>
                <c:pt idx="646">
                  <c:v>71.443796000000006</c:v>
                </c:pt>
                <c:pt idx="647">
                  <c:v>71.013986000000003</c:v>
                </c:pt>
                <c:pt idx="648">
                  <c:v>71.013986000000003</c:v>
                </c:pt>
                <c:pt idx="649">
                  <c:v>70.180507000000006</c:v>
                </c:pt>
                <c:pt idx="650">
                  <c:v>68.869086999999993</c:v>
                </c:pt>
                <c:pt idx="651">
                  <c:v>67.557666999999995</c:v>
                </c:pt>
                <c:pt idx="652">
                  <c:v>67.212615999999997</c:v>
                </c:pt>
                <c:pt idx="653">
                  <c:v>66.810702000000006</c:v>
                </c:pt>
                <c:pt idx="654">
                  <c:v>66.140844999999999</c:v>
                </c:pt>
                <c:pt idx="655">
                  <c:v>65.470988000000006</c:v>
                </c:pt>
                <c:pt idx="656">
                  <c:v>64.635549999999995</c:v>
                </c:pt>
                <c:pt idx="657">
                  <c:v>63.104210000000002</c:v>
                </c:pt>
                <c:pt idx="658">
                  <c:v>61.878946999999997</c:v>
                </c:pt>
                <c:pt idx="659">
                  <c:v>61.040996999999997</c:v>
                </c:pt>
                <c:pt idx="660">
                  <c:v>59.764032</c:v>
                </c:pt>
                <c:pt idx="661">
                  <c:v>58.346716999999998</c:v>
                </c:pt>
                <c:pt idx="662">
                  <c:v>57.644962</c:v>
                </c:pt>
                <c:pt idx="663">
                  <c:v>56.675401000000001</c:v>
                </c:pt>
                <c:pt idx="664">
                  <c:v>55.963375999999997</c:v>
                </c:pt>
                <c:pt idx="665">
                  <c:v>58.232483999999999</c:v>
                </c:pt>
                <c:pt idx="666">
                  <c:v>60.501592000000002</c:v>
                </c:pt>
                <c:pt idx="667">
                  <c:v>61.465345999999997</c:v>
                </c:pt>
                <c:pt idx="668">
                  <c:v>63.734453999999999</c:v>
                </c:pt>
                <c:pt idx="669">
                  <c:v>66.003562000000002</c:v>
                </c:pt>
                <c:pt idx="670">
                  <c:v>68.272671000000003</c:v>
                </c:pt>
                <c:pt idx="671">
                  <c:v>68.272671000000003</c:v>
                </c:pt>
                <c:pt idx="672">
                  <c:v>68.272671000000003</c:v>
                </c:pt>
                <c:pt idx="673">
                  <c:v>70.250780000000006</c:v>
                </c:pt>
                <c:pt idx="674">
                  <c:v>75.923551000000003</c:v>
                </c:pt>
                <c:pt idx="675">
                  <c:v>78.192659000000006</c:v>
                </c:pt>
                <c:pt idx="676">
                  <c:v>78.192659000000006</c:v>
                </c:pt>
                <c:pt idx="677">
                  <c:v>78.192659000000006</c:v>
                </c:pt>
                <c:pt idx="678">
                  <c:v>78.192659000000006</c:v>
                </c:pt>
                <c:pt idx="679">
                  <c:v>78.192659000000006</c:v>
                </c:pt>
                <c:pt idx="680">
                  <c:v>78.192659000000006</c:v>
                </c:pt>
                <c:pt idx="681">
                  <c:v>80.461770999999999</c:v>
                </c:pt>
                <c:pt idx="682">
                  <c:v>82.058125000000004</c:v>
                </c:pt>
                <c:pt idx="683">
                  <c:v>82.338363999999999</c:v>
                </c:pt>
                <c:pt idx="684">
                  <c:v>83.865430000000003</c:v>
                </c:pt>
                <c:pt idx="685">
                  <c:v>83.865430000000003</c:v>
                </c:pt>
                <c:pt idx="686">
                  <c:v>83.865430000000003</c:v>
                </c:pt>
                <c:pt idx="687">
                  <c:v>84.327213</c:v>
                </c:pt>
                <c:pt idx="688">
                  <c:v>86.596322000000001</c:v>
                </c:pt>
                <c:pt idx="689">
                  <c:v>86.596324999999993</c:v>
                </c:pt>
                <c:pt idx="690">
                  <c:v>89.538201000000001</c:v>
                </c:pt>
                <c:pt idx="691">
                  <c:v>89.999983999999998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C6-41FC-993D-0064AB48FFA3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77.433000000000007</c:v>
                </c:pt>
                <c:pt idx="5">
                  <c:v>77.433000000000007</c:v>
                </c:pt>
                <c:pt idx="6">
                  <c:v>80.923567000000006</c:v>
                </c:pt>
                <c:pt idx="7">
                  <c:v>80.923567000000006</c:v>
                </c:pt>
                <c:pt idx="8">
                  <c:v>80.923567000000006</c:v>
                </c:pt>
                <c:pt idx="9">
                  <c:v>80.923567000000006</c:v>
                </c:pt>
                <c:pt idx="10">
                  <c:v>80.923567000000006</c:v>
                </c:pt>
                <c:pt idx="11">
                  <c:v>81.276599000000004</c:v>
                </c:pt>
                <c:pt idx="12">
                  <c:v>81.276599000000004</c:v>
                </c:pt>
                <c:pt idx="13">
                  <c:v>81.276606999999998</c:v>
                </c:pt>
                <c:pt idx="14">
                  <c:v>85.814823000000004</c:v>
                </c:pt>
                <c:pt idx="15">
                  <c:v>89.217579000000001</c:v>
                </c:pt>
                <c:pt idx="16">
                  <c:v>89.217579000000001</c:v>
                </c:pt>
                <c:pt idx="17">
                  <c:v>89.217579000000001</c:v>
                </c:pt>
                <c:pt idx="18">
                  <c:v>89.217579000000001</c:v>
                </c:pt>
                <c:pt idx="19">
                  <c:v>89.217579000000001</c:v>
                </c:pt>
                <c:pt idx="20">
                  <c:v>89.217579000000001</c:v>
                </c:pt>
                <c:pt idx="21">
                  <c:v>89.217579000000001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88.92013</c:v>
                </c:pt>
                <c:pt idx="29">
                  <c:v>88.123536999999999</c:v>
                </c:pt>
                <c:pt idx="30">
                  <c:v>88.123536999999999</c:v>
                </c:pt>
                <c:pt idx="31">
                  <c:v>87.914658000000003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87.106891000000005</c:v>
                </c:pt>
                <c:pt idx="37">
                  <c:v>87.106891000000005</c:v>
                </c:pt>
                <c:pt idx="38">
                  <c:v>87.106891000000005</c:v>
                </c:pt>
                <c:pt idx="39">
                  <c:v>87.106891000000005</c:v>
                </c:pt>
                <c:pt idx="40">
                  <c:v>87.106891000000005</c:v>
                </c:pt>
                <c:pt idx="41">
                  <c:v>87.106891000000005</c:v>
                </c:pt>
                <c:pt idx="42">
                  <c:v>87.106891000000005</c:v>
                </c:pt>
                <c:pt idx="43">
                  <c:v>87.106891000000005</c:v>
                </c:pt>
                <c:pt idx="44">
                  <c:v>87.106891000000005</c:v>
                </c:pt>
                <c:pt idx="45">
                  <c:v>86.565072000000001</c:v>
                </c:pt>
                <c:pt idx="46">
                  <c:v>85.210526999999999</c:v>
                </c:pt>
                <c:pt idx="47">
                  <c:v>84.750339999999994</c:v>
                </c:pt>
                <c:pt idx="48">
                  <c:v>84.750339999999994</c:v>
                </c:pt>
                <c:pt idx="49">
                  <c:v>84.750339999999994</c:v>
                </c:pt>
                <c:pt idx="50">
                  <c:v>84.750339999999994</c:v>
                </c:pt>
                <c:pt idx="51">
                  <c:v>86.807277999999997</c:v>
                </c:pt>
                <c:pt idx="52">
                  <c:v>87.730891999999997</c:v>
                </c:pt>
                <c:pt idx="53">
                  <c:v>87.730891999999997</c:v>
                </c:pt>
                <c:pt idx="54">
                  <c:v>87.730891999999997</c:v>
                </c:pt>
                <c:pt idx="55">
                  <c:v>87.730891999999997</c:v>
                </c:pt>
                <c:pt idx="56">
                  <c:v>87.730891999999997</c:v>
                </c:pt>
                <c:pt idx="57">
                  <c:v>87.730891999999997</c:v>
                </c:pt>
                <c:pt idx="58">
                  <c:v>90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90</c:v>
                </c:pt>
                <c:pt idx="147">
                  <c:v>90</c:v>
                </c:pt>
                <c:pt idx="148">
                  <c:v>90</c:v>
                </c:pt>
                <c:pt idx="149">
                  <c:v>90</c:v>
                </c:pt>
                <c:pt idx="150">
                  <c:v>90</c:v>
                </c:pt>
                <c:pt idx="151">
                  <c:v>90</c:v>
                </c:pt>
                <c:pt idx="152">
                  <c:v>90</c:v>
                </c:pt>
                <c:pt idx="153">
                  <c:v>90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87.188522000000006</c:v>
                </c:pt>
                <c:pt idx="241">
                  <c:v>87.188522000000006</c:v>
                </c:pt>
                <c:pt idx="242">
                  <c:v>87.188522000000006</c:v>
                </c:pt>
                <c:pt idx="243">
                  <c:v>87.188522000000006</c:v>
                </c:pt>
                <c:pt idx="244">
                  <c:v>87.188522000000006</c:v>
                </c:pt>
                <c:pt idx="245">
                  <c:v>87.188522000000006</c:v>
                </c:pt>
                <c:pt idx="246">
                  <c:v>87.188522000000006</c:v>
                </c:pt>
                <c:pt idx="247">
                  <c:v>87.188522000000006</c:v>
                </c:pt>
                <c:pt idx="248">
                  <c:v>87.188522000000006</c:v>
                </c:pt>
                <c:pt idx="249">
                  <c:v>87.188522000000006</c:v>
                </c:pt>
                <c:pt idx="250">
                  <c:v>87.188522000000006</c:v>
                </c:pt>
                <c:pt idx="251">
                  <c:v>87.188522000000006</c:v>
                </c:pt>
                <c:pt idx="252">
                  <c:v>87.188522000000006</c:v>
                </c:pt>
                <c:pt idx="253">
                  <c:v>87.188522000000006</c:v>
                </c:pt>
                <c:pt idx="254">
                  <c:v>87.188522000000006</c:v>
                </c:pt>
                <c:pt idx="255">
                  <c:v>87.188522000000006</c:v>
                </c:pt>
                <c:pt idx="256">
                  <c:v>87.188522000000006</c:v>
                </c:pt>
                <c:pt idx="257">
                  <c:v>87.188522000000006</c:v>
                </c:pt>
                <c:pt idx="258">
                  <c:v>87.188522000000006</c:v>
                </c:pt>
                <c:pt idx="259">
                  <c:v>87.188522000000006</c:v>
                </c:pt>
                <c:pt idx="260">
                  <c:v>87.188522000000006</c:v>
                </c:pt>
                <c:pt idx="261">
                  <c:v>88.785625999999993</c:v>
                </c:pt>
                <c:pt idx="262">
                  <c:v>89.758195000000001</c:v>
                </c:pt>
                <c:pt idx="263">
                  <c:v>89.758201999999997</c:v>
                </c:pt>
                <c:pt idx="264">
                  <c:v>89.999967999999996</c:v>
                </c:pt>
                <c:pt idx="265">
                  <c:v>89.999967999999996</c:v>
                </c:pt>
                <c:pt idx="266">
                  <c:v>89.999967999999996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87.188522000000006</c:v>
                </c:pt>
                <c:pt idx="340">
                  <c:v>87.188522000000006</c:v>
                </c:pt>
                <c:pt idx="341">
                  <c:v>87.188522000000006</c:v>
                </c:pt>
                <c:pt idx="342">
                  <c:v>87.188522000000006</c:v>
                </c:pt>
                <c:pt idx="343">
                  <c:v>87.188522000000006</c:v>
                </c:pt>
                <c:pt idx="344">
                  <c:v>87.188522000000006</c:v>
                </c:pt>
                <c:pt idx="345">
                  <c:v>88.785625999999993</c:v>
                </c:pt>
                <c:pt idx="346">
                  <c:v>89.999967999999996</c:v>
                </c:pt>
                <c:pt idx="347">
                  <c:v>89.999967999999996</c:v>
                </c:pt>
                <c:pt idx="348">
                  <c:v>89.999967999999996</c:v>
                </c:pt>
                <c:pt idx="349">
                  <c:v>89.999967999999996</c:v>
                </c:pt>
                <c:pt idx="350">
                  <c:v>89.999967999999996</c:v>
                </c:pt>
                <c:pt idx="351">
                  <c:v>89.999967999999996</c:v>
                </c:pt>
                <c:pt idx="352">
                  <c:v>89.999967999999996</c:v>
                </c:pt>
                <c:pt idx="353">
                  <c:v>89.999967999999996</c:v>
                </c:pt>
                <c:pt idx="354">
                  <c:v>89.999967999999996</c:v>
                </c:pt>
                <c:pt idx="355">
                  <c:v>89.999967999999996</c:v>
                </c:pt>
                <c:pt idx="356">
                  <c:v>89.999967999999996</c:v>
                </c:pt>
                <c:pt idx="357">
                  <c:v>89.999967999999996</c:v>
                </c:pt>
                <c:pt idx="358">
                  <c:v>89.999967999999996</c:v>
                </c:pt>
                <c:pt idx="359">
                  <c:v>89.999967999999996</c:v>
                </c:pt>
                <c:pt idx="360">
                  <c:v>89.999967999999996</c:v>
                </c:pt>
                <c:pt idx="361">
                  <c:v>89.999967999999996</c:v>
                </c:pt>
                <c:pt idx="362">
                  <c:v>89.999967999999996</c:v>
                </c:pt>
                <c:pt idx="363">
                  <c:v>89.999967999999996</c:v>
                </c:pt>
                <c:pt idx="364">
                  <c:v>89.999967999999996</c:v>
                </c:pt>
                <c:pt idx="365">
                  <c:v>89.999967999999996</c:v>
                </c:pt>
                <c:pt idx="366">
                  <c:v>89.999967999999996</c:v>
                </c:pt>
                <c:pt idx="367">
                  <c:v>89.999967999999996</c:v>
                </c:pt>
                <c:pt idx="368">
                  <c:v>89.999967999999996</c:v>
                </c:pt>
                <c:pt idx="369">
                  <c:v>89.999967999999996</c:v>
                </c:pt>
                <c:pt idx="370">
                  <c:v>89.999967999999996</c:v>
                </c:pt>
                <c:pt idx="371">
                  <c:v>89.999967999999996</c:v>
                </c:pt>
                <c:pt idx="372">
                  <c:v>89.999967999999996</c:v>
                </c:pt>
                <c:pt idx="373">
                  <c:v>89.999967999999996</c:v>
                </c:pt>
                <c:pt idx="374">
                  <c:v>89.999967999999996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87.914658000000003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87.188522000000006</c:v>
                </c:pt>
                <c:pt idx="437">
                  <c:v>87.188522000000006</c:v>
                </c:pt>
                <c:pt idx="438">
                  <c:v>87.188522000000006</c:v>
                </c:pt>
                <c:pt idx="439">
                  <c:v>87.188522000000006</c:v>
                </c:pt>
                <c:pt idx="440">
                  <c:v>87.188522000000006</c:v>
                </c:pt>
                <c:pt idx="441">
                  <c:v>87.188522000000006</c:v>
                </c:pt>
                <c:pt idx="442">
                  <c:v>87.188522000000006</c:v>
                </c:pt>
                <c:pt idx="443">
                  <c:v>89.999870000000001</c:v>
                </c:pt>
                <c:pt idx="444">
                  <c:v>89.999876999999998</c:v>
                </c:pt>
                <c:pt idx="445">
                  <c:v>89.999876999999998</c:v>
                </c:pt>
                <c:pt idx="446">
                  <c:v>89.999876999999998</c:v>
                </c:pt>
                <c:pt idx="447">
                  <c:v>89.999876999999998</c:v>
                </c:pt>
                <c:pt idx="448">
                  <c:v>89.999876999999998</c:v>
                </c:pt>
                <c:pt idx="449">
                  <c:v>89.999876999999998</c:v>
                </c:pt>
                <c:pt idx="450">
                  <c:v>89.999876999999998</c:v>
                </c:pt>
                <c:pt idx="451">
                  <c:v>89.999876999999998</c:v>
                </c:pt>
                <c:pt idx="452">
                  <c:v>89.999876999999998</c:v>
                </c:pt>
                <c:pt idx="453">
                  <c:v>89.999885000000006</c:v>
                </c:pt>
                <c:pt idx="454">
                  <c:v>89.999922999999995</c:v>
                </c:pt>
                <c:pt idx="455">
                  <c:v>89.999960999999999</c:v>
                </c:pt>
                <c:pt idx="456">
                  <c:v>89.999960999999999</c:v>
                </c:pt>
                <c:pt idx="457">
                  <c:v>89.999960999999999</c:v>
                </c:pt>
                <c:pt idx="458">
                  <c:v>89.999960999999999</c:v>
                </c:pt>
                <c:pt idx="459">
                  <c:v>89.999960999999999</c:v>
                </c:pt>
                <c:pt idx="460">
                  <c:v>89.999960999999999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DC6-41FC-993D-0064AB48F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63.938020999999999</c:v>
                </c:pt>
                <c:pt idx="1">
                  <c:v>63.938020999999999</c:v>
                </c:pt>
                <c:pt idx="2">
                  <c:v>4.2099999999999999E-4</c:v>
                </c:pt>
                <c:pt idx="3">
                  <c:v>4.2099999999999999E-4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120.0001</c:v>
                </c:pt>
                <c:pt idx="9">
                  <c:v>120.0001</c:v>
                </c:pt>
                <c:pt idx="10">
                  <c:v>180</c:v>
                </c:pt>
                <c:pt idx="11">
                  <c:v>180</c:v>
                </c:pt>
                <c:pt idx="12">
                  <c:v>116.193462</c:v>
                </c:pt>
                <c:pt idx="13">
                  <c:v>116.193462</c:v>
                </c:pt>
                <c:pt idx="14">
                  <c:v>0</c:v>
                </c:pt>
                <c:pt idx="15">
                  <c:v>0</c:v>
                </c:pt>
                <c:pt idx="16">
                  <c:v>455.441641</c:v>
                </c:pt>
                <c:pt idx="17">
                  <c:v>455.441641</c:v>
                </c:pt>
                <c:pt idx="18">
                  <c:v>698.72583799999995</c:v>
                </c:pt>
                <c:pt idx="19">
                  <c:v>698.72583799999995</c:v>
                </c:pt>
                <c:pt idx="20">
                  <c:v>630.00009999999997</c:v>
                </c:pt>
                <c:pt idx="21">
                  <c:v>630.00009999999997</c:v>
                </c:pt>
                <c:pt idx="22">
                  <c:v>436.27632299999999</c:v>
                </c:pt>
                <c:pt idx="23">
                  <c:v>436.27632299999999</c:v>
                </c:pt>
                <c:pt idx="24">
                  <c:v>182.69756699999999</c:v>
                </c:pt>
                <c:pt idx="25">
                  <c:v>182.69756699999999</c:v>
                </c:pt>
                <c:pt idx="26">
                  <c:v>412.16502600000001</c:v>
                </c:pt>
                <c:pt idx="27">
                  <c:v>412.16502600000001</c:v>
                </c:pt>
                <c:pt idx="28">
                  <c:v>360</c:v>
                </c:pt>
                <c:pt idx="29">
                  <c:v>360</c:v>
                </c:pt>
                <c:pt idx="30">
                  <c:v>330</c:v>
                </c:pt>
                <c:pt idx="31">
                  <c:v>330</c:v>
                </c:pt>
                <c:pt idx="32">
                  <c:v>259.399878</c:v>
                </c:pt>
                <c:pt idx="33">
                  <c:v>259.399878</c:v>
                </c:pt>
                <c:pt idx="34">
                  <c:v>294.872524</c:v>
                </c:pt>
                <c:pt idx="35">
                  <c:v>294.872524</c:v>
                </c:pt>
                <c:pt idx="36">
                  <c:v>90</c:v>
                </c:pt>
                <c:pt idx="37">
                  <c:v>90</c:v>
                </c:pt>
                <c:pt idx="38">
                  <c:v>201.703033</c:v>
                </c:pt>
                <c:pt idx="39">
                  <c:v>201.703033</c:v>
                </c:pt>
                <c:pt idx="40">
                  <c:v>410.17099999999999</c:v>
                </c:pt>
                <c:pt idx="41">
                  <c:v>410.17099999999999</c:v>
                </c:pt>
                <c:pt idx="42">
                  <c:v>497.35650399999997</c:v>
                </c:pt>
                <c:pt idx="43">
                  <c:v>497.35650399999997</c:v>
                </c:pt>
                <c:pt idx="44">
                  <c:v>458.953394</c:v>
                </c:pt>
                <c:pt idx="45">
                  <c:v>458.953394</c:v>
                </c:pt>
                <c:pt idx="46">
                  <c:v>559.38245900000004</c:v>
                </c:pt>
                <c:pt idx="47">
                  <c:v>559.38245900000004</c:v>
                </c:pt>
                <c:pt idx="48">
                  <c:v>336.33770900000002</c:v>
                </c:pt>
                <c:pt idx="49">
                  <c:v>336.33770900000002</c:v>
                </c:pt>
                <c:pt idx="50">
                  <c:v>136.44399999999999</c:v>
                </c:pt>
                <c:pt idx="51">
                  <c:v>136.44399999999999</c:v>
                </c:pt>
                <c:pt idx="52">
                  <c:v>165.28100000000001</c:v>
                </c:pt>
                <c:pt idx="53">
                  <c:v>165.28100000000001</c:v>
                </c:pt>
                <c:pt idx="54">
                  <c:v>17.920484999999999</c:v>
                </c:pt>
                <c:pt idx="55">
                  <c:v>17.920484999999999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60</c:v>
                </c:pt>
                <c:pt idx="71">
                  <c:v>60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30</c:v>
                </c:pt>
                <c:pt idx="81">
                  <c:v>30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60</c:v>
                </c:pt>
                <c:pt idx="91">
                  <c:v>60</c:v>
                </c:pt>
                <c:pt idx="92">
                  <c:v>59.177500999999999</c:v>
                </c:pt>
                <c:pt idx="93">
                  <c:v>59.177500999999999</c:v>
                </c:pt>
                <c:pt idx="94">
                  <c:v>0</c:v>
                </c:pt>
                <c:pt idx="95">
                  <c:v>0</c:v>
                </c:pt>
                <c:pt idx="96">
                  <c:v>30</c:v>
                </c:pt>
                <c:pt idx="97">
                  <c:v>30</c:v>
                </c:pt>
                <c:pt idx="98">
                  <c:v>60</c:v>
                </c:pt>
                <c:pt idx="99">
                  <c:v>60</c:v>
                </c:pt>
                <c:pt idx="100">
                  <c:v>120</c:v>
                </c:pt>
                <c:pt idx="101">
                  <c:v>120</c:v>
                </c:pt>
                <c:pt idx="102">
                  <c:v>90</c:v>
                </c:pt>
                <c:pt idx="103">
                  <c:v>90</c:v>
                </c:pt>
                <c:pt idx="104">
                  <c:v>60</c:v>
                </c:pt>
                <c:pt idx="105">
                  <c:v>60</c:v>
                </c:pt>
                <c:pt idx="106">
                  <c:v>0</c:v>
                </c:pt>
                <c:pt idx="107">
                  <c:v>0</c:v>
                </c:pt>
                <c:pt idx="108">
                  <c:v>60</c:v>
                </c:pt>
                <c:pt idx="109">
                  <c:v>60</c:v>
                </c:pt>
                <c:pt idx="110">
                  <c:v>60</c:v>
                </c:pt>
                <c:pt idx="111">
                  <c:v>60</c:v>
                </c:pt>
                <c:pt idx="112">
                  <c:v>60.000100000000003</c:v>
                </c:pt>
                <c:pt idx="113">
                  <c:v>60.000100000000003</c:v>
                </c:pt>
                <c:pt idx="114">
                  <c:v>90.000200000000007</c:v>
                </c:pt>
                <c:pt idx="115">
                  <c:v>90.000200000000007</c:v>
                </c:pt>
                <c:pt idx="116">
                  <c:v>134.58392499999999</c:v>
                </c:pt>
                <c:pt idx="117">
                  <c:v>134.58392499999999</c:v>
                </c:pt>
                <c:pt idx="118">
                  <c:v>94.497784999999993</c:v>
                </c:pt>
                <c:pt idx="119">
                  <c:v>94.497784999999993</c:v>
                </c:pt>
                <c:pt idx="120">
                  <c:v>107.789574</c:v>
                </c:pt>
                <c:pt idx="121">
                  <c:v>107.789574</c:v>
                </c:pt>
                <c:pt idx="122">
                  <c:v>12.210626</c:v>
                </c:pt>
                <c:pt idx="123">
                  <c:v>12.210626</c:v>
                </c:pt>
                <c:pt idx="124">
                  <c:v>60</c:v>
                </c:pt>
                <c:pt idx="125">
                  <c:v>60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60</c:v>
                </c:pt>
                <c:pt idx="131">
                  <c:v>60</c:v>
                </c:pt>
                <c:pt idx="132">
                  <c:v>5.2099999999999998E-4</c:v>
                </c:pt>
                <c:pt idx="133">
                  <c:v>5.2099999999999998E-4</c:v>
                </c:pt>
                <c:pt idx="134">
                  <c:v>72.210325999999995</c:v>
                </c:pt>
                <c:pt idx="135">
                  <c:v>72.210325999999995</c:v>
                </c:pt>
                <c:pt idx="136">
                  <c:v>30</c:v>
                </c:pt>
                <c:pt idx="137">
                  <c:v>30</c:v>
                </c:pt>
                <c:pt idx="138">
                  <c:v>0</c:v>
                </c:pt>
                <c:pt idx="139">
                  <c:v>0</c:v>
                </c:pt>
                <c:pt idx="140">
                  <c:v>47.173310999999998</c:v>
                </c:pt>
                <c:pt idx="141">
                  <c:v>47.173310999999998</c:v>
                </c:pt>
                <c:pt idx="142">
                  <c:v>30.001263000000002</c:v>
                </c:pt>
                <c:pt idx="143">
                  <c:v>30.001263000000002</c:v>
                </c:pt>
                <c:pt idx="144">
                  <c:v>32.878999999999998</c:v>
                </c:pt>
                <c:pt idx="145">
                  <c:v>32.878999999999998</c:v>
                </c:pt>
                <c:pt idx="146">
                  <c:v>19.977</c:v>
                </c:pt>
                <c:pt idx="147">
                  <c:v>19.977</c:v>
                </c:pt>
                <c:pt idx="148">
                  <c:v>33.855618</c:v>
                </c:pt>
                <c:pt idx="149">
                  <c:v>33.855618</c:v>
                </c:pt>
                <c:pt idx="150">
                  <c:v>28.741671</c:v>
                </c:pt>
                <c:pt idx="151">
                  <c:v>28.741671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30</c:v>
                </c:pt>
                <c:pt idx="161">
                  <c:v>30</c:v>
                </c:pt>
                <c:pt idx="162">
                  <c:v>0</c:v>
                </c:pt>
                <c:pt idx="163">
                  <c:v>0</c:v>
                </c:pt>
                <c:pt idx="164">
                  <c:v>60</c:v>
                </c:pt>
                <c:pt idx="165">
                  <c:v>60</c:v>
                </c:pt>
                <c:pt idx="166">
                  <c:v>90</c:v>
                </c:pt>
                <c:pt idx="167">
                  <c:v>90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120</c:v>
                </c:pt>
                <c:pt idx="177">
                  <c:v>120</c:v>
                </c:pt>
                <c:pt idx="178">
                  <c:v>208.266144</c:v>
                </c:pt>
                <c:pt idx="179">
                  <c:v>208.266144</c:v>
                </c:pt>
                <c:pt idx="180">
                  <c:v>132.21062599999999</c:v>
                </c:pt>
                <c:pt idx="181">
                  <c:v>132.21062599999999</c:v>
                </c:pt>
                <c:pt idx="182">
                  <c:v>210</c:v>
                </c:pt>
                <c:pt idx="183">
                  <c:v>210</c:v>
                </c:pt>
                <c:pt idx="184">
                  <c:v>366.96053799999999</c:v>
                </c:pt>
                <c:pt idx="185">
                  <c:v>366.96053799999999</c:v>
                </c:pt>
                <c:pt idx="186">
                  <c:v>410.79659299999997</c:v>
                </c:pt>
                <c:pt idx="187">
                  <c:v>410.79659299999997</c:v>
                </c:pt>
                <c:pt idx="188">
                  <c:v>329.99957899999998</c:v>
                </c:pt>
                <c:pt idx="189">
                  <c:v>329.99957899999998</c:v>
                </c:pt>
                <c:pt idx="190">
                  <c:v>240</c:v>
                </c:pt>
                <c:pt idx="191">
                  <c:v>240</c:v>
                </c:pt>
                <c:pt idx="192">
                  <c:v>194.16390899999999</c:v>
                </c:pt>
                <c:pt idx="193">
                  <c:v>194.16390899999999</c:v>
                </c:pt>
                <c:pt idx="194">
                  <c:v>450.00009999999997</c:v>
                </c:pt>
                <c:pt idx="195">
                  <c:v>450.00009999999997</c:v>
                </c:pt>
                <c:pt idx="196">
                  <c:v>360</c:v>
                </c:pt>
                <c:pt idx="197">
                  <c:v>360</c:v>
                </c:pt>
                <c:pt idx="198">
                  <c:v>410.603298</c:v>
                </c:pt>
                <c:pt idx="199">
                  <c:v>410.603298</c:v>
                </c:pt>
                <c:pt idx="200">
                  <c:v>329.91383100000002</c:v>
                </c:pt>
                <c:pt idx="201">
                  <c:v>329.91383100000002</c:v>
                </c:pt>
                <c:pt idx="202">
                  <c:v>552.21124699999996</c:v>
                </c:pt>
                <c:pt idx="203">
                  <c:v>552.21124699999996</c:v>
                </c:pt>
                <c:pt idx="204">
                  <c:v>738.24421099999995</c:v>
                </c:pt>
                <c:pt idx="205">
                  <c:v>738.24421099999995</c:v>
                </c:pt>
                <c:pt idx="206">
                  <c:v>604.05290600000001</c:v>
                </c:pt>
                <c:pt idx="207">
                  <c:v>604.05290600000001</c:v>
                </c:pt>
                <c:pt idx="208">
                  <c:v>569.74791600000003</c:v>
                </c:pt>
                <c:pt idx="209">
                  <c:v>569.74791600000003</c:v>
                </c:pt>
                <c:pt idx="210">
                  <c:v>768.22711900000002</c:v>
                </c:pt>
                <c:pt idx="211">
                  <c:v>768.22711900000002</c:v>
                </c:pt>
                <c:pt idx="212">
                  <c:v>811.35340599999995</c:v>
                </c:pt>
                <c:pt idx="213">
                  <c:v>811.35340599999995</c:v>
                </c:pt>
                <c:pt idx="214">
                  <c:v>673.26367900000002</c:v>
                </c:pt>
                <c:pt idx="215">
                  <c:v>673.26367900000002</c:v>
                </c:pt>
                <c:pt idx="216">
                  <c:v>440.417933</c:v>
                </c:pt>
                <c:pt idx="217">
                  <c:v>440.417933</c:v>
                </c:pt>
                <c:pt idx="218">
                  <c:v>569.998558</c:v>
                </c:pt>
                <c:pt idx="219">
                  <c:v>569.998558</c:v>
                </c:pt>
                <c:pt idx="220">
                  <c:v>596.191282</c:v>
                </c:pt>
                <c:pt idx="221">
                  <c:v>596.191282</c:v>
                </c:pt>
                <c:pt idx="222">
                  <c:v>339.79376300000001</c:v>
                </c:pt>
                <c:pt idx="223">
                  <c:v>339.79376300000001</c:v>
                </c:pt>
                <c:pt idx="224">
                  <c:v>410.16947399999998</c:v>
                </c:pt>
                <c:pt idx="225">
                  <c:v>410.16947399999998</c:v>
                </c:pt>
                <c:pt idx="226">
                  <c:v>327.01995399999998</c:v>
                </c:pt>
                <c:pt idx="227">
                  <c:v>327.01995399999998</c:v>
                </c:pt>
                <c:pt idx="228">
                  <c:v>398.106112</c:v>
                </c:pt>
                <c:pt idx="229">
                  <c:v>398.106112</c:v>
                </c:pt>
                <c:pt idx="230">
                  <c:v>552.21104700000001</c:v>
                </c:pt>
                <c:pt idx="231">
                  <c:v>552.21104700000001</c:v>
                </c:pt>
                <c:pt idx="232">
                  <c:v>682.27527899999995</c:v>
                </c:pt>
                <c:pt idx="233">
                  <c:v>682.27527899999995</c:v>
                </c:pt>
                <c:pt idx="234">
                  <c:v>536.33072600000003</c:v>
                </c:pt>
                <c:pt idx="235">
                  <c:v>536.33072600000003</c:v>
                </c:pt>
                <c:pt idx="236">
                  <c:v>352.04199499999999</c:v>
                </c:pt>
                <c:pt idx="237">
                  <c:v>352.04199499999999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2.0000000000000001E-4</c:v>
                </c:pt>
                <c:pt idx="319">
                  <c:v>2.0000000000000001E-4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50.622875000000001</c:v>
                </c:pt>
                <c:pt idx="337">
                  <c:v>50.622875000000001</c:v>
                </c:pt>
                <c:pt idx="338">
                  <c:v>1E-4</c:v>
                </c:pt>
                <c:pt idx="339">
                  <c:v>1E-4</c:v>
                </c:pt>
                <c:pt idx="340">
                  <c:v>11.464</c:v>
                </c:pt>
                <c:pt idx="341">
                  <c:v>11.464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13.967900999999999</c:v>
                </c:pt>
                <c:pt idx="353">
                  <c:v>13.967900999999999</c:v>
                </c:pt>
                <c:pt idx="354">
                  <c:v>86.472533999999996</c:v>
                </c:pt>
                <c:pt idx="355">
                  <c:v>86.472533999999996</c:v>
                </c:pt>
                <c:pt idx="356">
                  <c:v>1E-4</c:v>
                </c:pt>
                <c:pt idx="357">
                  <c:v>1E-4</c:v>
                </c:pt>
                <c:pt idx="358">
                  <c:v>0</c:v>
                </c:pt>
                <c:pt idx="359">
                  <c:v>0</c:v>
                </c:pt>
                <c:pt idx="360">
                  <c:v>60</c:v>
                </c:pt>
                <c:pt idx="361">
                  <c:v>60</c:v>
                </c:pt>
                <c:pt idx="362">
                  <c:v>1E-4</c:v>
                </c:pt>
                <c:pt idx="363">
                  <c:v>1E-4</c:v>
                </c:pt>
                <c:pt idx="364">
                  <c:v>1E-4</c:v>
                </c:pt>
                <c:pt idx="365">
                  <c:v>1E-4</c:v>
                </c:pt>
                <c:pt idx="366">
                  <c:v>0</c:v>
                </c:pt>
                <c:pt idx="367">
                  <c:v>0</c:v>
                </c:pt>
                <c:pt idx="368">
                  <c:v>38.878329999999998</c:v>
                </c:pt>
                <c:pt idx="369">
                  <c:v>38.878329999999998</c:v>
                </c:pt>
                <c:pt idx="370">
                  <c:v>166.378333</c:v>
                </c:pt>
                <c:pt idx="371">
                  <c:v>166.378333</c:v>
                </c:pt>
                <c:pt idx="372">
                  <c:v>150</c:v>
                </c:pt>
                <c:pt idx="373">
                  <c:v>150</c:v>
                </c:pt>
                <c:pt idx="374">
                  <c:v>90</c:v>
                </c:pt>
                <c:pt idx="375">
                  <c:v>90</c:v>
                </c:pt>
                <c:pt idx="376">
                  <c:v>180.0001</c:v>
                </c:pt>
                <c:pt idx="377">
                  <c:v>180.0001</c:v>
                </c:pt>
                <c:pt idx="378">
                  <c:v>180</c:v>
                </c:pt>
                <c:pt idx="379">
                  <c:v>180</c:v>
                </c:pt>
                <c:pt idx="380">
                  <c:v>227.394769</c:v>
                </c:pt>
                <c:pt idx="381">
                  <c:v>227.394769</c:v>
                </c:pt>
                <c:pt idx="382">
                  <c:v>163.75142299999999</c:v>
                </c:pt>
                <c:pt idx="383">
                  <c:v>163.75142299999999</c:v>
                </c:pt>
                <c:pt idx="384">
                  <c:v>128.55425500000001</c:v>
                </c:pt>
                <c:pt idx="385">
                  <c:v>128.55425500000001</c:v>
                </c:pt>
                <c:pt idx="386">
                  <c:v>300</c:v>
                </c:pt>
                <c:pt idx="387">
                  <c:v>300</c:v>
                </c:pt>
                <c:pt idx="388">
                  <c:v>180</c:v>
                </c:pt>
                <c:pt idx="389">
                  <c:v>180</c:v>
                </c:pt>
                <c:pt idx="390">
                  <c:v>270</c:v>
                </c:pt>
                <c:pt idx="391">
                  <c:v>270</c:v>
                </c:pt>
                <c:pt idx="392">
                  <c:v>466.00531999999998</c:v>
                </c:pt>
                <c:pt idx="393">
                  <c:v>466.00531999999998</c:v>
                </c:pt>
                <c:pt idx="394">
                  <c:v>486.60100299999999</c:v>
                </c:pt>
                <c:pt idx="395">
                  <c:v>486.60100299999999</c:v>
                </c:pt>
                <c:pt idx="396">
                  <c:v>570.42186700000002</c:v>
                </c:pt>
                <c:pt idx="397">
                  <c:v>570.42186700000002</c:v>
                </c:pt>
                <c:pt idx="398">
                  <c:v>442.67864600000001</c:v>
                </c:pt>
                <c:pt idx="399">
                  <c:v>442.67864600000001</c:v>
                </c:pt>
                <c:pt idx="400">
                  <c:v>452.09758799999997</c:v>
                </c:pt>
                <c:pt idx="401">
                  <c:v>452.09758799999997</c:v>
                </c:pt>
                <c:pt idx="402">
                  <c:v>690.00009999999997</c:v>
                </c:pt>
                <c:pt idx="403">
                  <c:v>690.00009999999997</c:v>
                </c:pt>
                <c:pt idx="404">
                  <c:v>497.65927299999998</c:v>
                </c:pt>
                <c:pt idx="405">
                  <c:v>497.65927299999998</c:v>
                </c:pt>
                <c:pt idx="406">
                  <c:v>530.70236699999998</c:v>
                </c:pt>
                <c:pt idx="407">
                  <c:v>530.70236699999998</c:v>
                </c:pt>
                <c:pt idx="408">
                  <c:v>562.07820400000003</c:v>
                </c:pt>
                <c:pt idx="409">
                  <c:v>562.07820400000003</c:v>
                </c:pt>
                <c:pt idx="410">
                  <c:v>530.53762500000005</c:v>
                </c:pt>
                <c:pt idx="411">
                  <c:v>530.53762500000005</c:v>
                </c:pt>
                <c:pt idx="412">
                  <c:v>669.65157399999998</c:v>
                </c:pt>
                <c:pt idx="413">
                  <c:v>669.65157399999998</c:v>
                </c:pt>
                <c:pt idx="414">
                  <c:v>600.24977000000001</c:v>
                </c:pt>
                <c:pt idx="415">
                  <c:v>600.24977000000001</c:v>
                </c:pt>
                <c:pt idx="416">
                  <c:v>560.34810500000003</c:v>
                </c:pt>
                <c:pt idx="417">
                  <c:v>560.34810500000003</c:v>
                </c:pt>
                <c:pt idx="418">
                  <c:v>270.00106199999999</c:v>
                </c:pt>
                <c:pt idx="419">
                  <c:v>270.00106199999999</c:v>
                </c:pt>
                <c:pt idx="420">
                  <c:v>534.42199500000004</c:v>
                </c:pt>
                <c:pt idx="421">
                  <c:v>534.42199500000004</c:v>
                </c:pt>
                <c:pt idx="422">
                  <c:v>505.28416499999997</c:v>
                </c:pt>
                <c:pt idx="423">
                  <c:v>505.28416499999997</c:v>
                </c:pt>
                <c:pt idx="424">
                  <c:v>534.42199500000004</c:v>
                </c:pt>
                <c:pt idx="425">
                  <c:v>534.42199500000004</c:v>
                </c:pt>
                <c:pt idx="426">
                  <c:v>473.792552</c:v>
                </c:pt>
                <c:pt idx="427">
                  <c:v>473.792552</c:v>
                </c:pt>
                <c:pt idx="428">
                  <c:v>450.00022100000001</c:v>
                </c:pt>
                <c:pt idx="429">
                  <c:v>450.00022100000001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1E-4</c:v>
                </c:pt>
                <c:pt idx="489">
                  <c:v>1E-4</c:v>
                </c:pt>
                <c:pt idx="490">
                  <c:v>1E-4</c:v>
                </c:pt>
                <c:pt idx="491">
                  <c:v>1E-4</c:v>
                </c:pt>
                <c:pt idx="492">
                  <c:v>1E-4</c:v>
                </c:pt>
                <c:pt idx="493">
                  <c:v>1E-4</c:v>
                </c:pt>
                <c:pt idx="494">
                  <c:v>1E-4</c:v>
                </c:pt>
                <c:pt idx="495">
                  <c:v>1E-4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53.932982000000003</c:v>
                </c:pt>
                <c:pt idx="521">
                  <c:v>53.932982000000003</c:v>
                </c:pt>
                <c:pt idx="522">
                  <c:v>23.856171</c:v>
                </c:pt>
                <c:pt idx="523">
                  <c:v>23.856171</c:v>
                </c:pt>
                <c:pt idx="524">
                  <c:v>30.0002</c:v>
                </c:pt>
                <c:pt idx="525">
                  <c:v>30.0002</c:v>
                </c:pt>
                <c:pt idx="526">
                  <c:v>2.0000000000000001E-4</c:v>
                </c:pt>
                <c:pt idx="527">
                  <c:v>2.0000000000000001E-4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30</c:v>
                </c:pt>
                <c:pt idx="537">
                  <c:v>30</c:v>
                </c:pt>
                <c:pt idx="538">
                  <c:v>0</c:v>
                </c:pt>
                <c:pt idx="539">
                  <c:v>0</c:v>
                </c:pt>
                <c:pt idx="540">
                  <c:v>32.556899999999999</c:v>
                </c:pt>
                <c:pt idx="541">
                  <c:v>32.556899999999999</c:v>
                </c:pt>
                <c:pt idx="542">
                  <c:v>60</c:v>
                </c:pt>
                <c:pt idx="543">
                  <c:v>60</c:v>
                </c:pt>
                <c:pt idx="544">
                  <c:v>0</c:v>
                </c:pt>
                <c:pt idx="545">
                  <c:v>0</c:v>
                </c:pt>
                <c:pt idx="546">
                  <c:v>30</c:v>
                </c:pt>
                <c:pt idx="547">
                  <c:v>30</c:v>
                </c:pt>
                <c:pt idx="548">
                  <c:v>1E-4</c:v>
                </c:pt>
                <c:pt idx="549">
                  <c:v>1E-4</c:v>
                </c:pt>
                <c:pt idx="550">
                  <c:v>90</c:v>
                </c:pt>
                <c:pt idx="551">
                  <c:v>90</c:v>
                </c:pt>
                <c:pt idx="552">
                  <c:v>30</c:v>
                </c:pt>
                <c:pt idx="553">
                  <c:v>30</c:v>
                </c:pt>
                <c:pt idx="554">
                  <c:v>17.002934</c:v>
                </c:pt>
                <c:pt idx="555">
                  <c:v>17.002934</c:v>
                </c:pt>
                <c:pt idx="556">
                  <c:v>12.210947000000001</c:v>
                </c:pt>
                <c:pt idx="557">
                  <c:v>12.210947000000001</c:v>
                </c:pt>
                <c:pt idx="558">
                  <c:v>30</c:v>
                </c:pt>
                <c:pt idx="559">
                  <c:v>30</c:v>
                </c:pt>
                <c:pt idx="560">
                  <c:v>137.44198700000001</c:v>
                </c:pt>
                <c:pt idx="561">
                  <c:v>137.44198700000001</c:v>
                </c:pt>
                <c:pt idx="562">
                  <c:v>99.126390999999998</c:v>
                </c:pt>
                <c:pt idx="563">
                  <c:v>99.126390999999998</c:v>
                </c:pt>
                <c:pt idx="564">
                  <c:v>30.0001</c:v>
                </c:pt>
                <c:pt idx="565">
                  <c:v>30.0001</c:v>
                </c:pt>
                <c:pt idx="566">
                  <c:v>23.201668000000002</c:v>
                </c:pt>
                <c:pt idx="567">
                  <c:v>23.201668000000002</c:v>
                </c:pt>
                <c:pt idx="568">
                  <c:v>92.110455999999999</c:v>
                </c:pt>
                <c:pt idx="569">
                  <c:v>92.110455999999999</c:v>
                </c:pt>
                <c:pt idx="570">
                  <c:v>51.964073999999997</c:v>
                </c:pt>
                <c:pt idx="571">
                  <c:v>51.964073999999997</c:v>
                </c:pt>
                <c:pt idx="572">
                  <c:v>210.00020000000001</c:v>
                </c:pt>
                <c:pt idx="573">
                  <c:v>210.00020000000001</c:v>
                </c:pt>
                <c:pt idx="574">
                  <c:v>280.30117799999999</c:v>
                </c:pt>
                <c:pt idx="575">
                  <c:v>280.30117799999999</c:v>
                </c:pt>
                <c:pt idx="576">
                  <c:v>219.64075500000001</c:v>
                </c:pt>
                <c:pt idx="577">
                  <c:v>219.64075500000001</c:v>
                </c:pt>
                <c:pt idx="578">
                  <c:v>90.000299999999996</c:v>
                </c:pt>
                <c:pt idx="579">
                  <c:v>90.000299999999996</c:v>
                </c:pt>
                <c:pt idx="580">
                  <c:v>180.00042099999999</c:v>
                </c:pt>
                <c:pt idx="581">
                  <c:v>180.00042099999999</c:v>
                </c:pt>
                <c:pt idx="582">
                  <c:v>240.0001</c:v>
                </c:pt>
                <c:pt idx="583">
                  <c:v>240.0001</c:v>
                </c:pt>
                <c:pt idx="584">
                  <c:v>270.00009999999997</c:v>
                </c:pt>
                <c:pt idx="585">
                  <c:v>270.00009999999997</c:v>
                </c:pt>
                <c:pt idx="586">
                  <c:v>227.036541</c:v>
                </c:pt>
                <c:pt idx="587">
                  <c:v>227.036541</c:v>
                </c:pt>
                <c:pt idx="588">
                  <c:v>270</c:v>
                </c:pt>
                <c:pt idx="589">
                  <c:v>270</c:v>
                </c:pt>
                <c:pt idx="590">
                  <c:v>420</c:v>
                </c:pt>
                <c:pt idx="591">
                  <c:v>420</c:v>
                </c:pt>
                <c:pt idx="592">
                  <c:v>583.741398</c:v>
                </c:pt>
                <c:pt idx="593">
                  <c:v>583.741398</c:v>
                </c:pt>
                <c:pt idx="594">
                  <c:v>722.42441699999995</c:v>
                </c:pt>
                <c:pt idx="595">
                  <c:v>722.42441699999995</c:v>
                </c:pt>
                <c:pt idx="596">
                  <c:v>779.64002200000004</c:v>
                </c:pt>
                <c:pt idx="597">
                  <c:v>779.64002200000004</c:v>
                </c:pt>
                <c:pt idx="598">
                  <c:v>546.299173</c:v>
                </c:pt>
                <c:pt idx="599">
                  <c:v>546.299173</c:v>
                </c:pt>
                <c:pt idx="600">
                  <c:v>618.22681899999998</c:v>
                </c:pt>
                <c:pt idx="601">
                  <c:v>618.22681899999998</c:v>
                </c:pt>
                <c:pt idx="602">
                  <c:v>612.21052599999996</c:v>
                </c:pt>
                <c:pt idx="603">
                  <c:v>612.21052599999996</c:v>
                </c:pt>
                <c:pt idx="604">
                  <c:v>560.36327100000005</c:v>
                </c:pt>
                <c:pt idx="605">
                  <c:v>560.36327100000005</c:v>
                </c:pt>
                <c:pt idx="606">
                  <c:v>540.00009999999997</c:v>
                </c:pt>
                <c:pt idx="607">
                  <c:v>540.00009999999997</c:v>
                </c:pt>
                <c:pt idx="608">
                  <c:v>521.72427100000004</c:v>
                </c:pt>
                <c:pt idx="609">
                  <c:v>521.72427100000004</c:v>
                </c:pt>
                <c:pt idx="610">
                  <c:v>522.21062600000005</c:v>
                </c:pt>
                <c:pt idx="611">
                  <c:v>522.21062600000005</c:v>
                </c:pt>
                <c:pt idx="612">
                  <c:v>462.21114699999998</c:v>
                </c:pt>
                <c:pt idx="613">
                  <c:v>462.21114699999998</c:v>
                </c:pt>
                <c:pt idx="614">
                  <c:v>688.41664800000001</c:v>
                </c:pt>
                <c:pt idx="615">
                  <c:v>688.41664800000001</c:v>
                </c:pt>
                <c:pt idx="616">
                  <c:v>592.80545800000004</c:v>
                </c:pt>
                <c:pt idx="617">
                  <c:v>592.80545800000004</c:v>
                </c:pt>
                <c:pt idx="618">
                  <c:v>690.00042099999996</c:v>
                </c:pt>
                <c:pt idx="619">
                  <c:v>690.00042099999996</c:v>
                </c:pt>
                <c:pt idx="620">
                  <c:v>361.05443700000001</c:v>
                </c:pt>
                <c:pt idx="621">
                  <c:v>361.05443700000001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12.124321999999999</c:v>
                </c:pt>
                <c:pt idx="699">
                  <c:v>12.124321999999999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60</c:v>
                </c:pt>
                <c:pt idx="705">
                  <c:v>60</c:v>
                </c:pt>
                <c:pt idx="706">
                  <c:v>17.132729000000001</c:v>
                </c:pt>
                <c:pt idx="707">
                  <c:v>17.132729000000001</c:v>
                </c:pt>
                <c:pt idx="708">
                  <c:v>1E-4</c:v>
                </c:pt>
                <c:pt idx="709">
                  <c:v>1E-4</c:v>
                </c:pt>
                <c:pt idx="710">
                  <c:v>30.0001</c:v>
                </c:pt>
                <c:pt idx="711">
                  <c:v>30.0001</c:v>
                </c:pt>
                <c:pt idx="712">
                  <c:v>3.9299539999999999</c:v>
                </c:pt>
                <c:pt idx="713">
                  <c:v>3.9299539999999999</c:v>
                </c:pt>
                <c:pt idx="714">
                  <c:v>47.131529</c:v>
                </c:pt>
                <c:pt idx="715">
                  <c:v>47.131529</c:v>
                </c:pt>
                <c:pt idx="716">
                  <c:v>2.9999999999999997E-4</c:v>
                </c:pt>
                <c:pt idx="717">
                  <c:v>2.9999999999999997E-4</c:v>
                </c:pt>
                <c:pt idx="718">
                  <c:v>2.9999999999999997E-4</c:v>
                </c:pt>
                <c:pt idx="719">
                  <c:v>2.9999999999999997E-4</c:v>
                </c:pt>
                <c:pt idx="720">
                  <c:v>0</c:v>
                </c:pt>
                <c:pt idx="721">
                  <c:v>0</c:v>
                </c:pt>
                <c:pt idx="722">
                  <c:v>5.3049999999999998E-3</c:v>
                </c:pt>
                <c:pt idx="723">
                  <c:v>5.3049999999999998E-3</c:v>
                </c:pt>
                <c:pt idx="724">
                  <c:v>2.2946900000000001</c:v>
                </c:pt>
                <c:pt idx="725">
                  <c:v>2.2946900000000001</c:v>
                </c:pt>
                <c:pt idx="726">
                  <c:v>0</c:v>
                </c:pt>
                <c:pt idx="727">
                  <c:v>0</c:v>
                </c:pt>
                <c:pt idx="728">
                  <c:v>90</c:v>
                </c:pt>
                <c:pt idx="729">
                  <c:v>90</c:v>
                </c:pt>
                <c:pt idx="730">
                  <c:v>54.176560000000002</c:v>
                </c:pt>
                <c:pt idx="731">
                  <c:v>54.176560000000002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60</c:v>
                </c:pt>
                <c:pt idx="755">
                  <c:v>60</c:v>
                </c:pt>
                <c:pt idx="756">
                  <c:v>24.793469999999999</c:v>
                </c:pt>
                <c:pt idx="757">
                  <c:v>24.793469999999999</c:v>
                </c:pt>
                <c:pt idx="758">
                  <c:v>197.134029</c:v>
                </c:pt>
                <c:pt idx="759">
                  <c:v>197.134029</c:v>
                </c:pt>
                <c:pt idx="760">
                  <c:v>209.99957900000001</c:v>
                </c:pt>
                <c:pt idx="761">
                  <c:v>209.99957900000001</c:v>
                </c:pt>
                <c:pt idx="762">
                  <c:v>300</c:v>
                </c:pt>
                <c:pt idx="763">
                  <c:v>300</c:v>
                </c:pt>
                <c:pt idx="764">
                  <c:v>379.256349</c:v>
                </c:pt>
                <c:pt idx="765">
                  <c:v>379.256349</c:v>
                </c:pt>
                <c:pt idx="766">
                  <c:v>337.932706</c:v>
                </c:pt>
                <c:pt idx="767">
                  <c:v>337.932706</c:v>
                </c:pt>
                <c:pt idx="768">
                  <c:v>135.05147199999999</c:v>
                </c:pt>
                <c:pt idx="769">
                  <c:v>135.05147199999999</c:v>
                </c:pt>
                <c:pt idx="770">
                  <c:v>90.000521000000006</c:v>
                </c:pt>
                <c:pt idx="771">
                  <c:v>90.000521000000006</c:v>
                </c:pt>
                <c:pt idx="772">
                  <c:v>89.999899999999997</c:v>
                </c:pt>
                <c:pt idx="773">
                  <c:v>89.999899999999997</c:v>
                </c:pt>
                <c:pt idx="774">
                  <c:v>60</c:v>
                </c:pt>
                <c:pt idx="775">
                  <c:v>60</c:v>
                </c:pt>
                <c:pt idx="776">
                  <c:v>300</c:v>
                </c:pt>
                <c:pt idx="777">
                  <c:v>300</c:v>
                </c:pt>
                <c:pt idx="778">
                  <c:v>330.00052099999999</c:v>
                </c:pt>
                <c:pt idx="779">
                  <c:v>330.00052099999999</c:v>
                </c:pt>
                <c:pt idx="780">
                  <c:v>348.81182999999999</c:v>
                </c:pt>
                <c:pt idx="781">
                  <c:v>348.81182999999999</c:v>
                </c:pt>
                <c:pt idx="782">
                  <c:v>346.60508099999998</c:v>
                </c:pt>
                <c:pt idx="783">
                  <c:v>346.60508099999998</c:v>
                </c:pt>
                <c:pt idx="784">
                  <c:v>557.78915300000006</c:v>
                </c:pt>
                <c:pt idx="785">
                  <c:v>557.78915300000006</c:v>
                </c:pt>
                <c:pt idx="786">
                  <c:v>306.70609999999999</c:v>
                </c:pt>
                <c:pt idx="787">
                  <c:v>306.70609999999999</c:v>
                </c:pt>
                <c:pt idx="788">
                  <c:v>197.789053</c:v>
                </c:pt>
                <c:pt idx="789">
                  <c:v>197.789053</c:v>
                </c:pt>
                <c:pt idx="790">
                  <c:v>384.580825</c:v>
                </c:pt>
                <c:pt idx="791">
                  <c:v>384.580825</c:v>
                </c:pt>
                <c:pt idx="792">
                  <c:v>444.19234</c:v>
                </c:pt>
                <c:pt idx="793">
                  <c:v>444.19234</c:v>
                </c:pt>
                <c:pt idx="794">
                  <c:v>601.37197700000002</c:v>
                </c:pt>
                <c:pt idx="795">
                  <c:v>601.37197700000002</c:v>
                </c:pt>
                <c:pt idx="796">
                  <c:v>522.21126800000002</c:v>
                </c:pt>
                <c:pt idx="797">
                  <c:v>522.21126800000002</c:v>
                </c:pt>
                <c:pt idx="798">
                  <c:v>683.06206999999995</c:v>
                </c:pt>
                <c:pt idx="799">
                  <c:v>683.06206999999995</c:v>
                </c:pt>
                <c:pt idx="800">
                  <c:v>750</c:v>
                </c:pt>
                <c:pt idx="801">
                  <c:v>750</c:v>
                </c:pt>
                <c:pt idx="802">
                  <c:v>785.03929500000004</c:v>
                </c:pt>
                <c:pt idx="803">
                  <c:v>785.03929500000004</c:v>
                </c:pt>
                <c:pt idx="804">
                  <c:v>739.53219999999999</c:v>
                </c:pt>
                <c:pt idx="805">
                  <c:v>739.53219999999999</c:v>
                </c:pt>
                <c:pt idx="806">
                  <c:v>630.73750500000006</c:v>
                </c:pt>
                <c:pt idx="807">
                  <c:v>630.73750500000006</c:v>
                </c:pt>
                <c:pt idx="808">
                  <c:v>677.69666199999995</c:v>
                </c:pt>
                <c:pt idx="809">
                  <c:v>677.69666199999995</c:v>
                </c:pt>
                <c:pt idx="810">
                  <c:v>642.21104700000001</c:v>
                </c:pt>
                <c:pt idx="811">
                  <c:v>642.21104700000001</c:v>
                </c:pt>
                <c:pt idx="812">
                  <c:v>306.633263</c:v>
                </c:pt>
                <c:pt idx="813">
                  <c:v>306.633263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16.055296999999999</c:v>
                </c:pt>
                <c:pt idx="865">
                  <c:v>16.055296999999999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47.003354999999999</c:v>
                </c:pt>
                <c:pt idx="873">
                  <c:v>47.003354999999999</c:v>
                </c:pt>
                <c:pt idx="874">
                  <c:v>16.639289000000002</c:v>
                </c:pt>
                <c:pt idx="875">
                  <c:v>16.639289000000002</c:v>
                </c:pt>
                <c:pt idx="876">
                  <c:v>17.132529000000002</c:v>
                </c:pt>
                <c:pt idx="877">
                  <c:v>17.132529000000002</c:v>
                </c:pt>
                <c:pt idx="878">
                  <c:v>16.639361000000001</c:v>
                </c:pt>
                <c:pt idx="879">
                  <c:v>16.639361000000001</c:v>
                </c:pt>
                <c:pt idx="880">
                  <c:v>0</c:v>
                </c:pt>
                <c:pt idx="881">
                  <c:v>0</c:v>
                </c:pt>
                <c:pt idx="882">
                  <c:v>1E-4</c:v>
                </c:pt>
                <c:pt idx="883">
                  <c:v>1E-4</c:v>
                </c:pt>
                <c:pt idx="884">
                  <c:v>60.0015</c:v>
                </c:pt>
                <c:pt idx="885">
                  <c:v>60.0015</c:v>
                </c:pt>
                <c:pt idx="886">
                  <c:v>1E-4</c:v>
                </c:pt>
                <c:pt idx="887">
                  <c:v>1E-4</c:v>
                </c:pt>
                <c:pt idx="888">
                  <c:v>60</c:v>
                </c:pt>
                <c:pt idx="889">
                  <c:v>60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46.055076</c:v>
                </c:pt>
                <c:pt idx="897">
                  <c:v>46.055076</c:v>
                </c:pt>
                <c:pt idx="898">
                  <c:v>103.8558</c:v>
                </c:pt>
                <c:pt idx="899">
                  <c:v>103.8558</c:v>
                </c:pt>
                <c:pt idx="900">
                  <c:v>60</c:v>
                </c:pt>
                <c:pt idx="901">
                  <c:v>60</c:v>
                </c:pt>
                <c:pt idx="902">
                  <c:v>1.682426</c:v>
                </c:pt>
                <c:pt idx="903">
                  <c:v>1.682426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59.999479000000001</c:v>
                </c:pt>
                <c:pt idx="909">
                  <c:v>59.999479000000001</c:v>
                </c:pt>
                <c:pt idx="910">
                  <c:v>10.5281</c:v>
                </c:pt>
                <c:pt idx="911">
                  <c:v>10.5281</c:v>
                </c:pt>
                <c:pt idx="912">
                  <c:v>17.135292</c:v>
                </c:pt>
                <c:pt idx="913">
                  <c:v>17.135292</c:v>
                </c:pt>
                <c:pt idx="914">
                  <c:v>0</c:v>
                </c:pt>
                <c:pt idx="915">
                  <c:v>0</c:v>
                </c:pt>
                <c:pt idx="916">
                  <c:v>4.2099999999999999E-4</c:v>
                </c:pt>
                <c:pt idx="917">
                  <c:v>4.2099999999999999E-4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17.133429</c:v>
                </c:pt>
                <c:pt idx="931">
                  <c:v>17.133429</c:v>
                </c:pt>
                <c:pt idx="932">
                  <c:v>0</c:v>
                </c:pt>
                <c:pt idx="933">
                  <c:v>0</c:v>
                </c:pt>
                <c:pt idx="934">
                  <c:v>1E-4</c:v>
                </c:pt>
                <c:pt idx="935">
                  <c:v>1E-4</c:v>
                </c:pt>
                <c:pt idx="936">
                  <c:v>90</c:v>
                </c:pt>
                <c:pt idx="937">
                  <c:v>90</c:v>
                </c:pt>
                <c:pt idx="938">
                  <c:v>0</c:v>
                </c:pt>
                <c:pt idx="939">
                  <c:v>0</c:v>
                </c:pt>
                <c:pt idx="940">
                  <c:v>16.055197</c:v>
                </c:pt>
                <c:pt idx="941">
                  <c:v>16.055197</c:v>
                </c:pt>
                <c:pt idx="942">
                  <c:v>1E-4</c:v>
                </c:pt>
                <c:pt idx="943">
                  <c:v>1E-4</c:v>
                </c:pt>
                <c:pt idx="944">
                  <c:v>60</c:v>
                </c:pt>
                <c:pt idx="945">
                  <c:v>60</c:v>
                </c:pt>
                <c:pt idx="946">
                  <c:v>182.23732699999999</c:v>
                </c:pt>
                <c:pt idx="947">
                  <c:v>182.23732699999999</c:v>
                </c:pt>
                <c:pt idx="948">
                  <c:v>330</c:v>
                </c:pt>
                <c:pt idx="949">
                  <c:v>330</c:v>
                </c:pt>
                <c:pt idx="950">
                  <c:v>480</c:v>
                </c:pt>
                <c:pt idx="951">
                  <c:v>480</c:v>
                </c:pt>
                <c:pt idx="952">
                  <c:v>450.00052099999999</c:v>
                </c:pt>
                <c:pt idx="953">
                  <c:v>450.00052099999999</c:v>
                </c:pt>
                <c:pt idx="954">
                  <c:v>610.43330000000003</c:v>
                </c:pt>
                <c:pt idx="955">
                  <c:v>610.43330000000003</c:v>
                </c:pt>
                <c:pt idx="956">
                  <c:v>603.81177000000002</c:v>
                </c:pt>
                <c:pt idx="957">
                  <c:v>603.81177000000002</c:v>
                </c:pt>
                <c:pt idx="958">
                  <c:v>750</c:v>
                </c:pt>
                <c:pt idx="959">
                  <c:v>750</c:v>
                </c:pt>
                <c:pt idx="960">
                  <c:v>630.00009999999997</c:v>
                </c:pt>
                <c:pt idx="961">
                  <c:v>630.00009999999997</c:v>
                </c:pt>
                <c:pt idx="962">
                  <c:v>621.74067200000002</c:v>
                </c:pt>
                <c:pt idx="963">
                  <c:v>621.74067200000002</c:v>
                </c:pt>
                <c:pt idx="964">
                  <c:v>840</c:v>
                </c:pt>
                <c:pt idx="965">
                  <c:v>840</c:v>
                </c:pt>
                <c:pt idx="966">
                  <c:v>810</c:v>
                </c:pt>
                <c:pt idx="967">
                  <c:v>810</c:v>
                </c:pt>
                <c:pt idx="968">
                  <c:v>660</c:v>
                </c:pt>
                <c:pt idx="969">
                  <c:v>660</c:v>
                </c:pt>
                <c:pt idx="970">
                  <c:v>712.74584300000004</c:v>
                </c:pt>
                <c:pt idx="971">
                  <c:v>712.74584300000004</c:v>
                </c:pt>
                <c:pt idx="972">
                  <c:v>750</c:v>
                </c:pt>
                <c:pt idx="973">
                  <c:v>750</c:v>
                </c:pt>
                <c:pt idx="974">
                  <c:v>200</c:v>
                </c:pt>
                <c:pt idx="975">
                  <c:v>200</c:v>
                </c:pt>
                <c:pt idx="976">
                  <c:v>200</c:v>
                </c:pt>
                <c:pt idx="977">
                  <c:v>200</c:v>
                </c:pt>
                <c:pt idx="978">
                  <c:v>199.9999</c:v>
                </c:pt>
                <c:pt idx="979">
                  <c:v>199.9999</c:v>
                </c:pt>
                <c:pt idx="980">
                  <c:v>200</c:v>
                </c:pt>
                <c:pt idx="981">
                  <c:v>200</c:v>
                </c:pt>
                <c:pt idx="982">
                  <c:v>200</c:v>
                </c:pt>
                <c:pt idx="983">
                  <c:v>200</c:v>
                </c:pt>
                <c:pt idx="984">
                  <c:v>200</c:v>
                </c:pt>
                <c:pt idx="985">
                  <c:v>200</c:v>
                </c:pt>
                <c:pt idx="986">
                  <c:v>200</c:v>
                </c:pt>
                <c:pt idx="987">
                  <c:v>200</c:v>
                </c:pt>
                <c:pt idx="988">
                  <c:v>200</c:v>
                </c:pt>
                <c:pt idx="989">
                  <c:v>200</c:v>
                </c:pt>
                <c:pt idx="990">
                  <c:v>200</c:v>
                </c:pt>
                <c:pt idx="991">
                  <c:v>200</c:v>
                </c:pt>
                <c:pt idx="992">
                  <c:v>200</c:v>
                </c:pt>
                <c:pt idx="993">
                  <c:v>200</c:v>
                </c:pt>
                <c:pt idx="994">
                  <c:v>200</c:v>
                </c:pt>
                <c:pt idx="995">
                  <c:v>200</c:v>
                </c:pt>
                <c:pt idx="996">
                  <c:v>158.74260599999999</c:v>
                </c:pt>
                <c:pt idx="997">
                  <c:v>158.74260599999999</c:v>
                </c:pt>
                <c:pt idx="998">
                  <c:v>206.2</c:v>
                </c:pt>
                <c:pt idx="999">
                  <c:v>206.2</c:v>
                </c:pt>
                <c:pt idx="1000">
                  <c:v>219.09200000000001</c:v>
                </c:pt>
                <c:pt idx="1001">
                  <c:v>219.09200000000001</c:v>
                </c:pt>
                <c:pt idx="1002">
                  <c:v>234.58099999999999</c:v>
                </c:pt>
                <c:pt idx="1003">
                  <c:v>234.58099999999999</c:v>
                </c:pt>
                <c:pt idx="1004">
                  <c:v>216.327494</c:v>
                </c:pt>
                <c:pt idx="1005">
                  <c:v>216.327494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60</c:v>
                </c:pt>
                <c:pt idx="1113">
                  <c:v>60</c:v>
                </c:pt>
                <c:pt idx="1114">
                  <c:v>22.805586000000002</c:v>
                </c:pt>
                <c:pt idx="1115">
                  <c:v>22.805586000000002</c:v>
                </c:pt>
                <c:pt idx="1116">
                  <c:v>90</c:v>
                </c:pt>
                <c:pt idx="1117">
                  <c:v>90</c:v>
                </c:pt>
                <c:pt idx="1118">
                  <c:v>150</c:v>
                </c:pt>
                <c:pt idx="1119">
                  <c:v>150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1E-4</c:v>
                </c:pt>
                <c:pt idx="1137">
                  <c:v>1E-4</c:v>
                </c:pt>
                <c:pt idx="1138">
                  <c:v>0</c:v>
                </c:pt>
                <c:pt idx="1139">
                  <c:v>0</c:v>
                </c:pt>
                <c:pt idx="1140">
                  <c:v>1E-4</c:v>
                </c:pt>
                <c:pt idx="1141">
                  <c:v>1E-4</c:v>
                </c:pt>
                <c:pt idx="1142">
                  <c:v>1E-4</c:v>
                </c:pt>
                <c:pt idx="1143">
                  <c:v>1E-4</c:v>
                </c:pt>
                <c:pt idx="1144">
                  <c:v>407.13454999999999</c:v>
                </c:pt>
                <c:pt idx="1145">
                  <c:v>407.13454999999999</c:v>
                </c:pt>
                <c:pt idx="1146">
                  <c:v>668.38999100000001</c:v>
                </c:pt>
                <c:pt idx="1147">
                  <c:v>668.38999100000001</c:v>
                </c:pt>
                <c:pt idx="1148">
                  <c:v>585.86314800000002</c:v>
                </c:pt>
                <c:pt idx="1149">
                  <c:v>585.86314800000002</c:v>
                </c:pt>
                <c:pt idx="1150">
                  <c:v>346.05487599999998</c:v>
                </c:pt>
                <c:pt idx="1151">
                  <c:v>346.05487599999998</c:v>
                </c:pt>
                <c:pt idx="1152">
                  <c:v>489.16735399999999</c:v>
                </c:pt>
                <c:pt idx="1153">
                  <c:v>489.16735399999999</c:v>
                </c:pt>
                <c:pt idx="1154">
                  <c:v>677.78947400000004</c:v>
                </c:pt>
                <c:pt idx="1155">
                  <c:v>677.78947400000004</c:v>
                </c:pt>
                <c:pt idx="1156">
                  <c:v>695.08547399999998</c:v>
                </c:pt>
                <c:pt idx="1157">
                  <c:v>695.08547399999998</c:v>
                </c:pt>
                <c:pt idx="1158">
                  <c:v>640.87346000000002</c:v>
                </c:pt>
                <c:pt idx="1159">
                  <c:v>640.87346000000002</c:v>
                </c:pt>
                <c:pt idx="1160">
                  <c:v>660</c:v>
                </c:pt>
                <c:pt idx="1161">
                  <c:v>660</c:v>
                </c:pt>
                <c:pt idx="1162">
                  <c:v>708.62321599999996</c:v>
                </c:pt>
                <c:pt idx="1163">
                  <c:v>708.62321599999996</c:v>
                </c:pt>
                <c:pt idx="1164">
                  <c:v>528.45065</c:v>
                </c:pt>
                <c:pt idx="1165">
                  <c:v>528.45065</c:v>
                </c:pt>
                <c:pt idx="1166">
                  <c:v>430.62305800000001</c:v>
                </c:pt>
                <c:pt idx="1167">
                  <c:v>430.62305800000001</c:v>
                </c:pt>
                <c:pt idx="1168">
                  <c:v>371.556445</c:v>
                </c:pt>
                <c:pt idx="1169">
                  <c:v>371.556445</c:v>
                </c:pt>
                <c:pt idx="1170">
                  <c:v>123.881354</c:v>
                </c:pt>
                <c:pt idx="1171">
                  <c:v>123.881354</c:v>
                </c:pt>
                <c:pt idx="1172">
                  <c:v>60</c:v>
                </c:pt>
                <c:pt idx="1173">
                  <c:v>60</c:v>
                </c:pt>
                <c:pt idx="1174">
                  <c:v>4.2099999999999999E-4</c:v>
                </c:pt>
                <c:pt idx="1175">
                  <c:v>4.2099999999999999E-4</c:v>
                </c:pt>
                <c:pt idx="1176">
                  <c:v>289.45490899999999</c:v>
                </c:pt>
                <c:pt idx="1177">
                  <c:v>289.45490899999999</c:v>
                </c:pt>
                <c:pt idx="1178">
                  <c:v>215.943825</c:v>
                </c:pt>
                <c:pt idx="1179">
                  <c:v>215.943825</c:v>
                </c:pt>
                <c:pt idx="1180">
                  <c:v>110.494874</c:v>
                </c:pt>
                <c:pt idx="1181">
                  <c:v>110.494874</c:v>
                </c:pt>
                <c:pt idx="1182">
                  <c:v>257.78885300000002</c:v>
                </c:pt>
                <c:pt idx="1183">
                  <c:v>257.78885300000002</c:v>
                </c:pt>
                <c:pt idx="1184">
                  <c:v>280.32403299999999</c:v>
                </c:pt>
                <c:pt idx="1185">
                  <c:v>280.32403299999999</c:v>
                </c:pt>
                <c:pt idx="1186">
                  <c:v>120.00020000000001</c:v>
                </c:pt>
                <c:pt idx="1187">
                  <c:v>120.00020000000001</c:v>
                </c:pt>
                <c:pt idx="1188">
                  <c:v>193.28110000000001</c:v>
                </c:pt>
                <c:pt idx="1189">
                  <c:v>193.28110000000001</c:v>
                </c:pt>
                <c:pt idx="1190">
                  <c:v>144.42147399999999</c:v>
                </c:pt>
                <c:pt idx="1191">
                  <c:v>144.42147399999999</c:v>
                </c:pt>
                <c:pt idx="1192">
                  <c:v>82.680621000000002</c:v>
                </c:pt>
                <c:pt idx="1193">
                  <c:v>82.680621000000002</c:v>
                </c:pt>
                <c:pt idx="1194">
                  <c:v>179.9999</c:v>
                </c:pt>
                <c:pt idx="1195">
                  <c:v>179.9999</c:v>
                </c:pt>
                <c:pt idx="1196">
                  <c:v>57.599034000000003</c:v>
                </c:pt>
                <c:pt idx="1197">
                  <c:v>57.599034000000003</c:v>
                </c:pt>
                <c:pt idx="1198">
                  <c:v>215.82723100000001</c:v>
                </c:pt>
                <c:pt idx="1199">
                  <c:v>215.82723100000001</c:v>
                </c:pt>
                <c:pt idx="1200">
                  <c:v>140.444941</c:v>
                </c:pt>
                <c:pt idx="1201">
                  <c:v>140.444941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106.05519700000001</c:v>
                </c:pt>
                <c:pt idx="1321">
                  <c:v>106.05519700000001</c:v>
                </c:pt>
                <c:pt idx="1322">
                  <c:v>23.563234999999999</c:v>
                </c:pt>
                <c:pt idx="1323">
                  <c:v>23.563234999999999</c:v>
                </c:pt>
                <c:pt idx="1324">
                  <c:v>60</c:v>
                </c:pt>
                <c:pt idx="1325">
                  <c:v>60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390</c:v>
                </c:pt>
                <c:pt idx="1337">
                  <c:v>390</c:v>
                </c:pt>
                <c:pt idx="1338">
                  <c:v>398.834429</c:v>
                </c:pt>
                <c:pt idx="1339">
                  <c:v>398.834429</c:v>
                </c:pt>
                <c:pt idx="1340">
                  <c:v>207.22319300000001</c:v>
                </c:pt>
                <c:pt idx="1341">
                  <c:v>207.22319300000001</c:v>
                </c:pt>
                <c:pt idx="1342">
                  <c:v>0</c:v>
                </c:pt>
                <c:pt idx="1343">
                  <c:v>0</c:v>
                </c:pt>
                <c:pt idx="1344">
                  <c:v>420</c:v>
                </c:pt>
                <c:pt idx="1345">
                  <c:v>420</c:v>
                </c:pt>
                <c:pt idx="1346">
                  <c:v>390</c:v>
                </c:pt>
                <c:pt idx="1347">
                  <c:v>390</c:v>
                </c:pt>
                <c:pt idx="1348">
                  <c:v>60</c:v>
                </c:pt>
                <c:pt idx="1349">
                  <c:v>60</c:v>
                </c:pt>
                <c:pt idx="1350">
                  <c:v>0</c:v>
                </c:pt>
                <c:pt idx="1351">
                  <c:v>0</c:v>
                </c:pt>
                <c:pt idx="1352">
                  <c:v>330</c:v>
                </c:pt>
                <c:pt idx="1353">
                  <c:v>330</c:v>
                </c:pt>
                <c:pt idx="1354">
                  <c:v>338.65214600000002</c:v>
                </c:pt>
                <c:pt idx="1355">
                  <c:v>338.65214600000002</c:v>
                </c:pt>
                <c:pt idx="1356">
                  <c:v>192.210947</c:v>
                </c:pt>
                <c:pt idx="1357">
                  <c:v>192.210947</c:v>
                </c:pt>
                <c:pt idx="1358">
                  <c:v>90</c:v>
                </c:pt>
                <c:pt idx="1359">
                  <c:v>90</c:v>
                </c:pt>
                <c:pt idx="1360">
                  <c:v>189.27524600000001</c:v>
                </c:pt>
                <c:pt idx="1361">
                  <c:v>189.27524600000001</c:v>
                </c:pt>
                <c:pt idx="1362">
                  <c:v>12.210947000000001</c:v>
                </c:pt>
                <c:pt idx="1363">
                  <c:v>12.210947000000001</c:v>
                </c:pt>
                <c:pt idx="1364">
                  <c:v>88.031571</c:v>
                </c:pt>
                <c:pt idx="1365">
                  <c:v>88.031571</c:v>
                </c:pt>
                <c:pt idx="1366">
                  <c:v>102.210947</c:v>
                </c:pt>
                <c:pt idx="1367">
                  <c:v>102.210947</c:v>
                </c:pt>
                <c:pt idx="1368">
                  <c:v>102.582823</c:v>
                </c:pt>
                <c:pt idx="1369">
                  <c:v>102.582823</c:v>
                </c:pt>
                <c:pt idx="1370">
                  <c:v>345.43773800000002</c:v>
                </c:pt>
                <c:pt idx="1371">
                  <c:v>345.43773800000002</c:v>
                </c:pt>
                <c:pt idx="1372">
                  <c:v>344.91877299999999</c:v>
                </c:pt>
                <c:pt idx="1373">
                  <c:v>344.91877299999999</c:v>
                </c:pt>
                <c:pt idx="1374">
                  <c:v>347.78977400000002</c:v>
                </c:pt>
                <c:pt idx="1375">
                  <c:v>347.78977400000002</c:v>
                </c:pt>
                <c:pt idx="1376">
                  <c:v>384.42249500000003</c:v>
                </c:pt>
                <c:pt idx="1377">
                  <c:v>384.42249500000003</c:v>
                </c:pt>
                <c:pt idx="1378">
                  <c:v>660.71719499999995</c:v>
                </c:pt>
                <c:pt idx="1379">
                  <c:v>660.71719499999995</c:v>
                </c:pt>
                <c:pt idx="1380">
                  <c:v>732.21094700000003</c:v>
                </c:pt>
                <c:pt idx="1381">
                  <c:v>732.21094700000003</c:v>
                </c:pt>
                <c:pt idx="1382">
                  <c:v>810</c:v>
                </c:pt>
                <c:pt idx="1383">
                  <c:v>810</c:v>
                </c:pt>
                <c:pt idx="1384">
                  <c:v>701.49305300000003</c:v>
                </c:pt>
                <c:pt idx="1385">
                  <c:v>701.49305300000003</c:v>
                </c:pt>
                <c:pt idx="1386">
                  <c:v>690.00009999999997</c:v>
                </c:pt>
                <c:pt idx="1387">
                  <c:v>690.00009999999997</c:v>
                </c:pt>
                <c:pt idx="1388">
                  <c:v>342.210847</c:v>
                </c:pt>
                <c:pt idx="1389">
                  <c:v>342.210847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705-48F5-8514-F6248FF9EF37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13.065</c:v>
                </c:pt>
                <c:pt idx="49">
                  <c:v>13.065</c:v>
                </c:pt>
                <c:pt idx="50">
                  <c:v>17.443999999999999</c:v>
                </c:pt>
                <c:pt idx="51">
                  <c:v>17.443999999999999</c:v>
                </c:pt>
                <c:pt idx="52">
                  <c:v>29.280999999999999</c:v>
                </c:pt>
                <c:pt idx="53">
                  <c:v>29.280999999999999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117.19177999999999</c:v>
                </c:pt>
                <c:pt idx="237">
                  <c:v>117.19177999999999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75.869349999999997</c:v>
                </c:pt>
                <c:pt idx="973">
                  <c:v>75.869349999999997</c:v>
                </c:pt>
                <c:pt idx="974">
                  <c:v>200</c:v>
                </c:pt>
                <c:pt idx="975">
                  <c:v>200</c:v>
                </c:pt>
                <c:pt idx="976">
                  <c:v>200</c:v>
                </c:pt>
                <c:pt idx="977">
                  <c:v>200</c:v>
                </c:pt>
                <c:pt idx="978">
                  <c:v>199.9999</c:v>
                </c:pt>
                <c:pt idx="979">
                  <c:v>199.9999</c:v>
                </c:pt>
                <c:pt idx="980">
                  <c:v>200</c:v>
                </c:pt>
                <c:pt idx="981">
                  <c:v>200</c:v>
                </c:pt>
                <c:pt idx="982">
                  <c:v>200</c:v>
                </c:pt>
                <c:pt idx="983">
                  <c:v>200</c:v>
                </c:pt>
                <c:pt idx="984">
                  <c:v>200</c:v>
                </c:pt>
                <c:pt idx="985">
                  <c:v>200</c:v>
                </c:pt>
                <c:pt idx="986">
                  <c:v>200</c:v>
                </c:pt>
                <c:pt idx="987">
                  <c:v>200</c:v>
                </c:pt>
                <c:pt idx="988">
                  <c:v>200</c:v>
                </c:pt>
                <c:pt idx="989">
                  <c:v>200</c:v>
                </c:pt>
                <c:pt idx="990">
                  <c:v>200</c:v>
                </c:pt>
                <c:pt idx="991">
                  <c:v>200</c:v>
                </c:pt>
                <c:pt idx="992">
                  <c:v>200</c:v>
                </c:pt>
                <c:pt idx="993">
                  <c:v>200</c:v>
                </c:pt>
                <c:pt idx="994">
                  <c:v>200</c:v>
                </c:pt>
                <c:pt idx="995">
                  <c:v>200</c:v>
                </c:pt>
                <c:pt idx="996">
                  <c:v>157.892606</c:v>
                </c:pt>
                <c:pt idx="997">
                  <c:v>157.892606</c:v>
                </c:pt>
                <c:pt idx="998">
                  <c:v>197.7</c:v>
                </c:pt>
                <c:pt idx="999">
                  <c:v>197.7</c:v>
                </c:pt>
                <c:pt idx="1000">
                  <c:v>191.042</c:v>
                </c:pt>
                <c:pt idx="1001">
                  <c:v>191.042</c:v>
                </c:pt>
                <c:pt idx="1002">
                  <c:v>178.48099999999999</c:v>
                </c:pt>
                <c:pt idx="1003">
                  <c:v>178.48099999999999</c:v>
                </c:pt>
                <c:pt idx="1004">
                  <c:v>148.327494</c:v>
                </c:pt>
                <c:pt idx="1005">
                  <c:v>148.327494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21.140521</c:v>
                </c:pt>
                <c:pt idx="1195">
                  <c:v>21.140521</c:v>
                </c:pt>
                <c:pt idx="1196">
                  <c:v>0</c:v>
                </c:pt>
                <c:pt idx="1197">
                  <c:v>0</c:v>
                </c:pt>
                <c:pt idx="1198">
                  <c:v>114.391734</c:v>
                </c:pt>
                <c:pt idx="1199">
                  <c:v>114.391734</c:v>
                </c:pt>
                <c:pt idx="1200">
                  <c:v>40.144941000000003</c:v>
                </c:pt>
                <c:pt idx="1201">
                  <c:v>40.144941000000003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705-48F5-8514-F6248FF9EF37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0.85</c:v>
                </c:pt>
                <c:pt idx="37">
                  <c:v>0.85</c:v>
                </c:pt>
                <c:pt idx="38">
                  <c:v>8.5</c:v>
                </c:pt>
                <c:pt idx="39">
                  <c:v>8.5</c:v>
                </c:pt>
                <c:pt idx="40">
                  <c:v>12.75</c:v>
                </c:pt>
                <c:pt idx="41">
                  <c:v>12.75</c:v>
                </c:pt>
                <c:pt idx="42">
                  <c:v>22.95</c:v>
                </c:pt>
                <c:pt idx="43">
                  <c:v>22.95</c:v>
                </c:pt>
                <c:pt idx="44">
                  <c:v>33.15</c:v>
                </c:pt>
                <c:pt idx="45">
                  <c:v>33.15</c:v>
                </c:pt>
                <c:pt idx="46">
                  <c:v>68</c:v>
                </c:pt>
                <c:pt idx="47">
                  <c:v>68</c:v>
                </c:pt>
                <c:pt idx="48">
                  <c:v>94.35</c:v>
                </c:pt>
                <c:pt idx="49">
                  <c:v>94.35</c:v>
                </c:pt>
                <c:pt idx="50">
                  <c:v>119</c:v>
                </c:pt>
                <c:pt idx="51">
                  <c:v>119</c:v>
                </c:pt>
                <c:pt idx="52">
                  <c:v>136</c:v>
                </c:pt>
                <c:pt idx="53">
                  <c:v>136</c:v>
                </c:pt>
                <c:pt idx="54">
                  <c:v>150.44999999999999</c:v>
                </c:pt>
                <c:pt idx="55">
                  <c:v>150.44999999999999</c:v>
                </c:pt>
                <c:pt idx="56">
                  <c:v>199.75</c:v>
                </c:pt>
                <c:pt idx="57">
                  <c:v>199.75</c:v>
                </c:pt>
                <c:pt idx="58">
                  <c:v>195.5</c:v>
                </c:pt>
                <c:pt idx="59">
                  <c:v>195.5</c:v>
                </c:pt>
                <c:pt idx="60">
                  <c:v>237.15</c:v>
                </c:pt>
                <c:pt idx="61">
                  <c:v>237.15</c:v>
                </c:pt>
                <c:pt idx="62">
                  <c:v>269.45</c:v>
                </c:pt>
                <c:pt idx="63">
                  <c:v>269.45</c:v>
                </c:pt>
                <c:pt idx="64">
                  <c:v>275.39999999999998</c:v>
                </c:pt>
                <c:pt idx="65">
                  <c:v>275.39999999999998</c:v>
                </c:pt>
                <c:pt idx="66">
                  <c:v>318.75</c:v>
                </c:pt>
                <c:pt idx="67">
                  <c:v>318.75</c:v>
                </c:pt>
                <c:pt idx="68">
                  <c:v>374.85</c:v>
                </c:pt>
                <c:pt idx="69">
                  <c:v>374.85</c:v>
                </c:pt>
                <c:pt idx="70">
                  <c:v>407.15</c:v>
                </c:pt>
                <c:pt idx="71">
                  <c:v>407.15</c:v>
                </c:pt>
                <c:pt idx="72">
                  <c:v>425.85</c:v>
                </c:pt>
                <c:pt idx="73">
                  <c:v>425.85</c:v>
                </c:pt>
                <c:pt idx="74">
                  <c:v>437.75</c:v>
                </c:pt>
                <c:pt idx="75">
                  <c:v>437.75</c:v>
                </c:pt>
                <c:pt idx="76">
                  <c:v>447.95</c:v>
                </c:pt>
                <c:pt idx="77">
                  <c:v>447.95</c:v>
                </c:pt>
                <c:pt idx="78">
                  <c:v>462.4</c:v>
                </c:pt>
                <c:pt idx="79">
                  <c:v>462.4</c:v>
                </c:pt>
                <c:pt idx="80">
                  <c:v>477.7</c:v>
                </c:pt>
                <c:pt idx="81">
                  <c:v>477.7</c:v>
                </c:pt>
                <c:pt idx="82">
                  <c:v>490.45</c:v>
                </c:pt>
                <c:pt idx="83">
                  <c:v>490.45</c:v>
                </c:pt>
                <c:pt idx="84">
                  <c:v>503.2</c:v>
                </c:pt>
                <c:pt idx="85">
                  <c:v>503.2</c:v>
                </c:pt>
                <c:pt idx="86">
                  <c:v>514.25</c:v>
                </c:pt>
                <c:pt idx="87">
                  <c:v>514.25</c:v>
                </c:pt>
                <c:pt idx="88">
                  <c:v>521.9</c:v>
                </c:pt>
                <c:pt idx="89">
                  <c:v>521.9</c:v>
                </c:pt>
                <c:pt idx="90">
                  <c:v>526.15</c:v>
                </c:pt>
                <c:pt idx="91">
                  <c:v>526.15</c:v>
                </c:pt>
                <c:pt idx="92">
                  <c:v>527.85</c:v>
                </c:pt>
                <c:pt idx="93">
                  <c:v>527.85</c:v>
                </c:pt>
                <c:pt idx="94">
                  <c:v>527.85</c:v>
                </c:pt>
                <c:pt idx="95">
                  <c:v>527.85</c:v>
                </c:pt>
                <c:pt idx="96">
                  <c:v>528.70000000000005</c:v>
                </c:pt>
                <c:pt idx="97">
                  <c:v>528.70000000000005</c:v>
                </c:pt>
                <c:pt idx="98">
                  <c:v>530.4</c:v>
                </c:pt>
                <c:pt idx="99">
                  <c:v>530.4</c:v>
                </c:pt>
                <c:pt idx="100">
                  <c:v>522.75</c:v>
                </c:pt>
                <c:pt idx="101">
                  <c:v>522.75</c:v>
                </c:pt>
                <c:pt idx="102">
                  <c:v>512.54999999999995</c:v>
                </c:pt>
                <c:pt idx="103">
                  <c:v>512.54999999999995</c:v>
                </c:pt>
                <c:pt idx="104">
                  <c:v>499.8</c:v>
                </c:pt>
                <c:pt idx="105">
                  <c:v>499.8</c:v>
                </c:pt>
                <c:pt idx="106">
                  <c:v>485.35</c:v>
                </c:pt>
                <c:pt idx="107">
                  <c:v>485.35</c:v>
                </c:pt>
                <c:pt idx="108">
                  <c:v>474.3</c:v>
                </c:pt>
                <c:pt idx="109">
                  <c:v>474.3</c:v>
                </c:pt>
                <c:pt idx="110">
                  <c:v>463.25</c:v>
                </c:pt>
                <c:pt idx="111">
                  <c:v>463.25</c:v>
                </c:pt>
                <c:pt idx="112">
                  <c:v>449.65</c:v>
                </c:pt>
                <c:pt idx="113">
                  <c:v>449.65</c:v>
                </c:pt>
                <c:pt idx="114">
                  <c:v>438.6</c:v>
                </c:pt>
                <c:pt idx="115">
                  <c:v>438.6</c:v>
                </c:pt>
                <c:pt idx="116">
                  <c:v>419.05</c:v>
                </c:pt>
                <c:pt idx="117">
                  <c:v>419.05</c:v>
                </c:pt>
                <c:pt idx="118">
                  <c:v>401.2</c:v>
                </c:pt>
                <c:pt idx="119">
                  <c:v>401.2</c:v>
                </c:pt>
                <c:pt idx="120">
                  <c:v>383.35</c:v>
                </c:pt>
                <c:pt idx="121">
                  <c:v>383.35</c:v>
                </c:pt>
                <c:pt idx="122">
                  <c:v>362.95</c:v>
                </c:pt>
                <c:pt idx="123">
                  <c:v>362.95</c:v>
                </c:pt>
                <c:pt idx="124">
                  <c:v>335.75</c:v>
                </c:pt>
                <c:pt idx="125">
                  <c:v>335.75</c:v>
                </c:pt>
                <c:pt idx="126">
                  <c:v>301.75</c:v>
                </c:pt>
                <c:pt idx="127">
                  <c:v>301.75</c:v>
                </c:pt>
                <c:pt idx="128">
                  <c:v>265.2</c:v>
                </c:pt>
                <c:pt idx="129">
                  <c:v>265.2</c:v>
                </c:pt>
                <c:pt idx="130">
                  <c:v>228.65</c:v>
                </c:pt>
                <c:pt idx="131">
                  <c:v>228.65</c:v>
                </c:pt>
                <c:pt idx="132">
                  <c:v>197.2</c:v>
                </c:pt>
                <c:pt idx="133">
                  <c:v>197.2</c:v>
                </c:pt>
                <c:pt idx="134">
                  <c:v>164.05</c:v>
                </c:pt>
                <c:pt idx="135">
                  <c:v>164.05</c:v>
                </c:pt>
                <c:pt idx="136">
                  <c:v>133.44999999999999</c:v>
                </c:pt>
                <c:pt idx="137">
                  <c:v>133.44999999999999</c:v>
                </c:pt>
                <c:pt idx="138">
                  <c:v>105.4</c:v>
                </c:pt>
                <c:pt idx="139">
                  <c:v>105.4</c:v>
                </c:pt>
                <c:pt idx="140">
                  <c:v>78.2</c:v>
                </c:pt>
                <c:pt idx="141">
                  <c:v>78.2</c:v>
                </c:pt>
                <c:pt idx="142">
                  <c:v>53.55</c:v>
                </c:pt>
                <c:pt idx="143">
                  <c:v>53.55</c:v>
                </c:pt>
                <c:pt idx="144">
                  <c:v>33.15</c:v>
                </c:pt>
                <c:pt idx="145">
                  <c:v>33.15</c:v>
                </c:pt>
                <c:pt idx="146">
                  <c:v>19.55</c:v>
                </c:pt>
                <c:pt idx="147">
                  <c:v>19.55</c:v>
                </c:pt>
                <c:pt idx="148">
                  <c:v>9.35</c:v>
                </c:pt>
                <c:pt idx="149">
                  <c:v>9.35</c:v>
                </c:pt>
                <c:pt idx="150">
                  <c:v>1.7</c:v>
                </c:pt>
                <c:pt idx="151">
                  <c:v>1.7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0.85</c:v>
                </c:pt>
                <c:pt idx="229">
                  <c:v>0.85</c:v>
                </c:pt>
                <c:pt idx="230">
                  <c:v>11.05</c:v>
                </c:pt>
                <c:pt idx="231">
                  <c:v>11.05</c:v>
                </c:pt>
                <c:pt idx="232">
                  <c:v>24.65</c:v>
                </c:pt>
                <c:pt idx="233">
                  <c:v>24.65</c:v>
                </c:pt>
                <c:pt idx="234">
                  <c:v>44.2</c:v>
                </c:pt>
                <c:pt idx="235">
                  <c:v>44.2</c:v>
                </c:pt>
                <c:pt idx="236">
                  <c:v>71.400000000000006</c:v>
                </c:pt>
                <c:pt idx="237">
                  <c:v>71.400000000000006</c:v>
                </c:pt>
                <c:pt idx="238">
                  <c:v>103.7</c:v>
                </c:pt>
                <c:pt idx="239">
                  <c:v>103.7</c:v>
                </c:pt>
                <c:pt idx="240">
                  <c:v>137.69999999999999</c:v>
                </c:pt>
                <c:pt idx="241">
                  <c:v>137.69999999999999</c:v>
                </c:pt>
                <c:pt idx="242">
                  <c:v>173.4</c:v>
                </c:pt>
                <c:pt idx="243">
                  <c:v>173.4</c:v>
                </c:pt>
                <c:pt idx="244">
                  <c:v>211.65</c:v>
                </c:pt>
                <c:pt idx="245">
                  <c:v>211.65</c:v>
                </c:pt>
                <c:pt idx="246">
                  <c:v>252.45</c:v>
                </c:pt>
                <c:pt idx="247">
                  <c:v>252.45</c:v>
                </c:pt>
                <c:pt idx="248">
                  <c:v>296.64999999999998</c:v>
                </c:pt>
                <c:pt idx="249">
                  <c:v>296.64999999999998</c:v>
                </c:pt>
                <c:pt idx="250">
                  <c:v>342.55</c:v>
                </c:pt>
                <c:pt idx="251">
                  <c:v>342.55</c:v>
                </c:pt>
                <c:pt idx="252">
                  <c:v>392.7</c:v>
                </c:pt>
                <c:pt idx="253">
                  <c:v>392.7</c:v>
                </c:pt>
                <c:pt idx="254">
                  <c:v>435.2</c:v>
                </c:pt>
                <c:pt idx="255">
                  <c:v>435.2</c:v>
                </c:pt>
                <c:pt idx="256">
                  <c:v>474.3</c:v>
                </c:pt>
                <c:pt idx="257">
                  <c:v>474.3</c:v>
                </c:pt>
                <c:pt idx="258">
                  <c:v>511.7</c:v>
                </c:pt>
                <c:pt idx="259">
                  <c:v>511.7</c:v>
                </c:pt>
                <c:pt idx="260">
                  <c:v>544.85</c:v>
                </c:pt>
                <c:pt idx="261">
                  <c:v>544.85</c:v>
                </c:pt>
                <c:pt idx="262">
                  <c:v>581.4</c:v>
                </c:pt>
                <c:pt idx="263">
                  <c:v>581.4</c:v>
                </c:pt>
                <c:pt idx="264">
                  <c:v>595.85</c:v>
                </c:pt>
                <c:pt idx="265">
                  <c:v>595.85</c:v>
                </c:pt>
                <c:pt idx="266">
                  <c:v>602.65</c:v>
                </c:pt>
                <c:pt idx="267">
                  <c:v>602.65</c:v>
                </c:pt>
                <c:pt idx="268">
                  <c:v>595</c:v>
                </c:pt>
                <c:pt idx="269">
                  <c:v>595</c:v>
                </c:pt>
                <c:pt idx="270">
                  <c:v>617.95000000000005</c:v>
                </c:pt>
                <c:pt idx="271">
                  <c:v>617.95000000000005</c:v>
                </c:pt>
                <c:pt idx="272">
                  <c:v>659.6</c:v>
                </c:pt>
                <c:pt idx="273">
                  <c:v>659.6</c:v>
                </c:pt>
                <c:pt idx="274">
                  <c:v>686.8</c:v>
                </c:pt>
                <c:pt idx="275">
                  <c:v>686.8</c:v>
                </c:pt>
                <c:pt idx="276">
                  <c:v>714.85</c:v>
                </c:pt>
                <c:pt idx="277">
                  <c:v>714.85</c:v>
                </c:pt>
                <c:pt idx="278">
                  <c:v>753.95</c:v>
                </c:pt>
                <c:pt idx="279">
                  <c:v>753.95</c:v>
                </c:pt>
                <c:pt idx="280">
                  <c:v>766.7</c:v>
                </c:pt>
                <c:pt idx="281">
                  <c:v>766.7</c:v>
                </c:pt>
                <c:pt idx="282">
                  <c:v>772.65</c:v>
                </c:pt>
                <c:pt idx="283">
                  <c:v>772.65</c:v>
                </c:pt>
                <c:pt idx="284">
                  <c:v>770.1</c:v>
                </c:pt>
                <c:pt idx="285">
                  <c:v>770.1</c:v>
                </c:pt>
                <c:pt idx="286">
                  <c:v>748</c:v>
                </c:pt>
                <c:pt idx="287">
                  <c:v>748</c:v>
                </c:pt>
                <c:pt idx="288">
                  <c:v>714</c:v>
                </c:pt>
                <c:pt idx="289">
                  <c:v>714</c:v>
                </c:pt>
                <c:pt idx="290">
                  <c:v>746.3</c:v>
                </c:pt>
                <c:pt idx="291">
                  <c:v>746.3</c:v>
                </c:pt>
                <c:pt idx="292">
                  <c:v>757.35</c:v>
                </c:pt>
                <c:pt idx="293">
                  <c:v>757.35</c:v>
                </c:pt>
                <c:pt idx="294">
                  <c:v>721.65</c:v>
                </c:pt>
                <c:pt idx="295">
                  <c:v>721.65</c:v>
                </c:pt>
                <c:pt idx="296">
                  <c:v>687.65</c:v>
                </c:pt>
                <c:pt idx="297">
                  <c:v>687.65</c:v>
                </c:pt>
                <c:pt idx="298">
                  <c:v>647.70000000000005</c:v>
                </c:pt>
                <c:pt idx="299">
                  <c:v>647.70000000000005</c:v>
                </c:pt>
                <c:pt idx="300">
                  <c:v>605.20000000000005</c:v>
                </c:pt>
                <c:pt idx="301">
                  <c:v>605.20000000000005</c:v>
                </c:pt>
                <c:pt idx="302">
                  <c:v>520.20000000000005</c:v>
                </c:pt>
                <c:pt idx="303">
                  <c:v>520.20000000000005</c:v>
                </c:pt>
                <c:pt idx="304">
                  <c:v>484.5</c:v>
                </c:pt>
                <c:pt idx="305">
                  <c:v>484.5</c:v>
                </c:pt>
                <c:pt idx="306">
                  <c:v>551.65</c:v>
                </c:pt>
                <c:pt idx="307">
                  <c:v>551.65</c:v>
                </c:pt>
                <c:pt idx="308">
                  <c:v>517.65</c:v>
                </c:pt>
                <c:pt idx="309">
                  <c:v>517.65</c:v>
                </c:pt>
                <c:pt idx="310">
                  <c:v>484.5</c:v>
                </c:pt>
                <c:pt idx="311">
                  <c:v>484.5</c:v>
                </c:pt>
                <c:pt idx="312">
                  <c:v>465.8</c:v>
                </c:pt>
                <c:pt idx="313">
                  <c:v>465.8</c:v>
                </c:pt>
                <c:pt idx="314">
                  <c:v>438.6</c:v>
                </c:pt>
                <c:pt idx="315">
                  <c:v>438.6</c:v>
                </c:pt>
                <c:pt idx="316">
                  <c:v>417.35</c:v>
                </c:pt>
                <c:pt idx="317">
                  <c:v>417.35</c:v>
                </c:pt>
                <c:pt idx="318">
                  <c:v>389.3</c:v>
                </c:pt>
                <c:pt idx="319">
                  <c:v>389.3</c:v>
                </c:pt>
                <c:pt idx="320">
                  <c:v>348.5</c:v>
                </c:pt>
                <c:pt idx="321">
                  <c:v>348.5</c:v>
                </c:pt>
                <c:pt idx="322">
                  <c:v>302.60000000000002</c:v>
                </c:pt>
                <c:pt idx="323">
                  <c:v>302.60000000000002</c:v>
                </c:pt>
                <c:pt idx="324">
                  <c:v>253.3</c:v>
                </c:pt>
                <c:pt idx="325">
                  <c:v>253.3</c:v>
                </c:pt>
                <c:pt idx="326">
                  <c:v>206.55</c:v>
                </c:pt>
                <c:pt idx="327">
                  <c:v>206.55</c:v>
                </c:pt>
                <c:pt idx="328">
                  <c:v>166.6</c:v>
                </c:pt>
                <c:pt idx="329">
                  <c:v>166.6</c:v>
                </c:pt>
                <c:pt idx="330">
                  <c:v>140.25</c:v>
                </c:pt>
                <c:pt idx="331">
                  <c:v>140.25</c:v>
                </c:pt>
                <c:pt idx="332">
                  <c:v>114.75</c:v>
                </c:pt>
                <c:pt idx="333">
                  <c:v>114.75</c:v>
                </c:pt>
                <c:pt idx="334">
                  <c:v>83.3</c:v>
                </c:pt>
                <c:pt idx="335">
                  <c:v>83.3</c:v>
                </c:pt>
                <c:pt idx="336">
                  <c:v>53.55</c:v>
                </c:pt>
                <c:pt idx="337">
                  <c:v>53.55</c:v>
                </c:pt>
                <c:pt idx="338">
                  <c:v>32.299999999999997</c:v>
                </c:pt>
                <c:pt idx="339">
                  <c:v>32.299999999999997</c:v>
                </c:pt>
                <c:pt idx="340">
                  <c:v>10.199999999999999</c:v>
                </c:pt>
                <c:pt idx="341">
                  <c:v>10.199999999999999</c:v>
                </c:pt>
                <c:pt idx="342">
                  <c:v>1.7</c:v>
                </c:pt>
                <c:pt idx="343">
                  <c:v>1.7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0.85</c:v>
                </c:pt>
                <c:pt idx="421">
                  <c:v>0.85</c:v>
                </c:pt>
                <c:pt idx="422">
                  <c:v>9.35</c:v>
                </c:pt>
                <c:pt idx="423">
                  <c:v>9.35</c:v>
                </c:pt>
                <c:pt idx="424">
                  <c:v>24.65</c:v>
                </c:pt>
                <c:pt idx="425">
                  <c:v>24.65</c:v>
                </c:pt>
                <c:pt idx="426">
                  <c:v>46.75</c:v>
                </c:pt>
                <c:pt idx="427">
                  <c:v>46.75</c:v>
                </c:pt>
                <c:pt idx="428">
                  <c:v>62.9</c:v>
                </c:pt>
                <c:pt idx="429">
                  <c:v>62.9</c:v>
                </c:pt>
                <c:pt idx="430">
                  <c:v>79.05</c:v>
                </c:pt>
                <c:pt idx="431">
                  <c:v>79.05</c:v>
                </c:pt>
                <c:pt idx="432">
                  <c:v>105.4</c:v>
                </c:pt>
                <c:pt idx="433">
                  <c:v>105.4</c:v>
                </c:pt>
                <c:pt idx="434">
                  <c:v>130.05000000000001</c:v>
                </c:pt>
                <c:pt idx="435">
                  <c:v>130.05000000000001</c:v>
                </c:pt>
                <c:pt idx="436">
                  <c:v>178.5</c:v>
                </c:pt>
                <c:pt idx="437">
                  <c:v>178.5</c:v>
                </c:pt>
                <c:pt idx="438">
                  <c:v>226.95</c:v>
                </c:pt>
                <c:pt idx="439">
                  <c:v>226.95</c:v>
                </c:pt>
                <c:pt idx="440">
                  <c:v>275.39999999999998</c:v>
                </c:pt>
                <c:pt idx="441">
                  <c:v>275.39999999999998</c:v>
                </c:pt>
                <c:pt idx="442">
                  <c:v>323</c:v>
                </c:pt>
                <c:pt idx="443">
                  <c:v>323</c:v>
                </c:pt>
                <c:pt idx="444">
                  <c:v>374</c:v>
                </c:pt>
                <c:pt idx="445">
                  <c:v>374</c:v>
                </c:pt>
                <c:pt idx="446">
                  <c:v>415.65</c:v>
                </c:pt>
                <c:pt idx="447">
                  <c:v>415.65</c:v>
                </c:pt>
                <c:pt idx="448">
                  <c:v>453.9</c:v>
                </c:pt>
                <c:pt idx="449">
                  <c:v>453.9</c:v>
                </c:pt>
                <c:pt idx="450">
                  <c:v>490.45</c:v>
                </c:pt>
                <c:pt idx="451">
                  <c:v>490.45</c:v>
                </c:pt>
                <c:pt idx="452">
                  <c:v>526.15</c:v>
                </c:pt>
                <c:pt idx="453">
                  <c:v>526.15</c:v>
                </c:pt>
                <c:pt idx="454">
                  <c:v>560.15</c:v>
                </c:pt>
                <c:pt idx="455">
                  <c:v>560.15</c:v>
                </c:pt>
                <c:pt idx="456">
                  <c:v>592.45000000000005</c:v>
                </c:pt>
                <c:pt idx="457">
                  <c:v>592.45000000000005</c:v>
                </c:pt>
                <c:pt idx="458">
                  <c:v>623.04999999999995</c:v>
                </c:pt>
                <c:pt idx="459">
                  <c:v>623.04999999999995</c:v>
                </c:pt>
                <c:pt idx="460">
                  <c:v>650.25</c:v>
                </c:pt>
                <c:pt idx="461">
                  <c:v>650.25</c:v>
                </c:pt>
                <c:pt idx="462">
                  <c:v>666.4</c:v>
                </c:pt>
                <c:pt idx="463">
                  <c:v>666.4</c:v>
                </c:pt>
                <c:pt idx="464">
                  <c:v>645.15</c:v>
                </c:pt>
                <c:pt idx="465">
                  <c:v>645.15</c:v>
                </c:pt>
                <c:pt idx="466">
                  <c:v>663</c:v>
                </c:pt>
                <c:pt idx="467">
                  <c:v>663</c:v>
                </c:pt>
                <c:pt idx="468">
                  <c:v>727.6</c:v>
                </c:pt>
                <c:pt idx="469">
                  <c:v>727.6</c:v>
                </c:pt>
                <c:pt idx="470">
                  <c:v>708.05</c:v>
                </c:pt>
                <c:pt idx="471">
                  <c:v>708.05</c:v>
                </c:pt>
                <c:pt idx="472">
                  <c:v>732.7</c:v>
                </c:pt>
                <c:pt idx="473">
                  <c:v>732.7</c:v>
                </c:pt>
                <c:pt idx="474">
                  <c:v>749.7</c:v>
                </c:pt>
                <c:pt idx="475">
                  <c:v>749.7</c:v>
                </c:pt>
                <c:pt idx="476">
                  <c:v>759.9</c:v>
                </c:pt>
                <c:pt idx="477">
                  <c:v>759.9</c:v>
                </c:pt>
                <c:pt idx="478">
                  <c:v>759.05</c:v>
                </c:pt>
                <c:pt idx="479">
                  <c:v>759.05</c:v>
                </c:pt>
                <c:pt idx="480">
                  <c:v>755.65</c:v>
                </c:pt>
                <c:pt idx="481">
                  <c:v>755.65</c:v>
                </c:pt>
                <c:pt idx="482">
                  <c:v>748.85</c:v>
                </c:pt>
                <c:pt idx="483">
                  <c:v>748.85</c:v>
                </c:pt>
                <c:pt idx="484">
                  <c:v>740.35</c:v>
                </c:pt>
                <c:pt idx="485">
                  <c:v>740.35</c:v>
                </c:pt>
                <c:pt idx="486">
                  <c:v>728.45</c:v>
                </c:pt>
                <c:pt idx="487">
                  <c:v>728.45</c:v>
                </c:pt>
                <c:pt idx="488">
                  <c:v>714</c:v>
                </c:pt>
                <c:pt idx="489">
                  <c:v>714</c:v>
                </c:pt>
                <c:pt idx="490">
                  <c:v>696.15</c:v>
                </c:pt>
                <c:pt idx="491">
                  <c:v>696.15</c:v>
                </c:pt>
                <c:pt idx="492">
                  <c:v>676.6</c:v>
                </c:pt>
                <c:pt idx="493">
                  <c:v>676.6</c:v>
                </c:pt>
                <c:pt idx="494">
                  <c:v>653.65</c:v>
                </c:pt>
                <c:pt idx="495">
                  <c:v>653.65</c:v>
                </c:pt>
                <c:pt idx="496">
                  <c:v>629</c:v>
                </c:pt>
                <c:pt idx="497">
                  <c:v>629</c:v>
                </c:pt>
                <c:pt idx="498">
                  <c:v>601.79999999999995</c:v>
                </c:pt>
                <c:pt idx="499">
                  <c:v>601.79999999999995</c:v>
                </c:pt>
                <c:pt idx="500">
                  <c:v>569.5</c:v>
                </c:pt>
                <c:pt idx="501">
                  <c:v>569.5</c:v>
                </c:pt>
                <c:pt idx="502">
                  <c:v>531.25</c:v>
                </c:pt>
                <c:pt idx="503">
                  <c:v>531.25</c:v>
                </c:pt>
                <c:pt idx="504">
                  <c:v>492.15</c:v>
                </c:pt>
                <c:pt idx="505">
                  <c:v>492.15</c:v>
                </c:pt>
                <c:pt idx="506">
                  <c:v>450.5</c:v>
                </c:pt>
                <c:pt idx="507">
                  <c:v>450.5</c:v>
                </c:pt>
                <c:pt idx="508">
                  <c:v>412.25</c:v>
                </c:pt>
                <c:pt idx="509">
                  <c:v>412.25</c:v>
                </c:pt>
                <c:pt idx="510">
                  <c:v>376.55</c:v>
                </c:pt>
                <c:pt idx="511">
                  <c:v>376.55</c:v>
                </c:pt>
                <c:pt idx="512">
                  <c:v>339.15</c:v>
                </c:pt>
                <c:pt idx="513">
                  <c:v>339.15</c:v>
                </c:pt>
                <c:pt idx="514">
                  <c:v>301.75</c:v>
                </c:pt>
                <c:pt idx="515">
                  <c:v>301.75</c:v>
                </c:pt>
                <c:pt idx="516">
                  <c:v>264.35000000000002</c:v>
                </c:pt>
                <c:pt idx="517">
                  <c:v>264.35000000000002</c:v>
                </c:pt>
                <c:pt idx="518">
                  <c:v>226.1</c:v>
                </c:pt>
                <c:pt idx="519">
                  <c:v>226.1</c:v>
                </c:pt>
                <c:pt idx="520">
                  <c:v>189.55</c:v>
                </c:pt>
                <c:pt idx="521">
                  <c:v>189.55</c:v>
                </c:pt>
                <c:pt idx="522">
                  <c:v>153.85</c:v>
                </c:pt>
                <c:pt idx="523">
                  <c:v>153.85</c:v>
                </c:pt>
                <c:pt idx="524">
                  <c:v>119.85</c:v>
                </c:pt>
                <c:pt idx="525">
                  <c:v>119.85</c:v>
                </c:pt>
                <c:pt idx="526">
                  <c:v>88.4</c:v>
                </c:pt>
                <c:pt idx="527">
                  <c:v>88.4</c:v>
                </c:pt>
                <c:pt idx="528">
                  <c:v>60.35</c:v>
                </c:pt>
                <c:pt idx="529">
                  <c:v>60.35</c:v>
                </c:pt>
                <c:pt idx="530">
                  <c:v>34</c:v>
                </c:pt>
                <c:pt idx="531">
                  <c:v>34</c:v>
                </c:pt>
                <c:pt idx="532">
                  <c:v>8.5</c:v>
                </c:pt>
                <c:pt idx="533">
                  <c:v>8.5</c:v>
                </c:pt>
                <c:pt idx="534">
                  <c:v>0.85</c:v>
                </c:pt>
                <c:pt idx="535">
                  <c:v>0.85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0.85</c:v>
                </c:pt>
                <c:pt idx="613">
                  <c:v>0.85</c:v>
                </c:pt>
                <c:pt idx="614">
                  <c:v>10.199999999999999</c:v>
                </c:pt>
                <c:pt idx="615">
                  <c:v>10.199999999999999</c:v>
                </c:pt>
                <c:pt idx="616">
                  <c:v>32.299999999999997</c:v>
                </c:pt>
                <c:pt idx="617">
                  <c:v>32.299999999999997</c:v>
                </c:pt>
                <c:pt idx="618">
                  <c:v>62.05</c:v>
                </c:pt>
                <c:pt idx="619">
                  <c:v>62.05</c:v>
                </c:pt>
                <c:pt idx="620">
                  <c:v>92.65</c:v>
                </c:pt>
                <c:pt idx="621">
                  <c:v>92.65</c:v>
                </c:pt>
                <c:pt idx="622">
                  <c:v>118.15</c:v>
                </c:pt>
                <c:pt idx="623">
                  <c:v>118.15</c:v>
                </c:pt>
                <c:pt idx="624">
                  <c:v>143.65</c:v>
                </c:pt>
                <c:pt idx="625">
                  <c:v>143.65</c:v>
                </c:pt>
                <c:pt idx="626">
                  <c:v>185.3</c:v>
                </c:pt>
                <c:pt idx="627">
                  <c:v>185.3</c:v>
                </c:pt>
                <c:pt idx="628">
                  <c:v>241.4</c:v>
                </c:pt>
                <c:pt idx="629">
                  <c:v>241.4</c:v>
                </c:pt>
                <c:pt idx="630">
                  <c:v>280.5</c:v>
                </c:pt>
                <c:pt idx="631">
                  <c:v>280.5</c:v>
                </c:pt>
                <c:pt idx="632">
                  <c:v>320.45</c:v>
                </c:pt>
                <c:pt idx="633">
                  <c:v>320.45</c:v>
                </c:pt>
                <c:pt idx="634">
                  <c:v>359.55</c:v>
                </c:pt>
                <c:pt idx="635">
                  <c:v>359.55</c:v>
                </c:pt>
                <c:pt idx="636">
                  <c:v>398.65</c:v>
                </c:pt>
                <c:pt idx="637">
                  <c:v>398.65</c:v>
                </c:pt>
                <c:pt idx="638">
                  <c:v>436.9</c:v>
                </c:pt>
                <c:pt idx="639">
                  <c:v>436.9</c:v>
                </c:pt>
                <c:pt idx="640">
                  <c:v>473.45</c:v>
                </c:pt>
                <c:pt idx="641">
                  <c:v>473.45</c:v>
                </c:pt>
                <c:pt idx="642">
                  <c:v>509.15</c:v>
                </c:pt>
                <c:pt idx="643">
                  <c:v>509.15</c:v>
                </c:pt>
                <c:pt idx="644">
                  <c:v>544.85</c:v>
                </c:pt>
                <c:pt idx="645">
                  <c:v>544.85</c:v>
                </c:pt>
                <c:pt idx="646">
                  <c:v>581.4</c:v>
                </c:pt>
                <c:pt idx="647">
                  <c:v>581.4</c:v>
                </c:pt>
                <c:pt idx="648">
                  <c:v>615.4</c:v>
                </c:pt>
                <c:pt idx="649">
                  <c:v>615.4</c:v>
                </c:pt>
                <c:pt idx="650">
                  <c:v>647.70000000000005</c:v>
                </c:pt>
                <c:pt idx="651">
                  <c:v>647.70000000000005</c:v>
                </c:pt>
                <c:pt idx="652">
                  <c:v>674.9</c:v>
                </c:pt>
                <c:pt idx="653">
                  <c:v>674.9</c:v>
                </c:pt>
                <c:pt idx="654">
                  <c:v>665.55</c:v>
                </c:pt>
                <c:pt idx="655">
                  <c:v>665.55</c:v>
                </c:pt>
                <c:pt idx="656">
                  <c:v>616.25</c:v>
                </c:pt>
                <c:pt idx="657">
                  <c:v>616.25</c:v>
                </c:pt>
                <c:pt idx="658">
                  <c:v>634.1</c:v>
                </c:pt>
                <c:pt idx="659">
                  <c:v>634.1</c:v>
                </c:pt>
                <c:pt idx="660">
                  <c:v>649.4</c:v>
                </c:pt>
                <c:pt idx="661">
                  <c:v>649.4</c:v>
                </c:pt>
                <c:pt idx="662">
                  <c:v>693.6</c:v>
                </c:pt>
                <c:pt idx="663">
                  <c:v>693.6</c:v>
                </c:pt>
                <c:pt idx="664">
                  <c:v>648.54999999999995</c:v>
                </c:pt>
                <c:pt idx="665">
                  <c:v>648.54999999999995</c:v>
                </c:pt>
                <c:pt idx="666">
                  <c:v>633.25</c:v>
                </c:pt>
                <c:pt idx="667">
                  <c:v>633.25</c:v>
                </c:pt>
                <c:pt idx="668">
                  <c:v>631.54999999999995</c:v>
                </c:pt>
                <c:pt idx="669">
                  <c:v>631.54999999999995</c:v>
                </c:pt>
                <c:pt idx="670">
                  <c:v>623.04999999999995</c:v>
                </c:pt>
                <c:pt idx="671">
                  <c:v>623.04999999999995</c:v>
                </c:pt>
                <c:pt idx="672">
                  <c:v>640.04999999999995</c:v>
                </c:pt>
                <c:pt idx="673">
                  <c:v>640.04999999999995</c:v>
                </c:pt>
                <c:pt idx="674">
                  <c:v>714.85</c:v>
                </c:pt>
                <c:pt idx="675">
                  <c:v>714.85</c:v>
                </c:pt>
                <c:pt idx="676">
                  <c:v>734.4</c:v>
                </c:pt>
                <c:pt idx="677">
                  <c:v>734.4</c:v>
                </c:pt>
                <c:pt idx="678">
                  <c:v>702.1</c:v>
                </c:pt>
                <c:pt idx="679">
                  <c:v>702.1</c:v>
                </c:pt>
                <c:pt idx="680">
                  <c:v>620.5</c:v>
                </c:pt>
                <c:pt idx="681">
                  <c:v>620.5</c:v>
                </c:pt>
                <c:pt idx="682">
                  <c:v>594.15</c:v>
                </c:pt>
                <c:pt idx="683">
                  <c:v>594.15</c:v>
                </c:pt>
                <c:pt idx="684">
                  <c:v>631.54999999999995</c:v>
                </c:pt>
                <c:pt idx="685">
                  <c:v>631.54999999999995</c:v>
                </c:pt>
                <c:pt idx="686">
                  <c:v>637.5</c:v>
                </c:pt>
                <c:pt idx="687">
                  <c:v>637.5</c:v>
                </c:pt>
                <c:pt idx="688">
                  <c:v>612</c:v>
                </c:pt>
                <c:pt idx="689">
                  <c:v>612</c:v>
                </c:pt>
                <c:pt idx="690">
                  <c:v>600.95000000000005</c:v>
                </c:pt>
                <c:pt idx="691">
                  <c:v>600.95000000000005</c:v>
                </c:pt>
                <c:pt idx="692">
                  <c:v>562.70000000000005</c:v>
                </c:pt>
                <c:pt idx="693">
                  <c:v>562.70000000000005</c:v>
                </c:pt>
                <c:pt idx="694">
                  <c:v>327.25</c:v>
                </c:pt>
                <c:pt idx="695">
                  <c:v>327.25</c:v>
                </c:pt>
                <c:pt idx="696">
                  <c:v>256.7</c:v>
                </c:pt>
                <c:pt idx="697">
                  <c:v>256.7</c:v>
                </c:pt>
                <c:pt idx="698">
                  <c:v>289.85000000000002</c:v>
                </c:pt>
                <c:pt idx="699">
                  <c:v>289.85000000000002</c:v>
                </c:pt>
                <c:pt idx="700">
                  <c:v>332.35</c:v>
                </c:pt>
                <c:pt idx="701">
                  <c:v>332.35</c:v>
                </c:pt>
                <c:pt idx="702">
                  <c:v>226.95</c:v>
                </c:pt>
                <c:pt idx="703">
                  <c:v>226.95</c:v>
                </c:pt>
                <c:pt idx="704">
                  <c:v>179.35</c:v>
                </c:pt>
                <c:pt idx="705">
                  <c:v>179.35</c:v>
                </c:pt>
                <c:pt idx="706">
                  <c:v>193.8</c:v>
                </c:pt>
                <c:pt idx="707">
                  <c:v>193.8</c:v>
                </c:pt>
                <c:pt idx="708">
                  <c:v>203.15</c:v>
                </c:pt>
                <c:pt idx="709">
                  <c:v>203.15</c:v>
                </c:pt>
                <c:pt idx="710">
                  <c:v>151.30000000000001</c:v>
                </c:pt>
                <c:pt idx="711">
                  <c:v>151.30000000000001</c:v>
                </c:pt>
                <c:pt idx="712">
                  <c:v>73.95</c:v>
                </c:pt>
                <c:pt idx="713">
                  <c:v>73.95</c:v>
                </c:pt>
                <c:pt idx="714">
                  <c:v>27.2</c:v>
                </c:pt>
                <c:pt idx="715">
                  <c:v>27.2</c:v>
                </c:pt>
                <c:pt idx="716">
                  <c:v>27.2</c:v>
                </c:pt>
                <c:pt idx="717">
                  <c:v>27.2</c:v>
                </c:pt>
                <c:pt idx="718">
                  <c:v>11.05</c:v>
                </c:pt>
                <c:pt idx="719">
                  <c:v>11.05</c:v>
                </c:pt>
                <c:pt idx="720">
                  <c:v>9.35</c:v>
                </c:pt>
                <c:pt idx="721">
                  <c:v>9.35</c:v>
                </c:pt>
                <c:pt idx="722">
                  <c:v>5.0999999999999996</c:v>
                </c:pt>
                <c:pt idx="723">
                  <c:v>5.0999999999999996</c:v>
                </c:pt>
                <c:pt idx="724">
                  <c:v>2.5499999999999998</c:v>
                </c:pt>
                <c:pt idx="725">
                  <c:v>2.5499999999999998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0.85</c:v>
                </c:pt>
                <c:pt idx="805">
                  <c:v>0.85</c:v>
                </c:pt>
                <c:pt idx="806">
                  <c:v>9.35</c:v>
                </c:pt>
                <c:pt idx="807">
                  <c:v>9.35</c:v>
                </c:pt>
                <c:pt idx="808">
                  <c:v>22.1</c:v>
                </c:pt>
                <c:pt idx="809">
                  <c:v>22.1</c:v>
                </c:pt>
                <c:pt idx="810">
                  <c:v>36.549999999999997</c:v>
                </c:pt>
                <c:pt idx="811">
                  <c:v>36.549999999999997</c:v>
                </c:pt>
                <c:pt idx="812">
                  <c:v>41.65</c:v>
                </c:pt>
                <c:pt idx="813">
                  <c:v>41.65</c:v>
                </c:pt>
                <c:pt idx="814">
                  <c:v>56.95</c:v>
                </c:pt>
                <c:pt idx="815">
                  <c:v>56.95</c:v>
                </c:pt>
                <c:pt idx="816">
                  <c:v>72.25</c:v>
                </c:pt>
                <c:pt idx="817">
                  <c:v>72.25</c:v>
                </c:pt>
                <c:pt idx="818">
                  <c:v>90.95</c:v>
                </c:pt>
                <c:pt idx="819">
                  <c:v>90.95</c:v>
                </c:pt>
                <c:pt idx="820">
                  <c:v>104.55</c:v>
                </c:pt>
                <c:pt idx="821">
                  <c:v>104.55</c:v>
                </c:pt>
                <c:pt idx="822">
                  <c:v>107.1</c:v>
                </c:pt>
                <c:pt idx="823">
                  <c:v>107.1</c:v>
                </c:pt>
                <c:pt idx="824">
                  <c:v>103.7</c:v>
                </c:pt>
                <c:pt idx="825">
                  <c:v>103.7</c:v>
                </c:pt>
                <c:pt idx="826">
                  <c:v>134.30000000000001</c:v>
                </c:pt>
                <c:pt idx="827">
                  <c:v>134.30000000000001</c:v>
                </c:pt>
                <c:pt idx="828">
                  <c:v>187</c:v>
                </c:pt>
                <c:pt idx="829">
                  <c:v>187</c:v>
                </c:pt>
                <c:pt idx="830">
                  <c:v>210.8</c:v>
                </c:pt>
                <c:pt idx="831">
                  <c:v>210.8</c:v>
                </c:pt>
                <c:pt idx="832">
                  <c:v>217.6</c:v>
                </c:pt>
                <c:pt idx="833">
                  <c:v>217.6</c:v>
                </c:pt>
                <c:pt idx="834">
                  <c:v>204.85</c:v>
                </c:pt>
                <c:pt idx="835">
                  <c:v>204.85</c:v>
                </c:pt>
                <c:pt idx="836">
                  <c:v>197.2</c:v>
                </c:pt>
                <c:pt idx="837">
                  <c:v>197.2</c:v>
                </c:pt>
                <c:pt idx="838">
                  <c:v>224.4</c:v>
                </c:pt>
                <c:pt idx="839">
                  <c:v>224.4</c:v>
                </c:pt>
                <c:pt idx="840">
                  <c:v>188.7</c:v>
                </c:pt>
                <c:pt idx="841">
                  <c:v>188.7</c:v>
                </c:pt>
                <c:pt idx="842">
                  <c:v>203.15</c:v>
                </c:pt>
                <c:pt idx="843">
                  <c:v>203.15</c:v>
                </c:pt>
                <c:pt idx="844">
                  <c:v>167.45</c:v>
                </c:pt>
                <c:pt idx="845">
                  <c:v>167.45</c:v>
                </c:pt>
                <c:pt idx="846">
                  <c:v>158.94999999999999</c:v>
                </c:pt>
                <c:pt idx="847">
                  <c:v>158.94999999999999</c:v>
                </c:pt>
                <c:pt idx="848">
                  <c:v>210.8</c:v>
                </c:pt>
                <c:pt idx="849">
                  <c:v>210.8</c:v>
                </c:pt>
                <c:pt idx="850">
                  <c:v>210.8</c:v>
                </c:pt>
                <c:pt idx="851">
                  <c:v>210.8</c:v>
                </c:pt>
                <c:pt idx="852">
                  <c:v>172.55</c:v>
                </c:pt>
                <c:pt idx="853">
                  <c:v>172.55</c:v>
                </c:pt>
                <c:pt idx="854">
                  <c:v>238.85</c:v>
                </c:pt>
                <c:pt idx="855">
                  <c:v>238.85</c:v>
                </c:pt>
                <c:pt idx="856">
                  <c:v>324.7</c:v>
                </c:pt>
                <c:pt idx="857">
                  <c:v>324.7</c:v>
                </c:pt>
                <c:pt idx="858">
                  <c:v>272.85000000000002</c:v>
                </c:pt>
                <c:pt idx="859">
                  <c:v>272.85000000000002</c:v>
                </c:pt>
                <c:pt idx="860">
                  <c:v>211.65</c:v>
                </c:pt>
                <c:pt idx="861">
                  <c:v>211.65</c:v>
                </c:pt>
                <c:pt idx="862">
                  <c:v>222.7</c:v>
                </c:pt>
                <c:pt idx="863">
                  <c:v>222.7</c:v>
                </c:pt>
                <c:pt idx="864">
                  <c:v>191.25</c:v>
                </c:pt>
                <c:pt idx="865">
                  <c:v>191.25</c:v>
                </c:pt>
                <c:pt idx="866">
                  <c:v>161.5</c:v>
                </c:pt>
                <c:pt idx="867">
                  <c:v>161.5</c:v>
                </c:pt>
                <c:pt idx="868">
                  <c:v>118.15</c:v>
                </c:pt>
                <c:pt idx="869">
                  <c:v>118.15</c:v>
                </c:pt>
                <c:pt idx="870">
                  <c:v>92.65</c:v>
                </c:pt>
                <c:pt idx="871">
                  <c:v>92.65</c:v>
                </c:pt>
                <c:pt idx="872">
                  <c:v>113.9</c:v>
                </c:pt>
                <c:pt idx="873">
                  <c:v>113.9</c:v>
                </c:pt>
                <c:pt idx="874">
                  <c:v>86.7</c:v>
                </c:pt>
                <c:pt idx="875">
                  <c:v>86.7</c:v>
                </c:pt>
                <c:pt idx="876">
                  <c:v>131.75</c:v>
                </c:pt>
                <c:pt idx="877">
                  <c:v>131.75</c:v>
                </c:pt>
                <c:pt idx="878">
                  <c:v>208.25</c:v>
                </c:pt>
                <c:pt idx="879">
                  <c:v>208.25</c:v>
                </c:pt>
                <c:pt idx="880">
                  <c:v>198.05</c:v>
                </c:pt>
                <c:pt idx="881">
                  <c:v>198.05</c:v>
                </c:pt>
                <c:pt idx="882">
                  <c:v>163.19999999999999</c:v>
                </c:pt>
                <c:pt idx="883">
                  <c:v>163.19999999999999</c:v>
                </c:pt>
                <c:pt idx="884">
                  <c:v>121.55</c:v>
                </c:pt>
                <c:pt idx="885">
                  <c:v>121.55</c:v>
                </c:pt>
                <c:pt idx="886">
                  <c:v>130.9</c:v>
                </c:pt>
                <c:pt idx="887">
                  <c:v>130.9</c:v>
                </c:pt>
                <c:pt idx="888">
                  <c:v>148.75</c:v>
                </c:pt>
                <c:pt idx="889">
                  <c:v>148.75</c:v>
                </c:pt>
                <c:pt idx="890">
                  <c:v>201.45</c:v>
                </c:pt>
                <c:pt idx="891">
                  <c:v>201.45</c:v>
                </c:pt>
                <c:pt idx="892">
                  <c:v>198.9</c:v>
                </c:pt>
                <c:pt idx="893">
                  <c:v>198.9</c:v>
                </c:pt>
                <c:pt idx="894">
                  <c:v>139.4</c:v>
                </c:pt>
                <c:pt idx="895">
                  <c:v>139.4</c:v>
                </c:pt>
                <c:pt idx="896">
                  <c:v>102.85</c:v>
                </c:pt>
                <c:pt idx="897">
                  <c:v>102.85</c:v>
                </c:pt>
                <c:pt idx="898">
                  <c:v>95.2</c:v>
                </c:pt>
                <c:pt idx="899">
                  <c:v>95.2</c:v>
                </c:pt>
                <c:pt idx="900">
                  <c:v>109.65</c:v>
                </c:pt>
                <c:pt idx="901">
                  <c:v>109.65</c:v>
                </c:pt>
                <c:pt idx="902">
                  <c:v>102</c:v>
                </c:pt>
                <c:pt idx="903">
                  <c:v>102</c:v>
                </c:pt>
                <c:pt idx="904">
                  <c:v>73.099999999999994</c:v>
                </c:pt>
                <c:pt idx="905">
                  <c:v>73.099999999999994</c:v>
                </c:pt>
                <c:pt idx="906">
                  <c:v>62.9</c:v>
                </c:pt>
                <c:pt idx="907">
                  <c:v>62.9</c:v>
                </c:pt>
                <c:pt idx="908">
                  <c:v>43.35</c:v>
                </c:pt>
                <c:pt idx="909">
                  <c:v>43.35</c:v>
                </c:pt>
                <c:pt idx="910">
                  <c:v>32.299999999999997</c:v>
                </c:pt>
                <c:pt idx="911">
                  <c:v>32.299999999999997</c:v>
                </c:pt>
                <c:pt idx="912">
                  <c:v>17</c:v>
                </c:pt>
                <c:pt idx="913">
                  <c:v>17</c:v>
                </c:pt>
                <c:pt idx="914">
                  <c:v>8.5</c:v>
                </c:pt>
                <c:pt idx="915">
                  <c:v>8.5</c:v>
                </c:pt>
                <c:pt idx="916">
                  <c:v>2.5499999999999998</c:v>
                </c:pt>
                <c:pt idx="917">
                  <c:v>2.5499999999999998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0.85</c:v>
                </c:pt>
                <c:pt idx="997">
                  <c:v>0.85</c:v>
                </c:pt>
                <c:pt idx="998">
                  <c:v>8.5</c:v>
                </c:pt>
                <c:pt idx="999">
                  <c:v>8.5</c:v>
                </c:pt>
                <c:pt idx="1000">
                  <c:v>28.05</c:v>
                </c:pt>
                <c:pt idx="1001">
                  <c:v>28.05</c:v>
                </c:pt>
                <c:pt idx="1002">
                  <c:v>56.1</c:v>
                </c:pt>
                <c:pt idx="1003">
                  <c:v>56.1</c:v>
                </c:pt>
                <c:pt idx="1004">
                  <c:v>68</c:v>
                </c:pt>
                <c:pt idx="1005">
                  <c:v>68</c:v>
                </c:pt>
                <c:pt idx="1006">
                  <c:v>78.2</c:v>
                </c:pt>
                <c:pt idx="1007">
                  <c:v>78.2</c:v>
                </c:pt>
                <c:pt idx="1008">
                  <c:v>98.6</c:v>
                </c:pt>
                <c:pt idx="1009">
                  <c:v>98.6</c:v>
                </c:pt>
                <c:pt idx="1010">
                  <c:v>122.4</c:v>
                </c:pt>
                <c:pt idx="1011">
                  <c:v>122.4</c:v>
                </c:pt>
                <c:pt idx="1012">
                  <c:v>133.44999999999999</c:v>
                </c:pt>
                <c:pt idx="1013">
                  <c:v>133.44999999999999</c:v>
                </c:pt>
                <c:pt idx="1014">
                  <c:v>163.19999999999999</c:v>
                </c:pt>
                <c:pt idx="1015">
                  <c:v>163.19999999999999</c:v>
                </c:pt>
                <c:pt idx="1016">
                  <c:v>193.8</c:v>
                </c:pt>
                <c:pt idx="1017">
                  <c:v>193.8</c:v>
                </c:pt>
                <c:pt idx="1018">
                  <c:v>197.2</c:v>
                </c:pt>
                <c:pt idx="1019">
                  <c:v>197.2</c:v>
                </c:pt>
                <c:pt idx="1020">
                  <c:v>198.9</c:v>
                </c:pt>
                <c:pt idx="1021">
                  <c:v>198.9</c:v>
                </c:pt>
                <c:pt idx="1022">
                  <c:v>249.9</c:v>
                </c:pt>
                <c:pt idx="1023">
                  <c:v>249.9</c:v>
                </c:pt>
                <c:pt idx="1024">
                  <c:v>298.35000000000002</c:v>
                </c:pt>
                <c:pt idx="1025">
                  <c:v>298.35000000000002</c:v>
                </c:pt>
                <c:pt idx="1026">
                  <c:v>293.25</c:v>
                </c:pt>
                <c:pt idx="1027">
                  <c:v>293.25</c:v>
                </c:pt>
                <c:pt idx="1028">
                  <c:v>263.5</c:v>
                </c:pt>
                <c:pt idx="1029">
                  <c:v>263.5</c:v>
                </c:pt>
                <c:pt idx="1030">
                  <c:v>289.85000000000002</c:v>
                </c:pt>
                <c:pt idx="1031">
                  <c:v>289.85000000000002</c:v>
                </c:pt>
                <c:pt idx="1032">
                  <c:v>270.3</c:v>
                </c:pt>
                <c:pt idx="1033">
                  <c:v>270.3</c:v>
                </c:pt>
                <c:pt idx="1034">
                  <c:v>279.64999999999998</c:v>
                </c:pt>
                <c:pt idx="1035">
                  <c:v>279.64999999999998</c:v>
                </c:pt>
                <c:pt idx="1036">
                  <c:v>257.55</c:v>
                </c:pt>
                <c:pt idx="1037">
                  <c:v>257.55</c:v>
                </c:pt>
                <c:pt idx="1038">
                  <c:v>256.7</c:v>
                </c:pt>
                <c:pt idx="1039">
                  <c:v>256.7</c:v>
                </c:pt>
                <c:pt idx="1040">
                  <c:v>243.1</c:v>
                </c:pt>
                <c:pt idx="1041">
                  <c:v>243.1</c:v>
                </c:pt>
                <c:pt idx="1042">
                  <c:v>239.7</c:v>
                </c:pt>
                <c:pt idx="1043">
                  <c:v>239.7</c:v>
                </c:pt>
                <c:pt idx="1044">
                  <c:v>233.75</c:v>
                </c:pt>
                <c:pt idx="1045">
                  <c:v>233.75</c:v>
                </c:pt>
                <c:pt idx="1046">
                  <c:v>232.05</c:v>
                </c:pt>
                <c:pt idx="1047">
                  <c:v>232.05</c:v>
                </c:pt>
                <c:pt idx="1048">
                  <c:v>228.65</c:v>
                </c:pt>
                <c:pt idx="1049">
                  <c:v>228.65</c:v>
                </c:pt>
                <c:pt idx="1050">
                  <c:v>248.2</c:v>
                </c:pt>
                <c:pt idx="1051">
                  <c:v>248.2</c:v>
                </c:pt>
                <c:pt idx="1052">
                  <c:v>271.14999999999998</c:v>
                </c:pt>
                <c:pt idx="1053">
                  <c:v>271.14999999999998</c:v>
                </c:pt>
                <c:pt idx="1054">
                  <c:v>293.25</c:v>
                </c:pt>
                <c:pt idx="1055">
                  <c:v>293.25</c:v>
                </c:pt>
                <c:pt idx="1056">
                  <c:v>304.3</c:v>
                </c:pt>
                <c:pt idx="1057">
                  <c:v>304.3</c:v>
                </c:pt>
                <c:pt idx="1058">
                  <c:v>291.55</c:v>
                </c:pt>
                <c:pt idx="1059">
                  <c:v>291.55</c:v>
                </c:pt>
                <c:pt idx="1060">
                  <c:v>306.85000000000002</c:v>
                </c:pt>
                <c:pt idx="1061">
                  <c:v>306.85000000000002</c:v>
                </c:pt>
                <c:pt idx="1062">
                  <c:v>300.89999999999998</c:v>
                </c:pt>
                <c:pt idx="1063">
                  <c:v>300.89999999999998</c:v>
                </c:pt>
                <c:pt idx="1064">
                  <c:v>316.2</c:v>
                </c:pt>
                <c:pt idx="1065">
                  <c:v>316.2</c:v>
                </c:pt>
                <c:pt idx="1066">
                  <c:v>321.3</c:v>
                </c:pt>
                <c:pt idx="1067">
                  <c:v>321.3</c:v>
                </c:pt>
                <c:pt idx="1068">
                  <c:v>314.5</c:v>
                </c:pt>
                <c:pt idx="1069">
                  <c:v>314.5</c:v>
                </c:pt>
                <c:pt idx="1070">
                  <c:v>272.85000000000002</c:v>
                </c:pt>
                <c:pt idx="1071">
                  <c:v>272.85000000000002</c:v>
                </c:pt>
                <c:pt idx="1072">
                  <c:v>308.55</c:v>
                </c:pt>
                <c:pt idx="1073">
                  <c:v>308.55</c:v>
                </c:pt>
                <c:pt idx="1074">
                  <c:v>324.7</c:v>
                </c:pt>
                <c:pt idx="1075">
                  <c:v>324.7</c:v>
                </c:pt>
                <c:pt idx="1076">
                  <c:v>257.55</c:v>
                </c:pt>
                <c:pt idx="1077">
                  <c:v>257.55</c:v>
                </c:pt>
                <c:pt idx="1078">
                  <c:v>198.9</c:v>
                </c:pt>
                <c:pt idx="1079">
                  <c:v>198.9</c:v>
                </c:pt>
                <c:pt idx="1080">
                  <c:v>196.35</c:v>
                </c:pt>
                <c:pt idx="1081">
                  <c:v>196.35</c:v>
                </c:pt>
                <c:pt idx="1082">
                  <c:v>203.15</c:v>
                </c:pt>
                <c:pt idx="1083">
                  <c:v>203.15</c:v>
                </c:pt>
                <c:pt idx="1084">
                  <c:v>184.45</c:v>
                </c:pt>
                <c:pt idx="1085">
                  <c:v>184.45</c:v>
                </c:pt>
                <c:pt idx="1086">
                  <c:v>139.4</c:v>
                </c:pt>
                <c:pt idx="1087">
                  <c:v>139.4</c:v>
                </c:pt>
                <c:pt idx="1088">
                  <c:v>115.6</c:v>
                </c:pt>
                <c:pt idx="1089">
                  <c:v>115.6</c:v>
                </c:pt>
                <c:pt idx="1090">
                  <c:v>85.85</c:v>
                </c:pt>
                <c:pt idx="1091">
                  <c:v>85.85</c:v>
                </c:pt>
                <c:pt idx="1092">
                  <c:v>90.95</c:v>
                </c:pt>
                <c:pt idx="1093">
                  <c:v>90.95</c:v>
                </c:pt>
                <c:pt idx="1094">
                  <c:v>127.5</c:v>
                </c:pt>
                <c:pt idx="1095">
                  <c:v>127.5</c:v>
                </c:pt>
                <c:pt idx="1096">
                  <c:v>73.95</c:v>
                </c:pt>
                <c:pt idx="1097">
                  <c:v>73.95</c:v>
                </c:pt>
                <c:pt idx="1098">
                  <c:v>58.65</c:v>
                </c:pt>
                <c:pt idx="1099">
                  <c:v>58.65</c:v>
                </c:pt>
                <c:pt idx="1100">
                  <c:v>39.950000000000003</c:v>
                </c:pt>
                <c:pt idx="1101">
                  <c:v>39.950000000000003</c:v>
                </c:pt>
                <c:pt idx="1102">
                  <c:v>27.2</c:v>
                </c:pt>
                <c:pt idx="1103">
                  <c:v>27.2</c:v>
                </c:pt>
                <c:pt idx="1104">
                  <c:v>22.1</c:v>
                </c:pt>
                <c:pt idx="1105">
                  <c:v>22.1</c:v>
                </c:pt>
                <c:pt idx="1106">
                  <c:v>12.75</c:v>
                </c:pt>
                <c:pt idx="1107">
                  <c:v>12.75</c:v>
                </c:pt>
                <c:pt idx="1108">
                  <c:v>5.95</c:v>
                </c:pt>
                <c:pt idx="1109">
                  <c:v>5.95</c:v>
                </c:pt>
                <c:pt idx="1110">
                  <c:v>0.85</c:v>
                </c:pt>
                <c:pt idx="1111">
                  <c:v>0.85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5.0999999999999996</c:v>
                </c:pt>
                <c:pt idx="1191">
                  <c:v>5.0999999999999996</c:v>
                </c:pt>
                <c:pt idx="1192">
                  <c:v>19.55</c:v>
                </c:pt>
                <c:pt idx="1193">
                  <c:v>19.55</c:v>
                </c:pt>
                <c:pt idx="1194">
                  <c:v>34.85</c:v>
                </c:pt>
                <c:pt idx="1195">
                  <c:v>34.85</c:v>
                </c:pt>
                <c:pt idx="1196">
                  <c:v>65.45</c:v>
                </c:pt>
                <c:pt idx="1197">
                  <c:v>65.45</c:v>
                </c:pt>
                <c:pt idx="1198">
                  <c:v>94.35</c:v>
                </c:pt>
                <c:pt idx="1199">
                  <c:v>94.35</c:v>
                </c:pt>
                <c:pt idx="1200">
                  <c:v>100.3</c:v>
                </c:pt>
                <c:pt idx="1201">
                  <c:v>100.3</c:v>
                </c:pt>
                <c:pt idx="1202">
                  <c:v>123.25</c:v>
                </c:pt>
                <c:pt idx="1203">
                  <c:v>123.25</c:v>
                </c:pt>
                <c:pt idx="1204">
                  <c:v>168.3</c:v>
                </c:pt>
                <c:pt idx="1205">
                  <c:v>168.3</c:v>
                </c:pt>
                <c:pt idx="1206">
                  <c:v>190.4</c:v>
                </c:pt>
                <c:pt idx="1207">
                  <c:v>190.4</c:v>
                </c:pt>
                <c:pt idx="1208">
                  <c:v>220.15</c:v>
                </c:pt>
                <c:pt idx="1209">
                  <c:v>220.15</c:v>
                </c:pt>
                <c:pt idx="1210">
                  <c:v>268.60000000000002</c:v>
                </c:pt>
                <c:pt idx="1211">
                  <c:v>268.60000000000002</c:v>
                </c:pt>
                <c:pt idx="1212">
                  <c:v>317.05</c:v>
                </c:pt>
                <c:pt idx="1213">
                  <c:v>317.05</c:v>
                </c:pt>
                <c:pt idx="1214">
                  <c:v>372.3</c:v>
                </c:pt>
                <c:pt idx="1215">
                  <c:v>372.3</c:v>
                </c:pt>
                <c:pt idx="1216">
                  <c:v>407.15</c:v>
                </c:pt>
                <c:pt idx="1217">
                  <c:v>407.15</c:v>
                </c:pt>
                <c:pt idx="1218">
                  <c:v>428.4</c:v>
                </c:pt>
                <c:pt idx="1219">
                  <c:v>428.4</c:v>
                </c:pt>
                <c:pt idx="1220">
                  <c:v>408</c:v>
                </c:pt>
                <c:pt idx="1221">
                  <c:v>408</c:v>
                </c:pt>
                <c:pt idx="1222">
                  <c:v>464.95</c:v>
                </c:pt>
                <c:pt idx="1223">
                  <c:v>464.95</c:v>
                </c:pt>
                <c:pt idx="1224">
                  <c:v>548.25</c:v>
                </c:pt>
                <c:pt idx="1225">
                  <c:v>548.25</c:v>
                </c:pt>
                <c:pt idx="1226">
                  <c:v>594.15</c:v>
                </c:pt>
                <c:pt idx="1227">
                  <c:v>594.15</c:v>
                </c:pt>
                <c:pt idx="1228">
                  <c:v>588.20000000000005</c:v>
                </c:pt>
                <c:pt idx="1229">
                  <c:v>588.20000000000005</c:v>
                </c:pt>
                <c:pt idx="1230">
                  <c:v>564.4</c:v>
                </c:pt>
                <c:pt idx="1231">
                  <c:v>564.4</c:v>
                </c:pt>
                <c:pt idx="1232">
                  <c:v>593.29999999999995</c:v>
                </c:pt>
                <c:pt idx="1233">
                  <c:v>593.29999999999995</c:v>
                </c:pt>
                <c:pt idx="1234">
                  <c:v>644.29999999999995</c:v>
                </c:pt>
                <c:pt idx="1235">
                  <c:v>644.29999999999995</c:v>
                </c:pt>
                <c:pt idx="1236">
                  <c:v>680</c:v>
                </c:pt>
                <c:pt idx="1237">
                  <c:v>680</c:v>
                </c:pt>
                <c:pt idx="1238">
                  <c:v>677.45</c:v>
                </c:pt>
                <c:pt idx="1239">
                  <c:v>677.45</c:v>
                </c:pt>
                <c:pt idx="1240">
                  <c:v>625.6</c:v>
                </c:pt>
                <c:pt idx="1241">
                  <c:v>625.6</c:v>
                </c:pt>
                <c:pt idx="1242">
                  <c:v>651.95000000000005</c:v>
                </c:pt>
                <c:pt idx="1243">
                  <c:v>651.95000000000005</c:v>
                </c:pt>
                <c:pt idx="1244">
                  <c:v>691.9</c:v>
                </c:pt>
                <c:pt idx="1245">
                  <c:v>691.9</c:v>
                </c:pt>
                <c:pt idx="1246">
                  <c:v>702.95</c:v>
                </c:pt>
                <c:pt idx="1247">
                  <c:v>702.95</c:v>
                </c:pt>
                <c:pt idx="1248">
                  <c:v>714</c:v>
                </c:pt>
                <c:pt idx="1249">
                  <c:v>714</c:v>
                </c:pt>
                <c:pt idx="1250">
                  <c:v>650.25</c:v>
                </c:pt>
                <c:pt idx="1251">
                  <c:v>650.25</c:v>
                </c:pt>
                <c:pt idx="1252">
                  <c:v>671.5</c:v>
                </c:pt>
                <c:pt idx="1253">
                  <c:v>671.5</c:v>
                </c:pt>
                <c:pt idx="1254">
                  <c:v>710.6</c:v>
                </c:pt>
                <c:pt idx="1255">
                  <c:v>710.6</c:v>
                </c:pt>
                <c:pt idx="1256">
                  <c:v>719.95</c:v>
                </c:pt>
                <c:pt idx="1257">
                  <c:v>719.95</c:v>
                </c:pt>
                <c:pt idx="1258">
                  <c:v>682.55</c:v>
                </c:pt>
                <c:pt idx="1259">
                  <c:v>682.55</c:v>
                </c:pt>
                <c:pt idx="1260">
                  <c:v>675.75</c:v>
                </c:pt>
                <c:pt idx="1261">
                  <c:v>675.75</c:v>
                </c:pt>
                <c:pt idx="1262">
                  <c:v>677.45</c:v>
                </c:pt>
                <c:pt idx="1263">
                  <c:v>677.45</c:v>
                </c:pt>
                <c:pt idx="1264">
                  <c:v>635.79999999999995</c:v>
                </c:pt>
                <c:pt idx="1265">
                  <c:v>635.79999999999995</c:v>
                </c:pt>
                <c:pt idx="1266">
                  <c:v>634.95000000000005</c:v>
                </c:pt>
                <c:pt idx="1267">
                  <c:v>634.95000000000005</c:v>
                </c:pt>
                <c:pt idx="1268">
                  <c:v>612</c:v>
                </c:pt>
                <c:pt idx="1269">
                  <c:v>612</c:v>
                </c:pt>
                <c:pt idx="1270">
                  <c:v>584.79999999999995</c:v>
                </c:pt>
                <c:pt idx="1271">
                  <c:v>584.79999999999995</c:v>
                </c:pt>
                <c:pt idx="1272">
                  <c:v>550.79999999999995</c:v>
                </c:pt>
                <c:pt idx="1273">
                  <c:v>550.79999999999995</c:v>
                </c:pt>
                <c:pt idx="1274">
                  <c:v>514.25</c:v>
                </c:pt>
                <c:pt idx="1275">
                  <c:v>514.25</c:v>
                </c:pt>
                <c:pt idx="1276">
                  <c:v>476.85</c:v>
                </c:pt>
                <c:pt idx="1277">
                  <c:v>476.85</c:v>
                </c:pt>
                <c:pt idx="1278">
                  <c:v>436.05</c:v>
                </c:pt>
                <c:pt idx="1279">
                  <c:v>436.05</c:v>
                </c:pt>
                <c:pt idx="1280">
                  <c:v>375.7</c:v>
                </c:pt>
                <c:pt idx="1281">
                  <c:v>375.7</c:v>
                </c:pt>
                <c:pt idx="1282">
                  <c:v>312.8</c:v>
                </c:pt>
                <c:pt idx="1283">
                  <c:v>312.8</c:v>
                </c:pt>
                <c:pt idx="1284">
                  <c:v>255</c:v>
                </c:pt>
                <c:pt idx="1285">
                  <c:v>255</c:v>
                </c:pt>
                <c:pt idx="1286">
                  <c:v>179.35</c:v>
                </c:pt>
                <c:pt idx="1287">
                  <c:v>179.35</c:v>
                </c:pt>
                <c:pt idx="1288">
                  <c:v>113.9</c:v>
                </c:pt>
                <c:pt idx="1289">
                  <c:v>113.9</c:v>
                </c:pt>
                <c:pt idx="1290">
                  <c:v>100.3</c:v>
                </c:pt>
                <c:pt idx="1291">
                  <c:v>100.3</c:v>
                </c:pt>
                <c:pt idx="1292">
                  <c:v>90.1</c:v>
                </c:pt>
                <c:pt idx="1293">
                  <c:v>90.1</c:v>
                </c:pt>
                <c:pt idx="1294">
                  <c:v>74.8</c:v>
                </c:pt>
                <c:pt idx="1295">
                  <c:v>74.8</c:v>
                </c:pt>
                <c:pt idx="1296">
                  <c:v>49.3</c:v>
                </c:pt>
                <c:pt idx="1297">
                  <c:v>49.3</c:v>
                </c:pt>
                <c:pt idx="1298">
                  <c:v>27.2</c:v>
                </c:pt>
                <c:pt idx="1299">
                  <c:v>27.2</c:v>
                </c:pt>
                <c:pt idx="1300">
                  <c:v>7.65</c:v>
                </c:pt>
                <c:pt idx="1301">
                  <c:v>7.65</c:v>
                </c:pt>
                <c:pt idx="1302">
                  <c:v>0.85</c:v>
                </c:pt>
                <c:pt idx="1303">
                  <c:v>0.85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3.4</c:v>
                </c:pt>
                <c:pt idx="1383">
                  <c:v>3.4</c:v>
                </c:pt>
                <c:pt idx="1384">
                  <c:v>21.25</c:v>
                </c:pt>
                <c:pt idx="1385">
                  <c:v>21.25</c:v>
                </c:pt>
                <c:pt idx="1386">
                  <c:v>37.4</c:v>
                </c:pt>
                <c:pt idx="1387">
                  <c:v>37.4</c:v>
                </c:pt>
                <c:pt idx="1388">
                  <c:v>52.7</c:v>
                </c:pt>
                <c:pt idx="1389">
                  <c:v>52.7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705-48F5-8514-F6248FF9E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38.112900000000003</c:v>
                </c:pt>
                <c:pt idx="6">
                  <c:v>38.112900000000003</c:v>
                </c:pt>
                <c:pt idx="7">
                  <c:v>38.112900000000003</c:v>
                </c:pt>
                <c:pt idx="8">
                  <c:v>38.112900000000003</c:v>
                </c:pt>
                <c:pt idx="9">
                  <c:v>42.651116999999999</c:v>
                </c:pt>
                <c:pt idx="10">
                  <c:v>46.353299999999997</c:v>
                </c:pt>
                <c:pt idx="11">
                  <c:v>47.213633000000002</c:v>
                </c:pt>
                <c:pt idx="12">
                  <c:v>49.073408000000001</c:v>
                </c:pt>
                <c:pt idx="13">
                  <c:v>50.694237000000001</c:v>
                </c:pt>
                <c:pt idx="14">
                  <c:v>50.694237000000001</c:v>
                </c:pt>
                <c:pt idx="15">
                  <c:v>50.694237000000001</c:v>
                </c:pt>
                <c:pt idx="16">
                  <c:v>53.215516000000001</c:v>
                </c:pt>
                <c:pt idx="17">
                  <c:v>53.215516000000001</c:v>
                </c:pt>
                <c:pt idx="18">
                  <c:v>53.215516000000001</c:v>
                </c:pt>
                <c:pt idx="19">
                  <c:v>53.215516000000001</c:v>
                </c:pt>
                <c:pt idx="20">
                  <c:v>55.003667</c:v>
                </c:pt>
                <c:pt idx="21">
                  <c:v>57.753731999999999</c:v>
                </c:pt>
                <c:pt idx="22">
                  <c:v>57.753731999999999</c:v>
                </c:pt>
                <c:pt idx="23">
                  <c:v>57.753731999999999</c:v>
                </c:pt>
                <c:pt idx="24">
                  <c:v>57.753731999999999</c:v>
                </c:pt>
                <c:pt idx="25">
                  <c:v>57.753731999999999</c:v>
                </c:pt>
                <c:pt idx="26">
                  <c:v>57.753731999999999</c:v>
                </c:pt>
                <c:pt idx="27">
                  <c:v>57.753731999999999</c:v>
                </c:pt>
                <c:pt idx="28">
                  <c:v>57.753731999999999</c:v>
                </c:pt>
                <c:pt idx="29">
                  <c:v>54.018456</c:v>
                </c:pt>
                <c:pt idx="30">
                  <c:v>52.749961999999996</c:v>
                </c:pt>
                <c:pt idx="31">
                  <c:v>51.481468</c:v>
                </c:pt>
                <c:pt idx="32">
                  <c:v>50.889504000000002</c:v>
                </c:pt>
                <c:pt idx="33">
                  <c:v>50.601432000000003</c:v>
                </c:pt>
                <c:pt idx="34">
                  <c:v>49.521163999999999</c:v>
                </c:pt>
                <c:pt idx="35">
                  <c:v>48.440894999999998</c:v>
                </c:pt>
                <c:pt idx="36">
                  <c:v>47.360626000000003</c:v>
                </c:pt>
                <c:pt idx="37">
                  <c:v>47.216589999999997</c:v>
                </c:pt>
                <c:pt idx="38">
                  <c:v>46.084138000000003</c:v>
                </c:pt>
                <c:pt idx="39">
                  <c:v>44.870795000000001</c:v>
                </c:pt>
                <c:pt idx="40">
                  <c:v>43.657452999999997</c:v>
                </c:pt>
                <c:pt idx="41">
                  <c:v>43.495674000000001</c:v>
                </c:pt>
                <c:pt idx="42">
                  <c:v>42.557909000000002</c:v>
                </c:pt>
                <c:pt idx="43">
                  <c:v>41.385702000000002</c:v>
                </c:pt>
                <c:pt idx="44">
                  <c:v>40.213495999999999</c:v>
                </c:pt>
                <c:pt idx="45">
                  <c:v>39.822760000000002</c:v>
                </c:pt>
                <c:pt idx="46">
                  <c:v>39.822760000000002</c:v>
                </c:pt>
                <c:pt idx="47">
                  <c:v>39.822760000000002</c:v>
                </c:pt>
                <c:pt idx="48">
                  <c:v>39.822760000000002</c:v>
                </c:pt>
                <c:pt idx="49">
                  <c:v>39.822760000000002</c:v>
                </c:pt>
                <c:pt idx="50">
                  <c:v>39.822760000000002</c:v>
                </c:pt>
                <c:pt idx="51">
                  <c:v>39.822760000000002</c:v>
                </c:pt>
                <c:pt idx="52">
                  <c:v>39.822760000000002</c:v>
                </c:pt>
                <c:pt idx="53">
                  <c:v>39.822760000000002</c:v>
                </c:pt>
                <c:pt idx="54">
                  <c:v>38.659973999999998</c:v>
                </c:pt>
                <c:pt idx="55">
                  <c:v>37.497188000000001</c:v>
                </c:pt>
                <c:pt idx="56">
                  <c:v>36.334401999999997</c:v>
                </c:pt>
                <c:pt idx="57">
                  <c:v>36.101844</c:v>
                </c:pt>
                <c:pt idx="58">
                  <c:v>35.350566000000001</c:v>
                </c:pt>
                <c:pt idx="59">
                  <c:v>34.098436999999997</c:v>
                </c:pt>
                <c:pt idx="60">
                  <c:v>32.846307000000003</c:v>
                </c:pt>
                <c:pt idx="61">
                  <c:v>32.428930999999999</c:v>
                </c:pt>
                <c:pt idx="62">
                  <c:v>31.334543</c:v>
                </c:pt>
                <c:pt idx="63">
                  <c:v>30.240155999999999</c:v>
                </c:pt>
                <c:pt idx="64">
                  <c:v>29.145769000000001</c:v>
                </c:pt>
                <c:pt idx="65">
                  <c:v>28.708013999999999</c:v>
                </c:pt>
                <c:pt idx="66">
                  <c:v>28.395426</c:v>
                </c:pt>
                <c:pt idx="67">
                  <c:v>27.223219</c:v>
                </c:pt>
                <c:pt idx="68">
                  <c:v>26.051013000000001</c:v>
                </c:pt>
                <c:pt idx="69">
                  <c:v>25.035101000000001</c:v>
                </c:pt>
                <c:pt idx="70">
                  <c:v>25.035101000000001</c:v>
                </c:pt>
                <c:pt idx="71">
                  <c:v>25.035101000000001</c:v>
                </c:pt>
                <c:pt idx="72">
                  <c:v>21.891788999999999</c:v>
                </c:pt>
                <c:pt idx="73">
                  <c:v>24.378655999999999</c:v>
                </c:pt>
                <c:pt idx="74">
                  <c:v>25.889655000000001</c:v>
                </c:pt>
                <c:pt idx="75">
                  <c:v>28.450389999999999</c:v>
                </c:pt>
                <c:pt idx="76">
                  <c:v>28.134050999999999</c:v>
                </c:pt>
                <c:pt idx="77">
                  <c:v>27.477419000000001</c:v>
                </c:pt>
                <c:pt idx="78">
                  <c:v>26.327781999999999</c:v>
                </c:pt>
                <c:pt idx="79">
                  <c:v>26.327781999999999</c:v>
                </c:pt>
                <c:pt idx="80">
                  <c:v>25.321922000000001</c:v>
                </c:pt>
                <c:pt idx="81">
                  <c:v>25.321922000000001</c:v>
                </c:pt>
                <c:pt idx="82">
                  <c:v>24.517175000000002</c:v>
                </c:pt>
                <c:pt idx="83">
                  <c:v>24.172284000000001</c:v>
                </c:pt>
                <c:pt idx="84">
                  <c:v>23.669353999999998</c:v>
                </c:pt>
                <c:pt idx="85">
                  <c:v>23.669353999999998</c:v>
                </c:pt>
                <c:pt idx="86">
                  <c:v>23.669353999999998</c:v>
                </c:pt>
                <c:pt idx="87">
                  <c:v>23.669353999999998</c:v>
                </c:pt>
                <c:pt idx="88">
                  <c:v>23.669353999999998</c:v>
                </c:pt>
                <c:pt idx="89">
                  <c:v>23.669353999999998</c:v>
                </c:pt>
                <c:pt idx="90">
                  <c:v>22.412348000000001</c:v>
                </c:pt>
                <c:pt idx="91">
                  <c:v>21.003145</c:v>
                </c:pt>
                <c:pt idx="92">
                  <c:v>20.546807999999999</c:v>
                </c:pt>
                <c:pt idx="93">
                  <c:v>21.007103000000001</c:v>
                </c:pt>
                <c:pt idx="94">
                  <c:v>21.007103000000001</c:v>
                </c:pt>
                <c:pt idx="95">
                  <c:v>21.007103000000001</c:v>
                </c:pt>
                <c:pt idx="96">
                  <c:v>21.007103000000001</c:v>
                </c:pt>
                <c:pt idx="97">
                  <c:v>21.007103000000001</c:v>
                </c:pt>
                <c:pt idx="98">
                  <c:v>21.007103000000001</c:v>
                </c:pt>
                <c:pt idx="99">
                  <c:v>21.007103000000001</c:v>
                </c:pt>
                <c:pt idx="100">
                  <c:v>21.007103000000001</c:v>
                </c:pt>
                <c:pt idx="101">
                  <c:v>25.54532</c:v>
                </c:pt>
                <c:pt idx="102">
                  <c:v>27.993335999999999</c:v>
                </c:pt>
                <c:pt idx="103">
                  <c:v>27.993335999999999</c:v>
                </c:pt>
                <c:pt idx="104">
                  <c:v>27.993335999999999</c:v>
                </c:pt>
                <c:pt idx="105">
                  <c:v>32.531553000000002</c:v>
                </c:pt>
                <c:pt idx="106">
                  <c:v>39.338878000000001</c:v>
                </c:pt>
                <c:pt idx="107">
                  <c:v>44.004736000000001</c:v>
                </c:pt>
                <c:pt idx="108">
                  <c:v>44.004736000000001</c:v>
                </c:pt>
                <c:pt idx="109">
                  <c:v>48.542952</c:v>
                </c:pt>
                <c:pt idx="110">
                  <c:v>55.350276999999998</c:v>
                </c:pt>
                <c:pt idx="111">
                  <c:v>56.188800000000001</c:v>
                </c:pt>
                <c:pt idx="112">
                  <c:v>56.188800000000001</c:v>
                </c:pt>
                <c:pt idx="113">
                  <c:v>60.727016999999996</c:v>
                </c:pt>
                <c:pt idx="114">
                  <c:v>65.039809000000005</c:v>
                </c:pt>
                <c:pt idx="115">
                  <c:v>68.412531999999999</c:v>
                </c:pt>
                <c:pt idx="116">
                  <c:v>72.189513000000005</c:v>
                </c:pt>
                <c:pt idx="117">
                  <c:v>78.654459000000003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82.109739000000005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75.115208999999993</c:v>
                </c:pt>
                <c:pt idx="136">
                  <c:v>74.144752999999994</c:v>
                </c:pt>
                <c:pt idx="137">
                  <c:v>73.104979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71.233384999999998</c:v>
                </c:pt>
                <c:pt idx="141">
                  <c:v>70.451238000000004</c:v>
                </c:pt>
                <c:pt idx="142">
                  <c:v>69.226664999999997</c:v>
                </c:pt>
                <c:pt idx="143">
                  <c:v>67.972465</c:v>
                </c:pt>
                <c:pt idx="144">
                  <c:v>67.303557999999995</c:v>
                </c:pt>
                <c:pt idx="145">
                  <c:v>66.527192999999997</c:v>
                </c:pt>
                <c:pt idx="146">
                  <c:v>65.362645999999998</c:v>
                </c:pt>
                <c:pt idx="147">
                  <c:v>64.198098000000002</c:v>
                </c:pt>
                <c:pt idx="148">
                  <c:v>63.421733000000003</c:v>
                </c:pt>
                <c:pt idx="149">
                  <c:v>62.680256999999997</c:v>
                </c:pt>
                <c:pt idx="150">
                  <c:v>61.531886</c:v>
                </c:pt>
                <c:pt idx="151">
                  <c:v>60.455826000000002</c:v>
                </c:pt>
                <c:pt idx="152">
                  <c:v>59.491906</c:v>
                </c:pt>
                <c:pt idx="153">
                  <c:v>58.913761999999998</c:v>
                </c:pt>
                <c:pt idx="154">
                  <c:v>57.674881999999997</c:v>
                </c:pt>
                <c:pt idx="155">
                  <c:v>56.436002000000002</c:v>
                </c:pt>
                <c:pt idx="156">
                  <c:v>55.610081999999998</c:v>
                </c:pt>
                <c:pt idx="157">
                  <c:v>54.908327</c:v>
                </c:pt>
                <c:pt idx="158">
                  <c:v>53.855694999999997</c:v>
                </c:pt>
                <c:pt idx="159">
                  <c:v>52.803061999999997</c:v>
                </c:pt>
                <c:pt idx="160">
                  <c:v>51.750430000000001</c:v>
                </c:pt>
                <c:pt idx="161">
                  <c:v>51.680255000000002</c:v>
                </c:pt>
                <c:pt idx="162">
                  <c:v>51.680255000000002</c:v>
                </c:pt>
                <c:pt idx="163">
                  <c:v>50.965111999999998</c:v>
                </c:pt>
                <c:pt idx="164">
                  <c:v>49.912478999999998</c:v>
                </c:pt>
                <c:pt idx="165">
                  <c:v>48.930022999999998</c:v>
                </c:pt>
                <c:pt idx="166">
                  <c:v>48.697113000000002</c:v>
                </c:pt>
                <c:pt idx="167">
                  <c:v>47.532566000000003</c:v>
                </c:pt>
                <c:pt idx="168">
                  <c:v>46.368017999999999</c:v>
                </c:pt>
                <c:pt idx="169">
                  <c:v>45.203471</c:v>
                </c:pt>
                <c:pt idx="170">
                  <c:v>44.837671999999998</c:v>
                </c:pt>
                <c:pt idx="171">
                  <c:v>43.785038999999998</c:v>
                </c:pt>
                <c:pt idx="172">
                  <c:v>42.732407000000002</c:v>
                </c:pt>
                <c:pt idx="173">
                  <c:v>41.679774999999999</c:v>
                </c:pt>
                <c:pt idx="174">
                  <c:v>41.118371000000003</c:v>
                </c:pt>
                <c:pt idx="175">
                  <c:v>41.044749000000003</c:v>
                </c:pt>
                <c:pt idx="176">
                  <c:v>39.785984999999997</c:v>
                </c:pt>
                <c:pt idx="177">
                  <c:v>38.487991000000001</c:v>
                </c:pt>
                <c:pt idx="178">
                  <c:v>37.363062999999997</c:v>
                </c:pt>
                <c:pt idx="179">
                  <c:v>37.236547000000002</c:v>
                </c:pt>
                <c:pt idx="180">
                  <c:v>36.087187</c:v>
                </c:pt>
                <c:pt idx="181">
                  <c:v>34.554887999999998</c:v>
                </c:pt>
                <c:pt idx="182">
                  <c:v>33.961691000000002</c:v>
                </c:pt>
                <c:pt idx="183">
                  <c:v>32.720776000000001</c:v>
                </c:pt>
                <c:pt idx="184">
                  <c:v>31.39743</c:v>
                </c:pt>
                <c:pt idx="185">
                  <c:v>30.162306999999998</c:v>
                </c:pt>
                <c:pt idx="186">
                  <c:v>30.162306999999998</c:v>
                </c:pt>
                <c:pt idx="187">
                  <c:v>29.326277000000001</c:v>
                </c:pt>
                <c:pt idx="188">
                  <c:v>28.803758999999999</c:v>
                </c:pt>
                <c:pt idx="189">
                  <c:v>26.281583000000001</c:v>
                </c:pt>
                <c:pt idx="190">
                  <c:v>28.300829</c:v>
                </c:pt>
                <c:pt idx="191">
                  <c:v>28.300829</c:v>
                </c:pt>
                <c:pt idx="192">
                  <c:v>28.300829</c:v>
                </c:pt>
                <c:pt idx="193">
                  <c:v>28.550691</c:v>
                </c:pt>
                <c:pt idx="194">
                  <c:v>28.550691</c:v>
                </c:pt>
                <c:pt idx="195">
                  <c:v>28.550691</c:v>
                </c:pt>
                <c:pt idx="196">
                  <c:v>28.550691</c:v>
                </c:pt>
                <c:pt idx="197">
                  <c:v>28.550691</c:v>
                </c:pt>
                <c:pt idx="198">
                  <c:v>28.550691</c:v>
                </c:pt>
                <c:pt idx="199">
                  <c:v>30.373387999999998</c:v>
                </c:pt>
                <c:pt idx="200">
                  <c:v>30.373387999999998</c:v>
                </c:pt>
                <c:pt idx="201">
                  <c:v>33.272284999999997</c:v>
                </c:pt>
                <c:pt idx="202">
                  <c:v>40.079610000000002</c:v>
                </c:pt>
                <c:pt idx="203">
                  <c:v>45.963343999999999</c:v>
                </c:pt>
                <c:pt idx="204">
                  <c:v>49.156050999999998</c:v>
                </c:pt>
                <c:pt idx="205">
                  <c:v>49.156050999999998</c:v>
                </c:pt>
                <c:pt idx="206">
                  <c:v>49.156050999999998</c:v>
                </c:pt>
                <c:pt idx="207">
                  <c:v>53.694268000000001</c:v>
                </c:pt>
                <c:pt idx="208">
                  <c:v>58.232492000000001</c:v>
                </c:pt>
                <c:pt idx="209">
                  <c:v>58.232492000000001</c:v>
                </c:pt>
                <c:pt idx="210">
                  <c:v>62.770707999999999</c:v>
                </c:pt>
                <c:pt idx="211">
                  <c:v>69.578024999999997</c:v>
                </c:pt>
                <c:pt idx="212">
                  <c:v>71.847133999999997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70.812246999999999</c:v>
                </c:pt>
                <c:pt idx="236">
                  <c:v>69.6477</c:v>
                </c:pt>
                <c:pt idx="237">
                  <c:v>68.483153000000001</c:v>
                </c:pt>
                <c:pt idx="238">
                  <c:v>67.554398000000006</c:v>
                </c:pt>
                <c:pt idx="239">
                  <c:v>67.303557999999995</c:v>
                </c:pt>
                <c:pt idx="240">
                  <c:v>66.139009999999999</c:v>
                </c:pt>
                <c:pt idx="241">
                  <c:v>64.974463</c:v>
                </c:pt>
                <c:pt idx="242">
                  <c:v>63.809916000000001</c:v>
                </c:pt>
                <c:pt idx="243">
                  <c:v>63.421733000000003</c:v>
                </c:pt>
                <c:pt idx="244">
                  <c:v>62.309517999999997</c:v>
                </c:pt>
                <c:pt idx="245">
                  <c:v>61.197302999999998</c:v>
                </c:pt>
                <c:pt idx="246">
                  <c:v>60.085087999999999</c:v>
                </c:pt>
                <c:pt idx="247">
                  <c:v>59.491906</c:v>
                </c:pt>
                <c:pt idx="248">
                  <c:v>58.500802</c:v>
                </c:pt>
                <c:pt idx="249">
                  <c:v>57.261921999999998</c:v>
                </c:pt>
                <c:pt idx="250">
                  <c:v>56.023041999999997</c:v>
                </c:pt>
                <c:pt idx="251">
                  <c:v>55.610081999999998</c:v>
                </c:pt>
                <c:pt idx="252">
                  <c:v>54.476478</c:v>
                </c:pt>
                <c:pt idx="253">
                  <c:v>53.342874000000002</c:v>
                </c:pt>
                <c:pt idx="254">
                  <c:v>52.209269999999997</c:v>
                </c:pt>
                <c:pt idx="255">
                  <c:v>51.680255000000002</c:v>
                </c:pt>
                <c:pt idx="256">
                  <c:v>51.059162999999998</c:v>
                </c:pt>
                <c:pt idx="257">
                  <c:v>49.894615000000002</c:v>
                </c:pt>
                <c:pt idx="258">
                  <c:v>48.730068000000003</c:v>
                </c:pt>
                <c:pt idx="259">
                  <c:v>47.798430000000003</c:v>
                </c:pt>
                <c:pt idx="260">
                  <c:v>47.517727999999998</c:v>
                </c:pt>
                <c:pt idx="261">
                  <c:v>46.465096000000003</c:v>
                </c:pt>
                <c:pt idx="262">
                  <c:v>45.412464</c:v>
                </c:pt>
                <c:pt idx="263">
                  <c:v>44.359831999999997</c:v>
                </c:pt>
                <c:pt idx="264">
                  <c:v>43.868603</c:v>
                </c:pt>
                <c:pt idx="265">
                  <c:v>43.868603</c:v>
                </c:pt>
                <c:pt idx="266">
                  <c:v>43.868603</c:v>
                </c:pt>
                <c:pt idx="267">
                  <c:v>43.868603</c:v>
                </c:pt>
                <c:pt idx="268">
                  <c:v>43.868603</c:v>
                </c:pt>
                <c:pt idx="269">
                  <c:v>42.667085999999998</c:v>
                </c:pt>
                <c:pt idx="270">
                  <c:v>41.280720000000002</c:v>
                </c:pt>
                <c:pt idx="271">
                  <c:v>39.986778999999999</c:v>
                </c:pt>
                <c:pt idx="272">
                  <c:v>39.505575</c:v>
                </c:pt>
                <c:pt idx="273">
                  <c:v>38.302567000000003</c:v>
                </c:pt>
                <c:pt idx="274">
                  <c:v>37.099558999999999</c:v>
                </c:pt>
                <c:pt idx="275">
                  <c:v>36.056952000000003</c:v>
                </c:pt>
                <c:pt idx="276">
                  <c:v>36.056952000000003</c:v>
                </c:pt>
                <c:pt idx="277">
                  <c:v>34.728959000000003</c:v>
                </c:pt>
                <c:pt idx="278">
                  <c:v>33.196660000000001</c:v>
                </c:pt>
                <c:pt idx="279">
                  <c:v>32.175127000000003</c:v>
                </c:pt>
                <c:pt idx="280">
                  <c:v>31.292897</c:v>
                </c:pt>
                <c:pt idx="281">
                  <c:v>29.969550999999999</c:v>
                </c:pt>
                <c:pt idx="282">
                  <c:v>28.646204999999998</c:v>
                </c:pt>
                <c:pt idx="283">
                  <c:v>28.293312</c:v>
                </c:pt>
                <c:pt idx="284">
                  <c:v>28.188808999999999</c:v>
                </c:pt>
                <c:pt idx="285">
                  <c:v>26.281583000000001</c:v>
                </c:pt>
                <c:pt idx="286">
                  <c:v>26.281583000000001</c:v>
                </c:pt>
                <c:pt idx="287">
                  <c:v>26.281583000000001</c:v>
                </c:pt>
                <c:pt idx="288">
                  <c:v>26.281583000000001</c:v>
                </c:pt>
                <c:pt idx="289">
                  <c:v>26.281583000000001</c:v>
                </c:pt>
                <c:pt idx="290">
                  <c:v>26.281583000000001</c:v>
                </c:pt>
                <c:pt idx="291">
                  <c:v>26.281583000000001</c:v>
                </c:pt>
                <c:pt idx="292">
                  <c:v>26.281583000000001</c:v>
                </c:pt>
                <c:pt idx="293">
                  <c:v>28.550701</c:v>
                </c:pt>
                <c:pt idx="294">
                  <c:v>28.550701</c:v>
                </c:pt>
                <c:pt idx="295">
                  <c:v>28.550701</c:v>
                </c:pt>
                <c:pt idx="296">
                  <c:v>28.550701</c:v>
                </c:pt>
                <c:pt idx="297">
                  <c:v>28.550701</c:v>
                </c:pt>
                <c:pt idx="298">
                  <c:v>28.734076000000002</c:v>
                </c:pt>
                <c:pt idx="299">
                  <c:v>35.358024</c:v>
                </c:pt>
                <c:pt idx="300">
                  <c:v>36.886910999999998</c:v>
                </c:pt>
                <c:pt idx="301">
                  <c:v>43.694235999999997</c:v>
                </c:pt>
                <c:pt idx="302">
                  <c:v>50.501561000000002</c:v>
                </c:pt>
                <c:pt idx="303">
                  <c:v>57.308884999999997</c:v>
                </c:pt>
                <c:pt idx="304">
                  <c:v>60.501592000000002</c:v>
                </c:pt>
                <c:pt idx="305">
                  <c:v>64.116209999999995</c:v>
                </c:pt>
                <c:pt idx="306">
                  <c:v>64.116209999999995</c:v>
                </c:pt>
                <c:pt idx="307">
                  <c:v>65.039809000000005</c:v>
                </c:pt>
                <c:pt idx="308">
                  <c:v>71.847133999999997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82.360760999999997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71.233384999999998</c:v>
                </c:pt>
                <c:pt idx="332">
                  <c:v>70.062798000000001</c:v>
                </c:pt>
                <c:pt idx="333">
                  <c:v>68.808598000000003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62.309517999999997</c:v>
                </c:pt>
                <c:pt idx="341">
                  <c:v>61.197302999999998</c:v>
                </c:pt>
                <c:pt idx="342">
                  <c:v>60.085087999999999</c:v>
                </c:pt>
                <c:pt idx="343">
                  <c:v>59.491906</c:v>
                </c:pt>
                <c:pt idx="344">
                  <c:v>59.491906</c:v>
                </c:pt>
                <c:pt idx="345">
                  <c:v>59.491906</c:v>
                </c:pt>
                <c:pt idx="346">
                  <c:v>58.817808999999997</c:v>
                </c:pt>
                <c:pt idx="347">
                  <c:v>57.705593999999998</c:v>
                </c:pt>
                <c:pt idx="348">
                  <c:v>56.741674000000003</c:v>
                </c:pt>
                <c:pt idx="349">
                  <c:v>56.741674000000003</c:v>
                </c:pt>
                <c:pt idx="350">
                  <c:v>56.353409999999997</c:v>
                </c:pt>
                <c:pt idx="351">
                  <c:v>55.610081999999998</c:v>
                </c:pt>
                <c:pt idx="352">
                  <c:v>54.645488999999998</c:v>
                </c:pt>
                <c:pt idx="353">
                  <c:v>53.480941999999999</c:v>
                </c:pt>
                <c:pt idx="354">
                  <c:v>52.859850000000002</c:v>
                </c:pt>
                <c:pt idx="355">
                  <c:v>52.298445999999998</c:v>
                </c:pt>
                <c:pt idx="356">
                  <c:v>51.245814000000003</c:v>
                </c:pt>
                <c:pt idx="357">
                  <c:v>50.193181000000003</c:v>
                </c:pt>
                <c:pt idx="358">
                  <c:v>49.140549</c:v>
                </c:pt>
                <c:pt idx="359">
                  <c:v>48.930022999999998</c:v>
                </c:pt>
                <c:pt idx="360">
                  <c:v>48.856400999999998</c:v>
                </c:pt>
                <c:pt idx="361">
                  <c:v>47.953702999999997</c:v>
                </c:pt>
                <c:pt idx="362">
                  <c:v>46.853698000000001</c:v>
                </c:pt>
                <c:pt idx="363">
                  <c:v>45.499572999999998</c:v>
                </c:pt>
                <c:pt idx="364">
                  <c:v>45.048197999999999</c:v>
                </c:pt>
                <c:pt idx="365">
                  <c:v>43.914594000000001</c:v>
                </c:pt>
                <c:pt idx="366">
                  <c:v>42.780990000000003</c:v>
                </c:pt>
                <c:pt idx="367">
                  <c:v>41.647385999999997</c:v>
                </c:pt>
                <c:pt idx="368">
                  <c:v>41.118371000000003</c:v>
                </c:pt>
                <c:pt idx="369">
                  <c:v>40.171562000000002</c:v>
                </c:pt>
                <c:pt idx="370">
                  <c:v>38.968553</c:v>
                </c:pt>
                <c:pt idx="371">
                  <c:v>37.925946000000003</c:v>
                </c:pt>
                <c:pt idx="372">
                  <c:v>37.162925000000001</c:v>
                </c:pt>
                <c:pt idx="373">
                  <c:v>37.162925000000001</c:v>
                </c:pt>
                <c:pt idx="374">
                  <c:v>36.617294999999999</c:v>
                </c:pt>
                <c:pt idx="375">
                  <c:v>35.913201000000001</c:v>
                </c:pt>
                <c:pt idx="376">
                  <c:v>34.589855</c:v>
                </c:pt>
                <c:pt idx="377">
                  <c:v>33.354731999999998</c:v>
                </c:pt>
                <c:pt idx="378">
                  <c:v>32.944381</c:v>
                </c:pt>
                <c:pt idx="379">
                  <c:v>32.175127000000003</c:v>
                </c:pt>
                <c:pt idx="380">
                  <c:v>31.996182999999998</c:v>
                </c:pt>
                <c:pt idx="381">
                  <c:v>29.031815000000002</c:v>
                </c:pt>
                <c:pt idx="382">
                  <c:v>31.493254</c:v>
                </c:pt>
                <c:pt idx="383">
                  <c:v>31.419632</c:v>
                </c:pt>
                <c:pt idx="384">
                  <c:v>31.419632</c:v>
                </c:pt>
                <c:pt idx="385">
                  <c:v>31.419632</c:v>
                </c:pt>
                <c:pt idx="386">
                  <c:v>31.419632</c:v>
                </c:pt>
                <c:pt idx="387">
                  <c:v>31.419632</c:v>
                </c:pt>
                <c:pt idx="388">
                  <c:v>31.419632</c:v>
                </c:pt>
                <c:pt idx="389">
                  <c:v>31.419632</c:v>
                </c:pt>
                <c:pt idx="390">
                  <c:v>31.419632</c:v>
                </c:pt>
                <c:pt idx="391">
                  <c:v>31.419632</c:v>
                </c:pt>
                <c:pt idx="392">
                  <c:v>31.419632</c:v>
                </c:pt>
                <c:pt idx="393">
                  <c:v>35.957847999999998</c:v>
                </c:pt>
                <c:pt idx="394">
                  <c:v>37.810510000000001</c:v>
                </c:pt>
                <c:pt idx="395">
                  <c:v>38.335273000000001</c:v>
                </c:pt>
                <c:pt idx="396">
                  <c:v>38.335273000000001</c:v>
                </c:pt>
                <c:pt idx="397">
                  <c:v>38.335273000000001</c:v>
                </c:pt>
                <c:pt idx="398">
                  <c:v>42.873489999999997</c:v>
                </c:pt>
                <c:pt idx="399">
                  <c:v>49.680815000000003</c:v>
                </c:pt>
                <c:pt idx="400">
                  <c:v>51.425159000000001</c:v>
                </c:pt>
                <c:pt idx="401">
                  <c:v>55.039777000000001</c:v>
                </c:pt>
                <c:pt idx="402">
                  <c:v>59.577993999999997</c:v>
                </c:pt>
                <c:pt idx="403">
                  <c:v>65.039809000000005</c:v>
                </c:pt>
                <c:pt idx="404">
                  <c:v>71.847133999999997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84.045209999999997</c:v>
                </c:pt>
                <c:pt idx="413">
                  <c:v>82.926861000000002</c:v>
                </c:pt>
                <c:pt idx="414">
                  <c:v>82.133065999999999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74.789764000000005</c:v>
                </c:pt>
                <c:pt idx="424">
                  <c:v>73.535563999999994</c:v>
                </c:pt>
                <c:pt idx="425">
                  <c:v>72.364976999999996</c:v>
                </c:pt>
                <c:pt idx="426">
                  <c:v>71.976794999999996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68.065085999999994</c:v>
                </c:pt>
                <c:pt idx="431">
                  <c:v>66.810885999999996</c:v>
                </c:pt>
                <c:pt idx="432">
                  <c:v>65.556685999999999</c:v>
                </c:pt>
                <c:pt idx="433">
                  <c:v>64.553325999999998</c:v>
                </c:pt>
                <c:pt idx="434">
                  <c:v>64.553325999999998</c:v>
                </c:pt>
                <c:pt idx="435">
                  <c:v>64.394717999999997</c:v>
                </c:pt>
                <c:pt idx="436">
                  <c:v>63.562221999999998</c:v>
                </c:pt>
                <c:pt idx="437">
                  <c:v>62.323340999999999</c:v>
                </c:pt>
                <c:pt idx="438">
                  <c:v>61.084460999999997</c:v>
                </c:pt>
                <c:pt idx="439">
                  <c:v>60.671500999999999</c:v>
                </c:pt>
                <c:pt idx="440">
                  <c:v>59.559286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56.741674000000003</c:v>
                </c:pt>
                <c:pt idx="445">
                  <c:v>56.664037999999998</c:v>
                </c:pt>
                <c:pt idx="446">
                  <c:v>55.499490000000002</c:v>
                </c:pt>
                <c:pt idx="447">
                  <c:v>54.334943000000003</c:v>
                </c:pt>
                <c:pt idx="448">
                  <c:v>53.170395999999997</c:v>
                </c:pt>
                <c:pt idx="449">
                  <c:v>52.859850000000002</c:v>
                </c:pt>
                <c:pt idx="450">
                  <c:v>52.017744</c:v>
                </c:pt>
                <c:pt idx="451">
                  <c:v>50.965111999999998</c:v>
                </c:pt>
                <c:pt idx="452">
                  <c:v>49.912478999999998</c:v>
                </c:pt>
                <c:pt idx="453">
                  <c:v>48.930022999999998</c:v>
                </c:pt>
                <c:pt idx="454">
                  <c:v>48.930022999999998</c:v>
                </c:pt>
                <c:pt idx="455">
                  <c:v>48.885340999999997</c:v>
                </c:pt>
                <c:pt idx="456">
                  <c:v>47.765475000000002</c:v>
                </c:pt>
                <c:pt idx="457">
                  <c:v>46.600928000000003</c:v>
                </c:pt>
                <c:pt idx="458">
                  <c:v>45.436380999999997</c:v>
                </c:pt>
                <c:pt idx="459">
                  <c:v>45.048197999999999</c:v>
                </c:pt>
                <c:pt idx="460">
                  <c:v>43.935983</c:v>
                </c:pt>
                <c:pt idx="461">
                  <c:v>42.823768000000001</c:v>
                </c:pt>
                <c:pt idx="462">
                  <c:v>41.711553000000002</c:v>
                </c:pt>
                <c:pt idx="463">
                  <c:v>41.118371000000003</c:v>
                </c:pt>
                <c:pt idx="464">
                  <c:v>40.083824</c:v>
                </c:pt>
                <c:pt idx="465">
                  <c:v>39.73715</c:v>
                </c:pt>
                <c:pt idx="466">
                  <c:v>38.513094000000002</c:v>
                </c:pt>
                <c:pt idx="467">
                  <c:v>37.285023000000002</c:v>
                </c:pt>
                <c:pt idx="468">
                  <c:v>36.056952000000003</c:v>
                </c:pt>
                <c:pt idx="469">
                  <c:v>36.016233999999997</c:v>
                </c:pt>
                <c:pt idx="470">
                  <c:v>35.584710999999999</c:v>
                </c:pt>
                <c:pt idx="471">
                  <c:v>34.337187999999998</c:v>
                </c:pt>
                <c:pt idx="472">
                  <c:v>32.763081999999997</c:v>
                </c:pt>
                <c:pt idx="473">
                  <c:v>32.175127000000003</c:v>
                </c:pt>
                <c:pt idx="474">
                  <c:v>31.996182999999998</c:v>
                </c:pt>
                <c:pt idx="475">
                  <c:v>29.200008</c:v>
                </c:pt>
                <c:pt idx="476">
                  <c:v>29.031815000000002</c:v>
                </c:pt>
                <c:pt idx="477">
                  <c:v>31.419632</c:v>
                </c:pt>
                <c:pt idx="478">
                  <c:v>31.419632</c:v>
                </c:pt>
                <c:pt idx="479">
                  <c:v>31.419632</c:v>
                </c:pt>
                <c:pt idx="480">
                  <c:v>33.688740000000003</c:v>
                </c:pt>
                <c:pt idx="481">
                  <c:v>33.688740000000003</c:v>
                </c:pt>
                <c:pt idx="482">
                  <c:v>33.688740000000003</c:v>
                </c:pt>
                <c:pt idx="483">
                  <c:v>35.957847999999998</c:v>
                </c:pt>
                <c:pt idx="484">
                  <c:v>35.957847999999998</c:v>
                </c:pt>
                <c:pt idx="485">
                  <c:v>40.496065000000002</c:v>
                </c:pt>
                <c:pt idx="486">
                  <c:v>47.30339</c:v>
                </c:pt>
                <c:pt idx="487">
                  <c:v>54.110714999999999</c:v>
                </c:pt>
                <c:pt idx="488">
                  <c:v>54.110722000000003</c:v>
                </c:pt>
                <c:pt idx="489">
                  <c:v>56.132871000000002</c:v>
                </c:pt>
                <c:pt idx="490">
                  <c:v>56.132871000000002</c:v>
                </c:pt>
                <c:pt idx="491">
                  <c:v>60.671087</c:v>
                </c:pt>
                <c:pt idx="492">
                  <c:v>61.188243</c:v>
                </c:pt>
                <c:pt idx="493">
                  <c:v>61.188243</c:v>
                </c:pt>
                <c:pt idx="494">
                  <c:v>61.188243</c:v>
                </c:pt>
                <c:pt idx="495">
                  <c:v>61.650635999999999</c:v>
                </c:pt>
                <c:pt idx="496">
                  <c:v>63.243543000000003</c:v>
                </c:pt>
                <c:pt idx="497">
                  <c:v>65.645157999999995</c:v>
                </c:pt>
                <c:pt idx="498">
                  <c:v>65.645166000000003</c:v>
                </c:pt>
                <c:pt idx="499">
                  <c:v>67.781758999999994</c:v>
                </c:pt>
                <c:pt idx="500">
                  <c:v>72.319975999999997</c:v>
                </c:pt>
                <c:pt idx="501">
                  <c:v>79.127301000000003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75.115208999999993</c:v>
                </c:pt>
                <c:pt idx="520">
                  <c:v>75.115208999999993</c:v>
                </c:pt>
                <c:pt idx="521">
                  <c:v>73.902736000000004</c:v>
                </c:pt>
                <c:pt idx="522">
                  <c:v>72.621269999999996</c:v>
                </c:pt>
                <c:pt idx="523">
                  <c:v>72.364976999999996</c:v>
                </c:pt>
                <c:pt idx="524">
                  <c:v>72.364976999999996</c:v>
                </c:pt>
                <c:pt idx="525">
                  <c:v>72.364976999999996</c:v>
                </c:pt>
                <c:pt idx="526">
                  <c:v>71.606637000000006</c:v>
                </c:pt>
                <c:pt idx="527">
                  <c:v>70.947647000000003</c:v>
                </c:pt>
                <c:pt idx="528">
                  <c:v>69.827889999999996</c:v>
                </c:pt>
                <c:pt idx="529">
                  <c:v>68.708133000000004</c:v>
                </c:pt>
                <c:pt idx="530">
                  <c:v>68.409531000000001</c:v>
                </c:pt>
                <c:pt idx="531">
                  <c:v>67.387170999999995</c:v>
                </c:pt>
                <c:pt idx="532">
                  <c:v>67.017717000000005</c:v>
                </c:pt>
                <c:pt idx="533">
                  <c:v>65.789646000000005</c:v>
                </c:pt>
                <c:pt idx="534">
                  <c:v>64.561575000000005</c:v>
                </c:pt>
                <c:pt idx="535">
                  <c:v>64.479703999999998</c:v>
                </c:pt>
                <c:pt idx="536">
                  <c:v>64.479703999999998</c:v>
                </c:pt>
                <c:pt idx="537">
                  <c:v>64.479703999999998</c:v>
                </c:pt>
                <c:pt idx="538">
                  <c:v>64.067701999999997</c:v>
                </c:pt>
                <c:pt idx="539">
                  <c:v>62.928646000000001</c:v>
                </c:pt>
                <c:pt idx="540">
                  <c:v>61.789589999999997</c:v>
                </c:pt>
                <c:pt idx="541">
                  <c:v>60.891227000000001</c:v>
                </c:pt>
                <c:pt idx="542">
                  <c:v>60.671500999999999</c:v>
                </c:pt>
                <c:pt idx="543">
                  <c:v>60.278517999999998</c:v>
                </c:pt>
                <c:pt idx="544">
                  <c:v>59.296061999999999</c:v>
                </c:pt>
                <c:pt idx="545">
                  <c:v>58.313605000000003</c:v>
                </c:pt>
                <c:pt idx="546">
                  <c:v>57.331147999999999</c:v>
                </c:pt>
                <c:pt idx="547">
                  <c:v>56.741674000000003</c:v>
                </c:pt>
                <c:pt idx="548">
                  <c:v>56.733548999999996</c:v>
                </c:pt>
                <c:pt idx="549">
                  <c:v>56.456316000000001</c:v>
                </c:pt>
                <c:pt idx="550">
                  <c:v>55.397637000000003</c:v>
                </c:pt>
                <c:pt idx="551">
                  <c:v>54.338957999999998</c:v>
                </c:pt>
                <c:pt idx="552">
                  <c:v>53.280278000000003</c:v>
                </c:pt>
                <c:pt idx="553">
                  <c:v>52.786228000000001</c:v>
                </c:pt>
                <c:pt idx="554">
                  <c:v>52.786228000000001</c:v>
                </c:pt>
                <c:pt idx="555">
                  <c:v>51.919362999999997</c:v>
                </c:pt>
                <c:pt idx="556">
                  <c:v>50.747155999999997</c:v>
                </c:pt>
                <c:pt idx="557">
                  <c:v>49.887537999999999</c:v>
                </c:pt>
                <c:pt idx="558">
                  <c:v>48.856400999999998</c:v>
                </c:pt>
                <c:pt idx="559">
                  <c:v>48.564546</c:v>
                </c:pt>
                <c:pt idx="560">
                  <c:v>47.285186000000003</c:v>
                </c:pt>
                <c:pt idx="561">
                  <c:v>45.898820000000001</c:v>
                </c:pt>
                <c:pt idx="562">
                  <c:v>44.974575999999999</c:v>
                </c:pt>
                <c:pt idx="563">
                  <c:v>44.974575999999999</c:v>
                </c:pt>
                <c:pt idx="564">
                  <c:v>44.013952000000003</c:v>
                </c:pt>
                <c:pt idx="565">
                  <c:v>42.704009999999997</c:v>
                </c:pt>
                <c:pt idx="566">
                  <c:v>41.394067</c:v>
                </c:pt>
                <c:pt idx="567">
                  <c:v>41.044749000000003</c:v>
                </c:pt>
                <c:pt idx="568">
                  <c:v>40.947710000000001</c:v>
                </c:pt>
                <c:pt idx="569">
                  <c:v>39.686200999999997</c:v>
                </c:pt>
                <c:pt idx="570">
                  <c:v>39.686200999999997</c:v>
                </c:pt>
                <c:pt idx="571">
                  <c:v>37.925946000000003</c:v>
                </c:pt>
                <c:pt idx="572">
                  <c:v>36.944364</c:v>
                </c:pt>
                <c:pt idx="573">
                  <c:v>36.567397999999997</c:v>
                </c:pt>
                <c:pt idx="574">
                  <c:v>36.064467999999998</c:v>
                </c:pt>
                <c:pt idx="575">
                  <c:v>36.944364</c:v>
                </c:pt>
                <c:pt idx="576">
                  <c:v>36.944364</c:v>
                </c:pt>
                <c:pt idx="577">
                  <c:v>39.350396000000003</c:v>
                </c:pt>
                <c:pt idx="578">
                  <c:v>43.888612999999999</c:v>
                </c:pt>
                <c:pt idx="579">
                  <c:v>50.500205000000001</c:v>
                </c:pt>
                <c:pt idx="580">
                  <c:v>52.769312999999997</c:v>
                </c:pt>
                <c:pt idx="581">
                  <c:v>55.038421999999997</c:v>
                </c:pt>
                <c:pt idx="582">
                  <c:v>55.038421999999997</c:v>
                </c:pt>
                <c:pt idx="583">
                  <c:v>55.038421999999997</c:v>
                </c:pt>
                <c:pt idx="584">
                  <c:v>59.576638000000003</c:v>
                </c:pt>
                <c:pt idx="585">
                  <c:v>59.576638000000003</c:v>
                </c:pt>
                <c:pt idx="586">
                  <c:v>59.576638000000003</c:v>
                </c:pt>
                <c:pt idx="587">
                  <c:v>59.576638000000003</c:v>
                </c:pt>
                <c:pt idx="588">
                  <c:v>59.576638000000003</c:v>
                </c:pt>
                <c:pt idx="589">
                  <c:v>59.576638000000003</c:v>
                </c:pt>
                <c:pt idx="590">
                  <c:v>64.114855000000006</c:v>
                </c:pt>
                <c:pt idx="591">
                  <c:v>66.385311000000002</c:v>
                </c:pt>
                <c:pt idx="592">
                  <c:v>73.192635999999993</c:v>
                </c:pt>
                <c:pt idx="593">
                  <c:v>73.192635999999993</c:v>
                </c:pt>
                <c:pt idx="594">
                  <c:v>77.730851999999999</c:v>
                </c:pt>
                <c:pt idx="595">
                  <c:v>78.836067999999997</c:v>
                </c:pt>
                <c:pt idx="596">
                  <c:v>80.923567000000006</c:v>
                </c:pt>
                <c:pt idx="597">
                  <c:v>80.923574000000002</c:v>
                </c:pt>
                <c:pt idx="598">
                  <c:v>80.923574000000002</c:v>
                </c:pt>
                <c:pt idx="599">
                  <c:v>80.923574000000002</c:v>
                </c:pt>
                <c:pt idx="600">
                  <c:v>85.461791000000005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79.462857999999997</c:v>
                </c:pt>
                <c:pt idx="611">
                  <c:v>78.429807999999994</c:v>
                </c:pt>
                <c:pt idx="612">
                  <c:v>76.974124000000003</c:v>
                </c:pt>
                <c:pt idx="613">
                  <c:v>76.294803999999999</c:v>
                </c:pt>
                <c:pt idx="614">
                  <c:v>75.741941999999995</c:v>
                </c:pt>
                <c:pt idx="615">
                  <c:v>75.198108000000005</c:v>
                </c:pt>
                <c:pt idx="616">
                  <c:v>73.827237999999994</c:v>
                </c:pt>
                <c:pt idx="617">
                  <c:v>72.456368999999995</c:v>
                </c:pt>
                <c:pt idx="618">
                  <c:v>72.069028000000003</c:v>
                </c:pt>
                <c:pt idx="619">
                  <c:v>70.898510000000002</c:v>
                </c:pt>
                <c:pt idx="620">
                  <c:v>69.604568999999998</c:v>
                </c:pt>
                <c:pt idx="621">
                  <c:v>68.483153000000001</c:v>
                </c:pt>
                <c:pt idx="622">
                  <c:v>68.348112</c:v>
                </c:pt>
                <c:pt idx="623">
                  <c:v>67.746309999999994</c:v>
                </c:pt>
                <c:pt idx="624">
                  <c:v>66.518238999999994</c:v>
                </c:pt>
                <c:pt idx="625">
                  <c:v>65.290167999999994</c:v>
                </c:pt>
                <c:pt idx="626">
                  <c:v>64.553325999999998</c:v>
                </c:pt>
                <c:pt idx="627">
                  <c:v>63.932234000000001</c:v>
                </c:pt>
                <c:pt idx="628">
                  <c:v>62.767685999999998</c:v>
                </c:pt>
                <c:pt idx="629">
                  <c:v>61.603138999999999</c:v>
                </c:pt>
                <c:pt idx="630">
                  <c:v>60.671500999999999</c:v>
                </c:pt>
                <c:pt idx="631">
                  <c:v>60.671500999999999</c:v>
                </c:pt>
                <c:pt idx="632">
                  <c:v>59.689044000000003</c:v>
                </c:pt>
                <c:pt idx="633">
                  <c:v>58.460973000000003</c:v>
                </c:pt>
                <c:pt idx="634">
                  <c:v>57.232903</c:v>
                </c:pt>
                <c:pt idx="635">
                  <c:v>56.741674000000003</c:v>
                </c:pt>
                <c:pt idx="636">
                  <c:v>55.887672999999999</c:v>
                </c:pt>
                <c:pt idx="637">
                  <c:v>54.723125000000003</c:v>
                </c:pt>
                <c:pt idx="638">
                  <c:v>53.558577999999997</c:v>
                </c:pt>
                <c:pt idx="639">
                  <c:v>52.859850000000002</c:v>
                </c:pt>
                <c:pt idx="640">
                  <c:v>52.859850000000002</c:v>
                </c:pt>
                <c:pt idx="641">
                  <c:v>51.726246000000003</c:v>
                </c:pt>
                <c:pt idx="642">
                  <c:v>50.592641999999998</c:v>
                </c:pt>
                <c:pt idx="643">
                  <c:v>49.459038</c:v>
                </c:pt>
                <c:pt idx="644">
                  <c:v>48.930022999999998</c:v>
                </c:pt>
                <c:pt idx="645">
                  <c:v>47.920748000000003</c:v>
                </c:pt>
                <c:pt idx="646">
                  <c:v>46.756200999999997</c:v>
                </c:pt>
                <c:pt idx="647">
                  <c:v>45.591653999999998</c:v>
                </c:pt>
                <c:pt idx="648">
                  <c:v>45.048197999999999</c:v>
                </c:pt>
                <c:pt idx="649">
                  <c:v>44.960869000000002</c:v>
                </c:pt>
                <c:pt idx="650">
                  <c:v>43.650925999999998</c:v>
                </c:pt>
                <c:pt idx="651">
                  <c:v>42.340983999999999</c:v>
                </c:pt>
                <c:pt idx="652">
                  <c:v>41.118371000000003</c:v>
                </c:pt>
                <c:pt idx="653">
                  <c:v>41.118371000000003</c:v>
                </c:pt>
                <c:pt idx="654">
                  <c:v>41.118371000000003</c:v>
                </c:pt>
                <c:pt idx="655">
                  <c:v>39.759732999999997</c:v>
                </c:pt>
                <c:pt idx="656">
                  <c:v>38.304048000000002</c:v>
                </c:pt>
                <c:pt idx="657">
                  <c:v>37.236547000000002</c:v>
                </c:pt>
                <c:pt idx="658">
                  <c:v>36.675142999999998</c:v>
                </c:pt>
                <c:pt idx="659">
                  <c:v>35.271633000000001</c:v>
                </c:pt>
                <c:pt idx="660">
                  <c:v>33.868122999999997</c:v>
                </c:pt>
                <c:pt idx="661">
                  <c:v>33.306719999999999</c:v>
                </c:pt>
                <c:pt idx="662">
                  <c:v>33.306719999999999</c:v>
                </c:pt>
                <c:pt idx="663">
                  <c:v>33.306719999999999</c:v>
                </c:pt>
                <c:pt idx="664">
                  <c:v>33.209679999999999</c:v>
                </c:pt>
                <c:pt idx="665">
                  <c:v>31.948170999999999</c:v>
                </c:pt>
                <c:pt idx="666">
                  <c:v>31.445240999999999</c:v>
                </c:pt>
                <c:pt idx="667">
                  <c:v>31.445240999999999</c:v>
                </c:pt>
                <c:pt idx="668">
                  <c:v>29.031815000000002</c:v>
                </c:pt>
                <c:pt idx="669">
                  <c:v>33.570031999999998</c:v>
                </c:pt>
                <c:pt idx="670">
                  <c:v>34.243485999999997</c:v>
                </c:pt>
                <c:pt idx="671">
                  <c:v>34.243485999999997</c:v>
                </c:pt>
                <c:pt idx="672">
                  <c:v>34.243485999999997</c:v>
                </c:pt>
                <c:pt idx="673">
                  <c:v>34.243485999999997</c:v>
                </c:pt>
                <c:pt idx="674">
                  <c:v>34.243485999999997</c:v>
                </c:pt>
                <c:pt idx="675">
                  <c:v>34.243485999999997</c:v>
                </c:pt>
                <c:pt idx="676">
                  <c:v>34.243485999999997</c:v>
                </c:pt>
                <c:pt idx="677">
                  <c:v>34.243485999999997</c:v>
                </c:pt>
                <c:pt idx="678">
                  <c:v>34.243485999999997</c:v>
                </c:pt>
                <c:pt idx="679">
                  <c:v>34.243485999999997</c:v>
                </c:pt>
                <c:pt idx="680">
                  <c:v>35.758507999999999</c:v>
                </c:pt>
                <c:pt idx="681">
                  <c:v>35.758507999999999</c:v>
                </c:pt>
                <c:pt idx="682">
                  <c:v>35.758507999999999</c:v>
                </c:pt>
                <c:pt idx="683">
                  <c:v>35.758507999999999</c:v>
                </c:pt>
                <c:pt idx="684">
                  <c:v>35.758507999999999</c:v>
                </c:pt>
                <c:pt idx="685">
                  <c:v>35.758516</c:v>
                </c:pt>
                <c:pt idx="686">
                  <c:v>35.758522999999997</c:v>
                </c:pt>
                <c:pt idx="687">
                  <c:v>37.810510000000001</c:v>
                </c:pt>
                <c:pt idx="688">
                  <c:v>44.617834000000002</c:v>
                </c:pt>
                <c:pt idx="689">
                  <c:v>51.425159000000001</c:v>
                </c:pt>
                <c:pt idx="690">
                  <c:v>58.232483999999999</c:v>
                </c:pt>
                <c:pt idx="691">
                  <c:v>65.039809000000005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C2-490D-80C6-48711495EE89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59.166550000000001</c:v>
                </c:pt>
                <c:pt idx="3">
                  <c:v>59.166550000000001</c:v>
                </c:pt>
                <c:pt idx="4">
                  <c:v>59.166550000000001</c:v>
                </c:pt>
                <c:pt idx="5">
                  <c:v>60.452199999999998</c:v>
                </c:pt>
                <c:pt idx="6">
                  <c:v>62.327616999999996</c:v>
                </c:pt>
                <c:pt idx="7">
                  <c:v>62.327616999999996</c:v>
                </c:pt>
                <c:pt idx="8">
                  <c:v>62.327616999999996</c:v>
                </c:pt>
                <c:pt idx="9">
                  <c:v>62.327620000000003</c:v>
                </c:pt>
                <c:pt idx="10">
                  <c:v>64.220130999999995</c:v>
                </c:pt>
                <c:pt idx="11">
                  <c:v>65.697014999999993</c:v>
                </c:pt>
                <c:pt idx="12">
                  <c:v>67.6875</c:v>
                </c:pt>
                <c:pt idx="13">
                  <c:v>69.064212999999995</c:v>
                </c:pt>
                <c:pt idx="14">
                  <c:v>69.512974</c:v>
                </c:pt>
                <c:pt idx="15">
                  <c:v>69.512974</c:v>
                </c:pt>
                <c:pt idx="16">
                  <c:v>70.983198999999999</c:v>
                </c:pt>
                <c:pt idx="17">
                  <c:v>72.359592000000006</c:v>
                </c:pt>
                <c:pt idx="18">
                  <c:v>73.132743000000005</c:v>
                </c:pt>
                <c:pt idx="19">
                  <c:v>73.132743000000005</c:v>
                </c:pt>
                <c:pt idx="20">
                  <c:v>73.433304000000007</c:v>
                </c:pt>
                <c:pt idx="21">
                  <c:v>75.273840000000007</c:v>
                </c:pt>
                <c:pt idx="22">
                  <c:v>76.100652999999994</c:v>
                </c:pt>
                <c:pt idx="23">
                  <c:v>77.529240999999999</c:v>
                </c:pt>
                <c:pt idx="24">
                  <c:v>79.999964000000006</c:v>
                </c:pt>
                <c:pt idx="25">
                  <c:v>81.976501999999996</c:v>
                </c:pt>
                <c:pt idx="26">
                  <c:v>81.419943000000004</c:v>
                </c:pt>
                <c:pt idx="27">
                  <c:v>80.822518000000002</c:v>
                </c:pt>
                <c:pt idx="28">
                  <c:v>80.541589999999999</c:v>
                </c:pt>
                <c:pt idx="29">
                  <c:v>79.264469000000005</c:v>
                </c:pt>
                <c:pt idx="30">
                  <c:v>78.011953000000005</c:v>
                </c:pt>
                <c:pt idx="31">
                  <c:v>77.117964000000001</c:v>
                </c:pt>
                <c:pt idx="32">
                  <c:v>76.767680999999996</c:v>
                </c:pt>
                <c:pt idx="33">
                  <c:v>76.393867</c:v>
                </c:pt>
                <c:pt idx="34">
                  <c:v>75.787194999999997</c:v>
                </c:pt>
                <c:pt idx="35">
                  <c:v>75.327015000000003</c:v>
                </c:pt>
                <c:pt idx="36">
                  <c:v>74.442255000000003</c:v>
                </c:pt>
                <c:pt idx="37">
                  <c:v>73.692252999999994</c:v>
                </c:pt>
                <c:pt idx="38">
                  <c:v>73.152118000000002</c:v>
                </c:pt>
                <c:pt idx="39">
                  <c:v>72.575413999999995</c:v>
                </c:pt>
                <c:pt idx="40">
                  <c:v>71.879630000000006</c:v>
                </c:pt>
                <c:pt idx="41">
                  <c:v>71.148713999999998</c:v>
                </c:pt>
                <c:pt idx="42">
                  <c:v>70.521614</c:v>
                </c:pt>
                <c:pt idx="43">
                  <c:v>70.354387000000003</c:v>
                </c:pt>
                <c:pt idx="44">
                  <c:v>69.840269000000006</c:v>
                </c:pt>
                <c:pt idx="45">
                  <c:v>69.014205000000004</c:v>
                </c:pt>
                <c:pt idx="46">
                  <c:v>67.804830999999993</c:v>
                </c:pt>
                <c:pt idx="47">
                  <c:v>67.019047</c:v>
                </c:pt>
                <c:pt idx="48">
                  <c:v>66.126681000000005</c:v>
                </c:pt>
                <c:pt idx="49">
                  <c:v>65.478655000000003</c:v>
                </c:pt>
                <c:pt idx="50">
                  <c:v>64.811653000000007</c:v>
                </c:pt>
                <c:pt idx="51">
                  <c:v>64.632270000000005</c:v>
                </c:pt>
                <c:pt idx="52">
                  <c:v>63.534095999999998</c:v>
                </c:pt>
                <c:pt idx="53">
                  <c:v>63.691201999999997</c:v>
                </c:pt>
                <c:pt idx="54">
                  <c:v>63.220359999999999</c:v>
                </c:pt>
                <c:pt idx="55">
                  <c:v>62.600920000000002</c:v>
                </c:pt>
                <c:pt idx="56">
                  <c:v>61.981479999999998</c:v>
                </c:pt>
                <c:pt idx="57">
                  <c:v>61.36204</c:v>
                </c:pt>
                <c:pt idx="58">
                  <c:v>61.174348000000002</c:v>
                </c:pt>
                <c:pt idx="59">
                  <c:v>59.998800000000003</c:v>
                </c:pt>
                <c:pt idx="60">
                  <c:v>59.027208999999999</c:v>
                </c:pt>
                <c:pt idx="61">
                  <c:v>57.826376000000003</c:v>
                </c:pt>
                <c:pt idx="62">
                  <c:v>57.536484000000002</c:v>
                </c:pt>
                <c:pt idx="63">
                  <c:v>57.035577000000004</c:v>
                </c:pt>
                <c:pt idx="64">
                  <c:v>56.179704000000001</c:v>
                </c:pt>
                <c:pt idx="65">
                  <c:v>55.301726000000002</c:v>
                </c:pt>
                <c:pt idx="66">
                  <c:v>54.189306999999999</c:v>
                </c:pt>
                <c:pt idx="67">
                  <c:v>53.349955999999999</c:v>
                </c:pt>
                <c:pt idx="68">
                  <c:v>52.668010000000002</c:v>
                </c:pt>
                <c:pt idx="69">
                  <c:v>51.781930000000003</c:v>
                </c:pt>
                <c:pt idx="70">
                  <c:v>51.199657000000002</c:v>
                </c:pt>
                <c:pt idx="71">
                  <c:v>50.658540000000002</c:v>
                </c:pt>
                <c:pt idx="72">
                  <c:v>49.865732000000001</c:v>
                </c:pt>
                <c:pt idx="73">
                  <c:v>48.792222000000002</c:v>
                </c:pt>
                <c:pt idx="74">
                  <c:v>47.897599999999997</c:v>
                </c:pt>
                <c:pt idx="75">
                  <c:v>47.437145000000001</c:v>
                </c:pt>
                <c:pt idx="76">
                  <c:v>47.230933</c:v>
                </c:pt>
                <c:pt idx="77">
                  <c:v>46.630175000000001</c:v>
                </c:pt>
                <c:pt idx="78">
                  <c:v>45.936991999999996</c:v>
                </c:pt>
                <c:pt idx="79">
                  <c:v>45.600687999999998</c:v>
                </c:pt>
                <c:pt idx="80">
                  <c:v>45.600687999999998</c:v>
                </c:pt>
                <c:pt idx="81">
                  <c:v>44.325108</c:v>
                </c:pt>
                <c:pt idx="82">
                  <c:v>43.307194000000003</c:v>
                </c:pt>
                <c:pt idx="83">
                  <c:v>42.678153999999999</c:v>
                </c:pt>
                <c:pt idx="84">
                  <c:v>44.053787999999997</c:v>
                </c:pt>
                <c:pt idx="85">
                  <c:v>43.792527999999997</c:v>
                </c:pt>
                <c:pt idx="86">
                  <c:v>42.869047999999999</c:v>
                </c:pt>
                <c:pt idx="87">
                  <c:v>42.541562999999996</c:v>
                </c:pt>
                <c:pt idx="88">
                  <c:v>41.416352000000003</c:v>
                </c:pt>
                <c:pt idx="89">
                  <c:v>42.742024999999998</c:v>
                </c:pt>
                <c:pt idx="90">
                  <c:v>41.975875000000002</c:v>
                </c:pt>
                <c:pt idx="91">
                  <c:v>43.734217000000001</c:v>
                </c:pt>
                <c:pt idx="92">
                  <c:v>44.013655999999997</c:v>
                </c:pt>
                <c:pt idx="93">
                  <c:v>44.656658999999998</c:v>
                </c:pt>
                <c:pt idx="94">
                  <c:v>46.925767</c:v>
                </c:pt>
                <c:pt idx="95">
                  <c:v>46.960383999999998</c:v>
                </c:pt>
                <c:pt idx="96">
                  <c:v>49.229492</c:v>
                </c:pt>
                <c:pt idx="97">
                  <c:v>49.229492</c:v>
                </c:pt>
                <c:pt idx="98">
                  <c:v>51.515151000000003</c:v>
                </c:pt>
                <c:pt idx="99">
                  <c:v>54.918813999999998</c:v>
                </c:pt>
                <c:pt idx="100">
                  <c:v>57.187938000000003</c:v>
                </c:pt>
                <c:pt idx="101">
                  <c:v>60.485008999999998</c:v>
                </c:pt>
                <c:pt idx="102">
                  <c:v>63.888672</c:v>
                </c:pt>
                <c:pt idx="103">
                  <c:v>66.157780000000002</c:v>
                </c:pt>
                <c:pt idx="104">
                  <c:v>66.157780000000002</c:v>
                </c:pt>
                <c:pt idx="105">
                  <c:v>68.426888000000005</c:v>
                </c:pt>
                <c:pt idx="106">
                  <c:v>68.443459000000004</c:v>
                </c:pt>
                <c:pt idx="107">
                  <c:v>72.081181999999998</c:v>
                </c:pt>
                <c:pt idx="108">
                  <c:v>77.420489000000003</c:v>
                </c:pt>
                <c:pt idx="109">
                  <c:v>78.798495000000003</c:v>
                </c:pt>
                <c:pt idx="110">
                  <c:v>79.999960999999999</c:v>
                </c:pt>
                <c:pt idx="111">
                  <c:v>80.461780000000005</c:v>
                </c:pt>
                <c:pt idx="112">
                  <c:v>80.923558999999997</c:v>
                </c:pt>
                <c:pt idx="113">
                  <c:v>83.865421999999995</c:v>
                </c:pt>
                <c:pt idx="114">
                  <c:v>86.596338000000003</c:v>
                </c:pt>
                <c:pt idx="115">
                  <c:v>87.730891999999997</c:v>
                </c:pt>
                <c:pt idx="116">
                  <c:v>87.730891999999997</c:v>
                </c:pt>
                <c:pt idx="117">
                  <c:v>89.076397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88.083554000000007</c:v>
                </c:pt>
                <c:pt idx="124">
                  <c:v>87.188522000000006</c:v>
                </c:pt>
                <c:pt idx="125">
                  <c:v>86.053308000000001</c:v>
                </c:pt>
                <c:pt idx="126">
                  <c:v>84.784813999999997</c:v>
                </c:pt>
                <c:pt idx="127">
                  <c:v>83.587637999999998</c:v>
                </c:pt>
                <c:pt idx="128">
                  <c:v>82.903253000000007</c:v>
                </c:pt>
                <c:pt idx="129">
                  <c:v>81.862393999999995</c:v>
                </c:pt>
                <c:pt idx="130">
                  <c:v>81.746736999999996</c:v>
                </c:pt>
                <c:pt idx="131">
                  <c:v>80.851870000000005</c:v>
                </c:pt>
                <c:pt idx="132">
                  <c:v>79.820531000000003</c:v>
                </c:pt>
                <c:pt idx="133">
                  <c:v>79.462857999999997</c:v>
                </c:pt>
                <c:pt idx="134">
                  <c:v>79.057833000000002</c:v>
                </c:pt>
                <c:pt idx="135">
                  <c:v>78.015738999999996</c:v>
                </c:pt>
                <c:pt idx="136">
                  <c:v>76.973643999999993</c:v>
                </c:pt>
                <c:pt idx="137">
                  <c:v>76.881563</c:v>
                </c:pt>
                <c:pt idx="138">
                  <c:v>76.749902000000006</c:v>
                </c:pt>
                <c:pt idx="139">
                  <c:v>76.035381000000001</c:v>
                </c:pt>
                <c:pt idx="140">
                  <c:v>75.350562999999994</c:v>
                </c:pt>
                <c:pt idx="141">
                  <c:v>74.157787999999996</c:v>
                </c:pt>
                <c:pt idx="142">
                  <c:v>73.288572000000002</c:v>
                </c:pt>
                <c:pt idx="143">
                  <c:v>72.428954000000004</c:v>
                </c:pt>
                <c:pt idx="144">
                  <c:v>72.069028000000003</c:v>
                </c:pt>
                <c:pt idx="145">
                  <c:v>72.069028000000003</c:v>
                </c:pt>
                <c:pt idx="146">
                  <c:v>71.732186999999996</c:v>
                </c:pt>
                <c:pt idx="147">
                  <c:v>71.732186999999996</c:v>
                </c:pt>
                <c:pt idx="148">
                  <c:v>71.457408999999998</c:v>
                </c:pt>
                <c:pt idx="149">
                  <c:v>70.876016000000007</c:v>
                </c:pt>
                <c:pt idx="150">
                  <c:v>70.294622000000004</c:v>
                </c:pt>
                <c:pt idx="151">
                  <c:v>69.790747999999994</c:v>
                </c:pt>
                <c:pt idx="152">
                  <c:v>69.790747999999994</c:v>
                </c:pt>
                <c:pt idx="153">
                  <c:v>68.849052</c:v>
                </c:pt>
                <c:pt idx="154">
                  <c:v>67.641593999999998</c:v>
                </c:pt>
                <c:pt idx="155">
                  <c:v>66.511655000000005</c:v>
                </c:pt>
                <c:pt idx="156">
                  <c:v>66.511655000000005</c:v>
                </c:pt>
                <c:pt idx="157">
                  <c:v>66.010802999999996</c:v>
                </c:pt>
                <c:pt idx="158">
                  <c:v>65.384737999999999</c:v>
                </c:pt>
                <c:pt idx="159">
                  <c:v>64.758673000000002</c:v>
                </c:pt>
                <c:pt idx="160">
                  <c:v>64.383362000000005</c:v>
                </c:pt>
                <c:pt idx="161">
                  <c:v>63.617291000000002</c:v>
                </c:pt>
                <c:pt idx="162">
                  <c:v>62.522902999999999</c:v>
                </c:pt>
                <c:pt idx="163">
                  <c:v>61.790281</c:v>
                </c:pt>
                <c:pt idx="164">
                  <c:v>61.243088</c:v>
                </c:pt>
                <c:pt idx="165">
                  <c:v>61.243088</c:v>
                </c:pt>
                <c:pt idx="166">
                  <c:v>60.813279000000001</c:v>
                </c:pt>
                <c:pt idx="167">
                  <c:v>60.227175000000003</c:v>
                </c:pt>
                <c:pt idx="168">
                  <c:v>58.262788999999998</c:v>
                </c:pt>
                <c:pt idx="169">
                  <c:v>58.028348000000001</c:v>
                </c:pt>
                <c:pt idx="170">
                  <c:v>57.590592999999998</c:v>
                </c:pt>
                <c:pt idx="171">
                  <c:v>57.043399999999998</c:v>
                </c:pt>
                <c:pt idx="172">
                  <c:v>56.496206000000001</c:v>
                </c:pt>
                <c:pt idx="173">
                  <c:v>55.925421</c:v>
                </c:pt>
                <c:pt idx="174">
                  <c:v>54.657418999999997</c:v>
                </c:pt>
                <c:pt idx="175">
                  <c:v>54.010447999999997</c:v>
                </c:pt>
                <c:pt idx="176">
                  <c:v>53.004565999999997</c:v>
                </c:pt>
                <c:pt idx="177">
                  <c:v>51.616008999999998</c:v>
                </c:pt>
                <c:pt idx="178">
                  <c:v>50.260646000000001</c:v>
                </c:pt>
                <c:pt idx="179">
                  <c:v>49.484665</c:v>
                </c:pt>
                <c:pt idx="180">
                  <c:v>48.820214999999997</c:v>
                </c:pt>
                <c:pt idx="181">
                  <c:v>48.97045</c:v>
                </c:pt>
                <c:pt idx="182">
                  <c:v>48.552435000000003</c:v>
                </c:pt>
                <c:pt idx="183">
                  <c:v>48.552435000000003</c:v>
                </c:pt>
                <c:pt idx="184">
                  <c:v>46.917912000000001</c:v>
                </c:pt>
                <c:pt idx="185">
                  <c:v>46.785578000000001</c:v>
                </c:pt>
                <c:pt idx="186">
                  <c:v>46.664251999999998</c:v>
                </c:pt>
                <c:pt idx="187">
                  <c:v>50.067914999999999</c:v>
                </c:pt>
                <c:pt idx="188">
                  <c:v>53.471577000000003</c:v>
                </c:pt>
                <c:pt idx="189">
                  <c:v>54.776932000000002</c:v>
                </c:pt>
                <c:pt idx="190">
                  <c:v>54.776932000000002</c:v>
                </c:pt>
                <c:pt idx="191">
                  <c:v>54.776932000000002</c:v>
                </c:pt>
                <c:pt idx="192">
                  <c:v>57.566090000000003</c:v>
                </c:pt>
                <c:pt idx="193">
                  <c:v>59.315148000000001</c:v>
                </c:pt>
                <c:pt idx="194">
                  <c:v>61.584257000000001</c:v>
                </c:pt>
                <c:pt idx="195">
                  <c:v>61.584257000000001</c:v>
                </c:pt>
                <c:pt idx="196">
                  <c:v>63.910170000000001</c:v>
                </c:pt>
                <c:pt idx="197">
                  <c:v>66.179278999999994</c:v>
                </c:pt>
                <c:pt idx="198">
                  <c:v>66.179278999999994</c:v>
                </c:pt>
                <c:pt idx="199">
                  <c:v>69.578010000000006</c:v>
                </c:pt>
                <c:pt idx="200">
                  <c:v>74.116225999999997</c:v>
                </c:pt>
                <c:pt idx="201">
                  <c:v>74.116230000000002</c:v>
                </c:pt>
                <c:pt idx="202">
                  <c:v>74.121161000000001</c:v>
                </c:pt>
                <c:pt idx="203">
                  <c:v>78.192643000000004</c:v>
                </c:pt>
                <c:pt idx="204">
                  <c:v>78.192643000000004</c:v>
                </c:pt>
                <c:pt idx="205">
                  <c:v>79.999967999999996</c:v>
                </c:pt>
                <c:pt idx="206">
                  <c:v>79.999967999999996</c:v>
                </c:pt>
                <c:pt idx="207">
                  <c:v>79.999967999999996</c:v>
                </c:pt>
                <c:pt idx="208">
                  <c:v>79.999967999999996</c:v>
                </c:pt>
                <c:pt idx="209">
                  <c:v>83.865425000000002</c:v>
                </c:pt>
                <c:pt idx="210">
                  <c:v>86.134538000000006</c:v>
                </c:pt>
                <c:pt idx="211">
                  <c:v>87.730891999999997</c:v>
                </c:pt>
                <c:pt idx="212">
                  <c:v>87.730896000000001</c:v>
                </c:pt>
                <c:pt idx="213">
                  <c:v>88.865433999999993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88.019114000000002</c:v>
                </c:pt>
                <c:pt idx="220">
                  <c:v>87.147705999999999</c:v>
                </c:pt>
                <c:pt idx="221">
                  <c:v>86.053308000000001</c:v>
                </c:pt>
                <c:pt idx="222">
                  <c:v>84.784813999999997</c:v>
                </c:pt>
                <c:pt idx="223">
                  <c:v>83.880285000000001</c:v>
                </c:pt>
                <c:pt idx="224">
                  <c:v>83.010441</c:v>
                </c:pt>
                <c:pt idx="225">
                  <c:v>81.875107999999997</c:v>
                </c:pt>
                <c:pt idx="226">
                  <c:v>81.746736999999996</c:v>
                </c:pt>
                <c:pt idx="227">
                  <c:v>81.037498999999997</c:v>
                </c:pt>
                <c:pt idx="228">
                  <c:v>79.881021000000004</c:v>
                </c:pt>
                <c:pt idx="229">
                  <c:v>79.682540000000003</c:v>
                </c:pt>
                <c:pt idx="230">
                  <c:v>79.164664000000002</c:v>
                </c:pt>
                <c:pt idx="231">
                  <c:v>78.591065</c:v>
                </c:pt>
                <c:pt idx="232">
                  <c:v>77.507444000000007</c:v>
                </c:pt>
                <c:pt idx="233">
                  <c:v>76.881563</c:v>
                </c:pt>
                <c:pt idx="234">
                  <c:v>76.477114999999998</c:v>
                </c:pt>
                <c:pt idx="235">
                  <c:v>75.915068000000005</c:v>
                </c:pt>
                <c:pt idx="236">
                  <c:v>75.836921000000004</c:v>
                </c:pt>
                <c:pt idx="237">
                  <c:v>75.250816999999998</c:v>
                </c:pt>
                <c:pt idx="238">
                  <c:v>74.367096000000004</c:v>
                </c:pt>
                <c:pt idx="239">
                  <c:v>73.174322000000004</c:v>
                </c:pt>
                <c:pt idx="240">
                  <c:v>72.567650999999998</c:v>
                </c:pt>
                <c:pt idx="241">
                  <c:v>72.527206000000007</c:v>
                </c:pt>
                <c:pt idx="242">
                  <c:v>71.640501999999998</c:v>
                </c:pt>
                <c:pt idx="243">
                  <c:v>71.054398000000006</c:v>
                </c:pt>
                <c:pt idx="244">
                  <c:v>70.752544</c:v>
                </c:pt>
                <c:pt idx="245">
                  <c:v>70.272926999999996</c:v>
                </c:pt>
                <c:pt idx="246">
                  <c:v>70.272926999999996</c:v>
                </c:pt>
                <c:pt idx="247">
                  <c:v>70.079549999999998</c:v>
                </c:pt>
                <c:pt idx="248">
                  <c:v>70.079549999999998</c:v>
                </c:pt>
                <c:pt idx="249">
                  <c:v>70.079549999999998</c:v>
                </c:pt>
                <c:pt idx="250">
                  <c:v>69.639196999999996</c:v>
                </c:pt>
                <c:pt idx="251">
                  <c:v>69.083089000000001</c:v>
                </c:pt>
                <c:pt idx="252">
                  <c:v>68.428606000000002</c:v>
                </c:pt>
                <c:pt idx="253">
                  <c:v>68.312326999999996</c:v>
                </c:pt>
                <c:pt idx="254">
                  <c:v>68.156032999999994</c:v>
                </c:pt>
                <c:pt idx="255">
                  <c:v>67.104111000000003</c:v>
                </c:pt>
                <c:pt idx="256">
                  <c:v>65.935733999999997</c:v>
                </c:pt>
                <c:pt idx="257">
                  <c:v>64.845504000000005</c:v>
                </c:pt>
                <c:pt idx="258">
                  <c:v>64.602238999999997</c:v>
                </c:pt>
                <c:pt idx="259">
                  <c:v>64.254255999999998</c:v>
                </c:pt>
                <c:pt idx="260">
                  <c:v>63.727939999999997</c:v>
                </c:pt>
                <c:pt idx="261">
                  <c:v>63.201624000000002</c:v>
                </c:pt>
                <c:pt idx="262">
                  <c:v>62.81474</c:v>
                </c:pt>
                <c:pt idx="263">
                  <c:v>62.497022000000001</c:v>
                </c:pt>
                <c:pt idx="264">
                  <c:v>61.943311999999999</c:v>
                </c:pt>
                <c:pt idx="265">
                  <c:v>61.406773000000001</c:v>
                </c:pt>
                <c:pt idx="266">
                  <c:v>60.203395</c:v>
                </c:pt>
                <c:pt idx="267">
                  <c:v>59.000016000000002</c:v>
                </c:pt>
                <c:pt idx="268">
                  <c:v>58.248013</c:v>
                </c:pt>
                <c:pt idx="269">
                  <c:v>57.470683999999999</c:v>
                </c:pt>
                <c:pt idx="270">
                  <c:v>56.467177</c:v>
                </c:pt>
                <c:pt idx="271">
                  <c:v>55.172533000000001</c:v>
                </c:pt>
                <c:pt idx="272">
                  <c:v>54.180183</c:v>
                </c:pt>
                <c:pt idx="273">
                  <c:v>54.008853000000002</c:v>
                </c:pt>
                <c:pt idx="274">
                  <c:v>52.986204999999998</c:v>
                </c:pt>
                <c:pt idx="275">
                  <c:v>51.606020000000001</c:v>
                </c:pt>
                <c:pt idx="276">
                  <c:v>50.225834999999996</c:v>
                </c:pt>
                <c:pt idx="277">
                  <c:v>49.964576000000001</c:v>
                </c:pt>
                <c:pt idx="278">
                  <c:v>49.546560999999997</c:v>
                </c:pt>
                <c:pt idx="279">
                  <c:v>48.884887999999997</c:v>
                </c:pt>
                <c:pt idx="280">
                  <c:v>46.588692000000002</c:v>
                </c:pt>
                <c:pt idx="281">
                  <c:v>45.838796000000002</c:v>
                </c:pt>
                <c:pt idx="282">
                  <c:v>45.414900000000003</c:v>
                </c:pt>
                <c:pt idx="283">
                  <c:v>44.753231</c:v>
                </c:pt>
                <c:pt idx="284">
                  <c:v>44.448107</c:v>
                </c:pt>
                <c:pt idx="285">
                  <c:v>44.196641999999997</c:v>
                </c:pt>
                <c:pt idx="286">
                  <c:v>44.529694999999997</c:v>
                </c:pt>
                <c:pt idx="287">
                  <c:v>44.529699000000001</c:v>
                </c:pt>
                <c:pt idx="288">
                  <c:v>44.529699000000001</c:v>
                </c:pt>
                <c:pt idx="289">
                  <c:v>44.991498</c:v>
                </c:pt>
                <c:pt idx="290">
                  <c:v>48.395159999999997</c:v>
                </c:pt>
                <c:pt idx="291">
                  <c:v>53.349133000000002</c:v>
                </c:pt>
                <c:pt idx="292">
                  <c:v>59.021903000000002</c:v>
                </c:pt>
                <c:pt idx="293">
                  <c:v>62.235852999999999</c:v>
                </c:pt>
                <c:pt idx="294">
                  <c:v>62.235852999999999</c:v>
                </c:pt>
                <c:pt idx="295">
                  <c:v>64.504960999999994</c:v>
                </c:pt>
                <c:pt idx="296">
                  <c:v>70.367445000000004</c:v>
                </c:pt>
                <c:pt idx="297">
                  <c:v>72.636553000000006</c:v>
                </c:pt>
                <c:pt idx="298">
                  <c:v>72.636553000000006</c:v>
                </c:pt>
                <c:pt idx="299">
                  <c:v>72.636553000000006</c:v>
                </c:pt>
                <c:pt idx="300">
                  <c:v>73.041560000000004</c:v>
                </c:pt>
                <c:pt idx="301">
                  <c:v>73.714314999999999</c:v>
                </c:pt>
                <c:pt idx="302">
                  <c:v>75.983423000000002</c:v>
                </c:pt>
                <c:pt idx="303">
                  <c:v>77.234641999999994</c:v>
                </c:pt>
                <c:pt idx="304">
                  <c:v>77.234645999999998</c:v>
                </c:pt>
                <c:pt idx="305">
                  <c:v>82.117997000000003</c:v>
                </c:pt>
                <c:pt idx="306">
                  <c:v>86.134538000000006</c:v>
                </c:pt>
                <c:pt idx="307">
                  <c:v>86.656214000000006</c:v>
                </c:pt>
                <c:pt idx="308">
                  <c:v>89.076404999999994</c:v>
                </c:pt>
                <c:pt idx="309">
                  <c:v>89.538188000000005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88.233379999999997</c:v>
                </c:pt>
                <c:pt idx="316">
                  <c:v>87.188522000000006</c:v>
                </c:pt>
                <c:pt idx="317">
                  <c:v>87.106891000000005</c:v>
                </c:pt>
                <c:pt idx="318">
                  <c:v>85.778426999999994</c:v>
                </c:pt>
                <c:pt idx="319">
                  <c:v>84.382581000000002</c:v>
                </c:pt>
                <c:pt idx="320">
                  <c:v>83.318245000000005</c:v>
                </c:pt>
                <c:pt idx="321">
                  <c:v>82.615690000000001</c:v>
                </c:pt>
                <c:pt idx="322">
                  <c:v>81.862393999999995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80.009054000000006</c:v>
                </c:pt>
                <c:pt idx="326">
                  <c:v>79.340110999999993</c:v>
                </c:pt>
                <c:pt idx="327">
                  <c:v>78.930389000000005</c:v>
                </c:pt>
                <c:pt idx="328">
                  <c:v>78.005595999999997</c:v>
                </c:pt>
                <c:pt idx="329">
                  <c:v>77.092834999999994</c:v>
                </c:pt>
                <c:pt idx="330">
                  <c:v>76.749902000000006</c:v>
                </c:pt>
                <c:pt idx="331">
                  <c:v>76.035381000000001</c:v>
                </c:pt>
                <c:pt idx="332">
                  <c:v>75.350562999999994</c:v>
                </c:pt>
                <c:pt idx="333">
                  <c:v>74.376142999999999</c:v>
                </c:pt>
                <c:pt idx="334">
                  <c:v>73.288572000000002</c:v>
                </c:pt>
                <c:pt idx="335">
                  <c:v>72.428954000000004</c:v>
                </c:pt>
                <c:pt idx="336">
                  <c:v>71.875230000000002</c:v>
                </c:pt>
                <c:pt idx="337">
                  <c:v>71.732186999999996</c:v>
                </c:pt>
                <c:pt idx="338">
                  <c:v>71.651206000000002</c:v>
                </c:pt>
                <c:pt idx="339">
                  <c:v>71.651206000000002</c:v>
                </c:pt>
                <c:pt idx="340">
                  <c:v>71.651206000000002</c:v>
                </c:pt>
                <c:pt idx="341">
                  <c:v>71.280467999999999</c:v>
                </c:pt>
                <c:pt idx="342">
                  <c:v>70.284619000000006</c:v>
                </c:pt>
                <c:pt idx="343">
                  <c:v>69.315629999999999</c:v>
                </c:pt>
                <c:pt idx="344">
                  <c:v>68.152844000000002</c:v>
                </c:pt>
                <c:pt idx="345">
                  <c:v>67.930815999999993</c:v>
                </c:pt>
                <c:pt idx="346">
                  <c:v>67.555177999999998</c:v>
                </c:pt>
                <c:pt idx="347">
                  <c:v>66.665801000000002</c:v>
                </c:pt>
                <c:pt idx="348">
                  <c:v>65.458342999999999</c:v>
                </c:pt>
                <c:pt idx="349">
                  <c:v>65.133375999999998</c:v>
                </c:pt>
                <c:pt idx="350">
                  <c:v>64.977081999999996</c:v>
                </c:pt>
                <c:pt idx="351">
                  <c:v>64.390978000000004</c:v>
                </c:pt>
                <c:pt idx="352">
                  <c:v>63.804875000000003</c:v>
                </c:pt>
                <c:pt idx="353">
                  <c:v>63.136955999999998</c:v>
                </c:pt>
                <c:pt idx="354">
                  <c:v>62.926430000000003</c:v>
                </c:pt>
                <c:pt idx="355">
                  <c:v>62.460611</c:v>
                </c:pt>
                <c:pt idx="356">
                  <c:v>61.878337000000002</c:v>
                </c:pt>
                <c:pt idx="357">
                  <c:v>61.296064000000001</c:v>
                </c:pt>
                <c:pt idx="358">
                  <c:v>60.985517999999999</c:v>
                </c:pt>
                <c:pt idx="359">
                  <c:v>60.414952999999997</c:v>
                </c:pt>
                <c:pt idx="360">
                  <c:v>59.450882</c:v>
                </c:pt>
                <c:pt idx="361">
                  <c:v>58.924565999999999</c:v>
                </c:pt>
                <c:pt idx="362">
                  <c:v>57.860750000000003</c:v>
                </c:pt>
                <c:pt idx="363">
                  <c:v>57.107576000000002</c:v>
                </c:pt>
                <c:pt idx="364">
                  <c:v>55.787309999999998</c:v>
                </c:pt>
                <c:pt idx="365">
                  <c:v>54.851458999999998</c:v>
                </c:pt>
                <c:pt idx="366">
                  <c:v>53.736454000000002</c:v>
                </c:pt>
                <c:pt idx="367">
                  <c:v>52.871571000000003</c:v>
                </c:pt>
                <c:pt idx="368">
                  <c:v>51.762928000000002</c:v>
                </c:pt>
                <c:pt idx="369">
                  <c:v>51.161423999999997</c:v>
                </c:pt>
                <c:pt idx="370">
                  <c:v>50.760421000000001</c:v>
                </c:pt>
                <c:pt idx="371">
                  <c:v>50.235720000000001</c:v>
                </c:pt>
                <c:pt idx="372">
                  <c:v>49.448667</c:v>
                </c:pt>
                <c:pt idx="373">
                  <c:v>48.315882000000002</c:v>
                </c:pt>
                <c:pt idx="374">
                  <c:v>47.878632000000003</c:v>
                </c:pt>
                <c:pt idx="375">
                  <c:v>47.222755999999997</c:v>
                </c:pt>
                <c:pt idx="376">
                  <c:v>46.566879999999998</c:v>
                </c:pt>
                <c:pt idx="377">
                  <c:v>46.479430000000001</c:v>
                </c:pt>
                <c:pt idx="378">
                  <c:v>46.134538999999997</c:v>
                </c:pt>
                <c:pt idx="379">
                  <c:v>45.904612</c:v>
                </c:pt>
                <c:pt idx="380">
                  <c:v>45.653146999999997</c:v>
                </c:pt>
                <c:pt idx="381">
                  <c:v>47.077122000000003</c:v>
                </c:pt>
                <c:pt idx="382">
                  <c:v>49.346229999999998</c:v>
                </c:pt>
                <c:pt idx="383">
                  <c:v>50.552142000000003</c:v>
                </c:pt>
                <c:pt idx="384">
                  <c:v>50.552142000000003</c:v>
                </c:pt>
                <c:pt idx="385">
                  <c:v>53.622909</c:v>
                </c:pt>
                <c:pt idx="386">
                  <c:v>55.721217000000003</c:v>
                </c:pt>
                <c:pt idx="387">
                  <c:v>55.721217000000003</c:v>
                </c:pt>
                <c:pt idx="388">
                  <c:v>57.188667000000002</c:v>
                </c:pt>
                <c:pt idx="389">
                  <c:v>59.457774999999998</c:v>
                </c:pt>
                <c:pt idx="390">
                  <c:v>63.995990999999997</c:v>
                </c:pt>
                <c:pt idx="391">
                  <c:v>67.399653999999998</c:v>
                </c:pt>
                <c:pt idx="392">
                  <c:v>70.541775000000001</c:v>
                </c:pt>
                <c:pt idx="393">
                  <c:v>76.214545999999999</c:v>
                </c:pt>
                <c:pt idx="394">
                  <c:v>78.859403999999998</c:v>
                </c:pt>
                <c:pt idx="395">
                  <c:v>79.532155000000003</c:v>
                </c:pt>
                <c:pt idx="396">
                  <c:v>80.461764000000002</c:v>
                </c:pt>
                <c:pt idx="397">
                  <c:v>82.058121</c:v>
                </c:pt>
                <c:pt idx="398">
                  <c:v>83.192674999999994</c:v>
                </c:pt>
                <c:pt idx="399">
                  <c:v>83.192674999999994</c:v>
                </c:pt>
                <c:pt idx="400">
                  <c:v>84.327229000000003</c:v>
                </c:pt>
                <c:pt idx="401">
                  <c:v>85.461782999999997</c:v>
                </c:pt>
                <c:pt idx="402">
                  <c:v>87.730891999999997</c:v>
                </c:pt>
                <c:pt idx="403">
                  <c:v>88.931010000000001</c:v>
                </c:pt>
                <c:pt idx="404">
                  <c:v>88.931010000000001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88.233379999999997</c:v>
                </c:pt>
                <c:pt idx="412">
                  <c:v>87.188522000000006</c:v>
                </c:pt>
                <c:pt idx="413">
                  <c:v>87.106891000000005</c:v>
                </c:pt>
                <c:pt idx="414">
                  <c:v>85.333181999999994</c:v>
                </c:pt>
                <c:pt idx="415">
                  <c:v>84.242723999999995</c:v>
                </c:pt>
                <c:pt idx="416">
                  <c:v>83.432322999999997</c:v>
                </c:pt>
                <c:pt idx="417">
                  <c:v>82.615690000000001</c:v>
                </c:pt>
                <c:pt idx="418">
                  <c:v>81.814913000000004</c:v>
                </c:pt>
                <c:pt idx="419">
                  <c:v>81.367030999999997</c:v>
                </c:pt>
                <c:pt idx="420">
                  <c:v>80.416372999999993</c:v>
                </c:pt>
                <c:pt idx="421">
                  <c:v>80.009054000000006</c:v>
                </c:pt>
                <c:pt idx="422">
                  <c:v>79.164406</c:v>
                </c:pt>
                <c:pt idx="423">
                  <c:v>78.425505999999999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75.933874000000003</c:v>
                </c:pt>
                <c:pt idx="427">
                  <c:v>75.155061000000003</c:v>
                </c:pt>
                <c:pt idx="428">
                  <c:v>74.645563999999993</c:v>
                </c:pt>
                <c:pt idx="429">
                  <c:v>73.452923999999996</c:v>
                </c:pt>
                <c:pt idx="430">
                  <c:v>72.732826000000003</c:v>
                </c:pt>
                <c:pt idx="431">
                  <c:v>72.180192000000005</c:v>
                </c:pt>
                <c:pt idx="432">
                  <c:v>72.069028000000003</c:v>
                </c:pt>
                <c:pt idx="433">
                  <c:v>71.761200000000002</c:v>
                </c:pt>
                <c:pt idx="434">
                  <c:v>71.034294000000003</c:v>
                </c:pt>
                <c:pt idx="435">
                  <c:v>70.448189999999997</c:v>
                </c:pt>
                <c:pt idx="436">
                  <c:v>69.892083</c:v>
                </c:pt>
                <c:pt idx="437">
                  <c:v>68.988608999999997</c:v>
                </c:pt>
                <c:pt idx="438">
                  <c:v>68.122426000000004</c:v>
                </c:pt>
                <c:pt idx="439">
                  <c:v>67.320490000000007</c:v>
                </c:pt>
                <c:pt idx="440">
                  <c:v>66.468359000000007</c:v>
                </c:pt>
                <c:pt idx="441">
                  <c:v>65.726015000000004</c:v>
                </c:pt>
                <c:pt idx="442">
                  <c:v>64.933000000000007</c:v>
                </c:pt>
                <c:pt idx="443">
                  <c:v>64.321185999999997</c:v>
                </c:pt>
                <c:pt idx="444">
                  <c:v>63.908225999999999</c:v>
                </c:pt>
                <c:pt idx="445">
                  <c:v>63.557347999999998</c:v>
                </c:pt>
                <c:pt idx="446">
                  <c:v>62.924987999999999</c:v>
                </c:pt>
                <c:pt idx="447">
                  <c:v>62.012999000000001</c:v>
                </c:pt>
                <c:pt idx="448">
                  <c:v>60.918612000000003</c:v>
                </c:pt>
                <c:pt idx="449">
                  <c:v>60.223094000000003</c:v>
                </c:pt>
                <c:pt idx="450">
                  <c:v>60.066800000000001</c:v>
                </c:pt>
                <c:pt idx="451">
                  <c:v>59.014878000000003</c:v>
                </c:pt>
                <c:pt idx="452">
                  <c:v>57.875734999999999</c:v>
                </c:pt>
                <c:pt idx="453">
                  <c:v>56.781675999999997</c:v>
                </c:pt>
                <c:pt idx="454">
                  <c:v>56.263326999999997</c:v>
                </c:pt>
                <c:pt idx="455">
                  <c:v>55.365256000000002</c:v>
                </c:pt>
                <c:pt idx="456">
                  <c:v>54.291747000000001</c:v>
                </c:pt>
                <c:pt idx="457">
                  <c:v>53.218237000000002</c:v>
                </c:pt>
                <c:pt idx="458">
                  <c:v>52.655441000000003</c:v>
                </c:pt>
                <c:pt idx="459">
                  <c:v>52.217229000000003</c:v>
                </c:pt>
                <c:pt idx="460">
                  <c:v>51.545354000000003</c:v>
                </c:pt>
                <c:pt idx="461">
                  <c:v>50.873480000000001</c:v>
                </c:pt>
                <c:pt idx="462">
                  <c:v>50.662562000000001</c:v>
                </c:pt>
                <c:pt idx="463">
                  <c:v>50.055891000000003</c:v>
                </c:pt>
                <c:pt idx="464">
                  <c:v>48.953857999999997</c:v>
                </c:pt>
                <c:pt idx="465">
                  <c:v>48.381844000000001</c:v>
                </c:pt>
                <c:pt idx="466">
                  <c:v>48.126460000000002</c:v>
                </c:pt>
                <c:pt idx="467">
                  <c:v>47.267083999999997</c:v>
                </c:pt>
                <c:pt idx="468">
                  <c:v>46.315545999999998</c:v>
                </c:pt>
                <c:pt idx="469">
                  <c:v>45.087474999999998</c:v>
                </c:pt>
                <c:pt idx="470">
                  <c:v>44.426355999999998</c:v>
                </c:pt>
                <c:pt idx="471">
                  <c:v>43.909863000000001</c:v>
                </c:pt>
                <c:pt idx="472">
                  <c:v>43.147218000000002</c:v>
                </c:pt>
                <c:pt idx="473">
                  <c:v>42.387475999999999</c:v>
                </c:pt>
                <c:pt idx="474">
                  <c:v>43.393476999999997</c:v>
                </c:pt>
                <c:pt idx="475">
                  <c:v>46.797139999999999</c:v>
                </c:pt>
                <c:pt idx="476">
                  <c:v>53.559714999999997</c:v>
                </c:pt>
                <c:pt idx="477">
                  <c:v>59.232486000000002</c:v>
                </c:pt>
                <c:pt idx="478">
                  <c:v>62.636147999999999</c:v>
                </c:pt>
                <c:pt idx="479">
                  <c:v>66.039811</c:v>
                </c:pt>
                <c:pt idx="480">
                  <c:v>66.245160999999996</c:v>
                </c:pt>
                <c:pt idx="481">
                  <c:v>68.978403999999998</c:v>
                </c:pt>
                <c:pt idx="482">
                  <c:v>73.654415</c:v>
                </c:pt>
                <c:pt idx="483">
                  <c:v>77.058077999999995</c:v>
                </c:pt>
                <c:pt idx="484">
                  <c:v>77.058100999999994</c:v>
                </c:pt>
                <c:pt idx="485">
                  <c:v>78.811873000000006</c:v>
                </c:pt>
                <c:pt idx="486">
                  <c:v>79.546356000000003</c:v>
                </c:pt>
                <c:pt idx="487">
                  <c:v>82.237435000000005</c:v>
                </c:pt>
                <c:pt idx="488">
                  <c:v>82.237442999999999</c:v>
                </c:pt>
                <c:pt idx="489">
                  <c:v>83.627077999999997</c:v>
                </c:pt>
                <c:pt idx="490">
                  <c:v>84.733509999999995</c:v>
                </c:pt>
                <c:pt idx="491">
                  <c:v>86.558331999999993</c:v>
                </c:pt>
                <c:pt idx="492">
                  <c:v>86.984720999999993</c:v>
                </c:pt>
                <c:pt idx="493">
                  <c:v>86.984724</c:v>
                </c:pt>
                <c:pt idx="494">
                  <c:v>87.421126999999998</c:v>
                </c:pt>
                <c:pt idx="495">
                  <c:v>87.730891999999997</c:v>
                </c:pt>
                <c:pt idx="496">
                  <c:v>87.888310000000004</c:v>
                </c:pt>
                <c:pt idx="497">
                  <c:v>88.764587000000006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88.072557000000003</c:v>
                </c:pt>
                <c:pt idx="509">
                  <c:v>87.822233999999995</c:v>
                </c:pt>
                <c:pt idx="510">
                  <c:v>87.188522000000006</c:v>
                </c:pt>
                <c:pt idx="511">
                  <c:v>87.147705999999999</c:v>
                </c:pt>
                <c:pt idx="512">
                  <c:v>87.106891000000005</c:v>
                </c:pt>
                <c:pt idx="513">
                  <c:v>86.873773</c:v>
                </c:pt>
                <c:pt idx="514">
                  <c:v>86.151469000000006</c:v>
                </c:pt>
                <c:pt idx="515">
                  <c:v>85.489794000000003</c:v>
                </c:pt>
                <c:pt idx="516">
                  <c:v>84.497371999999999</c:v>
                </c:pt>
                <c:pt idx="517">
                  <c:v>83.788995999999997</c:v>
                </c:pt>
                <c:pt idx="518">
                  <c:v>83.266270000000006</c:v>
                </c:pt>
                <c:pt idx="519">
                  <c:v>82.603937000000002</c:v>
                </c:pt>
                <c:pt idx="520">
                  <c:v>81.726043000000004</c:v>
                </c:pt>
                <c:pt idx="521">
                  <c:v>81.726043000000004</c:v>
                </c:pt>
                <c:pt idx="522">
                  <c:v>81.169369000000003</c:v>
                </c:pt>
                <c:pt idx="523">
                  <c:v>80.225127999999998</c:v>
                </c:pt>
                <c:pt idx="524">
                  <c:v>79.574021999999999</c:v>
                </c:pt>
                <c:pt idx="525">
                  <c:v>79.200768999999994</c:v>
                </c:pt>
                <c:pt idx="526">
                  <c:v>78.013790999999998</c:v>
                </c:pt>
                <c:pt idx="527">
                  <c:v>76.826812000000004</c:v>
                </c:pt>
                <c:pt idx="528">
                  <c:v>75.981561999999997</c:v>
                </c:pt>
                <c:pt idx="529">
                  <c:v>75.981561999999997</c:v>
                </c:pt>
                <c:pt idx="530">
                  <c:v>75.613140999999999</c:v>
                </c:pt>
                <c:pt idx="531">
                  <c:v>75.428576000000007</c:v>
                </c:pt>
                <c:pt idx="532">
                  <c:v>75.316599999999994</c:v>
                </c:pt>
                <c:pt idx="533">
                  <c:v>74.245654999999999</c:v>
                </c:pt>
                <c:pt idx="534">
                  <c:v>73.491978000000003</c:v>
                </c:pt>
                <c:pt idx="535">
                  <c:v>73.162482999999995</c:v>
                </c:pt>
                <c:pt idx="536">
                  <c:v>72.599153000000001</c:v>
                </c:pt>
                <c:pt idx="537">
                  <c:v>71.907865000000001</c:v>
                </c:pt>
                <c:pt idx="538">
                  <c:v>70.830612000000002</c:v>
                </c:pt>
                <c:pt idx="539">
                  <c:v>69.753359000000003</c:v>
                </c:pt>
                <c:pt idx="540">
                  <c:v>69.358975999999998</c:v>
                </c:pt>
                <c:pt idx="541">
                  <c:v>68.671351999999999</c:v>
                </c:pt>
                <c:pt idx="542">
                  <c:v>68.154557999999994</c:v>
                </c:pt>
                <c:pt idx="543">
                  <c:v>67.637764000000004</c:v>
                </c:pt>
                <c:pt idx="544">
                  <c:v>66.681518999999994</c:v>
                </c:pt>
                <c:pt idx="545">
                  <c:v>66.132204000000002</c:v>
                </c:pt>
                <c:pt idx="546">
                  <c:v>65.257312999999996</c:v>
                </c:pt>
                <c:pt idx="547">
                  <c:v>64.279155000000003</c:v>
                </c:pt>
                <c:pt idx="548">
                  <c:v>63.759402999999999</c:v>
                </c:pt>
                <c:pt idx="549">
                  <c:v>62.929935</c:v>
                </c:pt>
                <c:pt idx="550">
                  <c:v>62.412852999999998</c:v>
                </c:pt>
                <c:pt idx="551">
                  <c:v>61.730893000000002</c:v>
                </c:pt>
                <c:pt idx="552">
                  <c:v>60.736621</c:v>
                </c:pt>
                <c:pt idx="553">
                  <c:v>59.992440999999999</c:v>
                </c:pt>
                <c:pt idx="554">
                  <c:v>59.544553000000001</c:v>
                </c:pt>
                <c:pt idx="555">
                  <c:v>59.518230000000003</c:v>
                </c:pt>
                <c:pt idx="556">
                  <c:v>59.173178999999998</c:v>
                </c:pt>
                <c:pt idx="557">
                  <c:v>58.212665999999999</c:v>
                </c:pt>
                <c:pt idx="558">
                  <c:v>56.893821000000003</c:v>
                </c:pt>
                <c:pt idx="559">
                  <c:v>56.050806000000001</c:v>
                </c:pt>
                <c:pt idx="560">
                  <c:v>55.740861000000002</c:v>
                </c:pt>
                <c:pt idx="561">
                  <c:v>55.040961000000003</c:v>
                </c:pt>
                <c:pt idx="562">
                  <c:v>53.721539999999997</c:v>
                </c:pt>
                <c:pt idx="563">
                  <c:v>52.911442000000001</c:v>
                </c:pt>
                <c:pt idx="564">
                  <c:v>52.468474999999998</c:v>
                </c:pt>
                <c:pt idx="565">
                  <c:v>52.37182</c:v>
                </c:pt>
                <c:pt idx="566">
                  <c:v>52.233241</c:v>
                </c:pt>
                <c:pt idx="567">
                  <c:v>52.233241</c:v>
                </c:pt>
                <c:pt idx="568">
                  <c:v>51.602445000000003</c:v>
                </c:pt>
                <c:pt idx="569">
                  <c:v>50.784328000000002</c:v>
                </c:pt>
                <c:pt idx="570">
                  <c:v>49.524994</c:v>
                </c:pt>
                <c:pt idx="571">
                  <c:v>48.847932999999998</c:v>
                </c:pt>
                <c:pt idx="572">
                  <c:v>48.351421999999999</c:v>
                </c:pt>
                <c:pt idx="573">
                  <c:v>49.486499000000002</c:v>
                </c:pt>
                <c:pt idx="574">
                  <c:v>56.293824000000001</c:v>
                </c:pt>
                <c:pt idx="575">
                  <c:v>61.966594000000001</c:v>
                </c:pt>
                <c:pt idx="576">
                  <c:v>64.235702000000003</c:v>
                </c:pt>
                <c:pt idx="577">
                  <c:v>65.014799999999994</c:v>
                </c:pt>
                <c:pt idx="578">
                  <c:v>67.368994000000001</c:v>
                </c:pt>
                <c:pt idx="579">
                  <c:v>71.788300000000007</c:v>
                </c:pt>
                <c:pt idx="580">
                  <c:v>77.146066000000005</c:v>
                </c:pt>
                <c:pt idx="581">
                  <c:v>77.146066000000005</c:v>
                </c:pt>
                <c:pt idx="582">
                  <c:v>79.415173999999993</c:v>
                </c:pt>
                <c:pt idx="583">
                  <c:v>80.461764000000002</c:v>
                </c:pt>
                <c:pt idx="584">
                  <c:v>82.366257000000004</c:v>
                </c:pt>
                <c:pt idx="585">
                  <c:v>84.061571999999998</c:v>
                </c:pt>
                <c:pt idx="586">
                  <c:v>84.376007000000001</c:v>
                </c:pt>
                <c:pt idx="587">
                  <c:v>84.376007000000001</c:v>
                </c:pt>
                <c:pt idx="588">
                  <c:v>84.376007000000001</c:v>
                </c:pt>
                <c:pt idx="589">
                  <c:v>85.461764000000002</c:v>
                </c:pt>
                <c:pt idx="590">
                  <c:v>85.972345000000004</c:v>
                </c:pt>
                <c:pt idx="591">
                  <c:v>87.075569999999999</c:v>
                </c:pt>
                <c:pt idx="592">
                  <c:v>87.237756000000005</c:v>
                </c:pt>
                <c:pt idx="593">
                  <c:v>87.730891999999997</c:v>
                </c:pt>
                <c:pt idx="594">
                  <c:v>87.730891999999997</c:v>
                </c:pt>
                <c:pt idx="595">
                  <c:v>89.317815999999993</c:v>
                </c:pt>
                <c:pt idx="596">
                  <c:v>89.999983999999998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89.061785</c:v>
                </c:pt>
                <c:pt idx="614">
                  <c:v>89.061785</c:v>
                </c:pt>
                <c:pt idx="615">
                  <c:v>89.061785</c:v>
                </c:pt>
                <c:pt idx="616">
                  <c:v>87.656046000000003</c:v>
                </c:pt>
                <c:pt idx="617">
                  <c:v>87.013285999999994</c:v>
                </c:pt>
                <c:pt idx="618">
                  <c:v>86.324613999999997</c:v>
                </c:pt>
                <c:pt idx="619">
                  <c:v>85.819588999999993</c:v>
                </c:pt>
                <c:pt idx="620">
                  <c:v>85.819588999999993</c:v>
                </c:pt>
                <c:pt idx="621">
                  <c:v>85.343658000000005</c:v>
                </c:pt>
                <c:pt idx="622">
                  <c:v>84.285826</c:v>
                </c:pt>
                <c:pt idx="623">
                  <c:v>83.030293999999998</c:v>
                </c:pt>
                <c:pt idx="624">
                  <c:v>82.418098000000001</c:v>
                </c:pt>
                <c:pt idx="625">
                  <c:v>82.418098000000001</c:v>
                </c:pt>
                <c:pt idx="626">
                  <c:v>82.008741000000001</c:v>
                </c:pt>
                <c:pt idx="627">
                  <c:v>81.394705000000002</c:v>
                </c:pt>
                <c:pt idx="628">
                  <c:v>80.780670000000001</c:v>
                </c:pt>
                <c:pt idx="629">
                  <c:v>80.375037000000006</c:v>
                </c:pt>
                <c:pt idx="630">
                  <c:v>79.788933999999998</c:v>
                </c:pt>
                <c:pt idx="631">
                  <c:v>79.125193999999993</c:v>
                </c:pt>
                <c:pt idx="632">
                  <c:v>77.956817000000001</c:v>
                </c:pt>
                <c:pt idx="633">
                  <c:v>77.374543000000003</c:v>
                </c:pt>
                <c:pt idx="634">
                  <c:v>76.420178000000007</c:v>
                </c:pt>
                <c:pt idx="635">
                  <c:v>75.683571000000001</c:v>
                </c:pt>
                <c:pt idx="636">
                  <c:v>74.817803999999995</c:v>
                </c:pt>
                <c:pt idx="637">
                  <c:v>73.955707000000004</c:v>
                </c:pt>
                <c:pt idx="638">
                  <c:v>73.341672000000003</c:v>
                </c:pt>
                <c:pt idx="639">
                  <c:v>72.850442999999999</c:v>
                </c:pt>
                <c:pt idx="640">
                  <c:v>72.342487000000006</c:v>
                </c:pt>
                <c:pt idx="641">
                  <c:v>71.756383999999997</c:v>
                </c:pt>
                <c:pt idx="642">
                  <c:v>71.170281000000003</c:v>
                </c:pt>
                <c:pt idx="643">
                  <c:v>71.013986000000003</c:v>
                </c:pt>
                <c:pt idx="644">
                  <c:v>70.824144000000004</c:v>
                </c:pt>
                <c:pt idx="645">
                  <c:v>70.254615999999999</c:v>
                </c:pt>
                <c:pt idx="646">
                  <c:v>69.452178000000004</c:v>
                </c:pt>
                <c:pt idx="647">
                  <c:v>68.338345000000004</c:v>
                </c:pt>
                <c:pt idx="648">
                  <c:v>67.756072000000003</c:v>
                </c:pt>
                <c:pt idx="649">
                  <c:v>67.212615999999997</c:v>
                </c:pt>
                <c:pt idx="650">
                  <c:v>66.870949999999993</c:v>
                </c:pt>
                <c:pt idx="651">
                  <c:v>65.837343000000004</c:v>
                </c:pt>
                <c:pt idx="652">
                  <c:v>64.541747000000001</c:v>
                </c:pt>
                <c:pt idx="653">
                  <c:v>63.673234000000001</c:v>
                </c:pt>
                <c:pt idx="654">
                  <c:v>62.886501000000003</c:v>
                </c:pt>
                <c:pt idx="655">
                  <c:v>62.170940000000002</c:v>
                </c:pt>
                <c:pt idx="656">
                  <c:v>61.550787999999997</c:v>
                </c:pt>
                <c:pt idx="657">
                  <c:v>61.550787999999997</c:v>
                </c:pt>
                <c:pt idx="658">
                  <c:v>61.222656000000001</c:v>
                </c:pt>
                <c:pt idx="659">
                  <c:v>61.222656000000001</c:v>
                </c:pt>
                <c:pt idx="660">
                  <c:v>61.222656000000001</c:v>
                </c:pt>
                <c:pt idx="661">
                  <c:v>61.222656000000001</c:v>
                </c:pt>
                <c:pt idx="662">
                  <c:v>60.558658999999999</c:v>
                </c:pt>
                <c:pt idx="663">
                  <c:v>61.097313</c:v>
                </c:pt>
                <c:pt idx="664">
                  <c:v>60.586547000000003</c:v>
                </c:pt>
                <c:pt idx="665">
                  <c:v>60.246887999999998</c:v>
                </c:pt>
                <c:pt idx="666">
                  <c:v>59.519047999999998</c:v>
                </c:pt>
                <c:pt idx="667">
                  <c:v>59.196789000000003</c:v>
                </c:pt>
                <c:pt idx="668">
                  <c:v>59.196789000000003</c:v>
                </c:pt>
                <c:pt idx="669">
                  <c:v>61.465896999999998</c:v>
                </c:pt>
                <c:pt idx="670">
                  <c:v>61.465901000000002</c:v>
                </c:pt>
                <c:pt idx="671">
                  <c:v>61.465901000000002</c:v>
                </c:pt>
                <c:pt idx="672">
                  <c:v>61.465901000000002</c:v>
                </c:pt>
                <c:pt idx="673">
                  <c:v>63.905254999999997</c:v>
                </c:pt>
                <c:pt idx="674">
                  <c:v>68.497461000000001</c:v>
                </c:pt>
                <c:pt idx="675">
                  <c:v>70.766570000000002</c:v>
                </c:pt>
                <c:pt idx="676">
                  <c:v>70.766570000000002</c:v>
                </c:pt>
                <c:pt idx="677">
                  <c:v>74.170231999999999</c:v>
                </c:pt>
                <c:pt idx="678">
                  <c:v>78.192659000000006</c:v>
                </c:pt>
                <c:pt idx="679">
                  <c:v>78.654459000000003</c:v>
                </c:pt>
                <c:pt idx="680">
                  <c:v>78.654459000000003</c:v>
                </c:pt>
                <c:pt idx="681">
                  <c:v>80.461768000000006</c:v>
                </c:pt>
                <c:pt idx="682">
                  <c:v>80.923567000000006</c:v>
                </c:pt>
                <c:pt idx="683">
                  <c:v>83.192674999999994</c:v>
                </c:pt>
                <c:pt idx="684">
                  <c:v>83.192674999999994</c:v>
                </c:pt>
                <c:pt idx="685">
                  <c:v>83.192678999999998</c:v>
                </c:pt>
                <c:pt idx="686">
                  <c:v>85.461744999999993</c:v>
                </c:pt>
                <c:pt idx="687">
                  <c:v>85.461748999999998</c:v>
                </c:pt>
                <c:pt idx="688">
                  <c:v>85.461752000000004</c:v>
                </c:pt>
                <c:pt idx="689">
                  <c:v>87.730891999999997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FC2-490D-80C6-48711495EE89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79.999967999999996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82.190618999999998</c:v>
                </c:pt>
                <c:pt idx="11">
                  <c:v>82.190618999999998</c:v>
                </c:pt>
                <c:pt idx="12">
                  <c:v>82.190618999999998</c:v>
                </c:pt>
                <c:pt idx="13">
                  <c:v>82.190618999999998</c:v>
                </c:pt>
                <c:pt idx="14">
                  <c:v>82.190618999999998</c:v>
                </c:pt>
                <c:pt idx="15">
                  <c:v>82.190618999999998</c:v>
                </c:pt>
                <c:pt idx="16">
                  <c:v>82.190618999999998</c:v>
                </c:pt>
                <c:pt idx="17">
                  <c:v>82.190618999999998</c:v>
                </c:pt>
                <c:pt idx="18">
                  <c:v>84.768901999999997</c:v>
                </c:pt>
                <c:pt idx="19">
                  <c:v>84.768901999999997</c:v>
                </c:pt>
                <c:pt idx="20">
                  <c:v>84.768901999999997</c:v>
                </c:pt>
                <c:pt idx="21">
                  <c:v>84.768901999999997</c:v>
                </c:pt>
                <c:pt idx="22">
                  <c:v>84.768901999999997</c:v>
                </c:pt>
                <c:pt idx="23">
                  <c:v>87.704820999999995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87.188522000000006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87.188522000000006</c:v>
                </c:pt>
                <c:pt idx="38">
                  <c:v>87.188522000000006</c:v>
                </c:pt>
                <c:pt idx="39">
                  <c:v>87.188522000000006</c:v>
                </c:pt>
                <c:pt idx="40">
                  <c:v>87.188522000000006</c:v>
                </c:pt>
                <c:pt idx="41">
                  <c:v>87.188522000000006</c:v>
                </c:pt>
                <c:pt idx="42">
                  <c:v>87.188522000000006</c:v>
                </c:pt>
                <c:pt idx="43">
                  <c:v>87.188522000000006</c:v>
                </c:pt>
                <c:pt idx="44">
                  <c:v>87.188522000000006</c:v>
                </c:pt>
                <c:pt idx="45">
                  <c:v>87.188522000000006</c:v>
                </c:pt>
                <c:pt idx="46">
                  <c:v>87.188522000000006</c:v>
                </c:pt>
                <c:pt idx="47">
                  <c:v>87.188522000000006</c:v>
                </c:pt>
                <c:pt idx="48">
                  <c:v>87.188522000000006</c:v>
                </c:pt>
                <c:pt idx="49">
                  <c:v>87.188522000000006</c:v>
                </c:pt>
                <c:pt idx="50">
                  <c:v>87.188522000000006</c:v>
                </c:pt>
                <c:pt idx="51">
                  <c:v>87.188522000000006</c:v>
                </c:pt>
                <c:pt idx="52">
                  <c:v>87.188522000000006</c:v>
                </c:pt>
                <c:pt idx="53">
                  <c:v>87.188522000000006</c:v>
                </c:pt>
                <c:pt idx="54">
                  <c:v>87.188522000000006</c:v>
                </c:pt>
                <c:pt idx="55">
                  <c:v>87.188522000000006</c:v>
                </c:pt>
                <c:pt idx="56">
                  <c:v>87.188522000000006</c:v>
                </c:pt>
                <c:pt idx="57">
                  <c:v>87.188522000000006</c:v>
                </c:pt>
                <c:pt idx="58">
                  <c:v>87.188522000000006</c:v>
                </c:pt>
                <c:pt idx="59">
                  <c:v>87.188522000000006</c:v>
                </c:pt>
                <c:pt idx="60">
                  <c:v>87.188522000000006</c:v>
                </c:pt>
                <c:pt idx="61">
                  <c:v>87.188522000000006</c:v>
                </c:pt>
                <c:pt idx="62">
                  <c:v>87.188522000000006</c:v>
                </c:pt>
                <c:pt idx="63">
                  <c:v>87.188522000000006</c:v>
                </c:pt>
                <c:pt idx="64">
                  <c:v>87.188522000000006</c:v>
                </c:pt>
                <c:pt idx="65">
                  <c:v>87.188522000000006</c:v>
                </c:pt>
                <c:pt idx="66">
                  <c:v>89.999960999999999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87.188522000000006</c:v>
                </c:pt>
                <c:pt idx="147">
                  <c:v>87.188522000000006</c:v>
                </c:pt>
                <c:pt idx="148">
                  <c:v>87.188522000000006</c:v>
                </c:pt>
                <c:pt idx="149">
                  <c:v>87.188522000000006</c:v>
                </c:pt>
                <c:pt idx="150">
                  <c:v>87.188522000000006</c:v>
                </c:pt>
                <c:pt idx="151">
                  <c:v>87.188522000000006</c:v>
                </c:pt>
                <c:pt idx="152">
                  <c:v>87.188522000000006</c:v>
                </c:pt>
                <c:pt idx="153">
                  <c:v>87.188522000000006</c:v>
                </c:pt>
                <c:pt idx="154">
                  <c:v>87.188522000000006</c:v>
                </c:pt>
                <c:pt idx="155">
                  <c:v>87.188522000000006</c:v>
                </c:pt>
                <c:pt idx="156">
                  <c:v>87.188522000000006</c:v>
                </c:pt>
                <c:pt idx="157">
                  <c:v>87.188522000000006</c:v>
                </c:pt>
                <c:pt idx="158">
                  <c:v>87.188522000000006</c:v>
                </c:pt>
                <c:pt idx="159">
                  <c:v>87.188522000000006</c:v>
                </c:pt>
                <c:pt idx="160">
                  <c:v>87.188522000000006</c:v>
                </c:pt>
                <c:pt idx="161">
                  <c:v>87.188522000000006</c:v>
                </c:pt>
                <c:pt idx="162">
                  <c:v>87.188522000000006</c:v>
                </c:pt>
                <c:pt idx="163">
                  <c:v>87.188522000000006</c:v>
                </c:pt>
                <c:pt idx="164">
                  <c:v>87.188522000000006</c:v>
                </c:pt>
                <c:pt idx="165">
                  <c:v>87.188522000000006</c:v>
                </c:pt>
                <c:pt idx="166">
                  <c:v>87.188522000000006</c:v>
                </c:pt>
                <c:pt idx="167">
                  <c:v>87.188522000000006</c:v>
                </c:pt>
                <c:pt idx="168">
                  <c:v>87.188522000000006</c:v>
                </c:pt>
                <c:pt idx="169">
                  <c:v>88.076376999999994</c:v>
                </c:pt>
                <c:pt idx="170">
                  <c:v>88.076384000000004</c:v>
                </c:pt>
                <c:pt idx="171">
                  <c:v>88.943485999999993</c:v>
                </c:pt>
                <c:pt idx="172">
                  <c:v>88.943485999999993</c:v>
                </c:pt>
                <c:pt idx="173">
                  <c:v>88.943485999999993</c:v>
                </c:pt>
                <c:pt idx="174">
                  <c:v>88.943485999999993</c:v>
                </c:pt>
                <c:pt idx="175">
                  <c:v>88.943485999999993</c:v>
                </c:pt>
                <c:pt idx="176">
                  <c:v>88.943485999999993</c:v>
                </c:pt>
                <c:pt idx="177">
                  <c:v>89.999967999999996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90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87.106891000000005</c:v>
                </c:pt>
                <c:pt idx="234">
                  <c:v>87.106891000000005</c:v>
                </c:pt>
                <c:pt idx="235">
                  <c:v>85.932951000000003</c:v>
                </c:pt>
                <c:pt idx="236">
                  <c:v>84.750339999999994</c:v>
                </c:pt>
                <c:pt idx="237">
                  <c:v>84.750339999999994</c:v>
                </c:pt>
                <c:pt idx="238">
                  <c:v>84.750339999999994</c:v>
                </c:pt>
                <c:pt idx="239">
                  <c:v>84.750339999999994</c:v>
                </c:pt>
                <c:pt idx="240">
                  <c:v>84.750339999999994</c:v>
                </c:pt>
                <c:pt idx="241">
                  <c:v>84.750339999999994</c:v>
                </c:pt>
                <c:pt idx="242">
                  <c:v>84.750339999999994</c:v>
                </c:pt>
                <c:pt idx="243">
                  <c:v>84.750339999999994</c:v>
                </c:pt>
                <c:pt idx="244">
                  <c:v>84.750339999999994</c:v>
                </c:pt>
                <c:pt idx="245">
                  <c:v>84.750339999999994</c:v>
                </c:pt>
                <c:pt idx="246">
                  <c:v>84.750339999999994</c:v>
                </c:pt>
                <c:pt idx="247">
                  <c:v>84.750339999999994</c:v>
                </c:pt>
                <c:pt idx="248">
                  <c:v>84.750339999999994</c:v>
                </c:pt>
                <c:pt idx="249">
                  <c:v>84.750339999999994</c:v>
                </c:pt>
                <c:pt idx="250">
                  <c:v>84.750339999999994</c:v>
                </c:pt>
                <c:pt idx="251">
                  <c:v>84.750339999999994</c:v>
                </c:pt>
                <c:pt idx="252">
                  <c:v>84.750339999999994</c:v>
                </c:pt>
                <c:pt idx="253">
                  <c:v>84.247439999999997</c:v>
                </c:pt>
                <c:pt idx="254">
                  <c:v>84.247439999999997</c:v>
                </c:pt>
                <c:pt idx="255">
                  <c:v>84.247439999999997</c:v>
                </c:pt>
                <c:pt idx="256">
                  <c:v>84.247439999999997</c:v>
                </c:pt>
                <c:pt idx="257">
                  <c:v>84.247439999999997</c:v>
                </c:pt>
                <c:pt idx="258">
                  <c:v>84.247439999999997</c:v>
                </c:pt>
                <c:pt idx="259">
                  <c:v>84.247439999999997</c:v>
                </c:pt>
                <c:pt idx="260">
                  <c:v>84.247439999999997</c:v>
                </c:pt>
                <c:pt idx="261">
                  <c:v>86.516536000000002</c:v>
                </c:pt>
                <c:pt idx="262">
                  <c:v>86.516536000000002</c:v>
                </c:pt>
                <c:pt idx="263">
                  <c:v>88.785644000000005</c:v>
                </c:pt>
                <c:pt idx="264">
                  <c:v>88.785644000000005</c:v>
                </c:pt>
                <c:pt idx="265">
                  <c:v>88.785644000000005</c:v>
                </c:pt>
                <c:pt idx="266">
                  <c:v>88.785644000000005</c:v>
                </c:pt>
                <c:pt idx="267">
                  <c:v>88.785644000000005</c:v>
                </c:pt>
                <c:pt idx="268">
                  <c:v>88.785644000000005</c:v>
                </c:pt>
                <c:pt idx="269">
                  <c:v>88.785644000000005</c:v>
                </c:pt>
                <c:pt idx="270">
                  <c:v>88.785644000000005</c:v>
                </c:pt>
                <c:pt idx="271">
                  <c:v>88.785644000000005</c:v>
                </c:pt>
                <c:pt idx="272">
                  <c:v>88.785644000000005</c:v>
                </c:pt>
                <c:pt idx="273">
                  <c:v>88.785644000000005</c:v>
                </c:pt>
                <c:pt idx="274">
                  <c:v>88.785644000000005</c:v>
                </c:pt>
                <c:pt idx="275">
                  <c:v>88.785644000000005</c:v>
                </c:pt>
                <c:pt idx="276">
                  <c:v>88.785644000000005</c:v>
                </c:pt>
                <c:pt idx="277">
                  <c:v>88.785644000000005</c:v>
                </c:pt>
                <c:pt idx="278">
                  <c:v>88.785644000000005</c:v>
                </c:pt>
                <c:pt idx="279">
                  <c:v>88.785644000000005</c:v>
                </c:pt>
                <c:pt idx="280">
                  <c:v>88.785644000000005</c:v>
                </c:pt>
                <c:pt idx="281">
                  <c:v>88.785644000000005</c:v>
                </c:pt>
                <c:pt idx="282">
                  <c:v>88.785644000000005</c:v>
                </c:pt>
                <c:pt idx="283">
                  <c:v>88.785644000000005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87.914658000000003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87.188522000000006</c:v>
                </c:pt>
                <c:pt idx="340">
                  <c:v>87.188522000000006</c:v>
                </c:pt>
                <c:pt idx="341">
                  <c:v>87.188522000000006</c:v>
                </c:pt>
                <c:pt idx="342">
                  <c:v>87.188522000000006</c:v>
                </c:pt>
                <c:pt idx="343">
                  <c:v>87.188522000000006</c:v>
                </c:pt>
                <c:pt idx="344">
                  <c:v>87.188522000000006</c:v>
                </c:pt>
                <c:pt idx="345">
                  <c:v>87.188522000000006</c:v>
                </c:pt>
                <c:pt idx="346">
                  <c:v>87.188522000000006</c:v>
                </c:pt>
                <c:pt idx="347">
                  <c:v>87.188522000000006</c:v>
                </c:pt>
                <c:pt idx="348">
                  <c:v>87.188522000000006</c:v>
                </c:pt>
                <c:pt idx="349">
                  <c:v>87.188522000000006</c:v>
                </c:pt>
                <c:pt idx="350">
                  <c:v>87.188522000000006</c:v>
                </c:pt>
                <c:pt idx="351">
                  <c:v>87.188522000000006</c:v>
                </c:pt>
                <c:pt idx="352">
                  <c:v>87.188522000000006</c:v>
                </c:pt>
                <c:pt idx="353">
                  <c:v>88.703995000000006</c:v>
                </c:pt>
                <c:pt idx="354">
                  <c:v>89.999861999999993</c:v>
                </c:pt>
                <c:pt idx="355">
                  <c:v>89.999870000000001</c:v>
                </c:pt>
                <c:pt idx="356">
                  <c:v>89.999876999999998</c:v>
                </c:pt>
                <c:pt idx="357">
                  <c:v>89.999876999999998</c:v>
                </c:pt>
                <c:pt idx="358">
                  <c:v>89.999876999999998</c:v>
                </c:pt>
                <c:pt idx="359">
                  <c:v>89.999885000000006</c:v>
                </c:pt>
                <c:pt idx="360">
                  <c:v>89.999893</c:v>
                </c:pt>
                <c:pt idx="361">
                  <c:v>89.999893</c:v>
                </c:pt>
                <c:pt idx="362">
                  <c:v>89.999967999999996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87.188522000000006</c:v>
                </c:pt>
                <c:pt idx="437">
                  <c:v>87.188522000000006</c:v>
                </c:pt>
                <c:pt idx="438">
                  <c:v>87.188522000000006</c:v>
                </c:pt>
                <c:pt idx="439">
                  <c:v>87.188522000000006</c:v>
                </c:pt>
                <c:pt idx="440">
                  <c:v>87.188522000000006</c:v>
                </c:pt>
                <c:pt idx="441">
                  <c:v>87.188522000000006</c:v>
                </c:pt>
                <c:pt idx="442">
                  <c:v>87.188522000000006</c:v>
                </c:pt>
                <c:pt idx="443">
                  <c:v>87.188522000000006</c:v>
                </c:pt>
                <c:pt idx="444">
                  <c:v>87.188522000000006</c:v>
                </c:pt>
                <c:pt idx="445">
                  <c:v>88.704003</c:v>
                </c:pt>
                <c:pt idx="446">
                  <c:v>88.704003</c:v>
                </c:pt>
                <c:pt idx="447">
                  <c:v>88.704003</c:v>
                </c:pt>
                <c:pt idx="448">
                  <c:v>88.704003</c:v>
                </c:pt>
                <c:pt idx="449">
                  <c:v>89.999960999999999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FC2-490D-80C6-48711495EE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Data'!$B$2:$B$1395</c:f>
              <c:numCache>
                <c:formatCode>0</c:formatCode>
                <c:ptCount val="1394"/>
                <c:pt idx="0">
                  <c:v>211.76749599999999</c:v>
                </c:pt>
                <c:pt idx="1">
                  <c:v>211.76749599999999</c:v>
                </c:pt>
                <c:pt idx="2">
                  <c:v>125.107474</c:v>
                </c:pt>
                <c:pt idx="3">
                  <c:v>125.107474</c:v>
                </c:pt>
                <c:pt idx="4">
                  <c:v>131.34993900000001</c:v>
                </c:pt>
                <c:pt idx="5">
                  <c:v>131.34993900000001</c:v>
                </c:pt>
                <c:pt idx="6">
                  <c:v>150</c:v>
                </c:pt>
                <c:pt idx="7">
                  <c:v>150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60</c:v>
                </c:pt>
                <c:pt idx="13">
                  <c:v>60</c:v>
                </c:pt>
                <c:pt idx="14">
                  <c:v>0</c:v>
                </c:pt>
                <c:pt idx="15">
                  <c:v>0</c:v>
                </c:pt>
                <c:pt idx="16">
                  <c:v>125.72767</c:v>
                </c:pt>
                <c:pt idx="17">
                  <c:v>125.72767</c:v>
                </c:pt>
                <c:pt idx="18">
                  <c:v>389.13178699999997</c:v>
                </c:pt>
                <c:pt idx="19">
                  <c:v>389.13178699999997</c:v>
                </c:pt>
                <c:pt idx="20">
                  <c:v>553.12159199999996</c:v>
                </c:pt>
                <c:pt idx="21">
                  <c:v>553.12159199999996</c:v>
                </c:pt>
                <c:pt idx="22">
                  <c:v>573.903865</c:v>
                </c:pt>
                <c:pt idx="23">
                  <c:v>573.903865</c:v>
                </c:pt>
                <c:pt idx="24">
                  <c:v>90</c:v>
                </c:pt>
                <c:pt idx="25">
                  <c:v>90</c:v>
                </c:pt>
                <c:pt idx="26">
                  <c:v>90.000100000000003</c:v>
                </c:pt>
                <c:pt idx="27">
                  <c:v>90.000100000000003</c:v>
                </c:pt>
                <c:pt idx="28">
                  <c:v>90.000100000000003</c:v>
                </c:pt>
                <c:pt idx="29">
                  <c:v>90.000100000000003</c:v>
                </c:pt>
                <c:pt idx="30">
                  <c:v>50.306496000000003</c:v>
                </c:pt>
                <c:pt idx="31">
                  <c:v>50.306496000000003</c:v>
                </c:pt>
                <c:pt idx="32">
                  <c:v>179.21803399999999</c:v>
                </c:pt>
                <c:pt idx="33">
                  <c:v>179.21803399999999</c:v>
                </c:pt>
                <c:pt idx="34">
                  <c:v>430.72744</c:v>
                </c:pt>
                <c:pt idx="35">
                  <c:v>430.72744</c:v>
                </c:pt>
                <c:pt idx="36">
                  <c:v>237.23075299999999</c:v>
                </c:pt>
                <c:pt idx="37">
                  <c:v>237.23075299999999</c:v>
                </c:pt>
                <c:pt idx="38">
                  <c:v>342.21104700000001</c:v>
                </c:pt>
                <c:pt idx="39">
                  <c:v>342.21104700000001</c:v>
                </c:pt>
                <c:pt idx="40">
                  <c:v>445.31407899999999</c:v>
                </c:pt>
                <c:pt idx="41">
                  <c:v>445.31407899999999</c:v>
                </c:pt>
                <c:pt idx="42">
                  <c:v>650.20748600000002</c:v>
                </c:pt>
                <c:pt idx="43">
                  <c:v>650.20748600000002</c:v>
                </c:pt>
                <c:pt idx="44">
                  <c:v>535.473884</c:v>
                </c:pt>
                <c:pt idx="45">
                  <c:v>535.473884</c:v>
                </c:pt>
                <c:pt idx="46">
                  <c:v>565.85822599999995</c:v>
                </c:pt>
                <c:pt idx="47">
                  <c:v>565.85822599999995</c:v>
                </c:pt>
                <c:pt idx="48">
                  <c:v>419.99977899999999</c:v>
                </c:pt>
                <c:pt idx="49">
                  <c:v>419.99977899999999</c:v>
                </c:pt>
                <c:pt idx="50">
                  <c:v>229.14626100000001</c:v>
                </c:pt>
                <c:pt idx="51">
                  <c:v>229.14626100000001</c:v>
                </c:pt>
                <c:pt idx="52">
                  <c:v>90</c:v>
                </c:pt>
                <c:pt idx="53">
                  <c:v>90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49.166277999999998</c:v>
                </c:pt>
                <c:pt idx="81">
                  <c:v>49.166277999999998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60.000100000000003</c:v>
                </c:pt>
                <c:pt idx="87">
                  <c:v>60.000100000000003</c:v>
                </c:pt>
                <c:pt idx="88">
                  <c:v>60.0002</c:v>
                </c:pt>
                <c:pt idx="89">
                  <c:v>60.0002</c:v>
                </c:pt>
                <c:pt idx="90">
                  <c:v>1.294467</c:v>
                </c:pt>
                <c:pt idx="91">
                  <c:v>1.294467</c:v>
                </c:pt>
                <c:pt idx="92">
                  <c:v>90</c:v>
                </c:pt>
                <c:pt idx="93">
                  <c:v>90</c:v>
                </c:pt>
                <c:pt idx="94">
                  <c:v>60.000100000000003</c:v>
                </c:pt>
                <c:pt idx="95">
                  <c:v>60.000100000000003</c:v>
                </c:pt>
                <c:pt idx="96">
                  <c:v>14.609278</c:v>
                </c:pt>
                <c:pt idx="97">
                  <c:v>14.609278</c:v>
                </c:pt>
                <c:pt idx="98">
                  <c:v>2.0000000000000001E-4</c:v>
                </c:pt>
                <c:pt idx="99">
                  <c:v>2.0000000000000001E-4</c:v>
                </c:pt>
                <c:pt idx="100">
                  <c:v>21.105557999999998</c:v>
                </c:pt>
                <c:pt idx="101">
                  <c:v>21.105557999999998</c:v>
                </c:pt>
                <c:pt idx="102">
                  <c:v>90.000100000000003</c:v>
                </c:pt>
                <c:pt idx="103">
                  <c:v>90.000100000000003</c:v>
                </c:pt>
                <c:pt idx="104">
                  <c:v>41.422038999999998</c:v>
                </c:pt>
                <c:pt idx="105">
                  <c:v>41.422038999999998</c:v>
                </c:pt>
                <c:pt idx="106">
                  <c:v>240</c:v>
                </c:pt>
                <c:pt idx="107">
                  <c:v>240</c:v>
                </c:pt>
                <c:pt idx="108">
                  <c:v>195.91776100000001</c:v>
                </c:pt>
                <c:pt idx="109">
                  <c:v>195.91776100000001</c:v>
                </c:pt>
                <c:pt idx="110">
                  <c:v>5.2099999999999998E-4</c:v>
                </c:pt>
                <c:pt idx="111">
                  <c:v>5.2099999999999998E-4</c:v>
                </c:pt>
                <c:pt idx="112">
                  <c:v>148.208395</c:v>
                </c:pt>
                <c:pt idx="113">
                  <c:v>148.208395</c:v>
                </c:pt>
                <c:pt idx="114">
                  <c:v>60</c:v>
                </c:pt>
                <c:pt idx="115">
                  <c:v>60</c:v>
                </c:pt>
                <c:pt idx="116">
                  <c:v>30</c:v>
                </c:pt>
                <c:pt idx="117">
                  <c:v>30</c:v>
                </c:pt>
                <c:pt idx="118">
                  <c:v>0</c:v>
                </c:pt>
                <c:pt idx="119">
                  <c:v>0</c:v>
                </c:pt>
                <c:pt idx="120">
                  <c:v>57.599328</c:v>
                </c:pt>
                <c:pt idx="121">
                  <c:v>57.599328</c:v>
                </c:pt>
                <c:pt idx="122">
                  <c:v>72.210325999999995</c:v>
                </c:pt>
                <c:pt idx="123">
                  <c:v>72.210325999999995</c:v>
                </c:pt>
                <c:pt idx="124">
                  <c:v>119.99947899999999</c:v>
                </c:pt>
                <c:pt idx="125">
                  <c:v>119.99947899999999</c:v>
                </c:pt>
                <c:pt idx="126">
                  <c:v>2.0000000000000001E-4</c:v>
                </c:pt>
                <c:pt idx="127">
                  <c:v>2.0000000000000001E-4</c:v>
                </c:pt>
                <c:pt idx="128">
                  <c:v>120</c:v>
                </c:pt>
                <c:pt idx="129">
                  <c:v>120</c:v>
                </c:pt>
                <c:pt idx="130">
                  <c:v>70.280557999999999</c:v>
                </c:pt>
                <c:pt idx="131">
                  <c:v>70.280557999999999</c:v>
                </c:pt>
                <c:pt idx="132">
                  <c:v>90</c:v>
                </c:pt>
                <c:pt idx="133">
                  <c:v>90</c:v>
                </c:pt>
                <c:pt idx="134">
                  <c:v>90</c:v>
                </c:pt>
                <c:pt idx="135">
                  <c:v>90</c:v>
                </c:pt>
                <c:pt idx="136">
                  <c:v>31.930167999999998</c:v>
                </c:pt>
                <c:pt idx="137">
                  <c:v>31.930167999999998</c:v>
                </c:pt>
                <c:pt idx="138">
                  <c:v>52.050857000000001</c:v>
                </c:pt>
                <c:pt idx="139">
                  <c:v>52.050857000000001</c:v>
                </c:pt>
                <c:pt idx="140">
                  <c:v>54.973999999999997</c:v>
                </c:pt>
                <c:pt idx="141">
                  <c:v>54.973999999999997</c:v>
                </c:pt>
                <c:pt idx="142">
                  <c:v>35.438000000000002</c:v>
                </c:pt>
                <c:pt idx="143">
                  <c:v>35.438000000000002</c:v>
                </c:pt>
                <c:pt idx="144">
                  <c:v>60</c:v>
                </c:pt>
                <c:pt idx="145">
                  <c:v>60</c:v>
                </c:pt>
                <c:pt idx="146">
                  <c:v>6.6550000000000002</c:v>
                </c:pt>
                <c:pt idx="147">
                  <c:v>6.6550000000000002</c:v>
                </c:pt>
                <c:pt idx="148">
                  <c:v>6.2100000000000002E-4</c:v>
                </c:pt>
                <c:pt idx="149">
                  <c:v>6.2100000000000002E-4</c:v>
                </c:pt>
                <c:pt idx="150">
                  <c:v>0</c:v>
                </c:pt>
                <c:pt idx="151">
                  <c:v>0</c:v>
                </c:pt>
                <c:pt idx="152">
                  <c:v>3.7525430000000002</c:v>
                </c:pt>
                <c:pt idx="153">
                  <c:v>3.7525430000000002</c:v>
                </c:pt>
                <c:pt idx="154">
                  <c:v>60</c:v>
                </c:pt>
                <c:pt idx="155">
                  <c:v>60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4.2099999999999999E-4</c:v>
                </c:pt>
                <c:pt idx="161">
                  <c:v>4.2099999999999999E-4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60</c:v>
                </c:pt>
                <c:pt idx="169">
                  <c:v>60</c:v>
                </c:pt>
                <c:pt idx="170">
                  <c:v>113.344179</c:v>
                </c:pt>
                <c:pt idx="171">
                  <c:v>113.344179</c:v>
                </c:pt>
                <c:pt idx="172">
                  <c:v>90.000100000000003</c:v>
                </c:pt>
                <c:pt idx="173">
                  <c:v>90.000100000000003</c:v>
                </c:pt>
                <c:pt idx="174">
                  <c:v>120</c:v>
                </c:pt>
                <c:pt idx="175">
                  <c:v>120</c:v>
                </c:pt>
                <c:pt idx="176">
                  <c:v>197.430623</c:v>
                </c:pt>
                <c:pt idx="177">
                  <c:v>197.430623</c:v>
                </c:pt>
                <c:pt idx="178">
                  <c:v>300</c:v>
                </c:pt>
                <c:pt idx="179">
                  <c:v>300</c:v>
                </c:pt>
                <c:pt idx="180">
                  <c:v>330</c:v>
                </c:pt>
                <c:pt idx="181">
                  <c:v>330</c:v>
                </c:pt>
                <c:pt idx="182">
                  <c:v>453.90291500000001</c:v>
                </c:pt>
                <c:pt idx="183">
                  <c:v>453.90291500000001</c:v>
                </c:pt>
                <c:pt idx="184">
                  <c:v>415.47368399999999</c:v>
                </c:pt>
                <c:pt idx="185">
                  <c:v>415.47368399999999</c:v>
                </c:pt>
                <c:pt idx="186">
                  <c:v>360</c:v>
                </c:pt>
                <c:pt idx="187">
                  <c:v>360</c:v>
                </c:pt>
                <c:pt idx="188">
                  <c:v>312.96324399999997</c:v>
                </c:pt>
                <c:pt idx="189">
                  <c:v>312.96324399999997</c:v>
                </c:pt>
                <c:pt idx="190">
                  <c:v>120</c:v>
                </c:pt>
                <c:pt idx="191">
                  <c:v>120</c:v>
                </c:pt>
                <c:pt idx="192">
                  <c:v>391.26021400000002</c:v>
                </c:pt>
                <c:pt idx="193">
                  <c:v>391.26021400000002</c:v>
                </c:pt>
                <c:pt idx="194">
                  <c:v>660.00009999999997</c:v>
                </c:pt>
                <c:pt idx="195">
                  <c:v>660.00009999999997</c:v>
                </c:pt>
                <c:pt idx="196">
                  <c:v>720</c:v>
                </c:pt>
                <c:pt idx="197">
                  <c:v>720</c:v>
                </c:pt>
                <c:pt idx="198">
                  <c:v>590.77376800000002</c:v>
                </c:pt>
                <c:pt idx="199">
                  <c:v>590.77376800000002</c:v>
                </c:pt>
                <c:pt idx="200">
                  <c:v>510</c:v>
                </c:pt>
                <c:pt idx="201">
                  <c:v>510</c:v>
                </c:pt>
                <c:pt idx="202">
                  <c:v>582.21104700000001</c:v>
                </c:pt>
                <c:pt idx="203">
                  <c:v>582.21104700000001</c:v>
                </c:pt>
                <c:pt idx="204">
                  <c:v>630</c:v>
                </c:pt>
                <c:pt idx="205">
                  <c:v>630</c:v>
                </c:pt>
                <c:pt idx="206">
                  <c:v>530.84147599999994</c:v>
                </c:pt>
                <c:pt idx="207">
                  <c:v>530.84147599999994</c:v>
                </c:pt>
                <c:pt idx="208">
                  <c:v>171.92559700000001</c:v>
                </c:pt>
                <c:pt idx="209">
                  <c:v>171.92559700000001</c:v>
                </c:pt>
                <c:pt idx="210">
                  <c:v>109.010177</c:v>
                </c:pt>
                <c:pt idx="211">
                  <c:v>109.010177</c:v>
                </c:pt>
                <c:pt idx="212">
                  <c:v>150.0001</c:v>
                </c:pt>
                <c:pt idx="213">
                  <c:v>150.0001</c:v>
                </c:pt>
                <c:pt idx="214">
                  <c:v>138.12141</c:v>
                </c:pt>
                <c:pt idx="215">
                  <c:v>138.12141</c:v>
                </c:pt>
                <c:pt idx="216">
                  <c:v>402.21052600000002</c:v>
                </c:pt>
                <c:pt idx="217">
                  <c:v>402.21052600000002</c:v>
                </c:pt>
                <c:pt idx="218">
                  <c:v>655.47358399999996</c:v>
                </c:pt>
                <c:pt idx="219">
                  <c:v>655.47358399999996</c:v>
                </c:pt>
                <c:pt idx="220">
                  <c:v>439.21089999999998</c:v>
                </c:pt>
                <c:pt idx="221">
                  <c:v>439.21089999999998</c:v>
                </c:pt>
                <c:pt idx="222">
                  <c:v>582.21062600000005</c:v>
                </c:pt>
                <c:pt idx="223">
                  <c:v>582.21062600000005</c:v>
                </c:pt>
                <c:pt idx="224">
                  <c:v>626.17005200000006</c:v>
                </c:pt>
                <c:pt idx="225">
                  <c:v>626.17005200000006</c:v>
                </c:pt>
                <c:pt idx="226">
                  <c:v>434.94610799999998</c:v>
                </c:pt>
                <c:pt idx="227">
                  <c:v>434.94610799999998</c:v>
                </c:pt>
                <c:pt idx="228">
                  <c:v>587.79416100000003</c:v>
                </c:pt>
                <c:pt idx="229">
                  <c:v>587.79416100000003</c:v>
                </c:pt>
                <c:pt idx="230">
                  <c:v>540.00052100000005</c:v>
                </c:pt>
                <c:pt idx="231">
                  <c:v>540.00052100000005</c:v>
                </c:pt>
                <c:pt idx="232">
                  <c:v>671.81740600000001</c:v>
                </c:pt>
                <c:pt idx="233">
                  <c:v>671.81740600000001</c:v>
                </c:pt>
                <c:pt idx="234">
                  <c:v>444.42157400000002</c:v>
                </c:pt>
                <c:pt idx="235">
                  <c:v>444.42157400000002</c:v>
                </c:pt>
                <c:pt idx="236">
                  <c:v>189.380458</c:v>
                </c:pt>
                <c:pt idx="237">
                  <c:v>189.380458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18.658956</c:v>
                </c:pt>
                <c:pt idx="271">
                  <c:v>18.658956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1E-4</c:v>
                </c:pt>
                <c:pt idx="299">
                  <c:v>1E-4</c:v>
                </c:pt>
                <c:pt idx="300">
                  <c:v>1E-4</c:v>
                </c:pt>
                <c:pt idx="301">
                  <c:v>1E-4</c:v>
                </c:pt>
                <c:pt idx="302">
                  <c:v>1E-4</c:v>
                </c:pt>
                <c:pt idx="303">
                  <c:v>1E-4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23.271781000000001</c:v>
                </c:pt>
                <c:pt idx="311">
                  <c:v>23.271781000000001</c:v>
                </c:pt>
                <c:pt idx="312">
                  <c:v>14.261265</c:v>
                </c:pt>
                <c:pt idx="313">
                  <c:v>14.261265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60</c:v>
                </c:pt>
                <c:pt idx="321">
                  <c:v>60</c:v>
                </c:pt>
                <c:pt idx="322">
                  <c:v>30.0001</c:v>
                </c:pt>
                <c:pt idx="323">
                  <c:v>30.0001</c:v>
                </c:pt>
                <c:pt idx="324">
                  <c:v>1E-4</c:v>
                </c:pt>
                <c:pt idx="325">
                  <c:v>1E-4</c:v>
                </c:pt>
                <c:pt idx="326">
                  <c:v>1E-4</c:v>
                </c:pt>
                <c:pt idx="327">
                  <c:v>1E-4</c:v>
                </c:pt>
                <c:pt idx="328">
                  <c:v>65.941900000000004</c:v>
                </c:pt>
                <c:pt idx="329">
                  <c:v>65.941900000000004</c:v>
                </c:pt>
                <c:pt idx="330">
                  <c:v>2.0000000000000001E-4</c:v>
                </c:pt>
                <c:pt idx="331">
                  <c:v>2.0000000000000001E-4</c:v>
                </c:pt>
                <c:pt idx="332">
                  <c:v>1E-4</c:v>
                </c:pt>
                <c:pt idx="333">
                  <c:v>1E-4</c:v>
                </c:pt>
                <c:pt idx="334">
                  <c:v>0</c:v>
                </c:pt>
                <c:pt idx="335">
                  <c:v>0</c:v>
                </c:pt>
                <c:pt idx="336">
                  <c:v>119.999679</c:v>
                </c:pt>
                <c:pt idx="337">
                  <c:v>119.999679</c:v>
                </c:pt>
                <c:pt idx="338">
                  <c:v>102.21104699999999</c:v>
                </c:pt>
                <c:pt idx="339">
                  <c:v>102.21104699999999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30</c:v>
                </c:pt>
                <c:pt idx="353">
                  <c:v>30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150</c:v>
                </c:pt>
                <c:pt idx="361">
                  <c:v>150</c:v>
                </c:pt>
                <c:pt idx="362">
                  <c:v>72.526349999999994</c:v>
                </c:pt>
                <c:pt idx="363">
                  <c:v>72.526349999999994</c:v>
                </c:pt>
                <c:pt idx="364">
                  <c:v>60.000421000000003</c:v>
                </c:pt>
                <c:pt idx="365">
                  <c:v>60.000421000000003</c:v>
                </c:pt>
                <c:pt idx="366">
                  <c:v>0</c:v>
                </c:pt>
                <c:pt idx="367">
                  <c:v>0</c:v>
                </c:pt>
                <c:pt idx="368">
                  <c:v>180.00042099999999</c:v>
                </c:pt>
                <c:pt idx="369">
                  <c:v>180.00042099999999</c:v>
                </c:pt>
                <c:pt idx="370">
                  <c:v>240</c:v>
                </c:pt>
                <c:pt idx="371">
                  <c:v>240</c:v>
                </c:pt>
                <c:pt idx="372">
                  <c:v>240</c:v>
                </c:pt>
                <c:pt idx="373">
                  <c:v>240</c:v>
                </c:pt>
                <c:pt idx="374">
                  <c:v>360</c:v>
                </c:pt>
                <c:pt idx="375">
                  <c:v>360</c:v>
                </c:pt>
                <c:pt idx="376">
                  <c:v>222.210947</c:v>
                </c:pt>
                <c:pt idx="377">
                  <c:v>222.210947</c:v>
                </c:pt>
                <c:pt idx="378">
                  <c:v>360</c:v>
                </c:pt>
                <c:pt idx="379">
                  <c:v>360</c:v>
                </c:pt>
                <c:pt idx="380">
                  <c:v>347.34351700000002</c:v>
                </c:pt>
                <c:pt idx="381">
                  <c:v>347.34351700000002</c:v>
                </c:pt>
                <c:pt idx="382">
                  <c:v>406.92467399999998</c:v>
                </c:pt>
                <c:pt idx="383">
                  <c:v>406.92467399999998</c:v>
                </c:pt>
                <c:pt idx="384">
                  <c:v>513.32493799999997</c:v>
                </c:pt>
                <c:pt idx="385">
                  <c:v>513.32493799999997</c:v>
                </c:pt>
                <c:pt idx="386">
                  <c:v>239.99979999999999</c:v>
                </c:pt>
                <c:pt idx="387">
                  <c:v>239.99979999999999</c:v>
                </c:pt>
                <c:pt idx="388">
                  <c:v>90</c:v>
                </c:pt>
                <c:pt idx="389">
                  <c:v>90</c:v>
                </c:pt>
                <c:pt idx="390">
                  <c:v>180.0001</c:v>
                </c:pt>
                <c:pt idx="391">
                  <c:v>180.0001</c:v>
                </c:pt>
                <c:pt idx="392">
                  <c:v>150.0001</c:v>
                </c:pt>
                <c:pt idx="393">
                  <c:v>150.0001</c:v>
                </c:pt>
                <c:pt idx="394">
                  <c:v>180.0001</c:v>
                </c:pt>
                <c:pt idx="395">
                  <c:v>180.0001</c:v>
                </c:pt>
                <c:pt idx="396">
                  <c:v>300.00020000000001</c:v>
                </c:pt>
                <c:pt idx="397">
                  <c:v>300.00020000000001</c:v>
                </c:pt>
                <c:pt idx="398">
                  <c:v>89.999799999999993</c:v>
                </c:pt>
                <c:pt idx="399">
                  <c:v>89.999799999999993</c:v>
                </c:pt>
                <c:pt idx="400">
                  <c:v>301.46707500000002</c:v>
                </c:pt>
                <c:pt idx="401">
                  <c:v>301.46707500000002</c:v>
                </c:pt>
                <c:pt idx="402">
                  <c:v>270.00042100000002</c:v>
                </c:pt>
                <c:pt idx="403">
                  <c:v>270.00042100000002</c:v>
                </c:pt>
                <c:pt idx="404">
                  <c:v>360.00009999999997</c:v>
                </c:pt>
                <c:pt idx="405">
                  <c:v>360.00009999999997</c:v>
                </c:pt>
                <c:pt idx="406">
                  <c:v>98.491518999999997</c:v>
                </c:pt>
                <c:pt idx="407">
                  <c:v>98.491518999999997</c:v>
                </c:pt>
                <c:pt idx="408">
                  <c:v>209.962604</c:v>
                </c:pt>
                <c:pt idx="409">
                  <c:v>209.962604</c:v>
                </c:pt>
                <c:pt idx="410">
                  <c:v>737.09760500000004</c:v>
                </c:pt>
                <c:pt idx="411">
                  <c:v>737.09760500000004</c:v>
                </c:pt>
                <c:pt idx="412">
                  <c:v>713.822316</c:v>
                </c:pt>
                <c:pt idx="413">
                  <c:v>713.822316</c:v>
                </c:pt>
                <c:pt idx="414">
                  <c:v>760.29781000000003</c:v>
                </c:pt>
                <c:pt idx="415">
                  <c:v>760.29781000000003</c:v>
                </c:pt>
                <c:pt idx="416">
                  <c:v>690</c:v>
                </c:pt>
                <c:pt idx="417">
                  <c:v>690</c:v>
                </c:pt>
                <c:pt idx="418">
                  <c:v>555.89365499999997</c:v>
                </c:pt>
                <c:pt idx="419">
                  <c:v>555.89365499999997</c:v>
                </c:pt>
                <c:pt idx="420">
                  <c:v>527.79448200000002</c:v>
                </c:pt>
                <c:pt idx="421">
                  <c:v>527.79448200000002</c:v>
                </c:pt>
                <c:pt idx="422">
                  <c:v>630</c:v>
                </c:pt>
                <c:pt idx="423">
                  <c:v>630</c:v>
                </c:pt>
                <c:pt idx="424">
                  <c:v>629.99990000000003</c:v>
                </c:pt>
                <c:pt idx="425">
                  <c:v>629.99990000000003</c:v>
                </c:pt>
                <c:pt idx="426">
                  <c:v>582.21052599999996</c:v>
                </c:pt>
                <c:pt idx="427">
                  <c:v>582.21052599999996</c:v>
                </c:pt>
                <c:pt idx="428">
                  <c:v>317.30152600000002</c:v>
                </c:pt>
                <c:pt idx="429">
                  <c:v>317.30152600000002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60</c:v>
                </c:pt>
                <c:pt idx="513">
                  <c:v>60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7.1855760000000002</c:v>
                </c:pt>
                <c:pt idx="521">
                  <c:v>7.1855760000000002</c:v>
                </c:pt>
                <c:pt idx="522">
                  <c:v>1E-4</c:v>
                </c:pt>
                <c:pt idx="523">
                  <c:v>1E-4</c:v>
                </c:pt>
                <c:pt idx="524">
                  <c:v>1E-4</c:v>
                </c:pt>
                <c:pt idx="525">
                  <c:v>1E-4</c:v>
                </c:pt>
                <c:pt idx="526">
                  <c:v>33.636000000000003</c:v>
                </c:pt>
                <c:pt idx="527">
                  <c:v>33.636000000000003</c:v>
                </c:pt>
                <c:pt idx="528">
                  <c:v>17.654</c:v>
                </c:pt>
                <c:pt idx="529">
                  <c:v>17.654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77.134550000000004</c:v>
                </c:pt>
                <c:pt idx="537">
                  <c:v>77.134550000000004</c:v>
                </c:pt>
                <c:pt idx="538">
                  <c:v>60</c:v>
                </c:pt>
                <c:pt idx="539">
                  <c:v>60</c:v>
                </c:pt>
                <c:pt idx="540">
                  <c:v>0</c:v>
                </c:pt>
                <c:pt idx="541">
                  <c:v>0</c:v>
                </c:pt>
                <c:pt idx="542">
                  <c:v>46.054876</c:v>
                </c:pt>
                <c:pt idx="543">
                  <c:v>46.054876</c:v>
                </c:pt>
                <c:pt idx="544">
                  <c:v>0</c:v>
                </c:pt>
                <c:pt idx="545">
                  <c:v>0</c:v>
                </c:pt>
                <c:pt idx="546">
                  <c:v>4.2099999999999999E-4</c:v>
                </c:pt>
                <c:pt idx="547">
                  <c:v>4.2099999999999999E-4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120</c:v>
                </c:pt>
                <c:pt idx="553">
                  <c:v>120</c:v>
                </c:pt>
                <c:pt idx="554">
                  <c:v>90.000100000000003</c:v>
                </c:pt>
                <c:pt idx="555">
                  <c:v>90.000100000000003</c:v>
                </c:pt>
                <c:pt idx="556">
                  <c:v>30.0001</c:v>
                </c:pt>
                <c:pt idx="557">
                  <c:v>30.0001</c:v>
                </c:pt>
                <c:pt idx="558">
                  <c:v>0</c:v>
                </c:pt>
                <c:pt idx="559">
                  <c:v>0</c:v>
                </c:pt>
                <c:pt idx="560">
                  <c:v>28.401396999999999</c:v>
                </c:pt>
                <c:pt idx="561">
                  <c:v>28.401396999999999</c:v>
                </c:pt>
                <c:pt idx="562">
                  <c:v>55.605530000000002</c:v>
                </c:pt>
                <c:pt idx="563">
                  <c:v>55.605530000000002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171.73329899999999</c:v>
                </c:pt>
                <c:pt idx="569">
                  <c:v>171.73329899999999</c:v>
                </c:pt>
                <c:pt idx="570">
                  <c:v>0.30823600000000001</c:v>
                </c:pt>
                <c:pt idx="571">
                  <c:v>0.30823600000000001</c:v>
                </c:pt>
                <c:pt idx="572">
                  <c:v>30</c:v>
                </c:pt>
                <c:pt idx="573">
                  <c:v>30</c:v>
                </c:pt>
                <c:pt idx="574">
                  <c:v>76.245733999999999</c:v>
                </c:pt>
                <c:pt idx="575">
                  <c:v>76.245733999999999</c:v>
                </c:pt>
                <c:pt idx="576">
                  <c:v>330</c:v>
                </c:pt>
                <c:pt idx="577">
                  <c:v>330</c:v>
                </c:pt>
                <c:pt idx="578">
                  <c:v>438.17705799999999</c:v>
                </c:pt>
                <c:pt idx="579">
                  <c:v>438.17705799999999</c:v>
                </c:pt>
                <c:pt idx="580">
                  <c:v>244.94886299999999</c:v>
                </c:pt>
                <c:pt idx="581">
                  <c:v>244.94886299999999</c:v>
                </c:pt>
                <c:pt idx="582">
                  <c:v>390</c:v>
                </c:pt>
                <c:pt idx="583">
                  <c:v>390</c:v>
                </c:pt>
                <c:pt idx="584">
                  <c:v>570.00009999999997</c:v>
                </c:pt>
                <c:pt idx="585">
                  <c:v>570.00009999999997</c:v>
                </c:pt>
                <c:pt idx="586">
                  <c:v>660.862347</c:v>
                </c:pt>
                <c:pt idx="587">
                  <c:v>660.862347</c:v>
                </c:pt>
                <c:pt idx="588">
                  <c:v>714.42189499999995</c:v>
                </c:pt>
                <c:pt idx="589">
                  <c:v>714.42189499999995</c:v>
                </c:pt>
                <c:pt idx="590">
                  <c:v>733.94196299999999</c:v>
                </c:pt>
                <c:pt idx="591">
                  <c:v>733.94196299999999</c:v>
                </c:pt>
                <c:pt idx="592">
                  <c:v>465.80585200000002</c:v>
                </c:pt>
                <c:pt idx="593">
                  <c:v>465.80585200000002</c:v>
                </c:pt>
                <c:pt idx="594">
                  <c:v>561.14350999999999</c:v>
                </c:pt>
                <c:pt idx="595">
                  <c:v>561.14350999999999</c:v>
                </c:pt>
                <c:pt idx="596">
                  <c:v>695.58363499999996</c:v>
                </c:pt>
                <c:pt idx="597">
                  <c:v>695.58363499999996</c:v>
                </c:pt>
                <c:pt idx="598">
                  <c:v>659.38569199999995</c:v>
                </c:pt>
                <c:pt idx="599">
                  <c:v>659.38569199999995</c:v>
                </c:pt>
                <c:pt idx="600">
                  <c:v>275.57810499999999</c:v>
                </c:pt>
                <c:pt idx="601">
                  <c:v>275.57810499999999</c:v>
                </c:pt>
                <c:pt idx="602">
                  <c:v>196.055297</c:v>
                </c:pt>
                <c:pt idx="603">
                  <c:v>196.055297</c:v>
                </c:pt>
                <c:pt idx="604">
                  <c:v>192.210947</c:v>
                </c:pt>
                <c:pt idx="605">
                  <c:v>192.210947</c:v>
                </c:pt>
                <c:pt idx="606">
                  <c:v>270</c:v>
                </c:pt>
                <c:pt idx="607">
                  <c:v>270</c:v>
                </c:pt>
                <c:pt idx="608">
                  <c:v>474.42179499999997</c:v>
                </c:pt>
                <c:pt idx="609">
                  <c:v>474.42179499999997</c:v>
                </c:pt>
                <c:pt idx="610">
                  <c:v>527.78915300000006</c:v>
                </c:pt>
                <c:pt idx="611">
                  <c:v>527.78915300000006</c:v>
                </c:pt>
                <c:pt idx="612">
                  <c:v>587.57418600000005</c:v>
                </c:pt>
                <c:pt idx="613">
                  <c:v>587.57418600000005</c:v>
                </c:pt>
                <c:pt idx="614">
                  <c:v>762.21094700000003</c:v>
                </c:pt>
                <c:pt idx="615">
                  <c:v>762.21094700000003</c:v>
                </c:pt>
                <c:pt idx="616">
                  <c:v>630</c:v>
                </c:pt>
                <c:pt idx="617">
                  <c:v>630</c:v>
                </c:pt>
                <c:pt idx="618">
                  <c:v>426.63304199999999</c:v>
                </c:pt>
                <c:pt idx="619">
                  <c:v>426.63304199999999</c:v>
                </c:pt>
                <c:pt idx="620">
                  <c:v>479.99990000000003</c:v>
                </c:pt>
                <c:pt idx="621">
                  <c:v>479.99990000000003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1E-4</c:v>
                </c:pt>
                <c:pt idx="679">
                  <c:v>1E-4</c:v>
                </c:pt>
                <c:pt idx="680">
                  <c:v>1E-4</c:v>
                </c:pt>
                <c:pt idx="681">
                  <c:v>1E-4</c:v>
                </c:pt>
                <c:pt idx="682">
                  <c:v>0</c:v>
                </c:pt>
                <c:pt idx="683">
                  <c:v>0</c:v>
                </c:pt>
                <c:pt idx="684">
                  <c:v>1E-4</c:v>
                </c:pt>
                <c:pt idx="685">
                  <c:v>1E-4</c:v>
                </c:pt>
                <c:pt idx="686">
                  <c:v>0</c:v>
                </c:pt>
                <c:pt idx="687">
                  <c:v>0</c:v>
                </c:pt>
                <c:pt idx="688">
                  <c:v>1E-4</c:v>
                </c:pt>
                <c:pt idx="689">
                  <c:v>1E-4</c:v>
                </c:pt>
                <c:pt idx="690">
                  <c:v>1E-4</c:v>
                </c:pt>
                <c:pt idx="691">
                  <c:v>1E-4</c:v>
                </c:pt>
                <c:pt idx="692">
                  <c:v>1E-4</c:v>
                </c:pt>
                <c:pt idx="693">
                  <c:v>1E-4</c:v>
                </c:pt>
                <c:pt idx="694">
                  <c:v>17.133528999999999</c:v>
                </c:pt>
                <c:pt idx="695">
                  <c:v>17.133528999999999</c:v>
                </c:pt>
                <c:pt idx="696">
                  <c:v>60</c:v>
                </c:pt>
                <c:pt idx="697">
                  <c:v>60</c:v>
                </c:pt>
                <c:pt idx="698">
                  <c:v>2.0000000000000001E-4</c:v>
                </c:pt>
                <c:pt idx="699">
                  <c:v>2.0000000000000001E-4</c:v>
                </c:pt>
                <c:pt idx="700">
                  <c:v>2.0000000000000001E-4</c:v>
                </c:pt>
                <c:pt idx="701">
                  <c:v>2.0000000000000001E-4</c:v>
                </c:pt>
                <c:pt idx="702">
                  <c:v>2.0000000000000001E-4</c:v>
                </c:pt>
                <c:pt idx="703">
                  <c:v>2.0000000000000001E-4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102.57899999999999</c:v>
                </c:pt>
                <c:pt idx="713">
                  <c:v>102.57899999999999</c:v>
                </c:pt>
                <c:pt idx="714">
                  <c:v>41.020003000000003</c:v>
                </c:pt>
                <c:pt idx="715">
                  <c:v>41.020003000000003</c:v>
                </c:pt>
                <c:pt idx="716">
                  <c:v>60.0002</c:v>
                </c:pt>
                <c:pt idx="717">
                  <c:v>60.0002</c:v>
                </c:pt>
                <c:pt idx="718">
                  <c:v>2.0000000000000001E-4</c:v>
                </c:pt>
                <c:pt idx="719">
                  <c:v>2.0000000000000001E-4</c:v>
                </c:pt>
                <c:pt idx="720">
                  <c:v>90</c:v>
                </c:pt>
                <c:pt idx="721">
                  <c:v>90</c:v>
                </c:pt>
                <c:pt idx="722">
                  <c:v>4.5330000000000004</c:v>
                </c:pt>
                <c:pt idx="723">
                  <c:v>4.5330000000000004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77.134150000000005</c:v>
                </c:pt>
                <c:pt idx="729">
                  <c:v>77.134150000000005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16.055418</c:v>
                </c:pt>
                <c:pt idx="737">
                  <c:v>16.055418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45.340418</c:v>
                </c:pt>
                <c:pt idx="745">
                  <c:v>45.340418</c:v>
                </c:pt>
                <c:pt idx="746">
                  <c:v>60</c:v>
                </c:pt>
                <c:pt idx="747">
                  <c:v>60</c:v>
                </c:pt>
                <c:pt idx="748">
                  <c:v>0</c:v>
                </c:pt>
                <c:pt idx="749">
                  <c:v>0</c:v>
                </c:pt>
                <c:pt idx="750">
                  <c:v>1E-4</c:v>
                </c:pt>
                <c:pt idx="751">
                  <c:v>1E-4</c:v>
                </c:pt>
                <c:pt idx="752">
                  <c:v>180.0001</c:v>
                </c:pt>
                <c:pt idx="753">
                  <c:v>180.0001</c:v>
                </c:pt>
                <c:pt idx="754">
                  <c:v>300</c:v>
                </c:pt>
                <c:pt idx="755">
                  <c:v>300</c:v>
                </c:pt>
                <c:pt idx="756">
                  <c:v>211.37207699999999</c:v>
                </c:pt>
                <c:pt idx="757">
                  <c:v>211.37207699999999</c:v>
                </c:pt>
                <c:pt idx="758">
                  <c:v>90.000200000000007</c:v>
                </c:pt>
                <c:pt idx="759">
                  <c:v>90.000200000000007</c:v>
                </c:pt>
                <c:pt idx="760">
                  <c:v>180</c:v>
                </c:pt>
                <c:pt idx="761">
                  <c:v>180</c:v>
                </c:pt>
                <c:pt idx="762">
                  <c:v>210.000821</c:v>
                </c:pt>
                <c:pt idx="763">
                  <c:v>210.000821</c:v>
                </c:pt>
                <c:pt idx="764">
                  <c:v>90</c:v>
                </c:pt>
                <c:pt idx="765">
                  <c:v>90</c:v>
                </c:pt>
                <c:pt idx="766">
                  <c:v>295.83754099999999</c:v>
                </c:pt>
                <c:pt idx="767">
                  <c:v>295.83754099999999</c:v>
                </c:pt>
                <c:pt idx="768">
                  <c:v>435.4452</c:v>
                </c:pt>
                <c:pt idx="769">
                  <c:v>435.4452</c:v>
                </c:pt>
                <c:pt idx="770">
                  <c:v>708.793274</c:v>
                </c:pt>
                <c:pt idx="771">
                  <c:v>708.793274</c:v>
                </c:pt>
                <c:pt idx="772">
                  <c:v>810</c:v>
                </c:pt>
                <c:pt idx="773">
                  <c:v>810</c:v>
                </c:pt>
                <c:pt idx="774">
                  <c:v>827.78905299999997</c:v>
                </c:pt>
                <c:pt idx="775">
                  <c:v>827.78905299999997</c:v>
                </c:pt>
                <c:pt idx="776">
                  <c:v>192.254561</c:v>
                </c:pt>
                <c:pt idx="777">
                  <c:v>192.254561</c:v>
                </c:pt>
                <c:pt idx="778">
                  <c:v>173.516944</c:v>
                </c:pt>
                <c:pt idx="779">
                  <c:v>173.516944</c:v>
                </c:pt>
                <c:pt idx="780">
                  <c:v>180</c:v>
                </c:pt>
                <c:pt idx="781">
                  <c:v>180</c:v>
                </c:pt>
                <c:pt idx="782">
                  <c:v>150</c:v>
                </c:pt>
                <c:pt idx="783">
                  <c:v>150</c:v>
                </c:pt>
                <c:pt idx="784">
                  <c:v>394.89080200000001</c:v>
                </c:pt>
                <c:pt idx="785">
                  <c:v>394.89080200000001</c:v>
                </c:pt>
                <c:pt idx="786">
                  <c:v>294.42199499999998</c:v>
                </c:pt>
                <c:pt idx="787">
                  <c:v>294.42199499999998</c:v>
                </c:pt>
                <c:pt idx="788">
                  <c:v>40.815491999999999</c:v>
                </c:pt>
                <c:pt idx="789">
                  <c:v>40.815491999999999</c:v>
                </c:pt>
                <c:pt idx="790">
                  <c:v>60</c:v>
                </c:pt>
                <c:pt idx="791">
                  <c:v>60</c:v>
                </c:pt>
                <c:pt idx="792">
                  <c:v>264.15544599999998</c:v>
                </c:pt>
                <c:pt idx="793">
                  <c:v>264.15544599999998</c:v>
                </c:pt>
                <c:pt idx="794">
                  <c:v>416.480683</c:v>
                </c:pt>
                <c:pt idx="795">
                  <c:v>416.480683</c:v>
                </c:pt>
                <c:pt idx="796">
                  <c:v>480.00009999999997</c:v>
                </c:pt>
                <c:pt idx="797">
                  <c:v>480.00009999999997</c:v>
                </c:pt>
                <c:pt idx="798">
                  <c:v>492.21094699999998</c:v>
                </c:pt>
                <c:pt idx="799">
                  <c:v>492.21094699999998</c:v>
                </c:pt>
                <c:pt idx="800">
                  <c:v>329.99937899999998</c:v>
                </c:pt>
                <c:pt idx="801">
                  <c:v>329.99937899999998</c:v>
                </c:pt>
                <c:pt idx="802">
                  <c:v>454.94886300000002</c:v>
                </c:pt>
                <c:pt idx="803">
                  <c:v>454.94886300000002</c:v>
                </c:pt>
                <c:pt idx="804">
                  <c:v>543.19322499999998</c:v>
                </c:pt>
                <c:pt idx="805">
                  <c:v>543.19322499999998</c:v>
                </c:pt>
                <c:pt idx="806">
                  <c:v>596.51866700000005</c:v>
                </c:pt>
                <c:pt idx="807">
                  <c:v>596.51866700000005</c:v>
                </c:pt>
                <c:pt idx="808">
                  <c:v>597.43032800000003</c:v>
                </c:pt>
                <c:pt idx="809">
                  <c:v>597.43032800000003</c:v>
                </c:pt>
                <c:pt idx="810">
                  <c:v>662.67343700000004</c:v>
                </c:pt>
                <c:pt idx="811">
                  <c:v>662.67343700000004</c:v>
                </c:pt>
                <c:pt idx="812">
                  <c:v>427.498267</c:v>
                </c:pt>
                <c:pt idx="813">
                  <c:v>427.498267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30</c:v>
                </c:pt>
                <c:pt idx="841">
                  <c:v>30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1E-4</c:v>
                </c:pt>
                <c:pt idx="849">
                  <c:v>1E-4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1E-4</c:v>
                </c:pt>
                <c:pt idx="855">
                  <c:v>1E-4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30</c:v>
                </c:pt>
                <c:pt idx="865">
                  <c:v>30</c:v>
                </c:pt>
                <c:pt idx="866">
                  <c:v>0</c:v>
                </c:pt>
                <c:pt idx="867">
                  <c:v>0</c:v>
                </c:pt>
                <c:pt idx="868">
                  <c:v>1E-4</c:v>
                </c:pt>
                <c:pt idx="869">
                  <c:v>1E-4</c:v>
                </c:pt>
                <c:pt idx="870">
                  <c:v>0</c:v>
                </c:pt>
                <c:pt idx="871">
                  <c:v>0</c:v>
                </c:pt>
                <c:pt idx="872">
                  <c:v>1E-4</c:v>
                </c:pt>
                <c:pt idx="873">
                  <c:v>1E-4</c:v>
                </c:pt>
                <c:pt idx="874">
                  <c:v>1E-4</c:v>
                </c:pt>
                <c:pt idx="875">
                  <c:v>1E-4</c:v>
                </c:pt>
                <c:pt idx="876">
                  <c:v>16.054576000000001</c:v>
                </c:pt>
                <c:pt idx="877">
                  <c:v>16.054576000000001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1E-4</c:v>
                </c:pt>
                <c:pt idx="883">
                  <c:v>1E-4</c:v>
                </c:pt>
                <c:pt idx="884">
                  <c:v>1E-4</c:v>
                </c:pt>
                <c:pt idx="885">
                  <c:v>1E-4</c:v>
                </c:pt>
                <c:pt idx="886">
                  <c:v>0</c:v>
                </c:pt>
                <c:pt idx="887">
                  <c:v>0</c:v>
                </c:pt>
                <c:pt idx="888">
                  <c:v>60</c:v>
                </c:pt>
                <c:pt idx="889">
                  <c:v>60</c:v>
                </c:pt>
                <c:pt idx="890">
                  <c:v>84.552396999999999</c:v>
                </c:pt>
                <c:pt idx="891">
                  <c:v>84.552396999999999</c:v>
                </c:pt>
                <c:pt idx="892">
                  <c:v>105.268979</c:v>
                </c:pt>
                <c:pt idx="893">
                  <c:v>105.268979</c:v>
                </c:pt>
                <c:pt idx="894">
                  <c:v>0</c:v>
                </c:pt>
                <c:pt idx="895">
                  <c:v>0</c:v>
                </c:pt>
                <c:pt idx="896">
                  <c:v>59.999400000000001</c:v>
                </c:pt>
                <c:pt idx="897">
                  <c:v>59.999400000000001</c:v>
                </c:pt>
                <c:pt idx="898">
                  <c:v>1E-4</c:v>
                </c:pt>
                <c:pt idx="899">
                  <c:v>1E-4</c:v>
                </c:pt>
                <c:pt idx="900">
                  <c:v>1E-4</c:v>
                </c:pt>
                <c:pt idx="901">
                  <c:v>1E-4</c:v>
                </c:pt>
                <c:pt idx="902">
                  <c:v>1E-4</c:v>
                </c:pt>
                <c:pt idx="903">
                  <c:v>1E-4</c:v>
                </c:pt>
                <c:pt idx="904">
                  <c:v>2.0000000000000001E-4</c:v>
                </c:pt>
                <c:pt idx="905">
                  <c:v>2.0000000000000001E-4</c:v>
                </c:pt>
                <c:pt idx="906">
                  <c:v>2.0000000000000001E-4</c:v>
                </c:pt>
                <c:pt idx="907">
                  <c:v>2.0000000000000001E-4</c:v>
                </c:pt>
                <c:pt idx="908">
                  <c:v>2.0000000000000001E-4</c:v>
                </c:pt>
                <c:pt idx="909">
                  <c:v>2.0000000000000001E-4</c:v>
                </c:pt>
                <c:pt idx="910">
                  <c:v>2.0000000000000001E-4</c:v>
                </c:pt>
                <c:pt idx="911">
                  <c:v>2.0000000000000001E-4</c:v>
                </c:pt>
                <c:pt idx="912">
                  <c:v>120.000421</c:v>
                </c:pt>
                <c:pt idx="913">
                  <c:v>120.000421</c:v>
                </c:pt>
                <c:pt idx="914">
                  <c:v>55.392820999999998</c:v>
                </c:pt>
                <c:pt idx="915">
                  <c:v>55.392820999999998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46.054476000000001</c:v>
                </c:pt>
                <c:pt idx="921">
                  <c:v>46.054476000000001</c:v>
                </c:pt>
                <c:pt idx="922">
                  <c:v>4.2099999999999999E-4</c:v>
                </c:pt>
                <c:pt idx="923">
                  <c:v>4.2099999999999999E-4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217.55829700000001</c:v>
                </c:pt>
                <c:pt idx="937">
                  <c:v>217.55829700000001</c:v>
                </c:pt>
                <c:pt idx="938">
                  <c:v>270</c:v>
                </c:pt>
                <c:pt idx="939">
                  <c:v>270</c:v>
                </c:pt>
                <c:pt idx="940">
                  <c:v>240</c:v>
                </c:pt>
                <c:pt idx="941">
                  <c:v>240</c:v>
                </c:pt>
                <c:pt idx="942">
                  <c:v>180</c:v>
                </c:pt>
                <c:pt idx="943">
                  <c:v>180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60</c:v>
                </c:pt>
                <c:pt idx="949">
                  <c:v>60</c:v>
                </c:pt>
                <c:pt idx="950">
                  <c:v>210</c:v>
                </c:pt>
                <c:pt idx="951">
                  <c:v>210</c:v>
                </c:pt>
                <c:pt idx="952">
                  <c:v>506.91494399999999</c:v>
                </c:pt>
                <c:pt idx="953">
                  <c:v>506.91494399999999</c:v>
                </c:pt>
                <c:pt idx="954">
                  <c:v>619.76536999999996</c:v>
                </c:pt>
                <c:pt idx="955">
                  <c:v>619.76536999999996</c:v>
                </c:pt>
                <c:pt idx="956">
                  <c:v>753.88113299999998</c:v>
                </c:pt>
                <c:pt idx="957">
                  <c:v>753.88113299999998</c:v>
                </c:pt>
                <c:pt idx="958">
                  <c:v>750</c:v>
                </c:pt>
                <c:pt idx="959">
                  <c:v>750</c:v>
                </c:pt>
                <c:pt idx="960">
                  <c:v>390</c:v>
                </c:pt>
                <c:pt idx="961">
                  <c:v>390</c:v>
                </c:pt>
                <c:pt idx="962">
                  <c:v>420.00009999999997</c:v>
                </c:pt>
                <c:pt idx="963">
                  <c:v>420.00009999999997</c:v>
                </c:pt>
                <c:pt idx="964">
                  <c:v>264.09257600000001</c:v>
                </c:pt>
                <c:pt idx="965">
                  <c:v>264.09257600000001</c:v>
                </c:pt>
                <c:pt idx="966">
                  <c:v>390.00040000000001</c:v>
                </c:pt>
                <c:pt idx="967">
                  <c:v>390.00040000000001</c:v>
                </c:pt>
                <c:pt idx="968">
                  <c:v>254.39199099999999</c:v>
                </c:pt>
                <c:pt idx="969">
                  <c:v>254.39199099999999</c:v>
                </c:pt>
                <c:pt idx="970">
                  <c:v>107.15971</c:v>
                </c:pt>
                <c:pt idx="971">
                  <c:v>107.15971</c:v>
                </c:pt>
                <c:pt idx="972">
                  <c:v>90.000100000000003</c:v>
                </c:pt>
                <c:pt idx="973">
                  <c:v>90.000100000000003</c:v>
                </c:pt>
                <c:pt idx="974">
                  <c:v>161.68529899999999</c:v>
                </c:pt>
                <c:pt idx="975">
                  <c:v>161.68529899999999</c:v>
                </c:pt>
                <c:pt idx="976">
                  <c:v>360</c:v>
                </c:pt>
                <c:pt idx="977">
                  <c:v>360</c:v>
                </c:pt>
                <c:pt idx="978">
                  <c:v>390.00042100000002</c:v>
                </c:pt>
                <c:pt idx="979">
                  <c:v>390.00042100000002</c:v>
                </c:pt>
                <c:pt idx="980">
                  <c:v>377.789153</c:v>
                </c:pt>
                <c:pt idx="981">
                  <c:v>377.789153</c:v>
                </c:pt>
                <c:pt idx="982">
                  <c:v>192.21124699999999</c:v>
                </c:pt>
                <c:pt idx="983">
                  <c:v>192.21124699999999</c:v>
                </c:pt>
                <c:pt idx="984">
                  <c:v>445.83744100000001</c:v>
                </c:pt>
                <c:pt idx="985">
                  <c:v>445.83744100000001</c:v>
                </c:pt>
                <c:pt idx="986">
                  <c:v>727.62413500000002</c:v>
                </c:pt>
                <c:pt idx="987">
                  <c:v>727.62413500000002</c:v>
                </c:pt>
                <c:pt idx="988">
                  <c:v>662.33059400000002</c:v>
                </c:pt>
                <c:pt idx="989">
                  <c:v>662.33059400000002</c:v>
                </c:pt>
                <c:pt idx="990">
                  <c:v>660</c:v>
                </c:pt>
                <c:pt idx="991">
                  <c:v>660</c:v>
                </c:pt>
                <c:pt idx="992">
                  <c:v>506.85102000000001</c:v>
                </c:pt>
                <c:pt idx="993">
                  <c:v>506.85102000000001</c:v>
                </c:pt>
                <c:pt idx="994">
                  <c:v>287.15971000000002</c:v>
                </c:pt>
                <c:pt idx="995">
                  <c:v>287.15971000000002</c:v>
                </c:pt>
                <c:pt idx="996">
                  <c:v>330</c:v>
                </c:pt>
                <c:pt idx="997">
                  <c:v>330</c:v>
                </c:pt>
                <c:pt idx="998">
                  <c:v>267.545321</c:v>
                </c:pt>
                <c:pt idx="999">
                  <c:v>267.545321</c:v>
                </c:pt>
                <c:pt idx="1000">
                  <c:v>330.000721</c:v>
                </c:pt>
                <c:pt idx="1001">
                  <c:v>330.000721</c:v>
                </c:pt>
                <c:pt idx="1002">
                  <c:v>347.14134899999999</c:v>
                </c:pt>
                <c:pt idx="1003">
                  <c:v>347.14134899999999</c:v>
                </c:pt>
                <c:pt idx="1004">
                  <c:v>44.665626000000003</c:v>
                </c:pt>
                <c:pt idx="1005">
                  <c:v>44.665626000000003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17.134350000000001</c:v>
                </c:pt>
                <c:pt idx="1125">
                  <c:v>17.134350000000001</c:v>
                </c:pt>
                <c:pt idx="1126">
                  <c:v>0</c:v>
                </c:pt>
                <c:pt idx="1127">
                  <c:v>0</c:v>
                </c:pt>
                <c:pt idx="1128">
                  <c:v>60</c:v>
                </c:pt>
                <c:pt idx="1129">
                  <c:v>60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76.055696999999995</c:v>
                </c:pt>
                <c:pt idx="1137">
                  <c:v>76.055696999999995</c:v>
                </c:pt>
                <c:pt idx="1138">
                  <c:v>302.11039399999999</c:v>
                </c:pt>
                <c:pt idx="1139">
                  <c:v>302.11039399999999</c:v>
                </c:pt>
                <c:pt idx="1140">
                  <c:v>213.67165800000001</c:v>
                </c:pt>
                <c:pt idx="1141">
                  <c:v>213.67165800000001</c:v>
                </c:pt>
                <c:pt idx="1142">
                  <c:v>477.31500399999999</c:v>
                </c:pt>
                <c:pt idx="1143">
                  <c:v>477.31500399999999</c:v>
                </c:pt>
                <c:pt idx="1144">
                  <c:v>76.499357000000003</c:v>
                </c:pt>
                <c:pt idx="1145">
                  <c:v>76.499357000000003</c:v>
                </c:pt>
                <c:pt idx="1146">
                  <c:v>240</c:v>
                </c:pt>
                <c:pt idx="1147">
                  <c:v>240</c:v>
                </c:pt>
                <c:pt idx="1148">
                  <c:v>300</c:v>
                </c:pt>
                <c:pt idx="1149">
                  <c:v>300</c:v>
                </c:pt>
                <c:pt idx="1150">
                  <c:v>360</c:v>
                </c:pt>
                <c:pt idx="1151">
                  <c:v>360</c:v>
                </c:pt>
                <c:pt idx="1152">
                  <c:v>90.000100000000003</c:v>
                </c:pt>
                <c:pt idx="1153">
                  <c:v>90.000100000000003</c:v>
                </c:pt>
                <c:pt idx="1154">
                  <c:v>30.0001</c:v>
                </c:pt>
                <c:pt idx="1155">
                  <c:v>30.0001</c:v>
                </c:pt>
                <c:pt idx="1156">
                  <c:v>93.881874999999994</c:v>
                </c:pt>
                <c:pt idx="1157">
                  <c:v>93.881874999999994</c:v>
                </c:pt>
                <c:pt idx="1158">
                  <c:v>150.0001</c:v>
                </c:pt>
                <c:pt idx="1159">
                  <c:v>150.0001</c:v>
                </c:pt>
                <c:pt idx="1160">
                  <c:v>480.00020000000001</c:v>
                </c:pt>
                <c:pt idx="1161">
                  <c:v>480.00020000000001</c:v>
                </c:pt>
                <c:pt idx="1162">
                  <c:v>737.75889700000005</c:v>
                </c:pt>
                <c:pt idx="1163">
                  <c:v>737.75889700000005</c:v>
                </c:pt>
                <c:pt idx="1164">
                  <c:v>780</c:v>
                </c:pt>
                <c:pt idx="1165">
                  <c:v>780</c:v>
                </c:pt>
                <c:pt idx="1166">
                  <c:v>737.78905299999997</c:v>
                </c:pt>
                <c:pt idx="1167">
                  <c:v>737.78905299999997</c:v>
                </c:pt>
                <c:pt idx="1168">
                  <c:v>60.000100000000003</c:v>
                </c:pt>
                <c:pt idx="1169">
                  <c:v>60.000100000000003</c:v>
                </c:pt>
                <c:pt idx="1170">
                  <c:v>180</c:v>
                </c:pt>
                <c:pt idx="1171">
                  <c:v>180</c:v>
                </c:pt>
                <c:pt idx="1172">
                  <c:v>149.99947900000001</c:v>
                </c:pt>
                <c:pt idx="1173">
                  <c:v>149.99947900000001</c:v>
                </c:pt>
                <c:pt idx="1174">
                  <c:v>2.0000000000000001E-4</c:v>
                </c:pt>
                <c:pt idx="1175">
                  <c:v>2.0000000000000001E-4</c:v>
                </c:pt>
                <c:pt idx="1176">
                  <c:v>230.52506199999999</c:v>
                </c:pt>
                <c:pt idx="1177">
                  <c:v>230.52506199999999</c:v>
                </c:pt>
                <c:pt idx="1178">
                  <c:v>120.0001</c:v>
                </c:pt>
                <c:pt idx="1179">
                  <c:v>120.0001</c:v>
                </c:pt>
                <c:pt idx="1180">
                  <c:v>94.146854000000005</c:v>
                </c:pt>
                <c:pt idx="1181">
                  <c:v>94.146854000000005</c:v>
                </c:pt>
                <c:pt idx="1182">
                  <c:v>282.21094699999998</c:v>
                </c:pt>
                <c:pt idx="1183">
                  <c:v>282.21094699999998</c:v>
                </c:pt>
                <c:pt idx="1184">
                  <c:v>494.349197</c:v>
                </c:pt>
                <c:pt idx="1185">
                  <c:v>494.349197</c:v>
                </c:pt>
                <c:pt idx="1186">
                  <c:v>395.84663999999998</c:v>
                </c:pt>
                <c:pt idx="1187">
                  <c:v>395.84663999999998</c:v>
                </c:pt>
                <c:pt idx="1188">
                  <c:v>286.48725000000002</c:v>
                </c:pt>
                <c:pt idx="1189">
                  <c:v>286.48725000000002</c:v>
                </c:pt>
                <c:pt idx="1190">
                  <c:v>386.47093100000001</c:v>
                </c:pt>
                <c:pt idx="1191">
                  <c:v>386.47093100000001</c:v>
                </c:pt>
                <c:pt idx="1192">
                  <c:v>270.00042400000001</c:v>
                </c:pt>
                <c:pt idx="1193">
                  <c:v>270.00042400000001</c:v>
                </c:pt>
                <c:pt idx="1194">
                  <c:v>605.79606000000001</c:v>
                </c:pt>
                <c:pt idx="1195">
                  <c:v>605.79606000000001</c:v>
                </c:pt>
                <c:pt idx="1196">
                  <c:v>342.21074700000003</c:v>
                </c:pt>
                <c:pt idx="1197">
                  <c:v>342.21074700000003</c:v>
                </c:pt>
                <c:pt idx="1198">
                  <c:v>570</c:v>
                </c:pt>
                <c:pt idx="1199">
                  <c:v>570</c:v>
                </c:pt>
                <c:pt idx="1200">
                  <c:v>270.000111</c:v>
                </c:pt>
                <c:pt idx="1201">
                  <c:v>270.000111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136.05427599999999</c:v>
                </c:pt>
                <c:pt idx="1313">
                  <c:v>136.05427599999999</c:v>
                </c:pt>
                <c:pt idx="1314">
                  <c:v>166.361345</c:v>
                </c:pt>
                <c:pt idx="1315">
                  <c:v>166.361345</c:v>
                </c:pt>
                <c:pt idx="1316">
                  <c:v>159.3109</c:v>
                </c:pt>
                <c:pt idx="1317">
                  <c:v>159.3109</c:v>
                </c:pt>
                <c:pt idx="1318">
                  <c:v>180</c:v>
                </c:pt>
                <c:pt idx="1319">
                  <c:v>180</c:v>
                </c:pt>
                <c:pt idx="1320">
                  <c:v>120.0001</c:v>
                </c:pt>
                <c:pt idx="1321">
                  <c:v>120.0001</c:v>
                </c:pt>
                <c:pt idx="1322">
                  <c:v>60.0002</c:v>
                </c:pt>
                <c:pt idx="1323">
                  <c:v>60.0002</c:v>
                </c:pt>
                <c:pt idx="1324">
                  <c:v>95.015811999999997</c:v>
                </c:pt>
                <c:pt idx="1325">
                  <c:v>95.015811999999997</c:v>
                </c:pt>
                <c:pt idx="1326">
                  <c:v>150</c:v>
                </c:pt>
                <c:pt idx="1327">
                  <c:v>150</c:v>
                </c:pt>
                <c:pt idx="1328">
                  <c:v>120.000621</c:v>
                </c:pt>
                <c:pt idx="1329">
                  <c:v>120.000621</c:v>
                </c:pt>
                <c:pt idx="1330">
                  <c:v>2.0000000000000001E-4</c:v>
                </c:pt>
                <c:pt idx="1331">
                  <c:v>2.0000000000000001E-4</c:v>
                </c:pt>
                <c:pt idx="1332">
                  <c:v>120.0001</c:v>
                </c:pt>
                <c:pt idx="1333">
                  <c:v>120.0001</c:v>
                </c:pt>
                <c:pt idx="1334">
                  <c:v>179.19658899999999</c:v>
                </c:pt>
                <c:pt idx="1335">
                  <c:v>179.19658899999999</c:v>
                </c:pt>
                <c:pt idx="1336">
                  <c:v>0</c:v>
                </c:pt>
                <c:pt idx="1337">
                  <c:v>0</c:v>
                </c:pt>
                <c:pt idx="1338">
                  <c:v>2.0000000000000001E-4</c:v>
                </c:pt>
                <c:pt idx="1339">
                  <c:v>2.0000000000000001E-4</c:v>
                </c:pt>
                <c:pt idx="1340">
                  <c:v>1E-4</c:v>
                </c:pt>
                <c:pt idx="1341">
                  <c:v>1E-4</c:v>
                </c:pt>
                <c:pt idx="1342">
                  <c:v>59.999200000000002</c:v>
                </c:pt>
                <c:pt idx="1343">
                  <c:v>59.999200000000002</c:v>
                </c:pt>
                <c:pt idx="1344">
                  <c:v>53.152886000000002</c:v>
                </c:pt>
                <c:pt idx="1345">
                  <c:v>53.152886000000002</c:v>
                </c:pt>
                <c:pt idx="1346">
                  <c:v>180.00020000000001</c:v>
                </c:pt>
                <c:pt idx="1347">
                  <c:v>180.00020000000001</c:v>
                </c:pt>
                <c:pt idx="1348">
                  <c:v>510</c:v>
                </c:pt>
                <c:pt idx="1349">
                  <c:v>510</c:v>
                </c:pt>
                <c:pt idx="1350">
                  <c:v>90.000500000000002</c:v>
                </c:pt>
                <c:pt idx="1351">
                  <c:v>90.000500000000002</c:v>
                </c:pt>
                <c:pt idx="1352">
                  <c:v>166.01052899999999</c:v>
                </c:pt>
                <c:pt idx="1353">
                  <c:v>166.01052899999999</c:v>
                </c:pt>
                <c:pt idx="1354">
                  <c:v>137.87062399999999</c:v>
                </c:pt>
                <c:pt idx="1355">
                  <c:v>137.87062399999999</c:v>
                </c:pt>
                <c:pt idx="1356">
                  <c:v>206.805936</c:v>
                </c:pt>
                <c:pt idx="1357">
                  <c:v>206.805936</c:v>
                </c:pt>
                <c:pt idx="1358">
                  <c:v>309.54113100000001</c:v>
                </c:pt>
                <c:pt idx="1359">
                  <c:v>309.54113100000001</c:v>
                </c:pt>
                <c:pt idx="1360">
                  <c:v>450</c:v>
                </c:pt>
                <c:pt idx="1361">
                  <c:v>450</c:v>
                </c:pt>
                <c:pt idx="1362">
                  <c:v>473.657085</c:v>
                </c:pt>
                <c:pt idx="1363">
                  <c:v>473.657085</c:v>
                </c:pt>
                <c:pt idx="1364">
                  <c:v>558.15704100000005</c:v>
                </c:pt>
                <c:pt idx="1365">
                  <c:v>558.15704100000005</c:v>
                </c:pt>
                <c:pt idx="1366">
                  <c:v>629.46864400000004</c:v>
                </c:pt>
                <c:pt idx="1367">
                  <c:v>629.46864400000004</c:v>
                </c:pt>
                <c:pt idx="1368">
                  <c:v>450.000721</c:v>
                </c:pt>
                <c:pt idx="1369">
                  <c:v>450.000721</c:v>
                </c:pt>
                <c:pt idx="1370">
                  <c:v>571.66452500000003</c:v>
                </c:pt>
                <c:pt idx="1371">
                  <c:v>571.66452500000003</c:v>
                </c:pt>
                <c:pt idx="1372">
                  <c:v>659.12784199999999</c:v>
                </c:pt>
                <c:pt idx="1373">
                  <c:v>659.12784199999999</c:v>
                </c:pt>
                <c:pt idx="1374">
                  <c:v>318.24411099999998</c:v>
                </c:pt>
                <c:pt idx="1375">
                  <c:v>318.24411099999998</c:v>
                </c:pt>
                <c:pt idx="1376">
                  <c:v>181.156811</c:v>
                </c:pt>
                <c:pt idx="1377">
                  <c:v>181.156811</c:v>
                </c:pt>
                <c:pt idx="1378">
                  <c:v>119.3663</c:v>
                </c:pt>
                <c:pt idx="1379">
                  <c:v>119.3663</c:v>
                </c:pt>
                <c:pt idx="1380">
                  <c:v>170.09783300000001</c:v>
                </c:pt>
                <c:pt idx="1381">
                  <c:v>170.09783300000001</c:v>
                </c:pt>
                <c:pt idx="1382">
                  <c:v>102.210826</c:v>
                </c:pt>
                <c:pt idx="1383">
                  <c:v>102.210826</c:v>
                </c:pt>
                <c:pt idx="1384">
                  <c:v>5.3494140000000003</c:v>
                </c:pt>
                <c:pt idx="1385">
                  <c:v>5.3494140000000003</c:v>
                </c:pt>
                <c:pt idx="1386">
                  <c:v>212.26</c:v>
                </c:pt>
                <c:pt idx="1387">
                  <c:v>212.26</c:v>
                </c:pt>
                <c:pt idx="1388">
                  <c:v>230.69300000000001</c:v>
                </c:pt>
                <c:pt idx="1389">
                  <c:v>230.69300000000001</c:v>
                </c:pt>
                <c:pt idx="1390">
                  <c:v>251.77099999999999</c:v>
                </c:pt>
                <c:pt idx="1391">
                  <c:v>251.77099999999999</c:v>
                </c:pt>
                <c:pt idx="1392">
                  <c:v>277.505</c:v>
                </c:pt>
                <c:pt idx="1393">
                  <c:v>277.505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75-4F91-B21D-6D492854FF16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Data'!$D$2:$D$1395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66.576368000000002</c:v>
                </c:pt>
                <c:pt idx="1377">
                  <c:v>66.576368000000002</c:v>
                </c:pt>
                <c:pt idx="1378">
                  <c:v>119.3663</c:v>
                </c:pt>
                <c:pt idx="1379">
                  <c:v>119.3663</c:v>
                </c:pt>
                <c:pt idx="1380">
                  <c:v>170.09783300000001</c:v>
                </c:pt>
                <c:pt idx="1381">
                  <c:v>170.09783300000001</c:v>
                </c:pt>
                <c:pt idx="1382">
                  <c:v>102.210826</c:v>
                </c:pt>
                <c:pt idx="1383">
                  <c:v>102.210826</c:v>
                </c:pt>
                <c:pt idx="1384">
                  <c:v>5.3494140000000003</c:v>
                </c:pt>
                <c:pt idx="1385">
                  <c:v>5.3494140000000003</c:v>
                </c:pt>
                <c:pt idx="1386">
                  <c:v>203.76</c:v>
                </c:pt>
                <c:pt idx="1387">
                  <c:v>203.76</c:v>
                </c:pt>
                <c:pt idx="1388">
                  <c:v>214.54300000000001</c:v>
                </c:pt>
                <c:pt idx="1389">
                  <c:v>214.54300000000001</c:v>
                </c:pt>
                <c:pt idx="1390">
                  <c:v>227.971</c:v>
                </c:pt>
                <c:pt idx="1391">
                  <c:v>227.971</c:v>
                </c:pt>
                <c:pt idx="1392">
                  <c:v>239.255</c:v>
                </c:pt>
                <c:pt idx="1393">
                  <c:v>239.255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175-4F91-B21D-6D492854FF16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Data'!$F$2:$F$1395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5.95</c:v>
                </c:pt>
                <c:pt idx="41">
                  <c:v>5.95</c:v>
                </c:pt>
                <c:pt idx="42">
                  <c:v>28.05</c:v>
                </c:pt>
                <c:pt idx="43">
                  <c:v>28.05</c:v>
                </c:pt>
                <c:pt idx="44">
                  <c:v>45.05</c:v>
                </c:pt>
                <c:pt idx="45">
                  <c:v>45.05</c:v>
                </c:pt>
                <c:pt idx="46">
                  <c:v>82.45</c:v>
                </c:pt>
                <c:pt idx="47">
                  <c:v>82.45</c:v>
                </c:pt>
                <c:pt idx="48">
                  <c:v>107.95</c:v>
                </c:pt>
                <c:pt idx="49">
                  <c:v>107.95</c:v>
                </c:pt>
                <c:pt idx="50">
                  <c:v>150.44999999999999</c:v>
                </c:pt>
                <c:pt idx="51">
                  <c:v>150.44999999999999</c:v>
                </c:pt>
                <c:pt idx="52">
                  <c:v>179.35</c:v>
                </c:pt>
                <c:pt idx="53">
                  <c:v>179.35</c:v>
                </c:pt>
                <c:pt idx="54">
                  <c:v>212.5</c:v>
                </c:pt>
                <c:pt idx="55">
                  <c:v>212.5</c:v>
                </c:pt>
                <c:pt idx="56">
                  <c:v>259.25</c:v>
                </c:pt>
                <c:pt idx="57">
                  <c:v>259.25</c:v>
                </c:pt>
                <c:pt idx="58">
                  <c:v>328.95</c:v>
                </c:pt>
                <c:pt idx="59">
                  <c:v>328.95</c:v>
                </c:pt>
                <c:pt idx="60">
                  <c:v>373.15</c:v>
                </c:pt>
                <c:pt idx="61">
                  <c:v>373.15</c:v>
                </c:pt>
                <c:pt idx="62">
                  <c:v>413.95</c:v>
                </c:pt>
                <c:pt idx="63">
                  <c:v>413.95</c:v>
                </c:pt>
                <c:pt idx="64">
                  <c:v>453.9</c:v>
                </c:pt>
                <c:pt idx="65">
                  <c:v>453.9</c:v>
                </c:pt>
                <c:pt idx="66">
                  <c:v>492.15</c:v>
                </c:pt>
                <c:pt idx="67">
                  <c:v>492.15</c:v>
                </c:pt>
                <c:pt idx="68">
                  <c:v>529.54999999999995</c:v>
                </c:pt>
                <c:pt idx="69">
                  <c:v>529.54999999999995</c:v>
                </c:pt>
                <c:pt idx="70">
                  <c:v>564.4</c:v>
                </c:pt>
                <c:pt idx="71">
                  <c:v>564.4</c:v>
                </c:pt>
                <c:pt idx="72">
                  <c:v>598.4</c:v>
                </c:pt>
                <c:pt idx="73">
                  <c:v>598.4</c:v>
                </c:pt>
                <c:pt idx="74">
                  <c:v>629</c:v>
                </c:pt>
                <c:pt idx="75">
                  <c:v>629</c:v>
                </c:pt>
                <c:pt idx="76">
                  <c:v>657.9</c:v>
                </c:pt>
                <c:pt idx="77">
                  <c:v>657.9</c:v>
                </c:pt>
                <c:pt idx="78">
                  <c:v>683.4</c:v>
                </c:pt>
                <c:pt idx="79">
                  <c:v>683.4</c:v>
                </c:pt>
                <c:pt idx="80">
                  <c:v>705.5</c:v>
                </c:pt>
                <c:pt idx="81">
                  <c:v>705.5</c:v>
                </c:pt>
                <c:pt idx="82">
                  <c:v>725.9</c:v>
                </c:pt>
                <c:pt idx="83">
                  <c:v>725.9</c:v>
                </c:pt>
                <c:pt idx="84">
                  <c:v>742.05</c:v>
                </c:pt>
                <c:pt idx="85">
                  <c:v>742.05</c:v>
                </c:pt>
                <c:pt idx="86">
                  <c:v>755.65</c:v>
                </c:pt>
                <c:pt idx="87">
                  <c:v>755.65</c:v>
                </c:pt>
                <c:pt idx="88">
                  <c:v>765.85</c:v>
                </c:pt>
                <c:pt idx="89">
                  <c:v>765.85</c:v>
                </c:pt>
                <c:pt idx="90">
                  <c:v>773.5</c:v>
                </c:pt>
                <c:pt idx="91">
                  <c:v>773.5</c:v>
                </c:pt>
                <c:pt idx="92">
                  <c:v>776.9</c:v>
                </c:pt>
                <c:pt idx="93">
                  <c:v>776.9</c:v>
                </c:pt>
                <c:pt idx="94">
                  <c:v>777.75</c:v>
                </c:pt>
                <c:pt idx="95">
                  <c:v>777.75</c:v>
                </c:pt>
                <c:pt idx="96">
                  <c:v>775.2</c:v>
                </c:pt>
                <c:pt idx="97">
                  <c:v>775.2</c:v>
                </c:pt>
                <c:pt idx="98">
                  <c:v>769.25</c:v>
                </c:pt>
                <c:pt idx="99">
                  <c:v>769.25</c:v>
                </c:pt>
                <c:pt idx="100">
                  <c:v>759.9</c:v>
                </c:pt>
                <c:pt idx="101">
                  <c:v>759.9</c:v>
                </c:pt>
                <c:pt idx="102">
                  <c:v>747.15</c:v>
                </c:pt>
                <c:pt idx="103">
                  <c:v>747.15</c:v>
                </c:pt>
                <c:pt idx="104">
                  <c:v>731.85</c:v>
                </c:pt>
                <c:pt idx="105">
                  <c:v>731.85</c:v>
                </c:pt>
                <c:pt idx="106">
                  <c:v>713.15</c:v>
                </c:pt>
                <c:pt idx="107">
                  <c:v>713.15</c:v>
                </c:pt>
                <c:pt idx="108">
                  <c:v>691.05</c:v>
                </c:pt>
                <c:pt idx="109">
                  <c:v>691.05</c:v>
                </c:pt>
                <c:pt idx="110">
                  <c:v>666.4</c:v>
                </c:pt>
                <c:pt idx="111">
                  <c:v>666.4</c:v>
                </c:pt>
                <c:pt idx="112">
                  <c:v>638.35</c:v>
                </c:pt>
                <c:pt idx="113">
                  <c:v>638.35</c:v>
                </c:pt>
                <c:pt idx="114">
                  <c:v>608.6</c:v>
                </c:pt>
                <c:pt idx="115">
                  <c:v>608.6</c:v>
                </c:pt>
                <c:pt idx="116">
                  <c:v>578</c:v>
                </c:pt>
                <c:pt idx="117">
                  <c:v>578</c:v>
                </c:pt>
                <c:pt idx="118">
                  <c:v>547.4</c:v>
                </c:pt>
                <c:pt idx="119">
                  <c:v>547.4</c:v>
                </c:pt>
                <c:pt idx="120">
                  <c:v>515.1</c:v>
                </c:pt>
                <c:pt idx="121">
                  <c:v>515.1</c:v>
                </c:pt>
                <c:pt idx="122">
                  <c:v>471.75</c:v>
                </c:pt>
                <c:pt idx="123">
                  <c:v>471.75</c:v>
                </c:pt>
                <c:pt idx="124">
                  <c:v>436.05</c:v>
                </c:pt>
                <c:pt idx="125">
                  <c:v>436.05</c:v>
                </c:pt>
                <c:pt idx="126">
                  <c:v>402.9</c:v>
                </c:pt>
                <c:pt idx="127">
                  <c:v>402.9</c:v>
                </c:pt>
                <c:pt idx="128">
                  <c:v>362.95</c:v>
                </c:pt>
                <c:pt idx="129">
                  <c:v>362.95</c:v>
                </c:pt>
                <c:pt idx="130">
                  <c:v>317.05</c:v>
                </c:pt>
                <c:pt idx="131">
                  <c:v>317.05</c:v>
                </c:pt>
                <c:pt idx="132">
                  <c:v>256.7</c:v>
                </c:pt>
                <c:pt idx="133">
                  <c:v>256.7</c:v>
                </c:pt>
                <c:pt idx="134">
                  <c:v>204.85</c:v>
                </c:pt>
                <c:pt idx="135">
                  <c:v>204.85</c:v>
                </c:pt>
                <c:pt idx="136">
                  <c:v>163.19999999999999</c:v>
                </c:pt>
                <c:pt idx="137">
                  <c:v>163.19999999999999</c:v>
                </c:pt>
                <c:pt idx="138">
                  <c:v>129.19999999999999</c:v>
                </c:pt>
                <c:pt idx="139">
                  <c:v>129.19999999999999</c:v>
                </c:pt>
                <c:pt idx="140">
                  <c:v>90.95</c:v>
                </c:pt>
                <c:pt idx="141">
                  <c:v>90.95</c:v>
                </c:pt>
                <c:pt idx="142">
                  <c:v>56.1</c:v>
                </c:pt>
                <c:pt idx="143">
                  <c:v>56.1</c:v>
                </c:pt>
                <c:pt idx="144">
                  <c:v>36.549999999999997</c:v>
                </c:pt>
                <c:pt idx="145">
                  <c:v>36.549999999999997</c:v>
                </c:pt>
                <c:pt idx="146">
                  <c:v>14.45</c:v>
                </c:pt>
                <c:pt idx="147">
                  <c:v>14.45</c:v>
                </c:pt>
                <c:pt idx="148">
                  <c:v>1.7</c:v>
                </c:pt>
                <c:pt idx="149">
                  <c:v>1.7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7.65</c:v>
                </c:pt>
                <c:pt idx="233">
                  <c:v>7.65</c:v>
                </c:pt>
                <c:pt idx="234">
                  <c:v>30.6</c:v>
                </c:pt>
                <c:pt idx="235">
                  <c:v>30.6</c:v>
                </c:pt>
                <c:pt idx="236">
                  <c:v>58.65</c:v>
                </c:pt>
                <c:pt idx="237">
                  <c:v>58.65</c:v>
                </c:pt>
                <c:pt idx="238">
                  <c:v>72.25</c:v>
                </c:pt>
                <c:pt idx="239">
                  <c:v>72.25</c:v>
                </c:pt>
                <c:pt idx="240">
                  <c:v>114.75</c:v>
                </c:pt>
                <c:pt idx="241">
                  <c:v>114.75</c:v>
                </c:pt>
                <c:pt idx="242">
                  <c:v>155.55000000000001</c:v>
                </c:pt>
                <c:pt idx="243">
                  <c:v>155.55000000000001</c:v>
                </c:pt>
                <c:pt idx="244">
                  <c:v>199.75</c:v>
                </c:pt>
                <c:pt idx="245">
                  <c:v>199.75</c:v>
                </c:pt>
                <c:pt idx="246">
                  <c:v>241.4</c:v>
                </c:pt>
                <c:pt idx="247">
                  <c:v>241.4</c:v>
                </c:pt>
                <c:pt idx="248">
                  <c:v>278.8</c:v>
                </c:pt>
                <c:pt idx="249">
                  <c:v>278.8</c:v>
                </c:pt>
                <c:pt idx="250">
                  <c:v>328.1</c:v>
                </c:pt>
                <c:pt idx="251">
                  <c:v>328.1</c:v>
                </c:pt>
                <c:pt idx="252">
                  <c:v>370.6</c:v>
                </c:pt>
                <c:pt idx="253">
                  <c:v>370.6</c:v>
                </c:pt>
                <c:pt idx="254">
                  <c:v>411.4</c:v>
                </c:pt>
                <c:pt idx="255">
                  <c:v>411.4</c:v>
                </c:pt>
                <c:pt idx="256">
                  <c:v>450.5</c:v>
                </c:pt>
                <c:pt idx="257">
                  <c:v>450.5</c:v>
                </c:pt>
                <c:pt idx="258">
                  <c:v>487.9</c:v>
                </c:pt>
                <c:pt idx="259">
                  <c:v>487.9</c:v>
                </c:pt>
                <c:pt idx="260">
                  <c:v>525.29999999999995</c:v>
                </c:pt>
                <c:pt idx="261">
                  <c:v>525.29999999999995</c:v>
                </c:pt>
                <c:pt idx="262">
                  <c:v>562.70000000000005</c:v>
                </c:pt>
                <c:pt idx="263">
                  <c:v>562.70000000000005</c:v>
                </c:pt>
                <c:pt idx="264">
                  <c:v>598.4</c:v>
                </c:pt>
                <c:pt idx="265">
                  <c:v>598.4</c:v>
                </c:pt>
                <c:pt idx="266">
                  <c:v>631.54999999999995</c:v>
                </c:pt>
                <c:pt idx="267">
                  <c:v>631.54999999999995</c:v>
                </c:pt>
                <c:pt idx="268">
                  <c:v>655.35</c:v>
                </c:pt>
                <c:pt idx="269">
                  <c:v>655.35</c:v>
                </c:pt>
                <c:pt idx="270">
                  <c:v>683.4</c:v>
                </c:pt>
                <c:pt idx="271">
                  <c:v>683.4</c:v>
                </c:pt>
                <c:pt idx="272">
                  <c:v>689.35</c:v>
                </c:pt>
                <c:pt idx="273">
                  <c:v>689.35</c:v>
                </c:pt>
                <c:pt idx="274">
                  <c:v>714</c:v>
                </c:pt>
                <c:pt idx="275">
                  <c:v>714</c:v>
                </c:pt>
                <c:pt idx="276">
                  <c:v>737.8</c:v>
                </c:pt>
                <c:pt idx="277">
                  <c:v>737.8</c:v>
                </c:pt>
                <c:pt idx="278">
                  <c:v>749.7</c:v>
                </c:pt>
                <c:pt idx="279">
                  <c:v>749.7</c:v>
                </c:pt>
                <c:pt idx="280">
                  <c:v>758.2</c:v>
                </c:pt>
                <c:pt idx="281">
                  <c:v>758.2</c:v>
                </c:pt>
                <c:pt idx="282">
                  <c:v>764.15</c:v>
                </c:pt>
                <c:pt idx="283">
                  <c:v>764.15</c:v>
                </c:pt>
                <c:pt idx="284">
                  <c:v>766.7</c:v>
                </c:pt>
                <c:pt idx="285">
                  <c:v>766.7</c:v>
                </c:pt>
                <c:pt idx="286">
                  <c:v>765.85</c:v>
                </c:pt>
                <c:pt idx="287">
                  <c:v>765.85</c:v>
                </c:pt>
                <c:pt idx="288">
                  <c:v>762.45</c:v>
                </c:pt>
                <c:pt idx="289">
                  <c:v>762.45</c:v>
                </c:pt>
                <c:pt idx="290">
                  <c:v>755.65</c:v>
                </c:pt>
                <c:pt idx="291">
                  <c:v>755.65</c:v>
                </c:pt>
                <c:pt idx="292">
                  <c:v>745.45</c:v>
                </c:pt>
                <c:pt idx="293">
                  <c:v>745.45</c:v>
                </c:pt>
                <c:pt idx="294">
                  <c:v>731.85</c:v>
                </c:pt>
                <c:pt idx="295">
                  <c:v>731.85</c:v>
                </c:pt>
                <c:pt idx="296">
                  <c:v>715.7</c:v>
                </c:pt>
                <c:pt idx="297">
                  <c:v>715.7</c:v>
                </c:pt>
                <c:pt idx="298">
                  <c:v>696.15</c:v>
                </c:pt>
                <c:pt idx="299">
                  <c:v>696.15</c:v>
                </c:pt>
                <c:pt idx="300">
                  <c:v>674.05</c:v>
                </c:pt>
                <c:pt idx="301">
                  <c:v>674.05</c:v>
                </c:pt>
                <c:pt idx="302">
                  <c:v>648.54999999999995</c:v>
                </c:pt>
                <c:pt idx="303">
                  <c:v>648.54999999999995</c:v>
                </c:pt>
                <c:pt idx="304">
                  <c:v>620.5</c:v>
                </c:pt>
                <c:pt idx="305">
                  <c:v>620.5</c:v>
                </c:pt>
                <c:pt idx="306">
                  <c:v>589.9</c:v>
                </c:pt>
                <c:pt idx="307">
                  <c:v>589.9</c:v>
                </c:pt>
                <c:pt idx="308">
                  <c:v>559.29999999999995</c:v>
                </c:pt>
                <c:pt idx="309">
                  <c:v>559.29999999999995</c:v>
                </c:pt>
                <c:pt idx="310">
                  <c:v>529.54999999999995</c:v>
                </c:pt>
                <c:pt idx="311">
                  <c:v>529.54999999999995</c:v>
                </c:pt>
                <c:pt idx="312">
                  <c:v>476.85</c:v>
                </c:pt>
                <c:pt idx="313">
                  <c:v>476.85</c:v>
                </c:pt>
                <c:pt idx="314">
                  <c:v>431.8</c:v>
                </c:pt>
                <c:pt idx="315">
                  <c:v>431.8</c:v>
                </c:pt>
                <c:pt idx="316">
                  <c:v>422.45</c:v>
                </c:pt>
                <c:pt idx="317">
                  <c:v>422.45</c:v>
                </c:pt>
                <c:pt idx="318">
                  <c:v>384.2</c:v>
                </c:pt>
                <c:pt idx="319">
                  <c:v>384.2</c:v>
                </c:pt>
                <c:pt idx="320">
                  <c:v>340.85</c:v>
                </c:pt>
                <c:pt idx="321">
                  <c:v>340.85</c:v>
                </c:pt>
                <c:pt idx="322">
                  <c:v>297.5</c:v>
                </c:pt>
                <c:pt idx="323">
                  <c:v>297.5</c:v>
                </c:pt>
                <c:pt idx="324">
                  <c:v>187</c:v>
                </c:pt>
                <c:pt idx="325">
                  <c:v>187</c:v>
                </c:pt>
                <c:pt idx="326">
                  <c:v>162.35</c:v>
                </c:pt>
                <c:pt idx="327">
                  <c:v>162.35</c:v>
                </c:pt>
                <c:pt idx="328">
                  <c:v>119.85</c:v>
                </c:pt>
                <c:pt idx="329">
                  <c:v>119.85</c:v>
                </c:pt>
                <c:pt idx="330">
                  <c:v>99.45</c:v>
                </c:pt>
                <c:pt idx="331">
                  <c:v>99.45</c:v>
                </c:pt>
                <c:pt idx="332">
                  <c:v>64.599999999999994</c:v>
                </c:pt>
                <c:pt idx="333">
                  <c:v>64.599999999999994</c:v>
                </c:pt>
                <c:pt idx="334">
                  <c:v>29.75</c:v>
                </c:pt>
                <c:pt idx="335">
                  <c:v>29.75</c:v>
                </c:pt>
                <c:pt idx="336">
                  <c:v>29.75</c:v>
                </c:pt>
                <c:pt idx="337">
                  <c:v>29.75</c:v>
                </c:pt>
                <c:pt idx="338">
                  <c:v>7.65</c:v>
                </c:pt>
                <c:pt idx="339">
                  <c:v>7.65</c:v>
                </c:pt>
                <c:pt idx="340">
                  <c:v>0.85</c:v>
                </c:pt>
                <c:pt idx="341">
                  <c:v>0.85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5.0999999999999996</c:v>
                </c:pt>
                <c:pt idx="425">
                  <c:v>5.0999999999999996</c:v>
                </c:pt>
                <c:pt idx="426">
                  <c:v>17.850000000000001</c:v>
                </c:pt>
                <c:pt idx="427">
                  <c:v>17.850000000000001</c:v>
                </c:pt>
                <c:pt idx="428">
                  <c:v>51</c:v>
                </c:pt>
                <c:pt idx="429">
                  <c:v>51</c:v>
                </c:pt>
                <c:pt idx="430">
                  <c:v>82.45</c:v>
                </c:pt>
                <c:pt idx="431">
                  <c:v>82.45</c:v>
                </c:pt>
                <c:pt idx="432">
                  <c:v>104.55</c:v>
                </c:pt>
                <c:pt idx="433">
                  <c:v>104.55</c:v>
                </c:pt>
                <c:pt idx="434">
                  <c:v>121.55</c:v>
                </c:pt>
                <c:pt idx="435">
                  <c:v>121.55</c:v>
                </c:pt>
                <c:pt idx="436">
                  <c:v>143.65</c:v>
                </c:pt>
                <c:pt idx="437">
                  <c:v>143.65</c:v>
                </c:pt>
                <c:pt idx="438">
                  <c:v>184.45</c:v>
                </c:pt>
                <c:pt idx="439">
                  <c:v>184.45</c:v>
                </c:pt>
                <c:pt idx="440">
                  <c:v>208.25</c:v>
                </c:pt>
                <c:pt idx="441">
                  <c:v>208.25</c:v>
                </c:pt>
                <c:pt idx="442">
                  <c:v>198.9</c:v>
                </c:pt>
                <c:pt idx="443">
                  <c:v>198.9</c:v>
                </c:pt>
                <c:pt idx="444">
                  <c:v>236.3</c:v>
                </c:pt>
                <c:pt idx="445">
                  <c:v>236.3</c:v>
                </c:pt>
                <c:pt idx="446">
                  <c:v>387.6</c:v>
                </c:pt>
                <c:pt idx="447">
                  <c:v>387.6</c:v>
                </c:pt>
                <c:pt idx="448">
                  <c:v>442</c:v>
                </c:pt>
                <c:pt idx="449">
                  <c:v>442</c:v>
                </c:pt>
                <c:pt idx="450">
                  <c:v>482.8</c:v>
                </c:pt>
                <c:pt idx="451">
                  <c:v>482.8</c:v>
                </c:pt>
                <c:pt idx="452">
                  <c:v>518.5</c:v>
                </c:pt>
                <c:pt idx="453">
                  <c:v>518.5</c:v>
                </c:pt>
                <c:pt idx="454">
                  <c:v>554.20000000000005</c:v>
                </c:pt>
                <c:pt idx="455">
                  <c:v>554.20000000000005</c:v>
                </c:pt>
                <c:pt idx="456">
                  <c:v>587.35</c:v>
                </c:pt>
                <c:pt idx="457">
                  <c:v>587.35</c:v>
                </c:pt>
                <c:pt idx="458">
                  <c:v>617.95000000000005</c:v>
                </c:pt>
                <c:pt idx="459">
                  <c:v>617.95000000000005</c:v>
                </c:pt>
                <c:pt idx="460">
                  <c:v>645.15</c:v>
                </c:pt>
                <c:pt idx="461">
                  <c:v>645.15</c:v>
                </c:pt>
                <c:pt idx="462">
                  <c:v>657.05</c:v>
                </c:pt>
                <c:pt idx="463">
                  <c:v>657.05</c:v>
                </c:pt>
                <c:pt idx="464">
                  <c:v>613.70000000000005</c:v>
                </c:pt>
                <c:pt idx="465">
                  <c:v>613.70000000000005</c:v>
                </c:pt>
                <c:pt idx="466">
                  <c:v>591.6</c:v>
                </c:pt>
                <c:pt idx="467">
                  <c:v>591.6</c:v>
                </c:pt>
                <c:pt idx="468">
                  <c:v>572.9</c:v>
                </c:pt>
                <c:pt idx="469">
                  <c:v>572.9</c:v>
                </c:pt>
                <c:pt idx="470">
                  <c:v>586.5</c:v>
                </c:pt>
                <c:pt idx="471">
                  <c:v>586.5</c:v>
                </c:pt>
                <c:pt idx="472">
                  <c:v>583.1</c:v>
                </c:pt>
                <c:pt idx="473">
                  <c:v>583.1</c:v>
                </c:pt>
                <c:pt idx="474">
                  <c:v>585.65</c:v>
                </c:pt>
                <c:pt idx="475">
                  <c:v>585.65</c:v>
                </c:pt>
                <c:pt idx="476">
                  <c:v>613.70000000000005</c:v>
                </c:pt>
                <c:pt idx="477">
                  <c:v>613.70000000000005</c:v>
                </c:pt>
                <c:pt idx="478">
                  <c:v>609.45000000000005</c:v>
                </c:pt>
                <c:pt idx="479">
                  <c:v>609.45000000000005</c:v>
                </c:pt>
                <c:pt idx="480">
                  <c:v>676.6</c:v>
                </c:pt>
                <c:pt idx="481">
                  <c:v>676.6</c:v>
                </c:pt>
                <c:pt idx="482">
                  <c:v>690.2</c:v>
                </c:pt>
                <c:pt idx="483">
                  <c:v>690.2</c:v>
                </c:pt>
                <c:pt idx="484">
                  <c:v>659.6</c:v>
                </c:pt>
                <c:pt idx="485">
                  <c:v>659.6</c:v>
                </c:pt>
                <c:pt idx="486">
                  <c:v>675.75</c:v>
                </c:pt>
                <c:pt idx="487">
                  <c:v>675.75</c:v>
                </c:pt>
                <c:pt idx="488">
                  <c:v>645.15</c:v>
                </c:pt>
                <c:pt idx="489">
                  <c:v>645.15</c:v>
                </c:pt>
                <c:pt idx="490">
                  <c:v>663</c:v>
                </c:pt>
                <c:pt idx="491">
                  <c:v>663</c:v>
                </c:pt>
                <c:pt idx="492">
                  <c:v>623.04999999999995</c:v>
                </c:pt>
                <c:pt idx="493">
                  <c:v>623.04999999999995</c:v>
                </c:pt>
                <c:pt idx="494">
                  <c:v>493</c:v>
                </c:pt>
                <c:pt idx="495">
                  <c:v>493</c:v>
                </c:pt>
                <c:pt idx="496">
                  <c:v>431.8</c:v>
                </c:pt>
                <c:pt idx="497">
                  <c:v>431.8</c:v>
                </c:pt>
                <c:pt idx="498">
                  <c:v>461.55</c:v>
                </c:pt>
                <c:pt idx="499">
                  <c:v>461.55</c:v>
                </c:pt>
                <c:pt idx="500">
                  <c:v>456.45</c:v>
                </c:pt>
                <c:pt idx="501">
                  <c:v>456.45</c:v>
                </c:pt>
                <c:pt idx="502">
                  <c:v>367.2</c:v>
                </c:pt>
                <c:pt idx="503">
                  <c:v>367.2</c:v>
                </c:pt>
                <c:pt idx="504">
                  <c:v>277.95</c:v>
                </c:pt>
                <c:pt idx="505">
                  <c:v>277.95</c:v>
                </c:pt>
                <c:pt idx="506">
                  <c:v>293.25</c:v>
                </c:pt>
                <c:pt idx="507">
                  <c:v>293.25</c:v>
                </c:pt>
                <c:pt idx="508">
                  <c:v>337.45</c:v>
                </c:pt>
                <c:pt idx="509">
                  <c:v>337.45</c:v>
                </c:pt>
                <c:pt idx="510">
                  <c:v>334.9</c:v>
                </c:pt>
                <c:pt idx="511">
                  <c:v>334.9</c:v>
                </c:pt>
                <c:pt idx="512">
                  <c:v>304.3</c:v>
                </c:pt>
                <c:pt idx="513">
                  <c:v>304.3</c:v>
                </c:pt>
                <c:pt idx="514">
                  <c:v>243.1</c:v>
                </c:pt>
                <c:pt idx="515">
                  <c:v>243.1</c:v>
                </c:pt>
                <c:pt idx="516">
                  <c:v>192.1</c:v>
                </c:pt>
                <c:pt idx="517">
                  <c:v>192.1</c:v>
                </c:pt>
                <c:pt idx="518">
                  <c:v>171.7</c:v>
                </c:pt>
                <c:pt idx="519">
                  <c:v>171.7</c:v>
                </c:pt>
                <c:pt idx="520">
                  <c:v>135.15</c:v>
                </c:pt>
                <c:pt idx="521">
                  <c:v>135.15</c:v>
                </c:pt>
                <c:pt idx="522">
                  <c:v>86.7</c:v>
                </c:pt>
                <c:pt idx="523">
                  <c:v>86.7</c:v>
                </c:pt>
                <c:pt idx="524">
                  <c:v>68.849999999999994</c:v>
                </c:pt>
                <c:pt idx="525">
                  <c:v>68.849999999999994</c:v>
                </c:pt>
                <c:pt idx="526">
                  <c:v>19.55</c:v>
                </c:pt>
                <c:pt idx="527">
                  <c:v>19.55</c:v>
                </c:pt>
                <c:pt idx="528">
                  <c:v>7.65</c:v>
                </c:pt>
                <c:pt idx="529">
                  <c:v>7.65</c:v>
                </c:pt>
                <c:pt idx="530">
                  <c:v>4.25</c:v>
                </c:pt>
                <c:pt idx="531">
                  <c:v>4.25</c:v>
                </c:pt>
                <c:pt idx="532">
                  <c:v>0.85</c:v>
                </c:pt>
                <c:pt idx="533">
                  <c:v>0.85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0.85</c:v>
                </c:pt>
                <c:pt idx="617">
                  <c:v>0.85</c:v>
                </c:pt>
                <c:pt idx="618">
                  <c:v>13.6</c:v>
                </c:pt>
                <c:pt idx="619">
                  <c:v>13.6</c:v>
                </c:pt>
                <c:pt idx="620">
                  <c:v>28.05</c:v>
                </c:pt>
                <c:pt idx="621">
                  <c:v>28.05</c:v>
                </c:pt>
                <c:pt idx="622">
                  <c:v>34.85</c:v>
                </c:pt>
                <c:pt idx="623">
                  <c:v>34.85</c:v>
                </c:pt>
                <c:pt idx="624">
                  <c:v>56.1</c:v>
                </c:pt>
                <c:pt idx="625">
                  <c:v>56.1</c:v>
                </c:pt>
                <c:pt idx="626">
                  <c:v>58.65</c:v>
                </c:pt>
                <c:pt idx="627">
                  <c:v>58.65</c:v>
                </c:pt>
                <c:pt idx="628">
                  <c:v>89.25</c:v>
                </c:pt>
                <c:pt idx="629">
                  <c:v>89.25</c:v>
                </c:pt>
                <c:pt idx="630">
                  <c:v>138.55000000000001</c:v>
                </c:pt>
                <c:pt idx="631">
                  <c:v>138.55000000000001</c:v>
                </c:pt>
                <c:pt idx="632">
                  <c:v>212.5</c:v>
                </c:pt>
                <c:pt idx="633">
                  <c:v>212.5</c:v>
                </c:pt>
                <c:pt idx="634">
                  <c:v>314.5</c:v>
                </c:pt>
                <c:pt idx="635">
                  <c:v>314.5</c:v>
                </c:pt>
                <c:pt idx="636">
                  <c:v>375.7</c:v>
                </c:pt>
                <c:pt idx="637">
                  <c:v>375.7</c:v>
                </c:pt>
                <c:pt idx="638">
                  <c:v>381.65</c:v>
                </c:pt>
                <c:pt idx="639">
                  <c:v>381.65</c:v>
                </c:pt>
                <c:pt idx="640">
                  <c:v>256.7</c:v>
                </c:pt>
                <c:pt idx="641">
                  <c:v>256.7</c:v>
                </c:pt>
                <c:pt idx="642">
                  <c:v>186.15</c:v>
                </c:pt>
                <c:pt idx="643">
                  <c:v>186.15</c:v>
                </c:pt>
                <c:pt idx="644">
                  <c:v>153.85</c:v>
                </c:pt>
                <c:pt idx="645">
                  <c:v>153.85</c:v>
                </c:pt>
                <c:pt idx="646">
                  <c:v>315.35000000000002</c:v>
                </c:pt>
                <c:pt idx="647">
                  <c:v>315.35000000000002</c:v>
                </c:pt>
                <c:pt idx="648">
                  <c:v>385.05</c:v>
                </c:pt>
                <c:pt idx="649">
                  <c:v>385.05</c:v>
                </c:pt>
                <c:pt idx="650">
                  <c:v>118.15</c:v>
                </c:pt>
                <c:pt idx="651">
                  <c:v>118.15</c:v>
                </c:pt>
                <c:pt idx="652">
                  <c:v>61.2</c:v>
                </c:pt>
                <c:pt idx="653">
                  <c:v>61.2</c:v>
                </c:pt>
                <c:pt idx="654">
                  <c:v>90.1</c:v>
                </c:pt>
                <c:pt idx="655">
                  <c:v>90.1</c:v>
                </c:pt>
                <c:pt idx="656">
                  <c:v>74.8</c:v>
                </c:pt>
                <c:pt idx="657">
                  <c:v>74.8</c:v>
                </c:pt>
                <c:pt idx="658">
                  <c:v>327.25</c:v>
                </c:pt>
                <c:pt idx="659">
                  <c:v>327.25</c:v>
                </c:pt>
                <c:pt idx="660">
                  <c:v>353.6</c:v>
                </c:pt>
                <c:pt idx="661">
                  <c:v>353.6</c:v>
                </c:pt>
                <c:pt idx="662">
                  <c:v>176.8</c:v>
                </c:pt>
                <c:pt idx="663">
                  <c:v>176.8</c:v>
                </c:pt>
                <c:pt idx="664">
                  <c:v>153.85</c:v>
                </c:pt>
                <c:pt idx="665">
                  <c:v>153.85</c:v>
                </c:pt>
                <c:pt idx="666">
                  <c:v>138.55000000000001</c:v>
                </c:pt>
                <c:pt idx="667">
                  <c:v>138.55000000000001</c:v>
                </c:pt>
                <c:pt idx="668">
                  <c:v>134.30000000000001</c:v>
                </c:pt>
                <c:pt idx="669">
                  <c:v>134.30000000000001</c:v>
                </c:pt>
                <c:pt idx="670">
                  <c:v>209.95</c:v>
                </c:pt>
                <c:pt idx="671">
                  <c:v>209.95</c:v>
                </c:pt>
                <c:pt idx="672">
                  <c:v>329.8</c:v>
                </c:pt>
                <c:pt idx="673">
                  <c:v>329.8</c:v>
                </c:pt>
                <c:pt idx="674">
                  <c:v>445.4</c:v>
                </c:pt>
                <c:pt idx="675">
                  <c:v>445.4</c:v>
                </c:pt>
                <c:pt idx="676">
                  <c:v>506.6</c:v>
                </c:pt>
                <c:pt idx="677">
                  <c:v>506.6</c:v>
                </c:pt>
                <c:pt idx="678">
                  <c:v>366.35</c:v>
                </c:pt>
                <c:pt idx="679">
                  <c:v>366.35</c:v>
                </c:pt>
                <c:pt idx="680">
                  <c:v>309.39999999999998</c:v>
                </c:pt>
                <c:pt idx="681">
                  <c:v>309.39999999999998</c:v>
                </c:pt>
                <c:pt idx="682">
                  <c:v>483.65</c:v>
                </c:pt>
                <c:pt idx="683">
                  <c:v>483.65</c:v>
                </c:pt>
                <c:pt idx="684">
                  <c:v>549.1</c:v>
                </c:pt>
                <c:pt idx="685">
                  <c:v>549.1</c:v>
                </c:pt>
                <c:pt idx="686">
                  <c:v>563.54999999999995</c:v>
                </c:pt>
                <c:pt idx="687">
                  <c:v>563.54999999999995</c:v>
                </c:pt>
                <c:pt idx="688">
                  <c:v>300.05</c:v>
                </c:pt>
                <c:pt idx="689">
                  <c:v>300.05</c:v>
                </c:pt>
                <c:pt idx="690">
                  <c:v>305.14999999999998</c:v>
                </c:pt>
                <c:pt idx="691">
                  <c:v>305.14999999999998</c:v>
                </c:pt>
                <c:pt idx="692">
                  <c:v>424.15</c:v>
                </c:pt>
                <c:pt idx="693">
                  <c:v>424.15</c:v>
                </c:pt>
                <c:pt idx="694">
                  <c:v>476.85</c:v>
                </c:pt>
                <c:pt idx="695">
                  <c:v>476.85</c:v>
                </c:pt>
                <c:pt idx="696">
                  <c:v>374.85</c:v>
                </c:pt>
                <c:pt idx="697">
                  <c:v>374.85</c:v>
                </c:pt>
                <c:pt idx="698">
                  <c:v>359.55</c:v>
                </c:pt>
                <c:pt idx="699">
                  <c:v>359.55</c:v>
                </c:pt>
                <c:pt idx="700">
                  <c:v>340.85</c:v>
                </c:pt>
                <c:pt idx="701">
                  <c:v>340.85</c:v>
                </c:pt>
                <c:pt idx="702">
                  <c:v>338.3</c:v>
                </c:pt>
                <c:pt idx="703">
                  <c:v>338.3</c:v>
                </c:pt>
                <c:pt idx="704">
                  <c:v>311.95</c:v>
                </c:pt>
                <c:pt idx="705">
                  <c:v>311.95</c:v>
                </c:pt>
                <c:pt idx="706">
                  <c:v>251.6</c:v>
                </c:pt>
                <c:pt idx="707">
                  <c:v>251.6</c:v>
                </c:pt>
                <c:pt idx="708">
                  <c:v>187.85</c:v>
                </c:pt>
                <c:pt idx="709">
                  <c:v>187.85</c:v>
                </c:pt>
                <c:pt idx="710">
                  <c:v>174.25</c:v>
                </c:pt>
                <c:pt idx="711">
                  <c:v>174.25</c:v>
                </c:pt>
                <c:pt idx="712">
                  <c:v>116.45</c:v>
                </c:pt>
                <c:pt idx="713">
                  <c:v>116.45</c:v>
                </c:pt>
                <c:pt idx="714">
                  <c:v>62.9</c:v>
                </c:pt>
                <c:pt idx="715">
                  <c:v>62.9</c:v>
                </c:pt>
                <c:pt idx="716">
                  <c:v>36.549999999999997</c:v>
                </c:pt>
                <c:pt idx="717">
                  <c:v>36.549999999999997</c:v>
                </c:pt>
                <c:pt idx="718">
                  <c:v>41.65</c:v>
                </c:pt>
                <c:pt idx="719">
                  <c:v>41.65</c:v>
                </c:pt>
                <c:pt idx="720">
                  <c:v>22.1</c:v>
                </c:pt>
                <c:pt idx="721">
                  <c:v>22.1</c:v>
                </c:pt>
                <c:pt idx="722">
                  <c:v>5.0999999999999996</c:v>
                </c:pt>
                <c:pt idx="723">
                  <c:v>5.0999999999999996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5.95</c:v>
                </c:pt>
                <c:pt idx="809">
                  <c:v>5.95</c:v>
                </c:pt>
                <c:pt idx="810">
                  <c:v>25.5</c:v>
                </c:pt>
                <c:pt idx="811">
                  <c:v>25.5</c:v>
                </c:pt>
                <c:pt idx="812">
                  <c:v>39.1</c:v>
                </c:pt>
                <c:pt idx="813">
                  <c:v>39.1</c:v>
                </c:pt>
                <c:pt idx="814">
                  <c:v>82.45</c:v>
                </c:pt>
                <c:pt idx="815">
                  <c:v>82.45</c:v>
                </c:pt>
                <c:pt idx="816">
                  <c:v>123.25</c:v>
                </c:pt>
                <c:pt idx="817">
                  <c:v>123.25</c:v>
                </c:pt>
                <c:pt idx="818">
                  <c:v>171.7</c:v>
                </c:pt>
                <c:pt idx="819">
                  <c:v>171.7</c:v>
                </c:pt>
                <c:pt idx="820">
                  <c:v>220.15</c:v>
                </c:pt>
                <c:pt idx="821">
                  <c:v>220.15</c:v>
                </c:pt>
                <c:pt idx="822">
                  <c:v>246.5</c:v>
                </c:pt>
                <c:pt idx="823">
                  <c:v>246.5</c:v>
                </c:pt>
                <c:pt idx="824">
                  <c:v>305.14999999999998</c:v>
                </c:pt>
                <c:pt idx="825">
                  <c:v>305.14999999999998</c:v>
                </c:pt>
                <c:pt idx="826">
                  <c:v>340.85</c:v>
                </c:pt>
                <c:pt idx="827">
                  <c:v>340.85</c:v>
                </c:pt>
                <c:pt idx="828">
                  <c:v>359.55</c:v>
                </c:pt>
                <c:pt idx="829">
                  <c:v>359.55</c:v>
                </c:pt>
                <c:pt idx="830">
                  <c:v>429.25</c:v>
                </c:pt>
                <c:pt idx="831">
                  <c:v>429.25</c:v>
                </c:pt>
                <c:pt idx="832">
                  <c:v>469.2</c:v>
                </c:pt>
                <c:pt idx="833">
                  <c:v>469.2</c:v>
                </c:pt>
                <c:pt idx="834">
                  <c:v>506.6</c:v>
                </c:pt>
                <c:pt idx="835">
                  <c:v>506.6</c:v>
                </c:pt>
                <c:pt idx="836">
                  <c:v>536.35</c:v>
                </c:pt>
                <c:pt idx="837">
                  <c:v>536.35</c:v>
                </c:pt>
                <c:pt idx="838">
                  <c:v>556.75</c:v>
                </c:pt>
                <c:pt idx="839">
                  <c:v>556.75</c:v>
                </c:pt>
                <c:pt idx="840">
                  <c:v>574.6</c:v>
                </c:pt>
                <c:pt idx="841">
                  <c:v>574.6</c:v>
                </c:pt>
                <c:pt idx="842">
                  <c:v>640.9</c:v>
                </c:pt>
                <c:pt idx="843">
                  <c:v>640.9</c:v>
                </c:pt>
                <c:pt idx="844">
                  <c:v>668.1</c:v>
                </c:pt>
                <c:pt idx="845">
                  <c:v>668.1</c:v>
                </c:pt>
                <c:pt idx="846">
                  <c:v>691.9</c:v>
                </c:pt>
                <c:pt idx="847">
                  <c:v>691.9</c:v>
                </c:pt>
                <c:pt idx="848">
                  <c:v>661.3</c:v>
                </c:pt>
                <c:pt idx="849">
                  <c:v>661.3</c:v>
                </c:pt>
                <c:pt idx="850">
                  <c:v>628.15</c:v>
                </c:pt>
                <c:pt idx="851">
                  <c:v>628.15</c:v>
                </c:pt>
                <c:pt idx="852">
                  <c:v>597.54999999999995</c:v>
                </c:pt>
                <c:pt idx="853">
                  <c:v>597.54999999999995</c:v>
                </c:pt>
                <c:pt idx="854">
                  <c:v>578.85</c:v>
                </c:pt>
                <c:pt idx="855">
                  <c:v>578.85</c:v>
                </c:pt>
                <c:pt idx="856">
                  <c:v>548.25</c:v>
                </c:pt>
                <c:pt idx="857">
                  <c:v>548.25</c:v>
                </c:pt>
                <c:pt idx="858">
                  <c:v>473.45</c:v>
                </c:pt>
                <c:pt idx="859">
                  <c:v>473.45</c:v>
                </c:pt>
                <c:pt idx="860">
                  <c:v>538.04999999999995</c:v>
                </c:pt>
                <c:pt idx="861">
                  <c:v>538.04999999999995</c:v>
                </c:pt>
                <c:pt idx="862">
                  <c:v>663</c:v>
                </c:pt>
                <c:pt idx="863">
                  <c:v>663</c:v>
                </c:pt>
                <c:pt idx="864">
                  <c:v>697.85</c:v>
                </c:pt>
                <c:pt idx="865">
                  <c:v>697.85</c:v>
                </c:pt>
                <c:pt idx="866">
                  <c:v>702.1</c:v>
                </c:pt>
                <c:pt idx="867">
                  <c:v>702.1</c:v>
                </c:pt>
                <c:pt idx="868">
                  <c:v>653.65</c:v>
                </c:pt>
                <c:pt idx="869">
                  <c:v>653.65</c:v>
                </c:pt>
                <c:pt idx="870">
                  <c:v>694.45</c:v>
                </c:pt>
                <c:pt idx="871">
                  <c:v>694.45</c:v>
                </c:pt>
                <c:pt idx="872">
                  <c:v>697.85</c:v>
                </c:pt>
                <c:pt idx="873">
                  <c:v>697.85</c:v>
                </c:pt>
                <c:pt idx="874">
                  <c:v>476</c:v>
                </c:pt>
                <c:pt idx="875">
                  <c:v>476</c:v>
                </c:pt>
                <c:pt idx="876">
                  <c:v>200.6</c:v>
                </c:pt>
                <c:pt idx="877">
                  <c:v>200.6</c:v>
                </c:pt>
                <c:pt idx="878">
                  <c:v>96.05</c:v>
                </c:pt>
                <c:pt idx="879">
                  <c:v>96.05</c:v>
                </c:pt>
                <c:pt idx="880">
                  <c:v>345.1</c:v>
                </c:pt>
                <c:pt idx="881">
                  <c:v>345.1</c:v>
                </c:pt>
                <c:pt idx="882">
                  <c:v>499.8</c:v>
                </c:pt>
                <c:pt idx="883">
                  <c:v>499.8</c:v>
                </c:pt>
                <c:pt idx="884">
                  <c:v>510</c:v>
                </c:pt>
                <c:pt idx="885">
                  <c:v>510</c:v>
                </c:pt>
                <c:pt idx="886">
                  <c:v>497.25</c:v>
                </c:pt>
                <c:pt idx="887">
                  <c:v>497.25</c:v>
                </c:pt>
                <c:pt idx="888">
                  <c:v>460.7</c:v>
                </c:pt>
                <c:pt idx="889">
                  <c:v>460.7</c:v>
                </c:pt>
                <c:pt idx="890">
                  <c:v>319.60000000000002</c:v>
                </c:pt>
                <c:pt idx="891">
                  <c:v>319.60000000000002</c:v>
                </c:pt>
                <c:pt idx="892">
                  <c:v>235.45</c:v>
                </c:pt>
                <c:pt idx="893">
                  <c:v>235.45</c:v>
                </c:pt>
                <c:pt idx="894">
                  <c:v>187.85</c:v>
                </c:pt>
                <c:pt idx="895">
                  <c:v>187.85</c:v>
                </c:pt>
                <c:pt idx="896">
                  <c:v>221.85</c:v>
                </c:pt>
                <c:pt idx="897">
                  <c:v>221.85</c:v>
                </c:pt>
                <c:pt idx="898">
                  <c:v>246.5</c:v>
                </c:pt>
                <c:pt idx="899">
                  <c:v>246.5</c:v>
                </c:pt>
                <c:pt idx="900">
                  <c:v>218.45</c:v>
                </c:pt>
                <c:pt idx="901">
                  <c:v>218.45</c:v>
                </c:pt>
                <c:pt idx="902">
                  <c:v>174.25</c:v>
                </c:pt>
                <c:pt idx="903">
                  <c:v>174.25</c:v>
                </c:pt>
                <c:pt idx="904">
                  <c:v>146.19999999999999</c:v>
                </c:pt>
                <c:pt idx="905">
                  <c:v>146.19999999999999</c:v>
                </c:pt>
                <c:pt idx="906">
                  <c:v>106.25</c:v>
                </c:pt>
                <c:pt idx="907">
                  <c:v>106.25</c:v>
                </c:pt>
                <c:pt idx="908">
                  <c:v>58.65</c:v>
                </c:pt>
                <c:pt idx="909">
                  <c:v>58.65</c:v>
                </c:pt>
                <c:pt idx="910">
                  <c:v>33.15</c:v>
                </c:pt>
                <c:pt idx="911">
                  <c:v>33.15</c:v>
                </c:pt>
                <c:pt idx="912">
                  <c:v>23.8</c:v>
                </c:pt>
                <c:pt idx="913">
                  <c:v>23.8</c:v>
                </c:pt>
                <c:pt idx="914">
                  <c:v>6.8</c:v>
                </c:pt>
                <c:pt idx="915">
                  <c:v>6.8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2.5499999999999998</c:v>
                </c:pt>
                <c:pt idx="1001">
                  <c:v>2.5499999999999998</c:v>
                </c:pt>
                <c:pt idx="1002">
                  <c:v>12.75</c:v>
                </c:pt>
                <c:pt idx="1003">
                  <c:v>12.75</c:v>
                </c:pt>
                <c:pt idx="1004">
                  <c:v>30.6</c:v>
                </c:pt>
                <c:pt idx="1005">
                  <c:v>30.6</c:v>
                </c:pt>
                <c:pt idx="1006">
                  <c:v>47.6</c:v>
                </c:pt>
                <c:pt idx="1007">
                  <c:v>47.6</c:v>
                </c:pt>
                <c:pt idx="1008">
                  <c:v>77.349999999999994</c:v>
                </c:pt>
                <c:pt idx="1009">
                  <c:v>77.349999999999994</c:v>
                </c:pt>
                <c:pt idx="1010">
                  <c:v>140.25</c:v>
                </c:pt>
                <c:pt idx="1011">
                  <c:v>140.25</c:v>
                </c:pt>
                <c:pt idx="1012">
                  <c:v>192.1</c:v>
                </c:pt>
                <c:pt idx="1013">
                  <c:v>192.1</c:v>
                </c:pt>
                <c:pt idx="1014">
                  <c:v>233.75</c:v>
                </c:pt>
                <c:pt idx="1015">
                  <c:v>233.75</c:v>
                </c:pt>
                <c:pt idx="1016">
                  <c:v>270.3</c:v>
                </c:pt>
                <c:pt idx="1017">
                  <c:v>270.3</c:v>
                </c:pt>
                <c:pt idx="1018">
                  <c:v>298.35000000000002</c:v>
                </c:pt>
                <c:pt idx="1019">
                  <c:v>298.35000000000002</c:v>
                </c:pt>
                <c:pt idx="1020">
                  <c:v>359.55</c:v>
                </c:pt>
                <c:pt idx="1021">
                  <c:v>359.55</c:v>
                </c:pt>
                <c:pt idx="1022">
                  <c:v>402.9</c:v>
                </c:pt>
                <c:pt idx="1023">
                  <c:v>402.9</c:v>
                </c:pt>
                <c:pt idx="1024">
                  <c:v>442.85</c:v>
                </c:pt>
                <c:pt idx="1025">
                  <c:v>442.85</c:v>
                </c:pt>
                <c:pt idx="1026">
                  <c:v>481.1</c:v>
                </c:pt>
                <c:pt idx="1027">
                  <c:v>481.1</c:v>
                </c:pt>
                <c:pt idx="1028">
                  <c:v>520.20000000000005</c:v>
                </c:pt>
                <c:pt idx="1029">
                  <c:v>520.20000000000005</c:v>
                </c:pt>
                <c:pt idx="1030">
                  <c:v>522.75</c:v>
                </c:pt>
                <c:pt idx="1031">
                  <c:v>522.75</c:v>
                </c:pt>
                <c:pt idx="1032">
                  <c:v>457.3</c:v>
                </c:pt>
                <c:pt idx="1033">
                  <c:v>457.3</c:v>
                </c:pt>
                <c:pt idx="1034">
                  <c:v>412.25</c:v>
                </c:pt>
                <c:pt idx="1035">
                  <c:v>412.25</c:v>
                </c:pt>
                <c:pt idx="1036">
                  <c:v>479.4</c:v>
                </c:pt>
                <c:pt idx="1037">
                  <c:v>479.4</c:v>
                </c:pt>
                <c:pt idx="1038">
                  <c:v>509.15</c:v>
                </c:pt>
                <c:pt idx="1039">
                  <c:v>509.15</c:v>
                </c:pt>
                <c:pt idx="1040">
                  <c:v>357</c:v>
                </c:pt>
                <c:pt idx="1041">
                  <c:v>357</c:v>
                </c:pt>
                <c:pt idx="1042">
                  <c:v>398.65</c:v>
                </c:pt>
                <c:pt idx="1043">
                  <c:v>398.65</c:v>
                </c:pt>
                <c:pt idx="1044">
                  <c:v>488.75</c:v>
                </c:pt>
                <c:pt idx="1045">
                  <c:v>488.75</c:v>
                </c:pt>
                <c:pt idx="1046">
                  <c:v>442</c:v>
                </c:pt>
                <c:pt idx="1047">
                  <c:v>442</c:v>
                </c:pt>
                <c:pt idx="1048">
                  <c:v>613.70000000000005</c:v>
                </c:pt>
                <c:pt idx="1049">
                  <c:v>613.70000000000005</c:v>
                </c:pt>
                <c:pt idx="1050">
                  <c:v>345.1</c:v>
                </c:pt>
                <c:pt idx="1051">
                  <c:v>345.1</c:v>
                </c:pt>
                <c:pt idx="1052">
                  <c:v>257.55</c:v>
                </c:pt>
                <c:pt idx="1053">
                  <c:v>257.55</c:v>
                </c:pt>
                <c:pt idx="1054">
                  <c:v>475.15</c:v>
                </c:pt>
                <c:pt idx="1055">
                  <c:v>475.15</c:v>
                </c:pt>
                <c:pt idx="1056">
                  <c:v>448.8</c:v>
                </c:pt>
                <c:pt idx="1057">
                  <c:v>448.8</c:v>
                </c:pt>
                <c:pt idx="1058">
                  <c:v>570.35</c:v>
                </c:pt>
                <c:pt idx="1059">
                  <c:v>570.35</c:v>
                </c:pt>
                <c:pt idx="1060">
                  <c:v>594.15</c:v>
                </c:pt>
                <c:pt idx="1061">
                  <c:v>594.15</c:v>
                </c:pt>
                <c:pt idx="1062">
                  <c:v>555.9</c:v>
                </c:pt>
                <c:pt idx="1063">
                  <c:v>555.9</c:v>
                </c:pt>
                <c:pt idx="1064">
                  <c:v>378.25</c:v>
                </c:pt>
                <c:pt idx="1065">
                  <c:v>378.25</c:v>
                </c:pt>
                <c:pt idx="1066">
                  <c:v>325.55</c:v>
                </c:pt>
                <c:pt idx="1067">
                  <c:v>325.55</c:v>
                </c:pt>
                <c:pt idx="1068">
                  <c:v>391.85</c:v>
                </c:pt>
                <c:pt idx="1069">
                  <c:v>391.85</c:v>
                </c:pt>
                <c:pt idx="1070">
                  <c:v>313.64999999999998</c:v>
                </c:pt>
                <c:pt idx="1071">
                  <c:v>313.64999999999998</c:v>
                </c:pt>
                <c:pt idx="1072">
                  <c:v>345.1</c:v>
                </c:pt>
                <c:pt idx="1073">
                  <c:v>345.1</c:v>
                </c:pt>
                <c:pt idx="1074">
                  <c:v>374</c:v>
                </c:pt>
                <c:pt idx="1075">
                  <c:v>374</c:v>
                </c:pt>
                <c:pt idx="1076">
                  <c:v>340</c:v>
                </c:pt>
                <c:pt idx="1077">
                  <c:v>340</c:v>
                </c:pt>
                <c:pt idx="1078">
                  <c:v>292.39999999999998</c:v>
                </c:pt>
                <c:pt idx="1079">
                  <c:v>292.39999999999998</c:v>
                </c:pt>
                <c:pt idx="1080">
                  <c:v>223.55</c:v>
                </c:pt>
                <c:pt idx="1081">
                  <c:v>223.55</c:v>
                </c:pt>
                <c:pt idx="1082">
                  <c:v>234.6</c:v>
                </c:pt>
                <c:pt idx="1083">
                  <c:v>234.6</c:v>
                </c:pt>
                <c:pt idx="1084">
                  <c:v>313.64999999999998</c:v>
                </c:pt>
                <c:pt idx="1085">
                  <c:v>313.64999999999998</c:v>
                </c:pt>
                <c:pt idx="1086">
                  <c:v>343.4</c:v>
                </c:pt>
                <c:pt idx="1087">
                  <c:v>343.4</c:v>
                </c:pt>
                <c:pt idx="1088">
                  <c:v>306</c:v>
                </c:pt>
                <c:pt idx="1089">
                  <c:v>306</c:v>
                </c:pt>
                <c:pt idx="1090">
                  <c:v>226.1</c:v>
                </c:pt>
                <c:pt idx="1091">
                  <c:v>226.1</c:v>
                </c:pt>
                <c:pt idx="1092">
                  <c:v>184.45</c:v>
                </c:pt>
                <c:pt idx="1093">
                  <c:v>184.45</c:v>
                </c:pt>
                <c:pt idx="1094">
                  <c:v>164.9</c:v>
                </c:pt>
                <c:pt idx="1095">
                  <c:v>164.9</c:v>
                </c:pt>
                <c:pt idx="1096">
                  <c:v>141.94999999999999</c:v>
                </c:pt>
                <c:pt idx="1097">
                  <c:v>141.94999999999999</c:v>
                </c:pt>
                <c:pt idx="1098">
                  <c:v>114.75</c:v>
                </c:pt>
                <c:pt idx="1099">
                  <c:v>114.75</c:v>
                </c:pt>
                <c:pt idx="1100">
                  <c:v>75.650000000000006</c:v>
                </c:pt>
                <c:pt idx="1101">
                  <c:v>75.650000000000006</c:v>
                </c:pt>
                <c:pt idx="1102">
                  <c:v>54.4</c:v>
                </c:pt>
                <c:pt idx="1103">
                  <c:v>54.4</c:v>
                </c:pt>
                <c:pt idx="1104">
                  <c:v>24.65</c:v>
                </c:pt>
                <c:pt idx="1105">
                  <c:v>24.65</c:v>
                </c:pt>
                <c:pt idx="1106">
                  <c:v>5.95</c:v>
                </c:pt>
                <c:pt idx="1107">
                  <c:v>5.95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0.85</c:v>
                </c:pt>
                <c:pt idx="1193">
                  <c:v>0.85</c:v>
                </c:pt>
                <c:pt idx="1194">
                  <c:v>6.8</c:v>
                </c:pt>
                <c:pt idx="1195">
                  <c:v>6.8</c:v>
                </c:pt>
                <c:pt idx="1196">
                  <c:v>11.9</c:v>
                </c:pt>
                <c:pt idx="1197">
                  <c:v>11.9</c:v>
                </c:pt>
                <c:pt idx="1198">
                  <c:v>24.65</c:v>
                </c:pt>
                <c:pt idx="1199">
                  <c:v>24.65</c:v>
                </c:pt>
                <c:pt idx="1200">
                  <c:v>34.85</c:v>
                </c:pt>
                <c:pt idx="1201">
                  <c:v>34.85</c:v>
                </c:pt>
                <c:pt idx="1202">
                  <c:v>43.35</c:v>
                </c:pt>
                <c:pt idx="1203">
                  <c:v>43.35</c:v>
                </c:pt>
                <c:pt idx="1204">
                  <c:v>60.35</c:v>
                </c:pt>
                <c:pt idx="1205">
                  <c:v>60.35</c:v>
                </c:pt>
                <c:pt idx="1206">
                  <c:v>89.25</c:v>
                </c:pt>
                <c:pt idx="1207">
                  <c:v>89.25</c:v>
                </c:pt>
                <c:pt idx="1208">
                  <c:v>90.1</c:v>
                </c:pt>
                <c:pt idx="1209">
                  <c:v>90.1</c:v>
                </c:pt>
                <c:pt idx="1210">
                  <c:v>73.099999999999994</c:v>
                </c:pt>
                <c:pt idx="1211">
                  <c:v>73.099999999999994</c:v>
                </c:pt>
                <c:pt idx="1212">
                  <c:v>74.8</c:v>
                </c:pt>
                <c:pt idx="1213">
                  <c:v>74.8</c:v>
                </c:pt>
                <c:pt idx="1214">
                  <c:v>68.849999999999994</c:v>
                </c:pt>
                <c:pt idx="1215">
                  <c:v>68.849999999999994</c:v>
                </c:pt>
                <c:pt idx="1216">
                  <c:v>44.2</c:v>
                </c:pt>
                <c:pt idx="1217">
                  <c:v>44.2</c:v>
                </c:pt>
                <c:pt idx="1218">
                  <c:v>68.849999999999994</c:v>
                </c:pt>
                <c:pt idx="1219">
                  <c:v>68.849999999999994</c:v>
                </c:pt>
                <c:pt idx="1220">
                  <c:v>56.1</c:v>
                </c:pt>
                <c:pt idx="1221">
                  <c:v>56.1</c:v>
                </c:pt>
                <c:pt idx="1222">
                  <c:v>40.799999999999997</c:v>
                </c:pt>
                <c:pt idx="1223">
                  <c:v>40.799999999999997</c:v>
                </c:pt>
                <c:pt idx="1224">
                  <c:v>64.599999999999994</c:v>
                </c:pt>
                <c:pt idx="1225">
                  <c:v>64.599999999999994</c:v>
                </c:pt>
                <c:pt idx="1226">
                  <c:v>89.25</c:v>
                </c:pt>
                <c:pt idx="1227">
                  <c:v>89.25</c:v>
                </c:pt>
                <c:pt idx="1228">
                  <c:v>85.85</c:v>
                </c:pt>
                <c:pt idx="1229">
                  <c:v>85.85</c:v>
                </c:pt>
                <c:pt idx="1230">
                  <c:v>107.1</c:v>
                </c:pt>
                <c:pt idx="1231">
                  <c:v>107.1</c:v>
                </c:pt>
                <c:pt idx="1232">
                  <c:v>84.15</c:v>
                </c:pt>
                <c:pt idx="1233">
                  <c:v>84.15</c:v>
                </c:pt>
                <c:pt idx="1234">
                  <c:v>88.4</c:v>
                </c:pt>
                <c:pt idx="1235">
                  <c:v>88.4</c:v>
                </c:pt>
                <c:pt idx="1236">
                  <c:v>96.05</c:v>
                </c:pt>
                <c:pt idx="1237">
                  <c:v>96.05</c:v>
                </c:pt>
                <c:pt idx="1238">
                  <c:v>82.45</c:v>
                </c:pt>
                <c:pt idx="1239">
                  <c:v>82.45</c:v>
                </c:pt>
                <c:pt idx="1240">
                  <c:v>155.55000000000001</c:v>
                </c:pt>
                <c:pt idx="1241">
                  <c:v>155.55000000000001</c:v>
                </c:pt>
                <c:pt idx="1242">
                  <c:v>143.65</c:v>
                </c:pt>
                <c:pt idx="1243">
                  <c:v>143.65</c:v>
                </c:pt>
                <c:pt idx="1244">
                  <c:v>100.3</c:v>
                </c:pt>
                <c:pt idx="1245">
                  <c:v>100.3</c:v>
                </c:pt>
                <c:pt idx="1246">
                  <c:v>119.85</c:v>
                </c:pt>
                <c:pt idx="1247">
                  <c:v>119.85</c:v>
                </c:pt>
                <c:pt idx="1248">
                  <c:v>142.80000000000001</c:v>
                </c:pt>
                <c:pt idx="1249">
                  <c:v>142.80000000000001</c:v>
                </c:pt>
                <c:pt idx="1250">
                  <c:v>64.599999999999994</c:v>
                </c:pt>
                <c:pt idx="1251">
                  <c:v>64.599999999999994</c:v>
                </c:pt>
                <c:pt idx="1252">
                  <c:v>62.9</c:v>
                </c:pt>
                <c:pt idx="1253">
                  <c:v>62.9</c:v>
                </c:pt>
                <c:pt idx="1254">
                  <c:v>81.599999999999994</c:v>
                </c:pt>
                <c:pt idx="1255">
                  <c:v>81.599999999999994</c:v>
                </c:pt>
                <c:pt idx="1256">
                  <c:v>101.15</c:v>
                </c:pt>
                <c:pt idx="1257">
                  <c:v>101.15</c:v>
                </c:pt>
                <c:pt idx="1258">
                  <c:v>111.35</c:v>
                </c:pt>
                <c:pt idx="1259">
                  <c:v>111.35</c:v>
                </c:pt>
                <c:pt idx="1260">
                  <c:v>142.80000000000001</c:v>
                </c:pt>
                <c:pt idx="1261">
                  <c:v>142.80000000000001</c:v>
                </c:pt>
                <c:pt idx="1262">
                  <c:v>130.9</c:v>
                </c:pt>
                <c:pt idx="1263">
                  <c:v>130.9</c:v>
                </c:pt>
                <c:pt idx="1264">
                  <c:v>127.5</c:v>
                </c:pt>
                <c:pt idx="1265">
                  <c:v>127.5</c:v>
                </c:pt>
                <c:pt idx="1266">
                  <c:v>138.55000000000001</c:v>
                </c:pt>
                <c:pt idx="1267">
                  <c:v>138.55000000000001</c:v>
                </c:pt>
                <c:pt idx="1268">
                  <c:v>129.19999999999999</c:v>
                </c:pt>
                <c:pt idx="1269">
                  <c:v>129.19999999999999</c:v>
                </c:pt>
                <c:pt idx="1270">
                  <c:v>127.5</c:v>
                </c:pt>
                <c:pt idx="1271">
                  <c:v>127.5</c:v>
                </c:pt>
                <c:pt idx="1272">
                  <c:v>97.75</c:v>
                </c:pt>
                <c:pt idx="1273">
                  <c:v>97.75</c:v>
                </c:pt>
                <c:pt idx="1274">
                  <c:v>79.900000000000006</c:v>
                </c:pt>
                <c:pt idx="1275">
                  <c:v>79.900000000000006</c:v>
                </c:pt>
                <c:pt idx="1276">
                  <c:v>84.15</c:v>
                </c:pt>
                <c:pt idx="1277">
                  <c:v>84.15</c:v>
                </c:pt>
                <c:pt idx="1278">
                  <c:v>105.4</c:v>
                </c:pt>
                <c:pt idx="1279">
                  <c:v>105.4</c:v>
                </c:pt>
                <c:pt idx="1280">
                  <c:v>43.35</c:v>
                </c:pt>
                <c:pt idx="1281">
                  <c:v>43.35</c:v>
                </c:pt>
                <c:pt idx="1282">
                  <c:v>75.650000000000006</c:v>
                </c:pt>
                <c:pt idx="1283">
                  <c:v>75.650000000000006</c:v>
                </c:pt>
                <c:pt idx="1284">
                  <c:v>65.45</c:v>
                </c:pt>
                <c:pt idx="1285">
                  <c:v>65.45</c:v>
                </c:pt>
                <c:pt idx="1286">
                  <c:v>56.95</c:v>
                </c:pt>
                <c:pt idx="1287">
                  <c:v>56.95</c:v>
                </c:pt>
                <c:pt idx="1288">
                  <c:v>43.35</c:v>
                </c:pt>
                <c:pt idx="1289">
                  <c:v>43.35</c:v>
                </c:pt>
                <c:pt idx="1290">
                  <c:v>38.25</c:v>
                </c:pt>
                <c:pt idx="1291">
                  <c:v>38.25</c:v>
                </c:pt>
                <c:pt idx="1292">
                  <c:v>17</c:v>
                </c:pt>
                <c:pt idx="1293">
                  <c:v>17</c:v>
                </c:pt>
                <c:pt idx="1294">
                  <c:v>11.9</c:v>
                </c:pt>
                <c:pt idx="1295">
                  <c:v>11.9</c:v>
                </c:pt>
                <c:pt idx="1296">
                  <c:v>8.5</c:v>
                </c:pt>
                <c:pt idx="1297">
                  <c:v>8.5</c:v>
                </c:pt>
                <c:pt idx="1298">
                  <c:v>1.7</c:v>
                </c:pt>
                <c:pt idx="1299">
                  <c:v>1.7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8.5</c:v>
                </c:pt>
                <c:pt idx="1387">
                  <c:v>8.5</c:v>
                </c:pt>
                <c:pt idx="1388">
                  <c:v>16.149999999999999</c:v>
                </c:pt>
                <c:pt idx="1389">
                  <c:v>16.149999999999999</c:v>
                </c:pt>
                <c:pt idx="1390">
                  <c:v>23.8</c:v>
                </c:pt>
                <c:pt idx="1391">
                  <c:v>23.8</c:v>
                </c:pt>
                <c:pt idx="1392">
                  <c:v>38.25</c:v>
                </c:pt>
                <c:pt idx="1393">
                  <c:v>38.25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175-4F91-B21D-6D492854F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Data'!$B$2:$B$699</c:f>
              <c:numCache>
                <c:formatCode>0</c:formatCode>
                <c:ptCount val="698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38.112900000000003</c:v>
                </c:pt>
                <c:pt idx="6">
                  <c:v>38.112900000000003</c:v>
                </c:pt>
                <c:pt idx="7">
                  <c:v>38.112900000000003</c:v>
                </c:pt>
                <c:pt idx="8">
                  <c:v>38.112900000000003</c:v>
                </c:pt>
                <c:pt idx="9">
                  <c:v>38.112900000000003</c:v>
                </c:pt>
                <c:pt idx="10">
                  <c:v>38.112900000000003</c:v>
                </c:pt>
                <c:pt idx="11">
                  <c:v>38.112900000000003</c:v>
                </c:pt>
                <c:pt idx="12">
                  <c:v>38.112900000000003</c:v>
                </c:pt>
                <c:pt idx="13">
                  <c:v>38.112900000000003</c:v>
                </c:pt>
                <c:pt idx="14">
                  <c:v>38.112900000000003</c:v>
                </c:pt>
                <c:pt idx="15">
                  <c:v>38.112900000000003</c:v>
                </c:pt>
                <c:pt idx="16">
                  <c:v>38.112900000000003</c:v>
                </c:pt>
                <c:pt idx="17">
                  <c:v>38.112900000000003</c:v>
                </c:pt>
                <c:pt idx="18">
                  <c:v>38.112900000000003</c:v>
                </c:pt>
                <c:pt idx="19">
                  <c:v>38.112900000000003</c:v>
                </c:pt>
                <c:pt idx="20">
                  <c:v>38.112900000000003</c:v>
                </c:pt>
                <c:pt idx="21">
                  <c:v>38.112900000000003</c:v>
                </c:pt>
                <c:pt idx="22">
                  <c:v>38.112900000000003</c:v>
                </c:pt>
                <c:pt idx="23">
                  <c:v>38.112900000000003</c:v>
                </c:pt>
                <c:pt idx="24">
                  <c:v>38.112900000000003</c:v>
                </c:pt>
                <c:pt idx="25">
                  <c:v>38.112900000000003</c:v>
                </c:pt>
                <c:pt idx="26">
                  <c:v>38.112900000000003</c:v>
                </c:pt>
                <c:pt idx="27">
                  <c:v>36.579844000000001</c:v>
                </c:pt>
                <c:pt idx="28">
                  <c:v>36.236469</c:v>
                </c:pt>
                <c:pt idx="29">
                  <c:v>36.236469</c:v>
                </c:pt>
                <c:pt idx="30">
                  <c:v>36.236469</c:v>
                </c:pt>
                <c:pt idx="31">
                  <c:v>32.213030000000003</c:v>
                </c:pt>
                <c:pt idx="32">
                  <c:v>30.999687999999999</c:v>
                </c:pt>
                <c:pt idx="33">
                  <c:v>29.786345000000001</c:v>
                </c:pt>
                <c:pt idx="34">
                  <c:v>28.573003</c:v>
                </c:pt>
                <c:pt idx="35">
                  <c:v>28.492114000000001</c:v>
                </c:pt>
                <c:pt idx="36">
                  <c:v>27.771934000000002</c:v>
                </c:pt>
                <c:pt idx="37">
                  <c:v>26.691666000000001</c:v>
                </c:pt>
                <c:pt idx="38">
                  <c:v>25.611397</c:v>
                </c:pt>
                <c:pt idx="39">
                  <c:v>24.819199999999999</c:v>
                </c:pt>
                <c:pt idx="40">
                  <c:v>24.819199999999999</c:v>
                </c:pt>
                <c:pt idx="41">
                  <c:v>24.819199999999999</c:v>
                </c:pt>
                <c:pt idx="42">
                  <c:v>21.675888</c:v>
                </c:pt>
                <c:pt idx="43">
                  <c:v>21.675888</c:v>
                </c:pt>
                <c:pt idx="44">
                  <c:v>21.675888</c:v>
                </c:pt>
                <c:pt idx="45">
                  <c:v>21.675895000000001</c:v>
                </c:pt>
                <c:pt idx="46">
                  <c:v>21.675895000000001</c:v>
                </c:pt>
                <c:pt idx="47">
                  <c:v>21.675895000000001</c:v>
                </c:pt>
                <c:pt idx="48">
                  <c:v>21.675903000000002</c:v>
                </c:pt>
                <c:pt idx="49">
                  <c:v>21.675909999999998</c:v>
                </c:pt>
                <c:pt idx="50">
                  <c:v>21.675917999999999</c:v>
                </c:pt>
                <c:pt idx="51">
                  <c:v>23.272269999999999</c:v>
                </c:pt>
                <c:pt idx="52">
                  <c:v>30.079595000000001</c:v>
                </c:pt>
                <c:pt idx="53">
                  <c:v>30.079595000000001</c:v>
                </c:pt>
                <c:pt idx="54">
                  <c:v>34.617812000000001</c:v>
                </c:pt>
                <c:pt idx="55">
                  <c:v>38.832721999999997</c:v>
                </c:pt>
                <c:pt idx="56">
                  <c:v>38.832721999999997</c:v>
                </c:pt>
                <c:pt idx="57">
                  <c:v>38.832721999999997</c:v>
                </c:pt>
                <c:pt idx="58">
                  <c:v>38.832721999999997</c:v>
                </c:pt>
                <c:pt idx="59">
                  <c:v>38.832721999999997</c:v>
                </c:pt>
                <c:pt idx="60">
                  <c:v>38.832721999999997</c:v>
                </c:pt>
                <c:pt idx="61">
                  <c:v>38.832721999999997</c:v>
                </c:pt>
                <c:pt idx="62">
                  <c:v>38.832721999999997</c:v>
                </c:pt>
                <c:pt idx="63">
                  <c:v>38.832721999999997</c:v>
                </c:pt>
                <c:pt idx="64">
                  <c:v>38.832721999999997</c:v>
                </c:pt>
                <c:pt idx="65">
                  <c:v>38.522019999999998</c:v>
                </c:pt>
                <c:pt idx="66">
                  <c:v>37.427633</c:v>
                </c:pt>
                <c:pt idx="67">
                  <c:v>36.479163999999997</c:v>
                </c:pt>
                <c:pt idx="68">
                  <c:v>36.479163999999997</c:v>
                </c:pt>
                <c:pt idx="69">
                  <c:v>35.541398999999998</c:v>
                </c:pt>
                <c:pt idx="70">
                  <c:v>34.369191999999998</c:v>
                </c:pt>
                <c:pt idx="71">
                  <c:v>33.196986000000003</c:v>
                </c:pt>
                <c:pt idx="72">
                  <c:v>32.806249999999999</c:v>
                </c:pt>
                <c:pt idx="73">
                  <c:v>32.806249999999999</c:v>
                </c:pt>
                <c:pt idx="74">
                  <c:v>32.806249999999999</c:v>
                </c:pt>
                <c:pt idx="75">
                  <c:v>32.806249999999999</c:v>
                </c:pt>
                <c:pt idx="76">
                  <c:v>32.806249999999999</c:v>
                </c:pt>
                <c:pt idx="77">
                  <c:v>32.806249999999999</c:v>
                </c:pt>
                <c:pt idx="78">
                  <c:v>32.646087999999999</c:v>
                </c:pt>
                <c:pt idx="79">
                  <c:v>31.432746000000002</c:v>
                </c:pt>
                <c:pt idx="80">
                  <c:v>30.219404000000001</c:v>
                </c:pt>
                <c:pt idx="81">
                  <c:v>29.167840999999999</c:v>
                </c:pt>
                <c:pt idx="82">
                  <c:v>28.363094</c:v>
                </c:pt>
                <c:pt idx="83">
                  <c:v>27.275592</c:v>
                </c:pt>
                <c:pt idx="84">
                  <c:v>25.743293000000001</c:v>
                </c:pt>
                <c:pt idx="85">
                  <c:v>25.330334000000001</c:v>
                </c:pt>
                <c:pt idx="86">
                  <c:v>24.091456999999998</c:v>
                </c:pt>
                <c:pt idx="87">
                  <c:v>22.85258</c:v>
                </c:pt>
                <c:pt idx="88">
                  <c:v>21.861478000000002</c:v>
                </c:pt>
                <c:pt idx="89">
                  <c:v>21.861478000000002</c:v>
                </c:pt>
                <c:pt idx="90">
                  <c:v>20.502929999999999</c:v>
                </c:pt>
                <c:pt idx="91">
                  <c:v>20</c:v>
                </c:pt>
                <c:pt idx="92">
                  <c:v>24.538217</c:v>
                </c:pt>
                <c:pt idx="93">
                  <c:v>24.184532000000001</c:v>
                </c:pt>
                <c:pt idx="94">
                  <c:v>23.681602000000002</c:v>
                </c:pt>
                <c:pt idx="95">
                  <c:v>23.272254</c:v>
                </c:pt>
                <c:pt idx="96">
                  <c:v>23.272254</c:v>
                </c:pt>
                <c:pt idx="97">
                  <c:v>23.272254</c:v>
                </c:pt>
                <c:pt idx="98">
                  <c:v>23.272254</c:v>
                </c:pt>
                <c:pt idx="99">
                  <c:v>23.272254</c:v>
                </c:pt>
                <c:pt idx="100">
                  <c:v>23.272254</c:v>
                </c:pt>
                <c:pt idx="101">
                  <c:v>27.810469999999999</c:v>
                </c:pt>
                <c:pt idx="102">
                  <c:v>28.108224</c:v>
                </c:pt>
                <c:pt idx="103">
                  <c:v>28.108224</c:v>
                </c:pt>
                <c:pt idx="104">
                  <c:v>28.108224</c:v>
                </c:pt>
                <c:pt idx="105">
                  <c:v>28.108232000000001</c:v>
                </c:pt>
                <c:pt idx="106">
                  <c:v>28.108232000000001</c:v>
                </c:pt>
                <c:pt idx="107">
                  <c:v>28.108232000000001</c:v>
                </c:pt>
                <c:pt idx="108">
                  <c:v>28.108232000000001</c:v>
                </c:pt>
                <c:pt idx="109">
                  <c:v>32.646447999999999</c:v>
                </c:pt>
                <c:pt idx="110">
                  <c:v>39.453772999999998</c:v>
                </c:pt>
                <c:pt idx="111">
                  <c:v>44.617834000000002</c:v>
                </c:pt>
                <c:pt idx="112">
                  <c:v>51.425159000000001</c:v>
                </c:pt>
                <c:pt idx="113">
                  <c:v>58.232483999999999</c:v>
                </c:pt>
                <c:pt idx="114">
                  <c:v>65.039809000000005</c:v>
                </c:pt>
                <c:pt idx="115">
                  <c:v>69.578033000000005</c:v>
                </c:pt>
                <c:pt idx="116">
                  <c:v>74.116242</c:v>
                </c:pt>
                <c:pt idx="117">
                  <c:v>80.923567000000006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82.109739000000005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75.045890999999997</c:v>
                </c:pt>
                <c:pt idx="135">
                  <c:v>74.006117000000003</c:v>
                </c:pt>
                <c:pt idx="136">
                  <c:v>72.966341999999997</c:v>
                </c:pt>
                <c:pt idx="137">
                  <c:v>71.926568000000003</c:v>
                </c:pt>
                <c:pt idx="138">
                  <c:v>71.233384999999998</c:v>
                </c:pt>
                <c:pt idx="139">
                  <c:v>71.233384999999998</c:v>
                </c:pt>
                <c:pt idx="140">
                  <c:v>70.062798000000001</c:v>
                </c:pt>
                <c:pt idx="141">
                  <c:v>68.808598000000003</c:v>
                </c:pt>
                <c:pt idx="142">
                  <c:v>67.554398000000006</c:v>
                </c:pt>
                <c:pt idx="143">
                  <c:v>67.303557999999995</c:v>
                </c:pt>
                <c:pt idx="144">
                  <c:v>66.139009999999999</c:v>
                </c:pt>
                <c:pt idx="145">
                  <c:v>64.974463</c:v>
                </c:pt>
                <c:pt idx="146">
                  <c:v>63.809916000000001</c:v>
                </c:pt>
                <c:pt idx="147">
                  <c:v>63.421733000000003</c:v>
                </c:pt>
                <c:pt idx="148">
                  <c:v>62.309517999999997</c:v>
                </c:pt>
                <c:pt idx="149">
                  <c:v>61.197302999999998</c:v>
                </c:pt>
                <c:pt idx="150">
                  <c:v>60.085087999999999</c:v>
                </c:pt>
                <c:pt idx="151">
                  <c:v>59.491906</c:v>
                </c:pt>
                <c:pt idx="152">
                  <c:v>58.500802</c:v>
                </c:pt>
                <c:pt idx="153">
                  <c:v>57.261921999999998</c:v>
                </c:pt>
                <c:pt idx="154">
                  <c:v>56.023041999999997</c:v>
                </c:pt>
                <c:pt idx="155">
                  <c:v>55.610081999999998</c:v>
                </c:pt>
                <c:pt idx="156">
                  <c:v>55.610081999999998</c:v>
                </c:pt>
                <c:pt idx="157">
                  <c:v>54.908327</c:v>
                </c:pt>
                <c:pt idx="158">
                  <c:v>53.855694999999997</c:v>
                </c:pt>
                <c:pt idx="159">
                  <c:v>52.803061999999997</c:v>
                </c:pt>
                <c:pt idx="160">
                  <c:v>51.750430000000001</c:v>
                </c:pt>
                <c:pt idx="161">
                  <c:v>51.524982000000001</c:v>
                </c:pt>
                <c:pt idx="162">
                  <c:v>50.360433999999998</c:v>
                </c:pt>
                <c:pt idx="163">
                  <c:v>49.195886999999999</c:v>
                </c:pt>
                <c:pt idx="164">
                  <c:v>48.03134</c:v>
                </c:pt>
                <c:pt idx="165">
                  <c:v>47.798430000000003</c:v>
                </c:pt>
                <c:pt idx="166">
                  <c:v>47.798430000000003</c:v>
                </c:pt>
                <c:pt idx="167">
                  <c:v>47.798430000000003</c:v>
                </c:pt>
                <c:pt idx="168">
                  <c:v>47.307201999999997</c:v>
                </c:pt>
                <c:pt idx="169">
                  <c:v>46.254570000000001</c:v>
                </c:pt>
                <c:pt idx="170">
                  <c:v>45.201937000000001</c:v>
                </c:pt>
                <c:pt idx="171">
                  <c:v>44.149304999999998</c:v>
                </c:pt>
                <c:pt idx="172">
                  <c:v>43.868603</c:v>
                </c:pt>
                <c:pt idx="173">
                  <c:v>42.667085999999998</c:v>
                </c:pt>
                <c:pt idx="174">
                  <c:v>41.280720000000002</c:v>
                </c:pt>
                <c:pt idx="175">
                  <c:v>39.986778999999999</c:v>
                </c:pt>
                <c:pt idx="176">
                  <c:v>39.505575</c:v>
                </c:pt>
                <c:pt idx="177">
                  <c:v>38.302567000000003</c:v>
                </c:pt>
                <c:pt idx="178">
                  <c:v>37.099558999999999</c:v>
                </c:pt>
                <c:pt idx="179">
                  <c:v>36.056952000000003</c:v>
                </c:pt>
                <c:pt idx="180">
                  <c:v>36.056952000000003</c:v>
                </c:pt>
                <c:pt idx="181">
                  <c:v>35.189762000000002</c:v>
                </c:pt>
                <c:pt idx="182">
                  <c:v>33.961691000000002</c:v>
                </c:pt>
                <c:pt idx="183">
                  <c:v>33.306719999999999</c:v>
                </c:pt>
                <c:pt idx="184">
                  <c:v>31.429359000000002</c:v>
                </c:pt>
                <c:pt idx="185">
                  <c:v>31.16469</c:v>
                </c:pt>
                <c:pt idx="186">
                  <c:v>29.841343999999999</c:v>
                </c:pt>
                <c:pt idx="187">
                  <c:v>28.517997999999999</c:v>
                </c:pt>
                <c:pt idx="188">
                  <c:v>27.547543999999998</c:v>
                </c:pt>
                <c:pt idx="189">
                  <c:v>26.281583000000001</c:v>
                </c:pt>
                <c:pt idx="190">
                  <c:v>26.188995999999999</c:v>
                </c:pt>
                <c:pt idx="191">
                  <c:v>25.686066</c:v>
                </c:pt>
                <c:pt idx="192">
                  <c:v>27.955174</c:v>
                </c:pt>
                <c:pt idx="193">
                  <c:v>29.801068999999998</c:v>
                </c:pt>
                <c:pt idx="194">
                  <c:v>29.801068999999998</c:v>
                </c:pt>
                <c:pt idx="195">
                  <c:v>29.801068999999998</c:v>
                </c:pt>
                <c:pt idx="196">
                  <c:v>29.801068999999998</c:v>
                </c:pt>
                <c:pt idx="197">
                  <c:v>29.801068999999998</c:v>
                </c:pt>
                <c:pt idx="198">
                  <c:v>29.801068999999998</c:v>
                </c:pt>
                <c:pt idx="199">
                  <c:v>29.801068999999998</c:v>
                </c:pt>
                <c:pt idx="200">
                  <c:v>29.801068999999998</c:v>
                </c:pt>
                <c:pt idx="201">
                  <c:v>29.801076999999999</c:v>
                </c:pt>
                <c:pt idx="202">
                  <c:v>29.801076999999999</c:v>
                </c:pt>
                <c:pt idx="203">
                  <c:v>29.801076999999999</c:v>
                </c:pt>
                <c:pt idx="204">
                  <c:v>29.801076999999999</c:v>
                </c:pt>
                <c:pt idx="205">
                  <c:v>29.801076999999999</c:v>
                </c:pt>
                <c:pt idx="206">
                  <c:v>34.339292999999998</c:v>
                </c:pt>
                <c:pt idx="207">
                  <c:v>40.079618000000004</c:v>
                </c:pt>
                <c:pt idx="208">
                  <c:v>44.617834000000002</c:v>
                </c:pt>
                <c:pt idx="209">
                  <c:v>51.425159000000001</c:v>
                </c:pt>
                <c:pt idx="210">
                  <c:v>58.232483999999999</c:v>
                </c:pt>
                <c:pt idx="211">
                  <c:v>65.039809000000005</c:v>
                </c:pt>
                <c:pt idx="212">
                  <c:v>71.847133999999997</c:v>
                </c:pt>
                <c:pt idx="213">
                  <c:v>78.654459000000003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84.049668999999994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74.789764000000005</c:v>
                </c:pt>
                <c:pt idx="232">
                  <c:v>73.535563999999994</c:v>
                </c:pt>
                <c:pt idx="233">
                  <c:v>72.364976999999996</c:v>
                </c:pt>
                <c:pt idx="234">
                  <c:v>71.976794999999996</c:v>
                </c:pt>
                <c:pt idx="235">
                  <c:v>70.812246999999999</c:v>
                </c:pt>
                <c:pt idx="236">
                  <c:v>69.6477</c:v>
                </c:pt>
                <c:pt idx="237">
                  <c:v>68.483153000000001</c:v>
                </c:pt>
                <c:pt idx="238">
                  <c:v>68.483153000000001</c:v>
                </c:pt>
                <c:pt idx="239">
                  <c:v>67.972465</c:v>
                </c:pt>
                <c:pt idx="240">
                  <c:v>67.228953000000004</c:v>
                </c:pt>
                <c:pt idx="241">
                  <c:v>65.974751999999995</c:v>
                </c:pt>
                <c:pt idx="242">
                  <c:v>64.720551999999998</c:v>
                </c:pt>
                <c:pt idx="243">
                  <c:v>64.553325999999998</c:v>
                </c:pt>
                <c:pt idx="244">
                  <c:v>64.287603000000004</c:v>
                </c:pt>
                <c:pt idx="245">
                  <c:v>63.124816000000003</c:v>
                </c:pt>
                <c:pt idx="246">
                  <c:v>61.962029999999999</c:v>
                </c:pt>
                <c:pt idx="247">
                  <c:v>60.954281999999999</c:v>
                </c:pt>
                <c:pt idx="248">
                  <c:v>60.464891000000001</c:v>
                </c:pt>
                <c:pt idx="249">
                  <c:v>59.785628000000003</c:v>
                </c:pt>
                <c:pt idx="250">
                  <c:v>58.533498000000002</c:v>
                </c:pt>
                <c:pt idx="251">
                  <c:v>57.281368000000001</c:v>
                </c:pt>
                <c:pt idx="252">
                  <c:v>56.893773000000003</c:v>
                </c:pt>
                <c:pt idx="253">
                  <c:v>55.730986999999999</c:v>
                </c:pt>
                <c:pt idx="254">
                  <c:v>54.568199999999997</c:v>
                </c:pt>
                <c:pt idx="255">
                  <c:v>53.560451999999998</c:v>
                </c:pt>
                <c:pt idx="256">
                  <c:v>53.560451999999998</c:v>
                </c:pt>
                <c:pt idx="257">
                  <c:v>52.857128000000003</c:v>
                </c:pt>
                <c:pt idx="258">
                  <c:v>51.684922</c:v>
                </c:pt>
                <c:pt idx="259">
                  <c:v>50.512715</c:v>
                </c:pt>
                <c:pt idx="260">
                  <c:v>49.887537999999999</c:v>
                </c:pt>
                <c:pt idx="261">
                  <c:v>49.230905999999997</c:v>
                </c:pt>
                <c:pt idx="262">
                  <c:v>48.136519</c:v>
                </c:pt>
                <c:pt idx="263">
                  <c:v>47.042132000000002</c:v>
                </c:pt>
                <c:pt idx="264">
                  <c:v>46.166621999999997</c:v>
                </c:pt>
                <c:pt idx="265">
                  <c:v>45.964396000000001</c:v>
                </c:pt>
                <c:pt idx="266">
                  <c:v>44.911763000000001</c:v>
                </c:pt>
                <c:pt idx="267">
                  <c:v>43.747874000000003</c:v>
                </c:pt>
                <c:pt idx="268">
                  <c:v>42.493707999999998</c:v>
                </c:pt>
                <c:pt idx="269">
                  <c:v>42.008372000000001</c:v>
                </c:pt>
                <c:pt idx="270">
                  <c:v>40.795029</c:v>
                </c:pt>
                <c:pt idx="271">
                  <c:v>39.581687000000002</c:v>
                </c:pt>
                <c:pt idx="272">
                  <c:v>38.772792000000003</c:v>
                </c:pt>
                <c:pt idx="273">
                  <c:v>38.772792000000003</c:v>
                </c:pt>
                <c:pt idx="274">
                  <c:v>38.072543000000003</c:v>
                </c:pt>
                <c:pt idx="275">
                  <c:v>36.417155999999999</c:v>
                </c:pt>
                <c:pt idx="276">
                  <c:v>36.149281999999999</c:v>
                </c:pt>
                <c:pt idx="277">
                  <c:v>35.099879000000001</c:v>
                </c:pt>
                <c:pt idx="278">
                  <c:v>34.169645000000003</c:v>
                </c:pt>
                <c:pt idx="279">
                  <c:v>32.913626000000001</c:v>
                </c:pt>
                <c:pt idx="280">
                  <c:v>31.601875</c:v>
                </c:pt>
                <c:pt idx="281">
                  <c:v>30.942534999999999</c:v>
                </c:pt>
                <c:pt idx="282">
                  <c:v>29.619188999999999</c:v>
                </c:pt>
                <c:pt idx="283">
                  <c:v>29.266297000000002</c:v>
                </c:pt>
                <c:pt idx="284">
                  <c:v>29.161792999999999</c:v>
                </c:pt>
                <c:pt idx="285">
                  <c:v>27.907748999999999</c:v>
                </c:pt>
                <c:pt idx="286">
                  <c:v>27.404819</c:v>
                </c:pt>
                <c:pt idx="287">
                  <c:v>27.404819</c:v>
                </c:pt>
                <c:pt idx="288">
                  <c:v>27.404819</c:v>
                </c:pt>
                <c:pt idx="289">
                  <c:v>27.404819</c:v>
                </c:pt>
                <c:pt idx="290">
                  <c:v>27.404819</c:v>
                </c:pt>
                <c:pt idx="291">
                  <c:v>27.404819</c:v>
                </c:pt>
                <c:pt idx="292">
                  <c:v>27.404819</c:v>
                </c:pt>
                <c:pt idx="293">
                  <c:v>27.404819</c:v>
                </c:pt>
                <c:pt idx="294">
                  <c:v>27.404819</c:v>
                </c:pt>
                <c:pt idx="295">
                  <c:v>27.404819</c:v>
                </c:pt>
                <c:pt idx="296">
                  <c:v>27.404819</c:v>
                </c:pt>
                <c:pt idx="297">
                  <c:v>27.404819</c:v>
                </c:pt>
                <c:pt idx="298">
                  <c:v>27.404819</c:v>
                </c:pt>
                <c:pt idx="299">
                  <c:v>27.404819</c:v>
                </c:pt>
                <c:pt idx="300">
                  <c:v>31.943034999999998</c:v>
                </c:pt>
                <c:pt idx="301">
                  <c:v>38.750360000000001</c:v>
                </c:pt>
                <c:pt idx="302">
                  <c:v>42.348725999999999</c:v>
                </c:pt>
                <c:pt idx="303">
                  <c:v>44.617834000000002</c:v>
                </c:pt>
                <c:pt idx="304">
                  <c:v>51.425159000000001</c:v>
                </c:pt>
                <c:pt idx="305">
                  <c:v>58.232483999999999</c:v>
                </c:pt>
                <c:pt idx="306">
                  <c:v>60.501592000000002</c:v>
                </c:pt>
                <c:pt idx="307">
                  <c:v>65.039809000000005</c:v>
                </c:pt>
                <c:pt idx="308">
                  <c:v>71.847133999999997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75.115208999999993</c:v>
                </c:pt>
                <c:pt idx="327">
                  <c:v>74.789764000000005</c:v>
                </c:pt>
                <c:pt idx="328">
                  <c:v>73.535563999999994</c:v>
                </c:pt>
                <c:pt idx="329">
                  <c:v>72.364976999999996</c:v>
                </c:pt>
                <c:pt idx="330">
                  <c:v>71.976794999999996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68.065085999999994</c:v>
                </c:pt>
                <c:pt idx="335">
                  <c:v>66.810885999999996</c:v>
                </c:pt>
                <c:pt idx="336">
                  <c:v>65.556685999999999</c:v>
                </c:pt>
                <c:pt idx="337">
                  <c:v>64.553325999999998</c:v>
                </c:pt>
                <c:pt idx="338">
                  <c:v>64.553325999999998</c:v>
                </c:pt>
                <c:pt idx="339">
                  <c:v>64.547613999999996</c:v>
                </c:pt>
                <c:pt idx="340">
                  <c:v>63.583694000000001</c:v>
                </c:pt>
                <c:pt idx="341">
                  <c:v>63.066296999999999</c:v>
                </c:pt>
                <c:pt idx="342">
                  <c:v>61.954082</c:v>
                </c:pt>
                <c:pt idx="343">
                  <c:v>61.360900999999998</c:v>
                </c:pt>
                <c:pt idx="344">
                  <c:v>60.671500999999999</c:v>
                </c:pt>
                <c:pt idx="345">
                  <c:v>59.714348999999999</c:v>
                </c:pt>
                <c:pt idx="346">
                  <c:v>58.817808999999997</c:v>
                </c:pt>
                <c:pt idx="347">
                  <c:v>57.705593999999998</c:v>
                </c:pt>
                <c:pt idx="348">
                  <c:v>56.741674000000003</c:v>
                </c:pt>
                <c:pt idx="349">
                  <c:v>56.664037999999998</c:v>
                </c:pt>
                <c:pt idx="350">
                  <c:v>55.499490000000002</c:v>
                </c:pt>
                <c:pt idx="351">
                  <c:v>54.334943000000003</c:v>
                </c:pt>
                <c:pt idx="352">
                  <c:v>53.170395999999997</c:v>
                </c:pt>
                <c:pt idx="353">
                  <c:v>52.859850000000002</c:v>
                </c:pt>
                <c:pt idx="354">
                  <c:v>52.017744</c:v>
                </c:pt>
                <c:pt idx="355">
                  <c:v>50.965111999999998</c:v>
                </c:pt>
                <c:pt idx="356">
                  <c:v>49.900334000000001</c:v>
                </c:pt>
                <c:pt idx="357">
                  <c:v>48.930022999999998</c:v>
                </c:pt>
                <c:pt idx="358">
                  <c:v>48.614792999999999</c:v>
                </c:pt>
                <c:pt idx="359">
                  <c:v>47.532566000000003</c:v>
                </c:pt>
                <c:pt idx="360">
                  <c:v>46.368017999999999</c:v>
                </c:pt>
                <c:pt idx="361">
                  <c:v>45.203471</c:v>
                </c:pt>
                <c:pt idx="362">
                  <c:v>44.837671999999998</c:v>
                </c:pt>
                <c:pt idx="363">
                  <c:v>43.785038999999998</c:v>
                </c:pt>
                <c:pt idx="364">
                  <c:v>42.732407000000002</c:v>
                </c:pt>
                <c:pt idx="365">
                  <c:v>41.679774999999999</c:v>
                </c:pt>
                <c:pt idx="366">
                  <c:v>41.118371000000003</c:v>
                </c:pt>
                <c:pt idx="367">
                  <c:v>40.811911000000002</c:v>
                </c:pt>
                <c:pt idx="368">
                  <c:v>39.279612</c:v>
                </c:pt>
                <c:pt idx="369">
                  <c:v>37.747312999999998</c:v>
                </c:pt>
                <c:pt idx="370">
                  <c:v>37.236547000000002</c:v>
                </c:pt>
                <c:pt idx="371">
                  <c:v>36.090347000000001</c:v>
                </c:pt>
                <c:pt idx="372">
                  <c:v>34.862276000000001</c:v>
                </c:pt>
                <c:pt idx="373">
                  <c:v>33.634205000000001</c:v>
                </c:pt>
                <c:pt idx="374">
                  <c:v>33.306719999999999</c:v>
                </c:pt>
                <c:pt idx="375">
                  <c:v>32.888705000000002</c:v>
                </c:pt>
                <c:pt idx="376">
                  <c:v>31.948170999999999</c:v>
                </c:pt>
                <c:pt idx="377">
                  <c:v>31.445240999999999</c:v>
                </c:pt>
                <c:pt idx="378">
                  <c:v>31.445240999999999</c:v>
                </c:pt>
                <c:pt idx="379">
                  <c:v>30.546837</c:v>
                </c:pt>
                <c:pt idx="380">
                  <c:v>30.162306999999998</c:v>
                </c:pt>
                <c:pt idx="381">
                  <c:v>29.031815000000002</c:v>
                </c:pt>
                <c:pt idx="382">
                  <c:v>28.803758999999999</c:v>
                </c:pt>
                <c:pt idx="383">
                  <c:v>28.300829</c:v>
                </c:pt>
                <c:pt idx="384">
                  <c:v>28.300829</c:v>
                </c:pt>
                <c:pt idx="385">
                  <c:v>29.031815000000002</c:v>
                </c:pt>
                <c:pt idx="386">
                  <c:v>29.031815000000002</c:v>
                </c:pt>
                <c:pt idx="387">
                  <c:v>29.031815000000002</c:v>
                </c:pt>
                <c:pt idx="388">
                  <c:v>29.031815000000002</c:v>
                </c:pt>
                <c:pt idx="389">
                  <c:v>29.031815000000002</c:v>
                </c:pt>
                <c:pt idx="390">
                  <c:v>29.031815000000002</c:v>
                </c:pt>
                <c:pt idx="391">
                  <c:v>29.031815000000002</c:v>
                </c:pt>
                <c:pt idx="392">
                  <c:v>33.570031999999998</c:v>
                </c:pt>
                <c:pt idx="393">
                  <c:v>33.570031999999998</c:v>
                </c:pt>
                <c:pt idx="394">
                  <c:v>33.570031999999998</c:v>
                </c:pt>
                <c:pt idx="395">
                  <c:v>33.570031999999998</c:v>
                </c:pt>
                <c:pt idx="396">
                  <c:v>33.570031999999998</c:v>
                </c:pt>
                <c:pt idx="397">
                  <c:v>33.570039000000001</c:v>
                </c:pt>
                <c:pt idx="398">
                  <c:v>33.570039000000001</c:v>
                </c:pt>
                <c:pt idx="399">
                  <c:v>38.108255999999997</c:v>
                </c:pt>
                <c:pt idx="400">
                  <c:v>44.915581000000003</c:v>
                </c:pt>
                <c:pt idx="401">
                  <c:v>51.722904999999997</c:v>
                </c:pt>
                <c:pt idx="402">
                  <c:v>58.530230000000003</c:v>
                </c:pt>
                <c:pt idx="403">
                  <c:v>65.337554999999995</c:v>
                </c:pt>
                <c:pt idx="404">
                  <c:v>71.847133999999997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84.045209999999997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74.789764000000005</c:v>
                </c:pt>
                <c:pt idx="424">
                  <c:v>73.535563999999994</c:v>
                </c:pt>
                <c:pt idx="425">
                  <c:v>72.364976999999996</c:v>
                </c:pt>
                <c:pt idx="426">
                  <c:v>71.976794999999996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68.483153000000001</c:v>
                </c:pt>
                <c:pt idx="431">
                  <c:v>67.972465</c:v>
                </c:pt>
                <c:pt idx="432">
                  <c:v>67.111994999999993</c:v>
                </c:pt>
                <c:pt idx="433">
                  <c:v>65.947447999999994</c:v>
                </c:pt>
                <c:pt idx="434">
                  <c:v>64.720551999999998</c:v>
                </c:pt>
                <c:pt idx="435">
                  <c:v>64.198098000000002</c:v>
                </c:pt>
                <c:pt idx="436">
                  <c:v>63.282502999999998</c:v>
                </c:pt>
                <c:pt idx="437">
                  <c:v>62.170287999999999</c:v>
                </c:pt>
                <c:pt idx="438">
                  <c:v>61.058072000000003</c:v>
                </c:pt>
                <c:pt idx="439">
                  <c:v>60.455826000000002</c:v>
                </c:pt>
                <c:pt idx="440">
                  <c:v>59.491906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56.583066000000002</c:v>
                </c:pt>
                <c:pt idx="445">
                  <c:v>55.881312000000001</c:v>
                </c:pt>
                <c:pt idx="446">
                  <c:v>54.828679000000001</c:v>
                </c:pt>
                <c:pt idx="447">
                  <c:v>53.776046999999998</c:v>
                </c:pt>
                <c:pt idx="448">
                  <c:v>52.723415000000003</c:v>
                </c:pt>
                <c:pt idx="449">
                  <c:v>52.653238999999999</c:v>
                </c:pt>
                <c:pt idx="450">
                  <c:v>52.017744</c:v>
                </c:pt>
                <c:pt idx="451">
                  <c:v>50.965111999999998</c:v>
                </c:pt>
                <c:pt idx="452">
                  <c:v>49.912478999999998</c:v>
                </c:pt>
                <c:pt idx="453">
                  <c:v>48.930022999999998</c:v>
                </c:pt>
                <c:pt idx="454">
                  <c:v>48.697113000000002</c:v>
                </c:pt>
                <c:pt idx="455">
                  <c:v>47.532566000000003</c:v>
                </c:pt>
                <c:pt idx="456">
                  <c:v>46.368017999999999</c:v>
                </c:pt>
                <c:pt idx="457">
                  <c:v>45.203471</c:v>
                </c:pt>
                <c:pt idx="458">
                  <c:v>44.837671999999998</c:v>
                </c:pt>
                <c:pt idx="459">
                  <c:v>43.785038999999998</c:v>
                </c:pt>
                <c:pt idx="460">
                  <c:v>42.732407000000002</c:v>
                </c:pt>
                <c:pt idx="461">
                  <c:v>41.679774999999999</c:v>
                </c:pt>
                <c:pt idx="462">
                  <c:v>40.959763000000002</c:v>
                </c:pt>
                <c:pt idx="463">
                  <c:v>40.237957999999999</c:v>
                </c:pt>
                <c:pt idx="464">
                  <c:v>39.034950000000002</c:v>
                </c:pt>
                <c:pt idx="465">
                  <c:v>37.747312999999998</c:v>
                </c:pt>
                <c:pt idx="466">
                  <c:v>37.029935999999999</c:v>
                </c:pt>
                <c:pt idx="467">
                  <c:v>36.090347000000001</c:v>
                </c:pt>
                <c:pt idx="468">
                  <c:v>34.862276000000001</c:v>
                </c:pt>
                <c:pt idx="469">
                  <c:v>33.634205000000001</c:v>
                </c:pt>
                <c:pt idx="470">
                  <c:v>33.306719999999999</c:v>
                </c:pt>
                <c:pt idx="471">
                  <c:v>32.387340000000002</c:v>
                </c:pt>
                <c:pt idx="472">
                  <c:v>30.855041</c:v>
                </c:pt>
                <c:pt idx="473">
                  <c:v>29.424894999999999</c:v>
                </c:pt>
                <c:pt idx="474">
                  <c:v>28.895557</c:v>
                </c:pt>
                <c:pt idx="475">
                  <c:v>27.572210999999999</c:v>
                </c:pt>
                <c:pt idx="476">
                  <c:v>26.248864999999999</c:v>
                </c:pt>
                <c:pt idx="477">
                  <c:v>25.54308</c:v>
                </c:pt>
                <c:pt idx="478">
                  <c:v>25.54308</c:v>
                </c:pt>
                <c:pt idx="479">
                  <c:v>23.531361</c:v>
                </c:pt>
                <c:pt idx="480">
                  <c:v>25.686066</c:v>
                </c:pt>
                <c:pt idx="481">
                  <c:v>25.686066</c:v>
                </c:pt>
                <c:pt idx="482">
                  <c:v>25.686066</c:v>
                </c:pt>
                <c:pt idx="483">
                  <c:v>25.686066</c:v>
                </c:pt>
                <c:pt idx="484">
                  <c:v>25.686073</c:v>
                </c:pt>
                <c:pt idx="485">
                  <c:v>30.22429</c:v>
                </c:pt>
                <c:pt idx="486">
                  <c:v>30.22429</c:v>
                </c:pt>
                <c:pt idx="487">
                  <c:v>30.224297</c:v>
                </c:pt>
                <c:pt idx="488">
                  <c:v>31.003184999999998</c:v>
                </c:pt>
                <c:pt idx="489">
                  <c:v>31.003184999999998</c:v>
                </c:pt>
                <c:pt idx="490">
                  <c:v>33.272284999999997</c:v>
                </c:pt>
                <c:pt idx="491">
                  <c:v>40.079610000000002</c:v>
                </c:pt>
                <c:pt idx="492">
                  <c:v>46.886935000000001</c:v>
                </c:pt>
                <c:pt idx="493">
                  <c:v>46.886935000000001</c:v>
                </c:pt>
                <c:pt idx="494">
                  <c:v>46.886935000000001</c:v>
                </c:pt>
                <c:pt idx="495">
                  <c:v>46.886935000000001</c:v>
                </c:pt>
                <c:pt idx="496">
                  <c:v>51.425151999999997</c:v>
                </c:pt>
                <c:pt idx="497">
                  <c:v>58.232477000000003</c:v>
                </c:pt>
                <c:pt idx="498">
                  <c:v>65.039800999999997</c:v>
                </c:pt>
                <c:pt idx="499">
                  <c:v>71.847126000000003</c:v>
                </c:pt>
                <c:pt idx="500">
                  <c:v>74.116242</c:v>
                </c:pt>
                <c:pt idx="501">
                  <c:v>79.999967999999996</c:v>
                </c:pt>
                <c:pt idx="502">
                  <c:v>86.807293000000001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79.117948999999996</c:v>
                </c:pt>
                <c:pt idx="515">
                  <c:v>77.794600000000003</c:v>
                </c:pt>
                <c:pt idx="516">
                  <c:v>76.471250999999995</c:v>
                </c:pt>
                <c:pt idx="517">
                  <c:v>76.294803999999999</c:v>
                </c:pt>
                <c:pt idx="518">
                  <c:v>75.867649</c:v>
                </c:pt>
                <c:pt idx="519">
                  <c:v>74.586184000000003</c:v>
                </c:pt>
                <c:pt idx="520">
                  <c:v>73.304717999999994</c:v>
                </c:pt>
                <c:pt idx="521">
                  <c:v>72.364976999999996</c:v>
                </c:pt>
                <c:pt idx="522">
                  <c:v>71.693123</c:v>
                </c:pt>
                <c:pt idx="523">
                  <c:v>70.573365999999993</c:v>
                </c:pt>
                <c:pt idx="524">
                  <c:v>69.453609</c:v>
                </c:pt>
                <c:pt idx="525">
                  <c:v>68.483153000000001</c:v>
                </c:pt>
                <c:pt idx="526">
                  <c:v>68.483153000000001</c:v>
                </c:pt>
                <c:pt idx="527">
                  <c:v>67.814245999999997</c:v>
                </c:pt>
                <c:pt idx="528">
                  <c:v>66.560046</c:v>
                </c:pt>
                <c:pt idx="529">
                  <c:v>65.305846000000003</c:v>
                </c:pt>
                <c:pt idx="530">
                  <c:v>64.553325999999998</c:v>
                </c:pt>
                <c:pt idx="531">
                  <c:v>64.553325999999998</c:v>
                </c:pt>
                <c:pt idx="532">
                  <c:v>64.553325999999998</c:v>
                </c:pt>
                <c:pt idx="533">
                  <c:v>64.479703999999998</c:v>
                </c:pt>
                <c:pt idx="534">
                  <c:v>63.658549000000001</c:v>
                </c:pt>
                <c:pt idx="535">
                  <c:v>62.538792000000001</c:v>
                </c:pt>
                <c:pt idx="536">
                  <c:v>61.419035000000001</c:v>
                </c:pt>
                <c:pt idx="537">
                  <c:v>60.597878999999999</c:v>
                </c:pt>
                <c:pt idx="538">
                  <c:v>60.597878999999999</c:v>
                </c:pt>
                <c:pt idx="539">
                  <c:v>59.755774000000002</c:v>
                </c:pt>
                <c:pt idx="540">
                  <c:v>58.703141000000002</c:v>
                </c:pt>
                <c:pt idx="541">
                  <c:v>57.650509</c:v>
                </c:pt>
                <c:pt idx="542">
                  <c:v>56.668052000000003</c:v>
                </c:pt>
                <c:pt idx="543">
                  <c:v>56.668052000000003</c:v>
                </c:pt>
                <c:pt idx="544">
                  <c:v>56.668052000000003</c:v>
                </c:pt>
                <c:pt idx="545">
                  <c:v>56.032845000000002</c:v>
                </c:pt>
                <c:pt idx="546">
                  <c:v>54.974164999999999</c:v>
                </c:pt>
                <c:pt idx="547">
                  <c:v>53.915486000000001</c:v>
                </c:pt>
                <c:pt idx="548">
                  <c:v>52.856805999999999</c:v>
                </c:pt>
                <c:pt idx="549">
                  <c:v>52.786228000000001</c:v>
                </c:pt>
                <c:pt idx="550">
                  <c:v>52.303618</c:v>
                </c:pt>
                <c:pt idx="551">
                  <c:v>51.269452999999999</c:v>
                </c:pt>
                <c:pt idx="552">
                  <c:v>50.235287</c:v>
                </c:pt>
                <c:pt idx="553">
                  <c:v>49.201121999999998</c:v>
                </c:pt>
                <c:pt idx="554">
                  <c:v>48.856400999999998</c:v>
                </c:pt>
                <c:pt idx="555">
                  <c:v>47.821247999999997</c:v>
                </c:pt>
                <c:pt idx="556">
                  <c:v>46.527306000000003</c:v>
                </c:pt>
                <c:pt idx="557">
                  <c:v>45.233364999999999</c:v>
                </c:pt>
                <c:pt idx="558">
                  <c:v>44.974575999999999</c:v>
                </c:pt>
                <c:pt idx="559">
                  <c:v>44.319605000000003</c:v>
                </c:pt>
                <c:pt idx="560">
                  <c:v>43.091534000000003</c:v>
                </c:pt>
                <c:pt idx="561">
                  <c:v>41.863463000000003</c:v>
                </c:pt>
                <c:pt idx="562">
                  <c:v>41.044749000000003</c:v>
                </c:pt>
                <c:pt idx="563">
                  <c:v>41.044749000000003</c:v>
                </c:pt>
                <c:pt idx="564">
                  <c:v>41.044749000000003</c:v>
                </c:pt>
                <c:pt idx="565">
                  <c:v>41.044749000000003</c:v>
                </c:pt>
                <c:pt idx="566">
                  <c:v>40.365430000000003</c:v>
                </c:pt>
                <c:pt idx="567">
                  <c:v>38.909745999999998</c:v>
                </c:pt>
                <c:pt idx="568">
                  <c:v>37.454062</c:v>
                </c:pt>
                <c:pt idx="569">
                  <c:v>37.162925000000001</c:v>
                </c:pt>
                <c:pt idx="570">
                  <c:v>37.162925000000001</c:v>
                </c:pt>
                <c:pt idx="571">
                  <c:v>34.019613</c:v>
                </c:pt>
                <c:pt idx="572">
                  <c:v>37.940677000000001</c:v>
                </c:pt>
                <c:pt idx="573">
                  <c:v>36.843466999999997</c:v>
                </c:pt>
                <c:pt idx="574">
                  <c:v>37.940677000000001</c:v>
                </c:pt>
                <c:pt idx="575">
                  <c:v>37.940677000000001</c:v>
                </c:pt>
                <c:pt idx="576">
                  <c:v>37.940677000000001</c:v>
                </c:pt>
                <c:pt idx="577">
                  <c:v>37.940677000000001</c:v>
                </c:pt>
                <c:pt idx="578">
                  <c:v>37.940677000000001</c:v>
                </c:pt>
                <c:pt idx="579">
                  <c:v>37.940685000000002</c:v>
                </c:pt>
                <c:pt idx="580">
                  <c:v>39.112575</c:v>
                </c:pt>
                <c:pt idx="581">
                  <c:v>39.112575</c:v>
                </c:pt>
                <c:pt idx="582">
                  <c:v>39.112575</c:v>
                </c:pt>
                <c:pt idx="583">
                  <c:v>41.904896000000001</c:v>
                </c:pt>
                <c:pt idx="584">
                  <c:v>41.904896000000001</c:v>
                </c:pt>
                <c:pt idx="585">
                  <c:v>46.443111999999999</c:v>
                </c:pt>
                <c:pt idx="586">
                  <c:v>49.286225999999999</c:v>
                </c:pt>
                <c:pt idx="587">
                  <c:v>49.286225999999999</c:v>
                </c:pt>
                <c:pt idx="588">
                  <c:v>49.286225999999999</c:v>
                </c:pt>
                <c:pt idx="589">
                  <c:v>50.458123999999998</c:v>
                </c:pt>
                <c:pt idx="590">
                  <c:v>50.458123999999998</c:v>
                </c:pt>
                <c:pt idx="591">
                  <c:v>50.458123999999998</c:v>
                </c:pt>
                <c:pt idx="592">
                  <c:v>50.458123999999998</c:v>
                </c:pt>
                <c:pt idx="593">
                  <c:v>54.996340000000004</c:v>
                </c:pt>
                <c:pt idx="594">
                  <c:v>61.803665000000002</c:v>
                </c:pt>
                <c:pt idx="595">
                  <c:v>62.770701000000003</c:v>
                </c:pt>
                <c:pt idx="596">
                  <c:v>62.770701000000003</c:v>
                </c:pt>
                <c:pt idx="597">
                  <c:v>65.039809000000005</c:v>
                </c:pt>
                <c:pt idx="598">
                  <c:v>71.847133999999997</c:v>
                </c:pt>
                <c:pt idx="599">
                  <c:v>78.654459000000003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80.176629000000005</c:v>
                </c:pt>
                <c:pt idx="611">
                  <c:v>80.176629000000005</c:v>
                </c:pt>
                <c:pt idx="612">
                  <c:v>79.400264000000007</c:v>
                </c:pt>
                <c:pt idx="613">
                  <c:v>77.944580000000002</c:v>
                </c:pt>
                <c:pt idx="614">
                  <c:v>76.488894999999999</c:v>
                </c:pt>
                <c:pt idx="615">
                  <c:v>76.294803999999999</c:v>
                </c:pt>
                <c:pt idx="616">
                  <c:v>75.746455999999995</c:v>
                </c:pt>
                <c:pt idx="617">
                  <c:v>74.375585999999998</c:v>
                </c:pt>
                <c:pt idx="618">
                  <c:v>73.004716000000002</c:v>
                </c:pt>
                <c:pt idx="619">
                  <c:v>72.364976999999996</c:v>
                </c:pt>
                <c:pt idx="620">
                  <c:v>71.416087000000005</c:v>
                </c:pt>
                <c:pt idx="621">
                  <c:v>70.122145000000003</c:v>
                </c:pt>
                <c:pt idx="622">
                  <c:v>68.828203999999999</c:v>
                </c:pt>
                <c:pt idx="623">
                  <c:v>68.483153000000001</c:v>
                </c:pt>
                <c:pt idx="624">
                  <c:v>68.319410000000005</c:v>
                </c:pt>
                <c:pt idx="625">
                  <c:v>67.091339000000005</c:v>
                </c:pt>
                <c:pt idx="626">
                  <c:v>65.863268000000005</c:v>
                </c:pt>
                <c:pt idx="627">
                  <c:v>64.635197000000005</c:v>
                </c:pt>
                <c:pt idx="628">
                  <c:v>64.553325999999998</c:v>
                </c:pt>
                <c:pt idx="629">
                  <c:v>64.353370999999996</c:v>
                </c:pt>
                <c:pt idx="630">
                  <c:v>63.421733000000003</c:v>
                </c:pt>
                <c:pt idx="631">
                  <c:v>62.690049999999999</c:v>
                </c:pt>
                <c:pt idx="632">
                  <c:v>61.525503</c:v>
                </c:pt>
                <c:pt idx="633">
                  <c:v>60.671500999999999</c:v>
                </c:pt>
                <c:pt idx="634">
                  <c:v>59.983134999999997</c:v>
                </c:pt>
                <c:pt idx="635">
                  <c:v>59.491906</c:v>
                </c:pt>
                <c:pt idx="636">
                  <c:v>58.379102000000003</c:v>
                </c:pt>
                <c:pt idx="637">
                  <c:v>57.151031000000003</c:v>
                </c:pt>
                <c:pt idx="638">
                  <c:v>56.308810000000001</c:v>
                </c:pt>
                <c:pt idx="639">
                  <c:v>55.610081999999998</c:v>
                </c:pt>
                <c:pt idx="640">
                  <c:v>55.610081999999998</c:v>
                </c:pt>
                <c:pt idx="641">
                  <c:v>54.476478</c:v>
                </c:pt>
                <c:pt idx="642">
                  <c:v>53.342874000000002</c:v>
                </c:pt>
                <c:pt idx="643">
                  <c:v>52.209269999999997</c:v>
                </c:pt>
                <c:pt idx="644">
                  <c:v>51.680255000000002</c:v>
                </c:pt>
                <c:pt idx="645">
                  <c:v>50.67098</c:v>
                </c:pt>
                <c:pt idx="646">
                  <c:v>49.506433000000001</c:v>
                </c:pt>
                <c:pt idx="647">
                  <c:v>48.341886000000002</c:v>
                </c:pt>
                <c:pt idx="648">
                  <c:v>47.798430000000003</c:v>
                </c:pt>
                <c:pt idx="649">
                  <c:v>47.711100999999999</c:v>
                </c:pt>
                <c:pt idx="650">
                  <c:v>46.401158000000002</c:v>
                </c:pt>
                <c:pt idx="651">
                  <c:v>45.091216000000003</c:v>
                </c:pt>
                <c:pt idx="652">
                  <c:v>43.868603</c:v>
                </c:pt>
                <c:pt idx="653">
                  <c:v>43.868603</c:v>
                </c:pt>
                <c:pt idx="654">
                  <c:v>43.868603</c:v>
                </c:pt>
                <c:pt idx="655">
                  <c:v>42.509965000000001</c:v>
                </c:pt>
                <c:pt idx="656">
                  <c:v>41.054279999999999</c:v>
                </c:pt>
                <c:pt idx="657">
                  <c:v>39.986778999999999</c:v>
                </c:pt>
                <c:pt idx="658">
                  <c:v>39.425375000000003</c:v>
                </c:pt>
                <c:pt idx="659">
                  <c:v>38.021864999999998</c:v>
                </c:pt>
                <c:pt idx="660">
                  <c:v>36.618355999999999</c:v>
                </c:pt>
                <c:pt idx="661">
                  <c:v>36.056952000000003</c:v>
                </c:pt>
                <c:pt idx="662">
                  <c:v>34.728959000000003</c:v>
                </c:pt>
                <c:pt idx="663">
                  <c:v>33.196660000000001</c:v>
                </c:pt>
                <c:pt idx="664">
                  <c:v>32.175127000000003</c:v>
                </c:pt>
                <c:pt idx="665">
                  <c:v>31.495809999999999</c:v>
                </c:pt>
                <c:pt idx="666">
                  <c:v>30.040129</c:v>
                </c:pt>
                <c:pt idx="667">
                  <c:v>28.584447999999998</c:v>
                </c:pt>
                <c:pt idx="668">
                  <c:v>28.293312</c:v>
                </c:pt>
                <c:pt idx="669">
                  <c:v>26.281593000000001</c:v>
                </c:pt>
                <c:pt idx="670">
                  <c:v>26.281593000000001</c:v>
                </c:pt>
                <c:pt idx="671">
                  <c:v>26.281593000000001</c:v>
                </c:pt>
                <c:pt idx="672">
                  <c:v>26.281593000000001</c:v>
                </c:pt>
                <c:pt idx="673">
                  <c:v>26.281593000000001</c:v>
                </c:pt>
                <c:pt idx="674">
                  <c:v>30.546847</c:v>
                </c:pt>
                <c:pt idx="675">
                  <c:v>30.546847</c:v>
                </c:pt>
                <c:pt idx="676">
                  <c:v>30.546847</c:v>
                </c:pt>
                <c:pt idx="677">
                  <c:v>30.546847</c:v>
                </c:pt>
                <c:pt idx="678">
                  <c:v>35.085064000000003</c:v>
                </c:pt>
                <c:pt idx="679">
                  <c:v>36.944372000000001</c:v>
                </c:pt>
                <c:pt idx="680">
                  <c:v>37.627141999999999</c:v>
                </c:pt>
                <c:pt idx="681">
                  <c:v>42.165357999999998</c:v>
                </c:pt>
                <c:pt idx="682">
                  <c:v>42.320892999999998</c:v>
                </c:pt>
                <c:pt idx="683">
                  <c:v>45.963343999999999</c:v>
                </c:pt>
                <c:pt idx="684">
                  <c:v>48.232452000000002</c:v>
                </c:pt>
                <c:pt idx="685">
                  <c:v>48.232452000000002</c:v>
                </c:pt>
                <c:pt idx="686">
                  <c:v>48.232452000000002</c:v>
                </c:pt>
                <c:pt idx="687">
                  <c:v>48.232452000000002</c:v>
                </c:pt>
                <c:pt idx="688">
                  <c:v>48.232452000000002</c:v>
                </c:pt>
                <c:pt idx="689">
                  <c:v>52.770668999999998</c:v>
                </c:pt>
                <c:pt idx="690">
                  <c:v>52.770701000000003</c:v>
                </c:pt>
                <c:pt idx="691">
                  <c:v>59.578024999999997</c:v>
                </c:pt>
                <c:pt idx="692">
                  <c:v>66.385350000000003</c:v>
                </c:pt>
                <c:pt idx="693">
                  <c:v>66.742009999999993</c:v>
                </c:pt>
                <c:pt idx="694">
                  <c:v>73.549334999999999</c:v>
                </c:pt>
                <c:pt idx="695">
                  <c:v>79.999967999999996</c:v>
                </c:pt>
                <c:pt idx="696">
                  <c:v>85.461782999999997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9B-4543-B5BE-3031B49CFBE9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Data'!$D$2:$D$699</c:f>
              <c:numCache>
                <c:formatCode>0</c:formatCode>
                <c:ptCount val="698"/>
                <c:pt idx="0">
                  <c:v>59.166550000000001</c:v>
                </c:pt>
                <c:pt idx="1">
                  <c:v>61.435662000000001</c:v>
                </c:pt>
                <c:pt idx="2">
                  <c:v>62.721311999999998</c:v>
                </c:pt>
                <c:pt idx="3">
                  <c:v>63.150534</c:v>
                </c:pt>
                <c:pt idx="4">
                  <c:v>63.150534</c:v>
                </c:pt>
                <c:pt idx="5">
                  <c:v>63.150534</c:v>
                </c:pt>
                <c:pt idx="6">
                  <c:v>63.150534</c:v>
                </c:pt>
                <c:pt idx="7">
                  <c:v>64.308678999999998</c:v>
                </c:pt>
                <c:pt idx="8">
                  <c:v>64.308678999999998</c:v>
                </c:pt>
                <c:pt idx="9">
                  <c:v>64.308678999999998</c:v>
                </c:pt>
                <c:pt idx="10">
                  <c:v>66.720249999999993</c:v>
                </c:pt>
                <c:pt idx="11">
                  <c:v>66.722758999999996</c:v>
                </c:pt>
                <c:pt idx="12">
                  <c:v>68.876846</c:v>
                </c:pt>
                <c:pt idx="13">
                  <c:v>68.876846</c:v>
                </c:pt>
                <c:pt idx="14">
                  <c:v>68.876846</c:v>
                </c:pt>
                <c:pt idx="15">
                  <c:v>68.876846</c:v>
                </c:pt>
                <c:pt idx="16">
                  <c:v>68.876846</c:v>
                </c:pt>
                <c:pt idx="17">
                  <c:v>68.876846</c:v>
                </c:pt>
                <c:pt idx="18">
                  <c:v>70.169158999999993</c:v>
                </c:pt>
                <c:pt idx="19">
                  <c:v>70.833968999999996</c:v>
                </c:pt>
                <c:pt idx="20">
                  <c:v>70.928720999999996</c:v>
                </c:pt>
                <c:pt idx="21">
                  <c:v>71.126258000000007</c:v>
                </c:pt>
                <c:pt idx="22">
                  <c:v>73.997299999999996</c:v>
                </c:pt>
                <c:pt idx="23">
                  <c:v>76.033054000000007</c:v>
                </c:pt>
                <c:pt idx="24">
                  <c:v>79.275197000000006</c:v>
                </c:pt>
                <c:pt idx="25">
                  <c:v>80.897730999999993</c:v>
                </c:pt>
                <c:pt idx="26">
                  <c:v>81.184917999999996</c:v>
                </c:pt>
                <c:pt idx="27">
                  <c:v>80.661041999999995</c:v>
                </c:pt>
                <c:pt idx="28">
                  <c:v>79.959287000000003</c:v>
                </c:pt>
                <c:pt idx="29">
                  <c:v>78.373772000000002</c:v>
                </c:pt>
                <c:pt idx="30">
                  <c:v>77.428040999999993</c:v>
                </c:pt>
                <c:pt idx="31">
                  <c:v>77.014910999999998</c:v>
                </c:pt>
                <c:pt idx="32">
                  <c:v>75.972001000000006</c:v>
                </c:pt>
                <c:pt idx="33">
                  <c:v>75.755926000000002</c:v>
                </c:pt>
                <c:pt idx="34">
                  <c:v>75.755926000000002</c:v>
                </c:pt>
                <c:pt idx="35">
                  <c:v>75.399061000000003</c:v>
                </c:pt>
                <c:pt idx="36">
                  <c:v>74.252256000000003</c:v>
                </c:pt>
                <c:pt idx="37">
                  <c:v>73.105450000000005</c:v>
                </c:pt>
                <c:pt idx="38">
                  <c:v>72.570273999999998</c:v>
                </c:pt>
                <c:pt idx="39">
                  <c:v>72.384478999999999</c:v>
                </c:pt>
                <c:pt idx="40">
                  <c:v>71.387951999999999</c:v>
                </c:pt>
                <c:pt idx="41">
                  <c:v>70.656109999999998</c:v>
                </c:pt>
                <c:pt idx="42">
                  <c:v>70.118071999999998</c:v>
                </c:pt>
                <c:pt idx="43">
                  <c:v>69.233726000000004</c:v>
                </c:pt>
                <c:pt idx="44">
                  <c:v>68.592988000000005</c:v>
                </c:pt>
                <c:pt idx="45">
                  <c:v>68.261915000000002</c:v>
                </c:pt>
                <c:pt idx="46">
                  <c:v>67.797538000000003</c:v>
                </c:pt>
                <c:pt idx="47">
                  <c:v>67.672117999999998</c:v>
                </c:pt>
                <c:pt idx="48">
                  <c:v>66.462744000000001</c:v>
                </c:pt>
                <c:pt idx="49">
                  <c:v>65.253370000000004</c:v>
                </c:pt>
                <c:pt idx="50">
                  <c:v>64.221609999999998</c:v>
                </c:pt>
                <c:pt idx="51">
                  <c:v>63.766292</c:v>
                </c:pt>
                <c:pt idx="52">
                  <c:v>63.186014</c:v>
                </c:pt>
                <c:pt idx="53">
                  <c:v>63.291491000000001</c:v>
                </c:pt>
                <c:pt idx="54">
                  <c:v>62.898490000000002</c:v>
                </c:pt>
                <c:pt idx="55">
                  <c:v>62.279049999999998</c:v>
                </c:pt>
                <c:pt idx="56">
                  <c:v>61.659609000000003</c:v>
                </c:pt>
                <c:pt idx="57">
                  <c:v>61.040168999999999</c:v>
                </c:pt>
                <c:pt idx="58">
                  <c:v>60.590682999999999</c:v>
                </c:pt>
                <c:pt idx="59">
                  <c:v>59.867624999999997</c:v>
                </c:pt>
                <c:pt idx="60">
                  <c:v>58.685453000000003</c:v>
                </c:pt>
                <c:pt idx="61">
                  <c:v>57.503279999999997</c:v>
                </c:pt>
                <c:pt idx="62">
                  <c:v>56.974682000000001</c:v>
                </c:pt>
                <c:pt idx="63">
                  <c:v>56.144067999999997</c:v>
                </c:pt>
                <c:pt idx="64">
                  <c:v>55.014600000000002</c:v>
                </c:pt>
                <c:pt idx="65">
                  <c:v>55.835943999999998</c:v>
                </c:pt>
                <c:pt idx="66">
                  <c:v>57.188270000000003</c:v>
                </c:pt>
                <c:pt idx="67">
                  <c:v>56.641075999999998</c:v>
                </c:pt>
                <c:pt idx="68">
                  <c:v>55.546852999999999</c:v>
                </c:pt>
                <c:pt idx="69">
                  <c:v>54.960749999999997</c:v>
                </c:pt>
                <c:pt idx="70">
                  <c:v>53.944837999999997</c:v>
                </c:pt>
                <c:pt idx="71">
                  <c:v>53.241514000000002</c:v>
                </c:pt>
                <c:pt idx="72">
                  <c:v>52.655410000000003</c:v>
                </c:pt>
                <c:pt idx="73">
                  <c:v>51.946734999999997</c:v>
                </c:pt>
                <c:pt idx="74">
                  <c:v>50.961785999999996</c:v>
                </c:pt>
                <c:pt idx="75">
                  <c:v>49.867398999999999</c:v>
                </c:pt>
                <c:pt idx="76">
                  <c:v>49.028368999999998</c:v>
                </c:pt>
                <c:pt idx="77">
                  <c:v>48.651724999999999</c:v>
                </c:pt>
                <c:pt idx="78">
                  <c:v>47.351989000000003</c:v>
                </c:pt>
                <c:pt idx="79">
                  <c:v>46.627071999999998</c:v>
                </c:pt>
                <c:pt idx="80">
                  <c:v>45.785846999999997</c:v>
                </c:pt>
                <c:pt idx="81">
                  <c:v>45.254288000000003</c:v>
                </c:pt>
                <c:pt idx="82">
                  <c:v>44.447653000000003</c:v>
                </c:pt>
                <c:pt idx="83">
                  <c:v>42.996150999999998</c:v>
                </c:pt>
                <c:pt idx="84">
                  <c:v>42.613633999999998</c:v>
                </c:pt>
                <c:pt idx="85">
                  <c:v>42.088932</c:v>
                </c:pt>
                <c:pt idx="86">
                  <c:v>41.695704999999997</c:v>
                </c:pt>
                <c:pt idx="87">
                  <c:v>44.443491999999999</c:v>
                </c:pt>
                <c:pt idx="88">
                  <c:v>44.300961999999998</c:v>
                </c:pt>
                <c:pt idx="89">
                  <c:v>44.869022000000001</c:v>
                </c:pt>
                <c:pt idx="90">
                  <c:v>47.600811999999998</c:v>
                </c:pt>
                <c:pt idx="91">
                  <c:v>49.377214000000002</c:v>
                </c:pt>
                <c:pt idx="92">
                  <c:v>48.937150000000003</c:v>
                </c:pt>
                <c:pt idx="93">
                  <c:v>52.703426</c:v>
                </c:pt>
                <c:pt idx="94">
                  <c:v>56.107087999999997</c:v>
                </c:pt>
                <c:pt idx="95">
                  <c:v>58.479084999999998</c:v>
                </c:pt>
                <c:pt idx="96">
                  <c:v>60.748193000000001</c:v>
                </c:pt>
                <c:pt idx="97">
                  <c:v>62.914413000000003</c:v>
                </c:pt>
                <c:pt idx="98">
                  <c:v>66.230103</c:v>
                </c:pt>
                <c:pt idx="99">
                  <c:v>68.499212</c:v>
                </c:pt>
                <c:pt idx="100">
                  <c:v>70.493679</c:v>
                </c:pt>
                <c:pt idx="101">
                  <c:v>70.493679</c:v>
                </c:pt>
                <c:pt idx="102">
                  <c:v>71.628232999999994</c:v>
                </c:pt>
                <c:pt idx="103">
                  <c:v>73.458363000000006</c:v>
                </c:pt>
                <c:pt idx="104">
                  <c:v>75.461752000000004</c:v>
                </c:pt>
                <c:pt idx="105">
                  <c:v>75.461752000000004</c:v>
                </c:pt>
                <c:pt idx="106">
                  <c:v>75.461759000000001</c:v>
                </c:pt>
                <c:pt idx="107">
                  <c:v>75.461759000000001</c:v>
                </c:pt>
                <c:pt idx="108">
                  <c:v>75.461759000000001</c:v>
                </c:pt>
                <c:pt idx="109">
                  <c:v>78.192662999999996</c:v>
                </c:pt>
                <c:pt idx="110">
                  <c:v>81.134518999999997</c:v>
                </c:pt>
                <c:pt idx="111">
                  <c:v>81.492862000000002</c:v>
                </c:pt>
                <c:pt idx="112">
                  <c:v>84.223770000000002</c:v>
                </c:pt>
                <c:pt idx="113">
                  <c:v>85.461782999999997</c:v>
                </c:pt>
                <c:pt idx="114">
                  <c:v>86.596322000000001</c:v>
                </c:pt>
                <c:pt idx="115">
                  <c:v>87.838003999999998</c:v>
                </c:pt>
                <c:pt idx="116">
                  <c:v>88.972534999999993</c:v>
                </c:pt>
                <c:pt idx="117">
                  <c:v>89.999983999999998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89.020000999999993</c:v>
                </c:pt>
                <c:pt idx="123">
                  <c:v>87.800253999999995</c:v>
                </c:pt>
                <c:pt idx="124">
                  <c:v>87.188522000000006</c:v>
                </c:pt>
                <c:pt idx="125">
                  <c:v>85.644425999999996</c:v>
                </c:pt>
                <c:pt idx="126">
                  <c:v>84.372169999999997</c:v>
                </c:pt>
                <c:pt idx="127">
                  <c:v>83.880285000000001</c:v>
                </c:pt>
                <c:pt idx="128">
                  <c:v>83.014011999999994</c:v>
                </c:pt>
                <c:pt idx="129">
                  <c:v>81.998773999999997</c:v>
                </c:pt>
                <c:pt idx="130">
                  <c:v>81.774096999999998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79.462857999999997</c:v>
                </c:pt>
                <c:pt idx="134">
                  <c:v>79.057833000000002</c:v>
                </c:pt>
                <c:pt idx="135">
                  <c:v>78.015738999999996</c:v>
                </c:pt>
                <c:pt idx="136">
                  <c:v>77.393839</c:v>
                </c:pt>
                <c:pt idx="137">
                  <c:v>77.092834999999994</c:v>
                </c:pt>
                <c:pt idx="138">
                  <c:v>76.652377999999999</c:v>
                </c:pt>
                <c:pt idx="139">
                  <c:v>76.639004</c:v>
                </c:pt>
                <c:pt idx="140">
                  <c:v>76.436779999999999</c:v>
                </c:pt>
                <c:pt idx="141">
                  <c:v>75.830108999999993</c:v>
                </c:pt>
                <c:pt idx="142">
                  <c:v>74.983817999999999</c:v>
                </c:pt>
                <c:pt idx="143">
                  <c:v>74.265411</c:v>
                </c:pt>
                <c:pt idx="144">
                  <c:v>73.601159999999993</c:v>
                </c:pt>
                <c:pt idx="145">
                  <c:v>72.459764000000007</c:v>
                </c:pt>
                <c:pt idx="146">
                  <c:v>72.069028000000003</c:v>
                </c:pt>
                <c:pt idx="147">
                  <c:v>71.681432999999998</c:v>
                </c:pt>
                <c:pt idx="148">
                  <c:v>71.266818000000001</c:v>
                </c:pt>
                <c:pt idx="149">
                  <c:v>70.647378000000003</c:v>
                </c:pt>
                <c:pt idx="150">
                  <c:v>70.262821000000002</c:v>
                </c:pt>
                <c:pt idx="151">
                  <c:v>69.703226000000001</c:v>
                </c:pt>
                <c:pt idx="152">
                  <c:v>68.609442999999999</c:v>
                </c:pt>
                <c:pt idx="153">
                  <c:v>68.378821000000002</c:v>
                </c:pt>
                <c:pt idx="154">
                  <c:v>68.003181999999995</c:v>
                </c:pt>
                <c:pt idx="155">
                  <c:v>67.377117999999996</c:v>
                </c:pt>
                <c:pt idx="156">
                  <c:v>66.751052999999999</c:v>
                </c:pt>
                <c:pt idx="157">
                  <c:v>66.542365000000004</c:v>
                </c:pt>
                <c:pt idx="158">
                  <c:v>65.995170999999999</c:v>
                </c:pt>
                <c:pt idx="159">
                  <c:v>65.472703999999993</c:v>
                </c:pt>
                <c:pt idx="160">
                  <c:v>64.925511</c:v>
                </c:pt>
                <c:pt idx="161">
                  <c:v>64.681905999999998</c:v>
                </c:pt>
                <c:pt idx="162">
                  <c:v>64.525611999999995</c:v>
                </c:pt>
                <c:pt idx="163">
                  <c:v>63.696339999999999</c:v>
                </c:pt>
                <c:pt idx="164">
                  <c:v>62.622993999999998</c:v>
                </c:pt>
                <c:pt idx="165">
                  <c:v>61.512115000000001</c:v>
                </c:pt>
                <c:pt idx="166">
                  <c:v>60.803401000000001</c:v>
                </c:pt>
                <c:pt idx="167">
                  <c:v>60.150945</c:v>
                </c:pt>
                <c:pt idx="168">
                  <c:v>59.021476999999997</c:v>
                </c:pt>
                <c:pt idx="169">
                  <c:v>57.892009999999999</c:v>
                </c:pt>
                <c:pt idx="170">
                  <c:v>57.273257000000001</c:v>
                </c:pt>
                <c:pt idx="171">
                  <c:v>56.676040999999998</c:v>
                </c:pt>
                <c:pt idx="172">
                  <c:v>55.588636999999999</c:v>
                </c:pt>
                <c:pt idx="173">
                  <c:v>54.343857999999997</c:v>
                </c:pt>
                <c:pt idx="174">
                  <c:v>53.453052</c:v>
                </c:pt>
                <c:pt idx="175">
                  <c:v>52.572930999999997</c:v>
                </c:pt>
                <c:pt idx="176">
                  <c:v>51.606219000000003</c:v>
                </c:pt>
                <c:pt idx="177">
                  <c:v>51.336883</c:v>
                </c:pt>
                <c:pt idx="178">
                  <c:v>50.673839999999998</c:v>
                </c:pt>
                <c:pt idx="179">
                  <c:v>50.318061</c:v>
                </c:pt>
                <c:pt idx="180">
                  <c:v>49.653610999999998</c:v>
                </c:pt>
                <c:pt idx="181">
                  <c:v>50.015414999999997</c:v>
                </c:pt>
                <c:pt idx="182">
                  <c:v>49.782688</c:v>
                </c:pt>
                <c:pt idx="183">
                  <c:v>49.571399</c:v>
                </c:pt>
                <c:pt idx="184">
                  <c:v>48.343231000000003</c:v>
                </c:pt>
                <c:pt idx="185">
                  <c:v>49.401443</c:v>
                </c:pt>
                <c:pt idx="186">
                  <c:v>51.936374999999998</c:v>
                </c:pt>
                <c:pt idx="187">
                  <c:v>55.340038</c:v>
                </c:pt>
                <c:pt idx="188">
                  <c:v>58.743699999999997</c:v>
                </c:pt>
                <c:pt idx="189">
                  <c:v>58.743699999999997</c:v>
                </c:pt>
                <c:pt idx="190">
                  <c:v>58.743699999999997</c:v>
                </c:pt>
                <c:pt idx="191">
                  <c:v>58.743699999999997</c:v>
                </c:pt>
                <c:pt idx="192">
                  <c:v>58.883513000000001</c:v>
                </c:pt>
                <c:pt idx="193">
                  <c:v>61.152625</c:v>
                </c:pt>
                <c:pt idx="194">
                  <c:v>65.039782000000002</c:v>
                </c:pt>
                <c:pt idx="195">
                  <c:v>65.039782000000002</c:v>
                </c:pt>
                <c:pt idx="196">
                  <c:v>65.039782000000002</c:v>
                </c:pt>
                <c:pt idx="197">
                  <c:v>66.174335999999997</c:v>
                </c:pt>
                <c:pt idx="198">
                  <c:v>68.443467999999996</c:v>
                </c:pt>
                <c:pt idx="199">
                  <c:v>71.847130000000007</c:v>
                </c:pt>
                <c:pt idx="200">
                  <c:v>71.847130000000007</c:v>
                </c:pt>
                <c:pt idx="201">
                  <c:v>75.250792000000004</c:v>
                </c:pt>
                <c:pt idx="202">
                  <c:v>78.170936999999995</c:v>
                </c:pt>
                <c:pt idx="203">
                  <c:v>80.927991000000006</c:v>
                </c:pt>
                <c:pt idx="204">
                  <c:v>80.927991000000006</c:v>
                </c:pt>
                <c:pt idx="205">
                  <c:v>82.546065999999996</c:v>
                </c:pt>
                <c:pt idx="206">
                  <c:v>86.134553999999994</c:v>
                </c:pt>
                <c:pt idx="207">
                  <c:v>87.269108000000003</c:v>
                </c:pt>
                <c:pt idx="208">
                  <c:v>88.403661999999997</c:v>
                </c:pt>
                <c:pt idx="209">
                  <c:v>88.403661999999997</c:v>
                </c:pt>
                <c:pt idx="210">
                  <c:v>89.345682999999994</c:v>
                </c:pt>
                <c:pt idx="211">
                  <c:v>89.345682999999994</c:v>
                </c:pt>
                <c:pt idx="212">
                  <c:v>89.345682999999994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89.663032999999999</c:v>
                </c:pt>
                <c:pt idx="219">
                  <c:v>87.979099000000005</c:v>
                </c:pt>
                <c:pt idx="220">
                  <c:v>87.188522000000006</c:v>
                </c:pt>
                <c:pt idx="221">
                  <c:v>87.106891000000005</c:v>
                </c:pt>
                <c:pt idx="222">
                  <c:v>85.333181999999994</c:v>
                </c:pt>
                <c:pt idx="223">
                  <c:v>84.242723999999995</c:v>
                </c:pt>
                <c:pt idx="224">
                  <c:v>83.432322999999997</c:v>
                </c:pt>
                <c:pt idx="225">
                  <c:v>82.246702999999997</c:v>
                </c:pt>
                <c:pt idx="226">
                  <c:v>81.862393999999995</c:v>
                </c:pt>
                <c:pt idx="227">
                  <c:v>81.367030999999997</c:v>
                </c:pt>
                <c:pt idx="228">
                  <c:v>80.416372999999993</c:v>
                </c:pt>
                <c:pt idx="229">
                  <c:v>80.009054000000006</c:v>
                </c:pt>
                <c:pt idx="230">
                  <c:v>79.340110999999993</c:v>
                </c:pt>
                <c:pt idx="231">
                  <c:v>78.930389000000005</c:v>
                </c:pt>
                <c:pt idx="232">
                  <c:v>78.005595999999997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76.035381000000001</c:v>
                </c:pt>
                <c:pt idx="236">
                  <c:v>75.350562999999994</c:v>
                </c:pt>
                <c:pt idx="237">
                  <c:v>74.376142999999999</c:v>
                </c:pt>
                <c:pt idx="238">
                  <c:v>73.288572000000002</c:v>
                </c:pt>
                <c:pt idx="239">
                  <c:v>72.540118000000007</c:v>
                </c:pt>
                <c:pt idx="240">
                  <c:v>71.649052999999995</c:v>
                </c:pt>
                <c:pt idx="241">
                  <c:v>70.876016000000007</c:v>
                </c:pt>
                <c:pt idx="242">
                  <c:v>70.448189999999997</c:v>
                </c:pt>
                <c:pt idx="243">
                  <c:v>70.448189999999997</c:v>
                </c:pt>
                <c:pt idx="244">
                  <c:v>70.448189999999997</c:v>
                </c:pt>
                <c:pt idx="245">
                  <c:v>70.448189999999997</c:v>
                </c:pt>
                <c:pt idx="246">
                  <c:v>70.262821000000002</c:v>
                </c:pt>
                <c:pt idx="247">
                  <c:v>69.319118000000003</c:v>
                </c:pt>
                <c:pt idx="248">
                  <c:v>68.181617000000003</c:v>
                </c:pt>
                <c:pt idx="249">
                  <c:v>67.044117</c:v>
                </c:pt>
                <c:pt idx="250">
                  <c:v>66.622819000000007</c:v>
                </c:pt>
                <c:pt idx="251">
                  <c:v>66.455867999999995</c:v>
                </c:pt>
                <c:pt idx="252">
                  <c:v>65.989378000000002</c:v>
                </c:pt>
                <c:pt idx="253">
                  <c:v>65.989378000000002</c:v>
                </c:pt>
                <c:pt idx="254">
                  <c:v>65.989378000000002</c:v>
                </c:pt>
                <c:pt idx="255">
                  <c:v>65.989378000000002</c:v>
                </c:pt>
                <c:pt idx="256">
                  <c:v>65.678832</c:v>
                </c:pt>
                <c:pt idx="257">
                  <c:v>65.096558000000002</c:v>
                </c:pt>
                <c:pt idx="258">
                  <c:v>64.514285000000001</c:v>
                </c:pt>
                <c:pt idx="259">
                  <c:v>64.048466000000005</c:v>
                </c:pt>
                <c:pt idx="260">
                  <c:v>63.433880000000002</c:v>
                </c:pt>
                <c:pt idx="261">
                  <c:v>62.360371000000001</c:v>
                </c:pt>
                <c:pt idx="262">
                  <c:v>61.286861000000002</c:v>
                </c:pt>
                <c:pt idx="263">
                  <c:v>60.468707999999999</c:v>
                </c:pt>
                <c:pt idx="264">
                  <c:v>60.105873000000003</c:v>
                </c:pt>
                <c:pt idx="265">
                  <c:v>59.519770000000001</c:v>
                </c:pt>
                <c:pt idx="266">
                  <c:v>58.933667</c:v>
                </c:pt>
                <c:pt idx="267">
                  <c:v>58.206645999999999</c:v>
                </c:pt>
                <c:pt idx="268">
                  <c:v>57.409737</c:v>
                </c:pt>
                <c:pt idx="269">
                  <c:v>56.122790999999999</c:v>
                </c:pt>
                <c:pt idx="270">
                  <c:v>55.020693000000001</c:v>
                </c:pt>
                <c:pt idx="271">
                  <c:v>54.224364000000001</c:v>
                </c:pt>
                <c:pt idx="272">
                  <c:v>53.622860000000003</c:v>
                </c:pt>
                <c:pt idx="273">
                  <c:v>53.021355999999997</c:v>
                </c:pt>
                <c:pt idx="274">
                  <c:v>51.833300000000001</c:v>
                </c:pt>
                <c:pt idx="275">
                  <c:v>50.783329999999999</c:v>
                </c:pt>
                <c:pt idx="276">
                  <c:v>49.864516999999999</c:v>
                </c:pt>
                <c:pt idx="277">
                  <c:v>48.682403999999998</c:v>
                </c:pt>
                <c:pt idx="278">
                  <c:v>47.112865999999997</c:v>
                </c:pt>
                <c:pt idx="279">
                  <c:v>46.609654999999997</c:v>
                </c:pt>
                <c:pt idx="280">
                  <c:v>45.992783000000003</c:v>
                </c:pt>
                <c:pt idx="281">
                  <c:v>45.320914000000002</c:v>
                </c:pt>
                <c:pt idx="282">
                  <c:v>45.330421000000001</c:v>
                </c:pt>
                <c:pt idx="283">
                  <c:v>45.218932000000002</c:v>
                </c:pt>
                <c:pt idx="284">
                  <c:v>44.701594999999998</c:v>
                </c:pt>
                <c:pt idx="285">
                  <c:v>44.450130000000001</c:v>
                </c:pt>
                <c:pt idx="286">
                  <c:v>44.450130000000001</c:v>
                </c:pt>
                <c:pt idx="287">
                  <c:v>44.450130000000001</c:v>
                </c:pt>
                <c:pt idx="288">
                  <c:v>44.450130000000001</c:v>
                </c:pt>
                <c:pt idx="289">
                  <c:v>44.450130000000001</c:v>
                </c:pt>
                <c:pt idx="290">
                  <c:v>47.747168000000002</c:v>
                </c:pt>
                <c:pt idx="291">
                  <c:v>48.622892999999998</c:v>
                </c:pt>
                <c:pt idx="292">
                  <c:v>53.161110000000001</c:v>
                </c:pt>
                <c:pt idx="293">
                  <c:v>58.833880999999998</c:v>
                </c:pt>
                <c:pt idx="294">
                  <c:v>59.092708999999999</c:v>
                </c:pt>
                <c:pt idx="295">
                  <c:v>61.268515000000001</c:v>
                </c:pt>
                <c:pt idx="296">
                  <c:v>64.875147999999996</c:v>
                </c:pt>
                <c:pt idx="297">
                  <c:v>67.308916999999994</c:v>
                </c:pt>
                <c:pt idx="298">
                  <c:v>72.981688000000005</c:v>
                </c:pt>
                <c:pt idx="299">
                  <c:v>76.385350000000003</c:v>
                </c:pt>
                <c:pt idx="300">
                  <c:v>77.058104999999998</c:v>
                </c:pt>
                <c:pt idx="301">
                  <c:v>77.519901000000004</c:v>
                </c:pt>
                <c:pt idx="302">
                  <c:v>79.327229000000003</c:v>
                </c:pt>
                <c:pt idx="303">
                  <c:v>79.789012999999997</c:v>
                </c:pt>
                <c:pt idx="304">
                  <c:v>79.789012999999997</c:v>
                </c:pt>
                <c:pt idx="305">
                  <c:v>82.730875999999995</c:v>
                </c:pt>
                <c:pt idx="306">
                  <c:v>86.134538000000006</c:v>
                </c:pt>
                <c:pt idx="307">
                  <c:v>86.596338000000003</c:v>
                </c:pt>
                <c:pt idx="308">
                  <c:v>88.865446000000006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88.083554000000007</c:v>
                </c:pt>
                <c:pt idx="316">
                  <c:v>87.188522000000006</c:v>
                </c:pt>
                <c:pt idx="317">
                  <c:v>87.106891000000005</c:v>
                </c:pt>
                <c:pt idx="318">
                  <c:v>86.369297000000003</c:v>
                </c:pt>
                <c:pt idx="319">
                  <c:v>84.382581000000002</c:v>
                </c:pt>
                <c:pt idx="320">
                  <c:v>83.277428999999998</c:v>
                </c:pt>
                <c:pt idx="321">
                  <c:v>82.574873999999994</c:v>
                </c:pt>
                <c:pt idx="322">
                  <c:v>81.821578000000002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79.983614000000003</c:v>
                </c:pt>
                <c:pt idx="326">
                  <c:v>79.164664000000002</c:v>
                </c:pt>
                <c:pt idx="327">
                  <c:v>78.488372999999996</c:v>
                </c:pt>
                <c:pt idx="328">
                  <c:v>77.507444000000007</c:v>
                </c:pt>
                <c:pt idx="329">
                  <c:v>76.881563</c:v>
                </c:pt>
                <c:pt idx="330">
                  <c:v>76.881563</c:v>
                </c:pt>
                <c:pt idx="331">
                  <c:v>76.517560000000003</c:v>
                </c:pt>
                <c:pt idx="332">
                  <c:v>75.671378000000004</c:v>
                </c:pt>
                <c:pt idx="333">
                  <c:v>75.277123000000003</c:v>
                </c:pt>
                <c:pt idx="334">
                  <c:v>74.514934999999994</c:v>
                </c:pt>
                <c:pt idx="335">
                  <c:v>73.483940000000004</c:v>
                </c:pt>
                <c:pt idx="336">
                  <c:v>72.819688999999997</c:v>
                </c:pt>
                <c:pt idx="337">
                  <c:v>72.069028000000003</c:v>
                </c:pt>
                <c:pt idx="338">
                  <c:v>72.069028000000003</c:v>
                </c:pt>
                <c:pt idx="339">
                  <c:v>71.651792999999998</c:v>
                </c:pt>
                <c:pt idx="340">
                  <c:v>71.233384999999998</c:v>
                </c:pt>
                <c:pt idx="341">
                  <c:v>70.505277000000007</c:v>
                </c:pt>
                <c:pt idx="342">
                  <c:v>69.521343999999999</c:v>
                </c:pt>
                <c:pt idx="343">
                  <c:v>69.294355999999993</c:v>
                </c:pt>
                <c:pt idx="344">
                  <c:v>69.294355999999993</c:v>
                </c:pt>
                <c:pt idx="345">
                  <c:v>69.119093000000007</c:v>
                </c:pt>
                <c:pt idx="346">
                  <c:v>68.537700000000001</c:v>
                </c:pt>
                <c:pt idx="347">
                  <c:v>67.956306999999995</c:v>
                </c:pt>
                <c:pt idx="348">
                  <c:v>67.374913000000006</c:v>
                </c:pt>
                <c:pt idx="349">
                  <c:v>67.258634999999998</c:v>
                </c:pt>
                <c:pt idx="350">
                  <c:v>67.102340999999996</c:v>
                </c:pt>
                <c:pt idx="351">
                  <c:v>66.800456999999994</c:v>
                </c:pt>
                <c:pt idx="352">
                  <c:v>66.508621000000005</c:v>
                </c:pt>
                <c:pt idx="353">
                  <c:v>65.961427</c:v>
                </c:pt>
                <c:pt idx="354">
                  <c:v>64.954031999999998</c:v>
                </c:pt>
                <c:pt idx="355">
                  <c:v>64.128919999999994</c:v>
                </c:pt>
                <c:pt idx="356">
                  <c:v>63.857191999999998</c:v>
                </c:pt>
                <c:pt idx="357">
                  <c:v>62.806035999999999</c:v>
                </c:pt>
                <c:pt idx="358">
                  <c:v>61.637658999999999</c:v>
                </c:pt>
                <c:pt idx="359">
                  <c:v>60.575287000000003</c:v>
                </c:pt>
                <c:pt idx="360">
                  <c:v>60.105936999999997</c:v>
                </c:pt>
                <c:pt idx="361">
                  <c:v>59.105386000000003</c:v>
                </c:pt>
                <c:pt idx="362">
                  <c:v>58.031875999999997</c:v>
                </c:pt>
                <c:pt idx="363">
                  <c:v>56.958367000000003</c:v>
                </c:pt>
                <c:pt idx="364">
                  <c:v>56.526178999999999</c:v>
                </c:pt>
                <c:pt idx="365">
                  <c:v>55.877093000000002</c:v>
                </c:pt>
                <c:pt idx="366">
                  <c:v>54.458993</c:v>
                </c:pt>
                <c:pt idx="367">
                  <c:v>53.645167999999998</c:v>
                </c:pt>
                <c:pt idx="368">
                  <c:v>52.777543999999999</c:v>
                </c:pt>
                <c:pt idx="369">
                  <c:v>52.123787999999998</c:v>
                </c:pt>
                <c:pt idx="370">
                  <c:v>51.522283999999999</c:v>
                </c:pt>
                <c:pt idx="371">
                  <c:v>49.366458000000002</c:v>
                </c:pt>
                <c:pt idx="372">
                  <c:v>49.366458000000002</c:v>
                </c:pt>
                <c:pt idx="373">
                  <c:v>48.702461999999997</c:v>
                </c:pt>
                <c:pt idx="374">
                  <c:v>47.936312000000001</c:v>
                </c:pt>
                <c:pt idx="375">
                  <c:v>46.763872999999997</c:v>
                </c:pt>
                <c:pt idx="376">
                  <c:v>45.715127000000003</c:v>
                </c:pt>
                <c:pt idx="377">
                  <c:v>47.322561999999998</c:v>
                </c:pt>
                <c:pt idx="378">
                  <c:v>53.880757000000003</c:v>
                </c:pt>
                <c:pt idx="379">
                  <c:v>58.470863999999999</c:v>
                </c:pt>
                <c:pt idx="380">
                  <c:v>58.470866999999998</c:v>
                </c:pt>
                <c:pt idx="381">
                  <c:v>58.470866999999998</c:v>
                </c:pt>
                <c:pt idx="382">
                  <c:v>59.240811000000001</c:v>
                </c:pt>
                <c:pt idx="383">
                  <c:v>59.240811000000001</c:v>
                </c:pt>
                <c:pt idx="384">
                  <c:v>63.540644</c:v>
                </c:pt>
                <c:pt idx="385">
                  <c:v>63.540644</c:v>
                </c:pt>
                <c:pt idx="386">
                  <c:v>66.061608000000007</c:v>
                </c:pt>
                <c:pt idx="387">
                  <c:v>68.330715999999995</c:v>
                </c:pt>
                <c:pt idx="388">
                  <c:v>70.489166999999995</c:v>
                </c:pt>
                <c:pt idx="389">
                  <c:v>70.489166999999995</c:v>
                </c:pt>
                <c:pt idx="390">
                  <c:v>70.489166999999995</c:v>
                </c:pt>
                <c:pt idx="391">
                  <c:v>72.000209999999996</c:v>
                </c:pt>
                <c:pt idx="392">
                  <c:v>73.134764000000004</c:v>
                </c:pt>
                <c:pt idx="393">
                  <c:v>75.403872000000007</c:v>
                </c:pt>
                <c:pt idx="394">
                  <c:v>79.437870000000004</c:v>
                </c:pt>
                <c:pt idx="395">
                  <c:v>80.461768000000006</c:v>
                </c:pt>
                <c:pt idx="396">
                  <c:v>80.461768000000006</c:v>
                </c:pt>
                <c:pt idx="397">
                  <c:v>80.461768000000006</c:v>
                </c:pt>
                <c:pt idx="398">
                  <c:v>80.461768000000006</c:v>
                </c:pt>
                <c:pt idx="399">
                  <c:v>80.461768000000006</c:v>
                </c:pt>
                <c:pt idx="400">
                  <c:v>81.161953999999994</c:v>
                </c:pt>
                <c:pt idx="401">
                  <c:v>84.327225999999996</c:v>
                </c:pt>
                <c:pt idx="402">
                  <c:v>85.461782999999997</c:v>
                </c:pt>
                <c:pt idx="403">
                  <c:v>86.596340999999995</c:v>
                </c:pt>
                <c:pt idx="404">
                  <c:v>89.416822999999994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86.382688999999999</c:v>
                </c:pt>
                <c:pt idx="414">
                  <c:v>85.107816999999997</c:v>
                </c:pt>
                <c:pt idx="415">
                  <c:v>84.061071999999996</c:v>
                </c:pt>
                <c:pt idx="416">
                  <c:v>83.118467999999993</c:v>
                </c:pt>
                <c:pt idx="417">
                  <c:v>81.998773999999997</c:v>
                </c:pt>
                <c:pt idx="418">
                  <c:v>81.746736999999996</c:v>
                </c:pt>
                <c:pt idx="419">
                  <c:v>81.037498999999997</c:v>
                </c:pt>
                <c:pt idx="420">
                  <c:v>79.881021000000004</c:v>
                </c:pt>
                <c:pt idx="421">
                  <c:v>80.009054000000006</c:v>
                </c:pt>
                <c:pt idx="422">
                  <c:v>79.164664000000002</c:v>
                </c:pt>
                <c:pt idx="423">
                  <c:v>78.476417999999995</c:v>
                </c:pt>
                <c:pt idx="424">
                  <c:v>77.780231000000001</c:v>
                </c:pt>
                <c:pt idx="425">
                  <c:v>76.880343999999994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74.568956999999997</c:v>
                </c:pt>
                <c:pt idx="429">
                  <c:v>73.619022999999999</c:v>
                </c:pt>
                <c:pt idx="430">
                  <c:v>72.786220999999998</c:v>
                </c:pt>
                <c:pt idx="431">
                  <c:v>72.180192000000005</c:v>
                </c:pt>
                <c:pt idx="432">
                  <c:v>71.875230000000002</c:v>
                </c:pt>
                <c:pt idx="433">
                  <c:v>71.651206000000002</c:v>
                </c:pt>
                <c:pt idx="434">
                  <c:v>71.568279000000004</c:v>
                </c:pt>
                <c:pt idx="435">
                  <c:v>70.986005000000006</c:v>
                </c:pt>
                <c:pt idx="436">
                  <c:v>70.356515000000002</c:v>
                </c:pt>
                <c:pt idx="437">
                  <c:v>70.090821000000005</c:v>
                </c:pt>
                <c:pt idx="438">
                  <c:v>69.509428</c:v>
                </c:pt>
                <c:pt idx="439">
                  <c:v>69.005554000000004</c:v>
                </c:pt>
                <c:pt idx="440">
                  <c:v>68.534717000000001</c:v>
                </c:pt>
                <c:pt idx="441">
                  <c:v>67.368996999999993</c:v>
                </c:pt>
                <c:pt idx="442">
                  <c:v>66.432855000000004</c:v>
                </c:pt>
                <c:pt idx="443">
                  <c:v>65.639840000000007</c:v>
                </c:pt>
                <c:pt idx="444">
                  <c:v>65.013774999999995</c:v>
                </c:pt>
                <c:pt idx="445">
                  <c:v>64.387709999999998</c:v>
                </c:pt>
                <c:pt idx="446">
                  <c:v>63.970334000000001</c:v>
                </c:pt>
                <c:pt idx="447">
                  <c:v>63.605538000000003</c:v>
                </c:pt>
                <c:pt idx="448">
                  <c:v>63.058343999999998</c:v>
                </c:pt>
                <c:pt idx="449">
                  <c:v>62.511150999999998</c:v>
                </c:pt>
                <c:pt idx="450">
                  <c:v>61.728945000000003</c:v>
                </c:pt>
                <c:pt idx="451">
                  <c:v>61.489722999999998</c:v>
                </c:pt>
                <c:pt idx="452">
                  <c:v>60.395499999999998</c:v>
                </c:pt>
                <c:pt idx="453">
                  <c:v>59.262203</c:v>
                </c:pt>
                <c:pt idx="454">
                  <c:v>58.323866000000002</c:v>
                </c:pt>
                <c:pt idx="455">
                  <c:v>57.878329000000001</c:v>
                </c:pt>
                <c:pt idx="456">
                  <c:v>57.008743000000003</c:v>
                </c:pt>
                <c:pt idx="457">
                  <c:v>55.875445999999997</c:v>
                </c:pt>
                <c:pt idx="458">
                  <c:v>55.373488000000002</c:v>
                </c:pt>
                <c:pt idx="459">
                  <c:v>54.875335999999997</c:v>
                </c:pt>
                <c:pt idx="460">
                  <c:v>54.185960999999999</c:v>
                </c:pt>
                <c:pt idx="461">
                  <c:v>52.998435000000001</c:v>
                </c:pt>
                <c:pt idx="462">
                  <c:v>52.087997999999999</c:v>
                </c:pt>
                <c:pt idx="463">
                  <c:v>51.120964999999998</c:v>
                </c:pt>
                <c:pt idx="464">
                  <c:v>50.396048</c:v>
                </c:pt>
                <c:pt idx="465">
                  <c:v>49.816115000000003</c:v>
                </c:pt>
                <c:pt idx="466">
                  <c:v>49.461742000000001</c:v>
                </c:pt>
                <c:pt idx="467">
                  <c:v>48.617998</c:v>
                </c:pt>
                <c:pt idx="468">
                  <c:v>47.830945</c:v>
                </c:pt>
                <c:pt idx="469">
                  <c:v>48.916884000000003</c:v>
                </c:pt>
                <c:pt idx="470">
                  <c:v>48.642865</c:v>
                </c:pt>
                <c:pt idx="471">
                  <c:v>48.636901999999999</c:v>
                </c:pt>
                <c:pt idx="472">
                  <c:v>47.408734000000003</c:v>
                </c:pt>
                <c:pt idx="473">
                  <c:v>46.537179999999999</c:v>
                </c:pt>
                <c:pt idx="474">
                  <c:v>45.875506999999999</c:v>
                </c:pt>
                <c:pt idx="475">
                  <c:v>44.127405000000003</c:v>
                </c:pt>
                <c:pt idx="476">
                  <c:v>49.081310000000002</c:v>
                </c:pt>
                <c:pt idx="477">
                  <c:v>55.888634000000003</c:v>
                </c:pt>
                <c:pt idx="478">
                  <c:v>60.039788999999999</c:v>
                </c:pt>
                <c:pt idx="479">
                  <c:v>63.443452000000001</c:v>
                </c:pt>
                <c:pt idx="480">
                  <c:v>68.497457999999995</c:v>
                </c:pt>
                <c:pt idx="481">
                  <c:v>68.497457999999995</c:v>
                </c:pt>
                <c:pt idx="482">
                  <c:v>70.670227999999994</c:v>
                </c:pt>
                <c:pt idx="483">
                  <c:v>72.573870999999997</c:v>
                </c:pt>
                <c:pt idx="484">
                  <c:v>72.584968000000003</c:v>
                </c:pt>
                <c:pt idx="485">
                  <c:v>72.584968000000003</c:v>
                </c:pt>
                <c:pt idx="486">
                  <c:v>72.584968000000003</c:v>
                </c:pt>
                <c:pt idx="487">
                  <c:v>72.584968000000003</c:v>
                </c:pt>
                <c:pt idx="488">
                  <c:v>72.584980000000002</c:v>
                </c:pt>
                <c:pt idx="489">
                  <c:v>72.584980000000002</c:v>
                </c:pt>
                <c:pt idx="490">
                  <c:v>74.500664</c:v>
                </c:pt>
                <c:pt idx="491">
                  <c:v>76.097013000000004</c:v>
                </c:pt>
                <c:pt idx="492">
                  <c:v>76.097013000000004</c:v>
                </c:pt>
                <c:pt idx="493">
                  <c:v>78.192662999999996</c:v>
                </c:pt>
                <c:pt idx="494">
                  <c:v>84.392317000000006</c:v>
                </c:pt>
                <c:pt idx="495">
                  <c:v>88.930532999999997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88.391446000000002</c:v>
                </c:pt>
                <c:pt idx="509">
                  <c:v>87.822233999999995</c:v>
                </c:pt>
                <c:pt idx="510">
                  <c:v>87.188522000000006</c:v>
                </c:pt>
                <c:pt idx="511">
                  <c:v>87.188522000000006</c:v>
                </c:pt>
                <c:pt idx="512">
                  <c:v>86.850795000000005</c:v>
                </c:pt>
                <c:pt idx="513">
                  <c:v>86.043807000000001</c:v>
                </c:pt>
                <c:pt idx="514">
                  <c:v>85.446959000000007</c:v>
                </c:pt>
                <c:pt idx="515">
                  <c:v>84.826806000000005</c:v>
                </c:pt>
                <c:pt idx="516">
                  <c:v>83.960616999999999</c:v>
                </c:pt>
                <c:pt idx="517">
                  <c:v>83.340463999999997</c:v>
                </c:pt>
                <c:pt idx="518">
                  <c:v>83.031316000000004</c:v>
                </c:pt>
                <c:pt idx="519">
                  <c:v>83.031316000000004</c:v>
                </c:pt>
                <c:pt idx="520">
                  <c:v>82.700754000000003</c:v>
                </c:pt>
                <c:pt idx="521">
                  <c:v>82.326452000000003</c:v>
                </c:pt>
                <c:pt idx="522">
                  <c:v>81.765356999999995</c:v>
                </c:pt>
                <c:pt idx="523">
                  <c:v>80.823870999999997</c:v>
                </c:pt>
                <c:pt idx="524">
                  <c:v>80.269457000000003</c:v>
                </c:pt>
                <c:pt idx="525">
                  <c:v>79.718519999999998</c:v>
                </c:pt>
                <c:pt idx="526">
                  <c:v>78.825222999999994</c:v>
                </c:pt>
                <c:pt idx="527">
                  <c:v>78.443025000000006</c:v>
                </c:pt>
                <c:pt idx="528">
                  <c:v>77.387023999999997</c:v>
                </c:pt>
                <c:pt idx="529">
                  <c:v>76.631317999999993</c:v>
                </c:pt>
                <c:pt idx="530">
                  <c:v>75.900623999999993</c:v>
                </c:pt>
                <c:pt idx="531">
                  <c:v>74.771240000000006</c:v>
                </c:pt>
                <c:pt idx="532">
                  <c:v>74.611734999999996</c:v>
                </c:pt>
                <c:pt idx="533">
                  <c:v>74.051856999999998</c:v>
                </c:pt>
                <c:pt idx="534">
                  <c:v>73.491978000000003</c:v>
                </c:pt>
                <c:pt idx="535">
                  <c:v>73.348595000000003</c:v>
                </c:pt>
                <c:pt idx="536">
                  <c:v>73.348595000000003</c:v>
                </c:pt>
                <c:pt idx="537">
                  <c:v>73.228752</c:v>
                </c:pt>
                <c:pt idx="538">
                  <c:v>72.614716000000001</c:v>
                </c:pt>
                <c:pt idx="539">
                  <c:v>72.283367999999996</c:v>
                </c:pt>
                <c:pt idx="540">
                  <c:v>71.732431000000005</c:v>
                </c:pt>
                <c:pt idx="541">
                  <c:v>71.218980000000002</c:v>
                </c:pt>
                <c:pt idx="542">
                  <c:v>70.600759999999994</c:v>
                </c:pt>
                <c:pt idx="543">
                  <c:v>69.534650999999997</c:v>
                </c:pt>
                <c:pt idx="544">
                  <c:v>68.468541999999999</c:v>
                </c:pt>
                <c:pt idx="545">
                  <c:v>67.915126999999998</c:v>
                </c:pt>
                <c:pt idx="546">
                  <c:v>67.444716999999997</c:v>
                </c:pt>
                <c:pt idx="547">
                  <c:v>66.953489000000005</c:v>
                </c:pt>
                <c:pt idx="548">
                  <c:v>66.462260000000001</c:v>
                </c:pt>
                <c:pt idx="549">
                  <c:v>65.555229999999995</c:v>
                </c:pt>
                <c:pt idx="550">
                  <c:v>64.773489999999995</c:v>
                </c:pt>
                <c:pt idx="551">
                  <c:v>63.843159999999997</c:v>
                </c:pt>
                <c:pt idx="552">
                  <c:v>62.90213</c:v>
                </c:pt>
                <c:pt idx="553">
                  <c:v>62.342252000000002</c:v>
                </c:pt>
                <c:pt idx="554">
                  <c:v>61.603358</c:v>
                </c:pt>
                <c:pt idx="555">
                  <c:v>60.759574000000001</c:v>
                </c:pt>
                <c:pt idx="556">
                  <c:v>59.982308000000003</c:v>
                </c:pt>
                <c:pt idx="557">
                  <c:v>59.544553000000001</c:v>
                </c:pt>
                <c:pt idx="558">
                  <c:v>59.544553000000001</c:v>
                </c:pt>
                <c:pt idx="559">
                  <c:v>58.962262000000003</c:v>
                </c:pt>
                <c:pt idx="560">
                  <c:v>58.290387000000003</c:v>
                </c:pt>
                <c:pt idx="561">
                  <c:v>57.708095999999998</c:v>
                </c:pt>
                <c:pt idx="562">
                  <c:v>57.466456999999998</c:v>
                </c:pt>
                <c:pt idx="563">
                  <c:v>56.387166999999998</c:v>
                </c:pt>
                <c:pt idx="564">
                  <c:v>54.997799999999998</c:v>
                </c:pt>
                <c:pt idx="565">
                  <c:v>54.238658999999998</c:v>
                </c:pt>
                <c:pt idx="566">
                  <c:v>53.781624999999998</c:v>
                </c:pt>
                <c:pt idx="567">
                  <c:v>52.883606</c:v>
                </c:pt>
                <c:pt idx="568">
                  <c:v>52.194935999999998</c:v>
                </c:pt>
                <c:pt idx="569">
                  <c:v>51.965380000000003</c:v>
                </c:pt>
                <c:pt idx="570">
                  <c:v>56.312578999999999</c:v>
                </c:pt>
                <c:pt idx="571">
                  <c:v>56.376531</c:v>
                </c:pt>
                <c:pt idx="572">
                  <c:v>59.321170000000002</c:v>
                </c:pt>
                <c:pt idx="573">
                  <c:v>58.849454000000001</c:v>
                </c:pt>
                <c:pt idx="574">
                  <c:v>60.501592000000002</c:v>
                </c:pt>
                <c:pt idx="575">
                  <c:v>60.579588000000001</c:v>
                </c:pt>
                <c:pt idx="576">
                  <c:v>63.983251000000003</c:v>
                </c:pt>
                <c:pt idx="577">
                  <c:v>63.983251000000003</c:v>
                </c:pt>
                <c:pt idx="578">
                  <c:v>63.983251000000003</c:v>
                </c:pt>
                <c:pt idx="579">
                  <c:v>63.983251000000003</c:v>
                </c:pt>
                <c:pt idx="580">
                  <c:v>66.252358999999998</c:v>
                </c:pt>
                <c:pt idx="581">
                  <c:v>67.308916999999994</c:v>
                </c:pt>
                <c:pt idx="582">
                  <c:v>70.250780000000006</c:v>
                </c:pt>
                <c:pt idx="583">
                  <c:v>75.867766000000003</c:v>
                </c:pt>
                <c:pt idx="584">
                  <c:v>77.597904</c:v>
                </c:pt>
                <c:pt idx="585">
                  <c:v>77.597908000000004</c:v>
                </c:pt>
                <c:pt idx="586">
                  <c:v>78.732457999999994</c:v>
                </c:pt>
                <c:pt idx="587">
                  <c:v>78.732457999999994</c:v>
                </c:pt>
                <c:pt idx="588">
                  <c:v>78.732457999999994</c:v>
                </c:pt>
                <c:pt idx="589">
                  <c:v>80.923567000000006</c:v>
                </c:pt>
                <c:pt idx="590">
                  <c:v>83.192674999999994</c:v>
                </c:pt>
                <c:pt idx="591">
                  <c:v>83.192674999999994</c:v>
                </c:pt>
                <c:pt idx="592">
                  <c:v>83.192678999999998</c:v>
                </c:pt>
                <c:pt idx="593">
                  <c:v>86.751508999999999</c:v>
                </c:pt>
                <c:pt idx="594">
                  <c:v>88.347865999999996</c:v>
                </c:pt>
                <c:pt idx="595">
                  <c:v>88.34787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88.903864999999996</c:v>
                </c:pt>
                <c:pt idx="615">
                  <c:v>87.970551999999998</c:v>
                </c:pt>
                <c:pt idx="616">
                  <c:v>87.281880000000001</c:v>
                </c:pt>
                <c:pt idx="617">
                  <c:v>86.593209000000002</c:v>
                </c:pt>
                <c:pt idx="618">
                  <c:v>86.317740000000001</c:v>
                </c:pt>
                <c:pt idx="619">
                  <c:v>86.273443999999998</c:v>
                </c:pt>
                <c:pt idx="620">
                  <c:v>85.608993999999996</c:v>
                </c:pt>
                <c:pt idx="621">
                  <c:v>84.423564999999996</c:v>
                </c:pt>
                <c:pt idx="622">
                  <c:v>83.586500999999998</c:v>
                </c:pt>
                <c:pt idx="623">
                  <c:v>83.586500999999998</c:v>
                </c:pt>
                <c:pt idx="624">
                  <c:v>83.049035000000003</c:v>
                </c:pt>
                <c:pt idx="625">
                  <c:v>82.102401</c:v>
                </c:pt>
                <c:pt idx="626">
                  <c:v>80.870096000000004</c:v>
                </c:pt>
                <c:pt idx="627">
                  <c:v>80.175257000000002</c:v>
                </c:pt>
                <c:pt idx="628">
                  <c:v>79.537924000000004</c:v>
                </c:pt>
                <c:pt idx="629">
                  <c:v>78.951820999999995</c:v>
                </c:pt>
                <c:pt idx="630">
                  <c:v>77.745564999999999</c:v>
                </c:pt>
                <c:pt idx="631">
                  <c:v>76.812824000000006</c:v>
                </c:pt>
                <c:pt idx="632">
                  <c:v>76.151326999999995</c:v>
                </c:pt>
                <c:pt idx="633">
                  <c:v>75.531175000000005</c:v>
                </c:pt>
                <c:pt idx="634">
                  <c:v>74.911022000000003</c:v>
                </c:pt>
                <c:pt idx="635">
                  <c:v>74.332212999999996</c:v>
                </c:pt>
                <c:pt idx="636">
                  <c:v>74.332212999999996</c:v>
                </c:pt>
                <c:pt idx="637">
                  <c:v>73.863330000000005</c:v>
                </c:pt>
                <c:pt idx="638">
                  <c:v>73.348595000000003</c:v>
                </c:pt>
                <c:pt idx="639">
                  <c:v>72.882776000000007</c:v>
                </c:pt>
                <c:pt idx="640">
                  <c:v>71.987799999999993</c:v>
                </c:pt>
                <c:pt idx="641">
                  <c:v>71.249821999999995</c:v>
                </c:pt>
                <c:pt idx="642">
                  <c:v>70.094190999999995</c:v>
                </c:pt>
                <c:pt idx="643">
                  <c:v>69.533439000000001</c:v>
                </c:pt>
                <c:pt idx="644">
                  <c:v>68.776793999999995</c:v>
                </c:pt>
                <c:pt idx="645">
                  <c:v>68.039469999999994</c:v>
                </c:pt>
                <c:pt idx="646">
                  <c:v>67.469942000000003</c:v>
                </c:pt>
                <c:pt idx="647">
                  <c:v>66.682132999999993</c:v>
                </c:pt>
                <c:pt idx="648">
                  <c:v>65.998800000000003</c:v>
                </c:pt>
                <c:pt idx="649">
                  <c:v>64.760602000000006</c:v>
                </c:pt>
                <c:pt idx="650">
                  <c:v>63.777968999999999</c:v>
                </c:pt>
                <c:pt idx="651">
                  <c:v>63.265469000000003</c:v>
                </c:pt>
                <c:pt idx="652">
                  <c:v>61.658408999999999</c:v>
                </c:pt>
                <c:pt idx="653">
                  <c:v>60.719287000000001</c:v>
                </c:pt>
                <c:pt idx="654">
                  <c:v>60.054837999999997</c:v>
                </c:pt>
                <c:pt idx="655">
                  <c:v>59.833354999999997</c:v>
                </c:pt>
                <c:pt idx="656">
                  <c:v>59.221203000000003</c:v>
                </c:pt>
                <c:pt idx="657">
                  <c:v>61.094281000000002</c:v>
                </c:pt>
                <c:pt idx="658">
                  <c:v>64.497944000000004</c:v>
                </c:pt>
                <c:pt idx="659">
                  <c:v>69.116198999999995</c:v>
                </c:pt>
                <c:pt idx="660">
                  <c:v>75.923524</c:v>
                </c:pt>
                <c:pt idx="661">
                  <c:v>78.192632000000003</c:v>
                </c:pt>
                <c:pt idx="662">
                  <c:v>78.192632000000003</c:v>
                </c:pt>
                <c:pt idx="663">
                  <c:v>78.192632000000003</c:v>
                </c:pt>
                <c:pt idx="664">
                  <c:v>78.192632000000003</c:v>
                </c:pt>
                <c:pt idx="665">
                  <c:v>81.596294</c:v>
                </c:pt>
                <c:pt idx="666">
                  <c:v>81.596298000000004</c:v>
                </c:pt>
                <c:pt idx="667">
                  <c:v>81.596298000000004</c:v>
                </c:pt>
                <c:pt idx="668">
                  <c:v>81.596298000000004</c:v>
                </c:pt>
                <c:pt idx="669">
                  <c:v>81.596298000000004</c:v>
                </c:pt>
                <c:pt idx="670">
                  <c:v>81.596301999999994</c:v>
                </c:pt>
                <c:pt idx="671">
                  <c:v>81.596305999999998</c:v>
                </c:pt>
                <c:pt idx="672">
                  <c:v>82.730872000000005</c:v>
                </c:pt>
                <c:pt idx="673">
                  <c:v>82.730872000000005</c:v>
                </c:pt>
                <c:pt idx="674">
                  <c:v>82.730872000000005</c:v>
                </c:pt>
                <c:pt idx="675">
                  <c:v>83.865425999999999</c:v>
                </c:pt>
                <c:pt idx="676">
                  <c:v>83.865425999999999</c:v>
                </c:pt>
                <c:pt idx="677">
                  <c:v>83.865425999999999</c:v>
                </c:pt>
                <c:pt idx="678">
                  <c:v>83.865425999999999</c:v>
                </c:pt>
                <c:pt idx="679">
                  <c:v>84.999979999999994</c:v>
                </c:pt>
                <c:pt idx="680">
                  <c:v>84.999983999999998</c:v>
                </c:pt>
                <c:pt idx="681">
                  <c:v>87.269088999999994</c:v>
                </c:pt>
                <c:pt idx="682">
                  <c:v>89.538196999999997</c:v>
                </c:pt>
                <c:pt idx="683">
                  <c:v>89.538196999999997</c:v>
                </c:pt>
                <c:pt idx="684">
                  <c:v>89.538196999999997</c:v>
                </c:pt>
                <c:pt idx="685">
                  <c:v>89.538196999999997</c:v>
                </c:pt>
                <c:pt idx="686">
                  <c:v>89.538196999999997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B9B-4543-B5BE-3031B49CFBE9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Data'!$F$2:$F$699</c:f>
              <c:numCache>
                <c:formatCode>0</c:formatCode>
                <c:ptCount val="698"/>
                <c:pt idx="0">
                  <c:v>77.433000000000007</c:v>
                </c:pt>
                <c:pt idx="1">
                  <c:v>79.613716999999994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81.699171000000007</c:v>
                </c:pt>
                <c:pt idx="10">
                  <c:v>81.699171000000007</c:v>
                </c:pt>
                <c:pt idx="11">
                  <c:v>81.699171000000007</c:v>
                </c:pt>
                <c:pt idx="12">
                  <c:v>81.699171000000007</c:v>
                </c:pt>
                <c:pt idx="13">
                  <c:v>81.699171000000007</c:v>
                </c:pt>
                <c:pt idx="14">
                  <c:v>86.509426000000005</c:v>
                </c:pt>
                <c:pt idx="15">
                  <c:v>86.509433000000001</c:v>
                </c:pt>
                <c:pt idx="16">
                  <c:v>86.509433000000001</c:v>
                </c:pt>
                <c:pt idx="17">
                  <c:v>86.509433000000001</c:v>
                </c:pt>
                <c:pt idx="18">
                  <c:v>89.999967999999996</c:v>
                </c:pt>
                <c:pt idx="19">
                  <c:v>89.999967999999996</c:v>
                </c:pt>
                <c:pt idx="20">
                  <c:v>89.999967999999996</c:v>
                </c:pt>
                <c:pt idx="21">
                  <c:v>89.999967999999996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89.999976000000004</c:v>
                </c:pt>
                <c:pt idx="27">
                  <c:v>89.999976000000004</c:v>
                </c:pt>
                <c:pt idx="28">
                  <c:v>89.999976000000004</c:v>
                </c:pt>
                <c:pt idx="29">
                  <c:v>87.429399000000004</c:v>
                </c:pt>
                <c:pt idx="30">
                  <c:v>86.216328000000004</c:v>
                </c:pt>
                <c:pt idx="31">
                  <c:v>85.003258000000002</c:v>
                </c:pt>
                <c:pt idx="32">
                  <c:v>84.032802000000004</c:v>
                </c:pt>
                <c:pt idx="33">
                  <c:v>83.914184000000006</c:v>
                </c:pt>
                <c:pt idx="34">
                  <c:v>83.914184000000006</c:v>
                </c:pt>
                <c:pt idx="35">
                  <c:v>83.914184000000006</c:v>
                </c:pt>
                <c:pt idx="36">
                  <c:v>83.914184000000006</c:v>
                </c:pt>
                <c:pt idx="37">
                  <c:v>83.914184000000006</c:v>
                </c:pt>
                <c:pt idx="38">
                  <c:v>83.914184000000006</c:v>
                </c:pt>
                <c:pt idx="39">
                  <c:v>83.914184000000006</c:v>
                </c:pt>
                <c:pt idx="40">
                  <c:v>83.914184000000006</c:v>
                </c:pt>
                <c:pt idx="41">
                  <c:v>83.914184000000006</c:v>
                </c:pt>
                <c:pt idx="42">
                  <c:v>83.914184000000006</c:v>
                </c:pt>
                <c:pt idx="43">
                  <c:v>82.740244000000004</c:v>
                </c:pt>
                <c:pt idx="44">
                  <c:v>84.538184999999999</c:v>
                </c:pt>
                <c:pt idx="45">
                  <c:v>84.538184999999999</c:v>
                </c:pt>
                <c:pt idx="46">
                  <c:v>84.538184999999999</c:v>
                </c:pt>
                <c:pt idx="47">
                  <c:v>84.538184999999999</c:v>
                </c:pt>
                <c:pt idx="48">
                  <c:v>84.538184999999999</c:v>
                </c:pt>
                <c:pt idx="49">
                  <c:v>85.461607999999998</c:v>
                </c:pt>
                <c:pt idx="50">
                  <c:v>85.461607999999998</c:v>
                </c:pt>
                <c:pt idx="51">
                  <c:v>85.461607999999998</c:v>
                </c:pt>
                <c:pt idx="52">
                  <c:v>85.461607999999998</c:v>
                </c:pt>
                <c:pt idx="53">
                  <c:v>85.461607999999998</c:v>
                </c:pt>
                <c:pt idx="54">
                  <c:v>85.461607999999998</c:v>
                </c:pt>
                <c:pt idx="55">
                  <c:v>85.461607999999998</c:v>
                </c:pt>
                <c:pt idx="56">
                  <c:v>85.461607999999998</c:v>
                </c:pt>
                <c:pt idx="57">
                  <c:v>87.730716000000001</c:v>
                </c:pt>
                <c:pt idx="58">
                  <c:v>87.730716000000001</c:v>
                </c:pt>
                <c:pt idx="59">
                  <c:v>87.730716000000001</c:v>
                </c:pt>
                <c:pt idx="60">
                  <c:v>87.730716000000001</c:v>
                </c:pt>
                <c:pt idx="61">
                  <c:v>87.730716000000001</c:v>
                </c:pt>
                <c:pt idx="62">
                  <c:v>87.730716000000001</c:v>
                </c:pt>
                <c:pt idx="63">
                  <c:v>89.999953000000005</c:v>
                </c:pt>
                <c:pt idx="64">
                  <c:v>89.999960999999999</c:v>
                </c:pt>
                <c:pt idx="65">
                  <c:v>89.999960999999999</c:v>
                </c:pt>
                <c:pt idx="66">
                  <c:v>89.999960999999999</c:v>
                </c:pt>
                <c:pt idx="67">
                  <c:v>89.999960999999999</c:v>
                </c:pt>
                <c:pt idx="68">
                  <c:v>89.999960999999999</c:v>
                </c:pt>
                <c:pt idx="69">
                  <c:v>89.999960999999999</c:v>
                </c:pt>
                <c:pt idx="70">
                  <c:v>89.999960999999999</c:v>
                </c:pt>
                <c:pt idx="71">
                  <c:v>89.999960999999999</c:v>
                </c:pt>
                <c:pt idx="72">
                  <c:v>89.999960999999999</c:v>
                </c:pt>
                <c:pt idx="73">
                  <c:v>89.999960999999999</c:v>
                </c:pt>
                <c:pt idx="74">
                  <c:v>89.999960999999999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87.188522000000006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87.188522000000006</c:v>
                </c:pt>
                <c:pt idx="147">
                  <c:v>87.188522000000006</c:v>
                </c:pt>
                <c:pt idx="148">
                  <c:v>87.188522000000006</c:v>
                </c:pt>
                <c:pt idx="149">
                  <c:v>87.188522000000006</c:v>
                </c:pt>
                <c:pt idx="150">
                  <c:v>87.188522000000006</c:v>
                </c:pt>
                <c:pt idx="151">
                  <c:v>87.188522000000006</c:v>
                </c:pt>
                <c:pt idx="152">
                  <c:v>87.188522000000006</c:v>
                </c:pt>
                <c:pt idx="153">
                  <c:v>87.188522000000006</c:v>
                </c:pt>
                <c:pt idx="154">
                  <c:v>87.188522000000006</c:v>
                </c:pt>
                <c:pt idx="155">
                  <c:v>87.188522000000006</c:v>
                </c:pt>
                <c:pt idx="156">
                  <c:v>87.188522000000006</c:v>
                </c:pt>
                <c:pt idx="157">
                  <c:v>87.188522000000006</c:v>
                </c:pt>
                <c:pt idx="158">
                  <c:v>87.188522000000006</c:v>
                </c:pt>
                <c:pt idx="159">
                  <c:v>87.188522000000006</c:v>
                </c:pt>
                <c:pt idx="160">
                  <c:v>87.188522000000006</c:v>
                </c:pt>
                <c:pt idx="161">
                  <c:v>88.867299000000003</c:v>
                </c:pt>
                <c:pt idx="162">
                  <c:v>88.867305999999999</c:v>
                </c:pt>
                <c:pt idx="163">
                  <c:v>88.867313999999993</c:v>
                </c:pt>
                <c:pt idx="164">
                  <c:v>88.867321000000004</c:v>
                </c:pt>
                <c:pt idx="165">
                  <c:v>88.867321000000004</c:v>
                </c:pt>
                <c:pt idx="166">
                  <c:v>88.867321000000004</c:v>
                </c:pt>
                <c:pt idx="167">
                  <c:v>88.867321000000004</c:v>
                </c:pt>
                <c:pt idx="168">
                  <c:v>88.867321000000004</c:v>
                </c:pt>
                <c:pt idx="169">
                  <c:v>88.867321000000004</c:v>
                </c:pt>
                <c:pt idx="170">
                  <c:v>89.999967999999996</c:v>
                </c:pt>
                <c:pt idx="171">
                  <c:v>89.999967999999996</c:v>
                </c:pt>
                <c:pt idx="172">
                  <c:v>89.999967999999996</c:v>
                </c:pt>
                <c:pt idx="173">
                  <c:v>89.999967999999996</c:v>
                </c:pt>
                <c:pt idx="174">
                  <c:v>89.999967999999996</c:v>
                </c:pt>
                <c:pt idx="175">
                  <c:v>89.999967999999996</c:v>
                </c:pt>
                <c:pt idx="176">
                  <c:v>89.999967999999996</c:v>
                </c:pt>
                <c:pt idx="177">
                  <c:v>89.999967999999996</c:v>
                </c:pt>
                <c:pt idx="178">
                  <c:v>89.999967999999996</c:v>
                </c:pt>
                <c:pt idx="179">
                  <c:v>89.999967999999996</c:v>
                </c:pt>
                <c:pt idx="180">
                  <c:v>89.999967999999996</c:v>
                </c:pt>
                <c:pt idx="181">
                  <c:v>89.999967999999996</c:v>
                </c:pt>
                <c:pt idx="182">
                  <c:v>89.999967999999996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90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87.106891000000005</c:v>
                </c:pt>
                <c:pt idx="238">
                  <c:v>87.106891000000005</c:v>
                </c:pt>
                <c:pt idx="239">
                  <c:v>87.106891000000005</c:v>
                </c:pt>
                <c:pt idx="240">
                  <c:v>87.106891000000005</c:v>
                </c:pt>
                <c:pt idx="241">
                  <c:v>87.106891000000005</c:v>
                </c:pt>
                <c:pt idx="242">
                  <c:v>87.106891000000005</c:v>
                </c:pt>
                <c:pt idx="243">
                  <c:v>87.106891000000005</c:v>
                </c:pt>
                <c:pt idx="244">
                  <c:v>87.106891000000005</c:v>
                </c:pt>
                <c:pt idx="245">
                  <c:v>87.106891000000005</c:v>
                </c:pt>
                <c:pt idx="246">
                  <c:v>87.106891000000005</c:v>
                </c:pt>
                <c:pt idx="247">
                  <c:v>87.106891000000005</c:v>
                </c:pt>
                <c:pt idx="248">
                  <c:v>87.106891000000005</c:v>
                </c:pt>
                <c:pt idx="249">
                  <c:v>87.106891000000005</c:v>
                </c:pt>
                <c:pt idx="250">
                  <c:v>87.106891000000005</c:v>
                </c:pt>
                <c:pt idx="251">
                  <c:v>87.106891000000005</c:v>
                </c:pt>
                <c:pt idx="252">
                  <c:v>87.106891000000005</c:v>
                </c:pt>
                <c:pt idx="253">
                  <c:v>87.106891000000005</c:v>
                </c:pt>
                <c:pt idx="254">
                  <c:v>87.106891000000005</c:v>
                </c:pt>
                <c:pt idx="255">
                  <c:v>87.106891000000005</c:v>
                </c:pt>
                <c:pt idx="256">
                  <c:v>87.106891000000005</c:v>
                </c:pt>
                <c:pt idx="257">
                  <c:v>87.106891000000005</c:v>
                </c:pt>
                <c:pt idx="258">
                  <c:v>87.106891000000005</c:v>
                </c:pt>
                <c:pt idx="259">
                  <c:v>87.106891000000005</c:v>
                </c:pt>
                <c:pt idx="260">
                  <c:v>87.106891000000005</c:v>
                </c:pt>
                <c:pt idx="261">
                  <c:v>87.106891000000005</c:v>
                </c:pt>
                <c:pt idx="262">
                  <c:v>87.106891000000005</c:v>
                </c:pt>
                <c:pt idx="263">
                  <c:v>87.106891000000005</c:v>
                </c:pt>
                <c:pt idx="264">
                  <c:v>89.604151999999999</c:v>
                </c:pt>
                <c:pt idx="265">
                  <c:v>89.604151999999999</c:v>
                </c:pt>
                <c:pt idx="266">
                  <c:v>89.604151999999999</c:v>
                </c:pt>
                <c:pt idx="267">
                  <c:v>89.604151999999999</c:v>
                </c:pt>
                <c:pt idx="268">
                  <c:v>89.604151999999999</c:v>
                </c:pt>
                <c:pt idx="269">
                  <c:v>89.604151999999999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87.914658000000003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87.188522000000006</c:v>
                </c:pt>
                <c:pt idx="340">
                  <c:v>87.188522000000006</c:v>
                </c:pt>
                <c:pt idx="341">
                  <c:v>87.188522000000006</c:v>
                </c:pt>
                <c:pt idx="342">
                  <c:v>87.188522000000006</c:v>
                </c:pt>
                <c:pt idx="343">
                  <c:v>87.188522000000006</c:v>
                </c:pt>
                <c:pt idx="344">
                  <c:v>87.188522000000006</c:v>
                </c:pt>
                <c:pt idx="345">
                  <c:v>87.188522000000006</c:v>
                </c:pt>
                <c:pt idx="346">
                  <c:v>87.188522000000006</c:v>
                </c:pt>
                <c:pt idx="347">
                  <c:v>87.188522000000006</c:v>
                </c:pt>
                <c:pt idx="348">
                  <c:v>87.188522000000006</c:v>
                </c:pt>
                <c:pt idx="349">
                  <c:v>88.704003</c:v>
                </c:pt>
                <c:pt idx="350">
                  <c:v>88.704009999999997</c:v>
                </c:pt>
                <c:pt idx="351">
                  <c:v>88.704018000000005</c:v>
                </c:pt>
                <c:pt idx="352">
                  <c:v>88.704025000000001</c:v>
                </c:pt>
                <c:pt idx="353">
                  <c:v>88.704025000000001</c:v>
                </c:pt>
                <c:pt idx="354">
                  <c:v>88.704025000000001</c:v>
                </c:pt>
                <c:pt idx="355">
                  <c:v>88.704025000000001</c:v>
                </c:pt>
                <c:pt idx="356">
                  <c:v>88.704025000000001</c:v>
                </c:pt>
                <c:pt idx="357">
                  <c:v>88.867299000000003</c:v>
                </c:pt>
                <c:pt idx="358">
                  <c:v>89.999930000000006</c:v>
                </c:pt>
                <c:pt idx="359">
                  <c:v>89.999938</c:v>
                </c:pt>
                <c:pt idx="360">
                  <c:v>89.999944999999997</c:v>
                </c:pt>
                <c:pt idx="361">
                  <c:v>89.999944999999997</c:v>
                </c:pt>
                <c:pt idx="362">
                  <c:v>89.999944999999997</c:v>
                </c:pt>
                <c:pt idx="363">
                  <c:v>89.999944999999997</c:v>
                </c:pt>
                <c:pt idx="364">
                  <c:v>89.999944999999997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87.188522000000006</c:v>
                </c:pt>
                <c:pt idx="429">
                  <c:v>87.188522000000006</c:v>
                </c:pt>
                <c:pt idx="430">
                  <c:v>87.188522000000006</c:v>
                </c:pt>
                <c:pt idx="431">
                  <c:v>87.188522000000006</c:v>
                </c:pt>
                <c:pt idx="432">
                  <c:v>87.188522000000006</c:v>
                </c:pt>
                <c:pt idx="433">
                  <c:v>87.188522000000006</c:v>
                </c:pt>
                <c:pt idx="434">
                  <c:v>87.188522000000006</c:v>
                </c:pt>
                <c:pt idx="435">
                  <c:v>87.188522000000006</c:v>
                </c:pt>
                <c:pt idx="436">
                  <c:v>87.188522000000006</c:v>
                </c:pt>
                <c:pt idx="437">
                  <c:v>87.188522000000006</c:v>
                </c:pt>
                <c:pt idx="438">
                  <c:v>87.188522000000006</c:v>
                </c:pt>
                <c:pt idx="439">
                  <c:v>87.188522000000006</c:v>
                </c:pt>
                <c:pt idx="440">
                  <c:v>87.188522000000006</c:v>
                </c:pt>
                <c:pt idx="441">
                  <c:v>87.188522000000006</c:v>
                </c:pt>
                <c:pt idx="442">
                  <c:v>87.188522000000006</c:v>
                </c:pt>
                <c:pt idx="443">
                  <c:v>87.188522000000006</c:v>
                </c:pt>
                <c:pt idx="444">
                  <c:v>87.188522000000006</c:v>
                </c:pt>
                <c:pt idx="445">
                  <c:v>87.188522000000006</c:v>
                </c:pt>
                <c:pt idx="446">
                  <c:v>87.188522000000006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B9B-4543-B5BE-3031B49CFB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1E-4</c:v>
                </c:pt>
                <c:pt idx="5">
                  <c:v>1E-4</c:v>
                </c:pt>
                <c:pt idx="6">
                  <c:v>5.1069740000000001</c:v>
                </c:pt>
                <c:pt idx="7">
                  <c:v>5.1069740000000001</c:v>
                </c:pt>
                <c:pt idx="8">
                  <c:v>114.893226</c:v>
                </c:pt>
                <c:pt idx="9">
                  <c:v>114.893226</c:v>
                </c:pt>
                <c:pt idx="10">
                  <c:v>98.284668999999994</c:v>
                </c:pt>
                <c:pt idx="11">
                  <c:v>98.284668999999994</c:v>
                </c:pt>
                <c:pt idx="12">
                  <c:v>0</c:v>
                </c:pt>
                <c:pt idx="13">
                  <c:v>0</c:v>
                </c:pt>
                <c:pt idx="14">
                  <c:v>120.0001</c:v>
                </c:pt>
                <c:pt idx="15">
                  <c:v>120.0001</c:v>
                </c:pt>
                <c:pt idx="16">
                  <c:v>159.790155</c:v>
                </c:pt>
                <c:pt idx="17">
                  <c:v>159.790155</c:v>
                </c:pt>
                <c:pt idx="18">
                  <c:v>150.0001</c:v>
                </c:pt>
                <c:pt idx="19">
                  <c:v>150.0001</c:v>
                </c:pt>
                <c:pt idx="20">
                  <c:v>142.85866799999999</c:v>
                </c:pt>
                <c:pt idx="21">
                  <c:v>142.85866799999999</c:v>
                </c:pt>
                <c:pt idx="22">
                  <c:v>120</c:v>
                </c:pt>
                <c:pt idx="23">
                  <c:v>120</c:v>
                </c:pt>
                <c:pt idx="24">
                  <c:v>244.16245900000001</c:v>
                </c:pt>
                <c:pt idx="25">
                  <c:v>244.16245900000001</c:v>
                </c:pt>
                <c:pt idx="26">
                  <c:v>258.29759799999999</c:v>
                </c:pt>
                <c:pt idx="27">
                  <c:v>258.29759799999999</c:v>
                </c:pt>
                <c:pt idx="28">
                  <c:v>264.84437100000002</c:v>
                </c:pt>
                <c:pt idx="29">
                  <c:v>264.84437100000002</c:v>
                </c:pt>
                <c:pt idx="30">
                  <c:v>420.00009999999997</c:v>
                </c:pt>
                <c:pt idx="31">
                  <c:v>420.00009999999997</c:v>
                </c:pt>
                <c:pt idx="32">
                  <c:v>420.00009999999997</c:v>
                </c:pt>
                <c:pt idx="33">
                  <c:v>420.00009999999997</c:v>
                </c:pt>
                <c:pt idx="34">
                  <c:v>369.44159999999999</c:v>
                </c:pt>
                <c:pt idx="35">
                  <c:v>369.44159999999999</c:v>
                </c:pt>
                <c:pt idx="36">
                  <c:v>420.00009999999997</c:v>
                </c:pt>
                <c:pt idx="37">
                  <c:v>420.00009999999997</c:v>
                </c:pt>
                <c:pt idx="38">
                  <c:v>655.68070799999998</c:v>
                </c:pt>
                <c:pt idx="39">
                  <c:v>655.68070799999998</c:v>
                </c:pt>
                <c:pt idx="40">
                  <c:v>653.25526500000001</c:v>
                </c:pt>
                <c:pt idx="41">
                  <c:v>653.25526500000001</c:v>
                </c:pt>
                <c:pt idx="42">
                  <c:v>792.21084699999994</c:v>
                </c:pt>
                <c:pt idx="43">
                  <c:v>792.21084699999994</c:v>
                </c:pt>
                <c:pt idx="44">
                  <c:v>632.63452600000005</c:v>
                </c:pt>
                <c:pt idx="45">
                  <c:v>632.63452600000005</c:v>
                </c:pt>
                <c:pt idx="46">
                  <c:v>413.16853300000002</c:v>
                </c:pt>
                <c:pt idx="47">
                  <c:v>413.16853300000002</c:v>
                </c:pt>
                <c:pt idx="48">
                  <c:v>477.09743800000001</c:v>
                </c:pt>
                <c:pt idx="49">
                  <c:v>477.09743800000001</c:v>
                </c:pt>
                <c:pt idx="50">
                  <c:v>301.33300000000003</c:v>
                </c:pt>
                <c:pt idx="51">
                  <c:v>301.33300000000003</c:v>
                </c:pt>
                <c:pt idx="52">
                  <c:v>90</c:v>
                </c:pt>
                <c:pt idx="53">
                  <c:v>90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60</c:v>
                </c:pt>
                <c:pt idx="73">
                  <c:v>60</c:v>
                </c:pt>
                <c:pt idx="74">
                  <c:v>1E-4</c:v>
                </c:pt>
                <c:pt idx="75">
                  <c:v>1E-4</c:v>
                </c:pt>
                <c:pt idx="76">
                  <c:v>18.977516999999999</c:v>
                </c:pt>
                <c:pt idx="77">
                  <c:v>18.977516999999999</c:v>
                </c:pt>
                <c:pt idx="78">
                  <c:v>90</c:v>
                </c:pt>
                <c:pt idx="79">
                  <c:v>90</c:v>
                </c:pt>
                <c:pt idx="80">
                  <c:v>8.0721000000000007</c:v>
                </c:pt>
                <c:pt idx="81">
                  <c:v>8.0721000000000007</c:v>
                </c:pt>
                <c:pt idx="82">
                  <c:v>0</c:v>
                </c:pt>
                <c:pt idx="83">
                  <c:v>0</c:v>
                </c:pt>
                <c:pt idx="84">
                  <c:v>60</c:v>
                </c:pt>
                <c:pt idx="85">
                  <c:v>60</c:v>
                </c:pt>
                <c:pt idx="86">
                  <c:v>90</c:v>
                </c:pt>
                <c:pt idx="87">
                  <c:v>90</c:v>
                </c:pt>
                <c:pt idx="88">
                  <c:v>77.789052999999996</c:v>
                </c:pt>
                <c:pt idx="89">
                  <c:v>77.789052999999996</c:v>
                </c:pt>
                <c:pt idx="90">
                  <c:v>90.000421000000003</c:v>
                </c:pt>
                <c:pt idx="91">
                  <c:v>90.000421000000003</c:v>
                </c:pt>
                <c:pt idx="92">
                  <c:v>41.711461</c:v>
                </c:pt>
                <c:pt idx="93">
                  <c:v>41.711461</c:v>
                </c:pt>
                <c:pt idx="94">
                  <c:v>120.0001</c:v>
                </c:pt>
                <c:pt idx="95">
                  <c:v>120.0001</c:v>
                </c:pt>
                <c:pt idx="96">
                  <c:v>0</c:v>
                </c:pt>
                <c:pt idx="97">
                  <c:v>0</c:v>
                </c:pt>
                <c:pt idx="98">
                  <c:v>1E-4</c:v>
                </c:pt>
                <c:pt idx="99">
                  <c:v>1E-4</c:v>
                </c:pt>
                <c:pt idx="100">
                  <c:v>22.750050999999999</c:v>
                </c:pt>
                <c:pt idx="101">
                  <c:v>22.750050999999999</c:v>
                </c:pt>
                <c:pt idx="102">
                  <c:v>2.0000000000000001E-4</c:v>
                </c:pt>
                <c:pt idx="103">
                  <c:v>2.0000000000000001E-4</c:v>
                </c:pt>
                <c:pt idx="104">
                  <c:v>150.0001</c:v>
                </c:pt>
                <c:pt idx="105">
                  <c:v>150.0001</c:v>
                </c:pt>
                <c:pt idx="106">
                  <c:v>2.0000000000000001E-4</c:v>
                </c:pt>
                <c:pt idx="107">
                  <c:v>2.0000000000000001E-4</c:v>
                </c:pt>
                <c:pt idx="108">
                  <c:v>12.210226</c:v>
                </c:pt>
                <c:pt idx="109">
                  <c:v>12.210226</c:v>
                </c:pt>
                <c:pt idx="110">
                  <c:v>60</c:v>
                </c:pt>
                <c:pt idx="111">
                  <c:v>60</c:v>
                </c:pt>
                <c:pt idx="112">
                  <c:v>65.219375999999997</c:v>
                </c:pt>
                <c:pt idx="113">
                  <c:v>65.219375999999997</c:v>
                </c:pt>
                <c:pt idx="114">
                  <c:v>60</c:v>
                </c:pt>
                <c:pt idx="115">
                  <c:v>60</c:v>
                </c:pt>
                <c:pt idx="116">
                  <c:v>60</c:v>
                </c:pt>
                <c:pt idx="117">
                  <c:v>60</c:v>
                </c:pt>
                <c:pt idx="118">
                  <c:v>86.614863</c:v>
                </c:pt>
                <c:pt idx="119">
                  <c:v>86.614863</c:v>
                </c:pt>
                <c:pt idx="120">
                  <c:v>121.005566</c:v>
                </c:pt>
                <c:pt idx="121">
                  <c:v>121.005566</c:v>
                </c:pt>
                <c:pt idx="122">
                  <c:v>2.9999999999999997E-4</c:v>
                </c:pt>
                <c:pt idx="123">
                  <c:v>2.9999999999999997E-4</c:v>
                </c:pt>
                <c:pt idx="124">
                  <c:v>30.0002</c:v>
                </c:pt>
                <c:pt idx="125">
                  <c:v>30.0002</c:v>
                </c:pt>
                <c:pt idx="126">
                  <c:v>89.999679</c:v>
                </c:pt>
                <c:pt idx="127">
                  <c:v>89.999679</c:v>
                </c:pt>
                <c:pt idx="128">
                  <c:v>37.220557999999997</c:v>
                </c:pt>
                <c:pt idx="129">
                  <c:v>37.220557999999997</c:v>
                </c:pt>
                <c:pt idx="130">
                  <c:v>90</c:v>
                </c:pt>
                <c:pt idx="131">
                  <c:v>90</c:v>
                </c:pt>
                <c:pt idx="132">
                  <c:v>72.209905000000006</c:v>
                </c:pt>
                <c:pt idx="133">
                  <c:v>72.209905000000006</c:v>
                </c:pt>
                <c:pt idx="134">
                  <c:v>98.072000000000003</c:v>
                </c:pt>
                <c:pt idx="135">
                  <c:v>98.072000000000003</c:v>
                </c:pt>
                <c:pt idx="136">
                  <c:v>70.763000000000005</c:v>
                </c:pt>
                <c:pt idx="137">
                  <c:v>70.763000000000005</c:v>
                </c:pt>
                <c:pt idx="138">
                  <c:v>26.748479</c:v>
                </c:pt>
                <c:pt idx="139">
                  <c:v>26.748479</c:v>
                </c:pt>
                <c:pt idx="140">
                  <c:v>33.250999999999998</c:v>
                </c:pt>
                <c:pt idx="141">
                  <c:v>33.250999999999998</c:v>
                </c:pt>
                <c:pt idx="142">
                  <c:v>30</c:v>
                </c:pt>
                <c:pt idx="143">
                  <c:v>30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4.1388470000000002</c:v>
                </c:pt>
                <c:pt idx="153">
                  <c:v>4.1388470000000002</c:v>
                </c:pt>
                <c:pt idx="154">
                  <c:v>0</c:v>
                </c:pt>
                <c:pt idx="155">
                  <c:v>0</c:v>
                </c:pt>
                <c:pt idx="156">
                  <c:v>60</c:v>
                </c:pt>
                <c:pt idx="157">
                  <c:v>60</c:v>
                </c:pt>
                <c:pt idx="158">
                  <c:v>28.097816000000002</c:v>
                </c:pt>
                <c:pt idx="159">
                  <c:v>28.097816000000002</c:v>
                </c:pt>
                <c:pt idx="160">
                  <c:v>60</c:v>
                </c:pt>
                <c:pt idx="161">
                  <c:v>60</c:v>
                </c:pt>
                <c:pt idx="162">
                  <c:v>60</c:v>
                </c:pt>
                <c:pt idx="163">
                  <c:v>60</c:v>
                </c:pt>
                <c:pt idx="164">
                  <c:v>1E-4</c:v>
                </c:pt>
                <c:pt idx="165">
                  <c:v>1E-4</c:v>
                </c:pt>
                <c:pt idx="166">
                  <c:v>15.998929</c:v>
                </c:pt>
                <c:pt idx="167">
                  <c:v>15.998929</c:v>
                </c:pt>
                <c:pt idx="168">
                  <c:v>150</c:v>
                </c:pt>
                <c:pt idx="169">
                  <c:v>150</c:v>
                </c:pt>
                <c:pt idx="170">
                  <c:v>90</c:v>
                </c:pt>
                <c:pt idx="171">
                  <c:v>90</c:v>
                </c:pt>
                <c:pt idx="172">
                  <c:v>60</c:v>
                </c:pt>
                <c:pt idx="173">
                  <c:v>60</c:v>
                </c:pt>
                <c:pt idx="174">
                  <c:v>0</c:v>
                </c:pt>
                <c:pt idx="175">
                  <c:v>0</c:v>
                </c:pt>
                <c:pt idx="176">
                  <c:v>192.210947</c:v>
                </c:pt>
                <c:pt idx="177">
                  <c:v>192.210947</c:v>
                </c:pt>
                <c:pt idx="178">
                  <c:v>222.21042600000001</c:v>
                </c:pt>
                <c:pt idx="179">
                  <c:v>222.21042600000001</c:v>
                </c:pt>
                <c:pt idx="180">
                  <c:v>60.000100000000003</c:v>
                </c:pt>
                <c:pt idx="181">
                  <c:v>60.000100000000003</c:v>
                </c:pt>
                <c:pt idx="182">
                  <c:v>60</c:v>
                </c:pt>
                <c:pt idx="183">
                  <c:v>60</c:v>
                </c:pt>
                <c:pt idx="184">
                  <c:v>210.00084200000001</c:v>
                </c:pt>
                <c:pt idx="185">
                  <c:v>210.00084200000001</c:v>
                </c:pt>
                <c:pt idx="186">
                  <c:v>509.99957899999998</c:v>
                </c:pt>
                <c:pt idx="187">
                  <c:v>509.99957899999998</c:v>
                </c:pt>
                <c:pt idx="188">
                  <c:v>320.88766099999998</c:v>
                </c:pt>
                <c:pt idx="189">
                  <c:v>320.88766099999998</c:v>
                </c:pt>
                <c:pt idx="190">
                  <c:v>629.24072899999999</c:v>
                </c:pt>
                <c:pt idx="191">
                  <c:v>629.24072899999999</c:v>
                </c:pt>
                <c:pt idx="192">
                  <c:v>445.83744100000001</c:v>
                </c:pt>
                <c:pt idx="193">
                  <c:v>445.83744100000001</c:v>
                </c:pt>
                <c:pt idx="194">
                  <c:v>367.80502899999999</c:v>
                </c:pt>
                <c:pt idx="195">
                  <c:v>367.80502899999999</c:v>
                </c:pt>
                <c:pt idx="196">
                  <c:v>677.97688600000004</c:v>
                </c:pt>
                <c:pt idx="197">
                  <c:v>677.97688600000004</c:v>
                </c:pt>
                <c:pt idx="198">
                  <c:v>630.00019999999995</c:v>
                </c:pt>
                <c:pt idx="199">
                  <c:v>630.00019999999995</c:v>
                </c:pt>
                <c:pt idx="200">
                  <c:v>354.42281600000001</c:v>
                </c:pt>
                <c:pt idx="201">
                  <c:v>354.42281600000001</c:v>
                </c:pt>
                <c:pt idx="202">
                  <c:v>222.210847</c:v>
                </c:pt>
                <c:pt idx="203">
                  <c:v>222.210847</c:v>
                </c:pt>
                <c:pt idx="204">
                  <c:v>150.0001</c:v>
                </c:pt>
                <c:pt idx="205">
                  <c:v>150.0001</c:v>
                </c:pt>
                <c:pt idx="206">
                  <c:v>150</c:v>
                </c:pt>
                <c:pt idx="207">
                  <c:v>150</c:v>
                </c:pt>
                <c:pt idx="208">
                  <c:v>432.21136799999999</c:v>
                </c:pt>
                <c:pt idx="209">
                  <c:v>432.21136799999999</c:v>
                </c:pt>
                <c:pt idx="210">
                  <c:v>462.211547</c:v>
                </c:pt>
                <c:pt idx="211">
                  <c:v>462.211547</c:v>
                </c:pt>
                <c:pt idx="212">
                  <c:v>600</c:v>
                </c:pt>
                <c:pt idx="213">
                  <c:v>600</c:v>
                </c:pt>
                <c:pt idx="214">
                  <c:v>420.00020000000001</c:v>
                </c:pt>
                <c:pt idx="215">
                  <c:v>420.00020000000001</c:v>
                </c:pt>
                <c:pt idx="216">
                  <c:v>395.63705299999998</c:v>
                </c:pt>
                <c:pt idx="217">
                  <c:v>395.63705299999998</c:v>
                </c:pt>
                <c:pt idx="218">
                  <c:v>420.000721</c:v>
                </c:pt>
                <c:pt idx="219">
                  <c:v>420.000721</c:v>
                </c:pt>
                <c:pt idx="220">
                  <c:v>507.087919</c:v>
                </c:pt>
                <c:pt idx="221">
                  <c:v>507.087919</c:v>
                </c:pt>
                <c:pt idx="222">
                  <c:v>294.36314700000003</c:v>
                </c:pt>
                <c:pt idx="223">
                  <c:v>294.36314700000003</c:v>
                </c:pt>
                <c:pt idx="224">
                  <c:v>527.78915300000006</c:v>
                </c:pt>
                <c:pt idx="225">
                  <c:v>527.78915300000006</c:v>
                </c:pt>
                <c:pt idx="226">
                  <c:v>809.99990000000003</c:v>
                </c:pt>
                <c:pt idx="227">
                  <c:v>809.99990000000003</c:v>
                </c:pt>
                <c:pt idx="228">
                  <c:v>816.34054700000002</c:v>
                </c:pt>
                <c:pt idx="229">
                  <c:v>816.34054700000002</c:v>
                </c:pt>
                <c:pt idx="230">
                  <c:v>639.41122299999995</c:v>
                </c:pt>
                <c:pt idx="231">
                  <c:v>639.41122299999995</c:v>
                </c:pt>
                <c:pt idx="232">
                  <c:v>545.24204799999995</c:v>
                </c:pt>
                <c:pt idx="233">
                  <c:v>545.24204799999995</c:v>
                </c:pt>
                <c:pt idx="234">
                  <c:v>584.635265</c:v>
                </c:pt>
                <c:pt idx="235">
                  <c:v>584.635265</c:v>
                </c:pt>
                <c:pt idx="236">
                  <c:v>450.00042100000002</c:v>
                </c:pt>
                <c:pt idx="237">
                  <c:v>450.00042100000002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60</c:v>
                </c:pt>
                <c:pt idx="309">
                  <c:v>60</c:v>
                </c:pt>
                <c:pt idx="310">
                  <c:v>16.054034000000001</c:v>
                </c:pt>
                <c:pt idx="311">
                  <c:v>16.054034000000001</c:v>
                </c:pt>
                <c:pt idx="312">
                  <c:v>0</c:v>
                </c:pt>
                <c:pt idx="313">
                  <c:v>0</c:v>
                </c:pt>
                <c:pt idx="314">
                  <c:v>30</c:v>
                </c:pt>
                <c:pt idx="315">
                  <c:v>30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1.263E-3</c:v>
                </c:pt>
                <c:pt idx="321">
                  <c:v>1.263E-3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1E-4</c:v>
                </c:pt>
                <c:pt idx="329">
                  <c:v>1E-4</c:v>
                </c:pt>
                <c:pt idx="330">
                  <c:v>1E-4</c:v>
                </c:pt>
                <c:pt idx="331">
                  <c:v>1E-4</c:v>
                </c:pt>
                <c:pt idx="332">
                  <c:v>48.547356999999998</c:v>
                </c:pt>
                <c:pt idx="333">
                  <c:v>48.547356999999998</c:v>
                </c:pt>
                <c:pt idx="334">
                  <c:v>6.556</c:v>
                </c:pt>
                <c:pt idx="335">
                  <c:v>6.556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30</c:v>
                </c:pt>
                <c:pt idx="345">
                  <c:v>30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120</c:v>
                </c:pt>
                <c:pt idx="353">
                  <c:v>120</c:v>
                </c:pt>
                <c:pt idx="354">
                  <c:v>77.002834000000007</c:v>
                </c:pt>
                <c:pt idx="355">
                  <c:v>77.002834000000007</c:v>
                </c:pt>
                <c:pt idx="356">
                  <c:v>1E-4</c:v>
                </c:pt>
                <c:pt idx="357">
                  <c:v>1E-4</c:v>
                </c:pt>
                <c:pt idx="358">
                  <c:v>14.975806</c:v>
                </c:pt>
                <c:pt idx="359">
                  <c:v>14.975806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16.055296999999999</c:v>
                </c:pt>
                <c:pt idx="369">
                  <c:v>16.055296999999999</c:v>
                </c:pt>
                <c:pt idx="370">
                  <c:v>60</c:v>
                </c:pt>
                <c:pt idx="371">
                  <c:v>60</c:v>
                </c:pt>
                <c:pt idx="372">
                  <c:v>60</c:v>
                </c:pt>
                <c:pt idx="373">
                  <c:v>60</c:v>
                </c:pt>
                <c:pt idx="374">
                  <c:v>0</c:v>
                </c:pt>
                <c:pt idx="375">
                  <c:v>0</c:v>
                </c:pt>
                <c:pt idx="376">
                  <c:v>269.04009300000001</c:v>
                </c:pt>
                <c:pt idx="377">
                  <c:v>269.04009300000001</c:v>
                </c:pt>
                <c:pt idx="378">
                  <c:v>164.31103400000001</c:v>
                </c:pt>
                <c:pt idx="379">
                  <c:v>164.31103400000001</c:v>
                </c:pt>
                <c:pt idx="380">
                  <c:v>416.140533</c:v>
                </c:pt>
                <c:pt idx="381">
                  <c:v>416.140533</c:v>
                </c:pt>
                <c:pt idx="382">
                  <c:v>426.60855400000003</c:v>
                </c:pt>
                <c:pt idx="383">
                  <c:v>426.60855400000003</c:v>
                </c:pt>
                <c:pt idx="384">
                  <c:v>379.25664899999998</c:v>
                </c:pt>
                <c:pt idx="385">
                  <c:v>379.25664899999998</c:v>
                </c:pt>
                <c:pt idx="386">
                  <c:v>450</c:v>
                </c:pt>
                <c:pt idx="387">
                  <c:v>450</c:v>
                </c:pt>
                <c:pt idx="388">
                  <c:v>556.16393900000003</c:v>
                </c:pt>
                <c:pt idx="389">
                  <c:v>556.16393900000003</c:v>
                </c:pt>
                <c:pt idx="390">
                  <c:v>600</c:v>
                </c:pt>
                <c:pt idx="391">
                  <c:v>600</c:v>
                </c:pt>
                <c:pt idx="392">
                  <c:v>306.86843800000003</c:v>
                </c:pt>
                <c:pt idx="393">
                  <c:v>306.86843800000003</c:v>
                </c:pt>
                <c:pt idx="394">
                  <c:v>570</c:v>
                </c:pt>
                <c:pt idx="395">
                  <c:v>570</c:v>
                </c:pt>
                <c:pt idx="396">
                  <c:v>635.73087899999996</c:v>
                </c:pt>
                <c:pt idx="397">
                  <c:v>635.73087899999996</c:v>
                </c:pt>
                <c:pt idx="398">
                  <c:v>548.49151900000004</c:v>
                </c:pt>
                <c:pt idx="399">
                  <c:v>548.49151900000004</c:v>
                </c:pt>
                <c:pt idx="400">
                  <c:v>317.78957400000002</c:v>
                </c:pt>
                <c:pt idx="401">
                  <c:v>317.78957400000002</c:v>
                </c:pt>
                <c:pt idx="402">
                  <c:v>600</c:v>
                </c:pt>
                <c:pt idx="403">
                  <c:v>600</c:v>
                </c:pt>
                <c:pt idx="404">
                  <c:v>390.00009999999997</c:v>
                </c:pt>
                <c:pt idx="405">
                  <c:v>390.00009999999997</c:v>
                </c:pt>
                <c:pt idx="406">
                  <c:v>342.94755199999997</c:v>
                </c:pt>
                <c:pt idx="407">
                  <c:v>342.94755199999997</c:v>
                </c:pt>
                <c:pt idx="408">
                  <c:v>330</c:v>
                </c:pt>
                <c:pt idx="409">
                  <c:v>330</c:v>
                </c:pt>
                <c:pt idx="410">
                  <c:v>180.0001</c:v>
                </c:pt>
                <c:pt idx="411">
                  <c:v>180.0001</c:v>
                </c:pt>
                <c:pt idx="412">
                  <c:v>196.50019900000001</c:v>
                </c:pt>
                <c:pt idx="413">
                  <c:v>196.50019900000001</c:v>
                </c:pt>
                <c:pt idx="414">
                  <c:v>89.370757999999995</c:v>
                </c:pt>
                <c:pt idx="415">
                  <c:v>89.370757999999995</c:v>
                </c:pt>
                <c:pt idx="416">
                  <c:v>420.00020000000001</c:v>
                </c:pt>
                <c:pt idx="417">
                  <c:v>420.00020000000001</c:v>
                </c:pt>
                <c:pt idx="418">
                  <c:v>515.57900500000005</c:v>
                </c:pt>
                <c:pt idx="419">
                  <c:v>515.57900500000005</c:v>
                </c:pt>
                <c:pt idx="420">
                  <c:v>553.199701</c:v>
                </c:pt>
                <c:pt idx="421">
                  <c:v>553.199701</c:v>
                </c:pt>
                <c:pt idx="422">
                  <c:v>605.57800499999996</c:v>
                </c:pt>
                <c:pt idx="423">
                  <c:v>605.57800499999996</c:v>
                </c:pt>
                <c:pt idx="424">
                  <c:v>671.21643100000006</c:v>
                </c:pt>
                <c:pt idx="425">
                  <c:v>671.21643100000006</c:v>
                </c:pt>
                <c:pt idx="426">
                  <c:v>486.63264199999998</c:v>
                </c:pt>
                <c:pt idx="427">
                  <c:v>486.63264199999998</c:v>
                </c:pt>
                <c:pt idx="428">
                  <c:v>244.18514999999999</c:v>
                </c:pt>
                <c:pt idx="429">
                  <c:v>244.18514999999999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14.261786000000001</c:v>
                </c:pt>
                <c:pt idx="473">
                  <c:v>14.261786000000001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1E-4</c:v>
                </c:pt>
                <c:pt idx="487">
                  <c:v>1E-4</c:v>
                </c:pt>
                <c:pt idx="488">
                  <c:v>18.873550000000002</c:v>
                </c:pt>
                <c:pt idx="489">
                  <c:v>18.873550000000002</c:v>
                </c:pt>
                <c:pt idx="490">
                  <c:v>0</c:v>
                </c:pt>
                <c:pt idx="491">
                  <c:v>0</c:v>
                </c:pt>
                <c:pt idx="492">
                  <c:v>30</c:v>
                </c:pt>
                <c:pt idx="493">
                  <c:v>30</c:v>
                </c:pt>
                <c:pt idx="494">
                  <c:v>0</c:v>
                </c:pt>
                <c:pt idx="495">
                  <c:v>0</c:v>
                </c:pt>
                <c:pt idx="496">
                  <c:v>30</c:v>
                </c:pt>
                <c:pt idx="497">
                  <c:v>30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60</c:v>
                </c:pt>
                <c:pt idx="505">
                  <c:v>60</c:v>
                </c:pt>
                <c:pt idx="506">
                  <c:v>106.053876</c:v>
                </c:pt>
                <c:pt idx="507">
                  <c:v>106.053876</c:v>
                </c:pt>
                <c:pt idx="508">
                  <c:v>1E-4</c:v>
                </c:pt>
                <c:pt idx="509">
                  <c:v>1E-4</c:v>
                </c:pt>
                <c:pt idx="510">
                  <c:v>1E-4</c:v>
                </c:pt>
                <c:pt idx="511">
                  <c:v>1E-4</c:v>
                </c:pt>
                <c:pt idx="512">
                  <c:v>60</c:v>
                </c:pt>
                <c:pt idx="513">
                  <c:v>60</c:v>
                </c:pt>
                <c:pt idx="514">
                  <c:v>9.0816389999999991</c:v>
                </c:pt>
                <c:pt idx="515">
                  <c:v>9.0816389999999991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23.248421</c:v>
                </c:pt>
                <c:pt idx="521">
                  <c:v>23.248421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72.210947000000004</c:v>
                </c:pt>
                <c:pt idx="537">
                  <c:v>72.210947000000004</c:v>
                </c:pt>
                <c:pt idx="538">
                  <c:v>60</c:v>
                </c:pt>
                <c:pt idx="539">
                  <c:v>60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72.210526000000002</c:v>
                </c:pt>
                <c:pt idx="553">
                  <c:v>72.210526000000002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77.658573000000004</c:v>
                </c:pt>
                <c:pt idx="559">
                  <c:v>77.658573000000004</c:v>
                </c:pt>
                <c:pt idx="560">
                  <c:v>0</c:v>
                </c:pt>
                <c:pt idx="561">
                  <c:v>0</c:v>
                </c:pt>
                <c:pt idx="562">
                  <c:v>13.946897</c:v>
                </c:pt>
                <c:pt idx="563">
                  <c:v>13.946897</c:v>
                </c:pt>
                <c:pt idx="564">
                  <c:v>6.2100000000000002E-4</c:v>
                </c:pt>
                <c:pt idx="565">
                  <c:v>6.2100000000000002E-4</c:v>
                </c:pt>
                <c:pt idx="566">
                  <c:v>2.0000000000000001E-4</c:v>
                </c:pt>
                <c:pt idx="567">
                  <c:v>2.0000000000000001E-4</c:v>
                </c:pt>
                <c:pt idx="568">
                  <c:v>255.42000400000001</c:v>
                </c:pt>
                <c:pt idx="569">
                  <c:v>255.42000400000001</c:v>
                </c:pt>
                <c:pt idx="570">
                  <c:v>180</c:v>
                </c:pt>
                <c:pt idx="571">
                  <c:v>180</c:v>
                </c:pt>
                <c:pt idx="572">
                  <c:v>90.000100000000003</c:v>
                </c:pt>
                <c:pt idx="573">
                  <c:v>90.000100000000003</c:v>
                </c:pt>
                <c:pt idx="574">
                  <c:v>270</c:v>
                </c:pt>
                <c:pt idx="575">
                  <c:v>270</c:v>
                </c:pt>
                <c:pt idx="576">
                  <c:v>242.52937900000001</c:v>
                </c:pt>
                <c:pt idx="577">
                  <c:v>242.52937900000001</c:v>
                </c:pt>
                <c:pt idx="578">
                  <c:v>259.67601400000001</c:v>
                </c:pt>
                <c:pt idx="579">
                  <c:v>259.67601400000001</c:v>
                </c:pt>
                <c:pt idx="580">
                  <c:v>300</c:v>
                </c:pt>
                <c:pt idx="581">
                  <c:v>300</c:v>
                </c:pt>
                <c:pt idx="582">
                  <c:v>102.95540200000001</c:v>
                </c:pt>
                <c:pt idx="583">
                  <c:v>102.95540200000001</c:v>
                </c:pt>
                <c:pt idx="584">
                  <c:v>450.00009999999997</c:v>
                </c:pt>
                <c:pt idx="585">
                  <c:v>450.00009999999997</c:v>
                </c:pt>
                <c:pt idx="586">
                  <c:v>408.22784000000001</c:v>
                </c:pt>
                <c:pt idx="587">
                  <c:v>408.22784000000001</c:v>
                </c:pt>
                <c:pt idx="588">
                  <c:v>547.84436400000004</c:v>
                </c:pt>
                <c:pt idx="589">
                  <c:v>547.84436400000004</c:v>
                </c:pt>
                <c:pt idx="590">
                  <c:v>617.46261700000002</c:v>
                </c:pt>
                <c:pt idx="591">
                  <c:v>617.46261700000002</c:v>
                </c:pt>
                <c:pt idx="592">
                  <c:v>599.99957900000004</c:v>
                </c:pt>
                <c:pt idx="593">
                  <c:v>599.99957900000004</c:v>
                </c:pt>
                <c:pt idx="594">
                  <c:v>462.21226799999999</c:v>
                </c:pt>
                <c:pt idx="595">
                  <c:v>462.21226799999999</c:v>
                </c:pt>
                <c:pt idx="596">
                  <c:v>577.43206799999996</c:v>
                </c:pt>
                <c:pt idx="597">
                  <c:v>577.43206799999996</c:v>
                </c:pt>
                <c:pt idx="598">
                  <c:v>396.96340400000003</c:v>
                </c:pt>
                <c:pt idx="599">
                  <c:v>396.96340400000003</c:v>
                </c:pt>
                <c:pt idx="600">
                  <c:v>474.56232499999999</c:v>
                </c:pt>
                <c:pt idx="601">
                  <c:v>474.56232499999999</c:v>
                </c:pt>
                <c:pt idx="602">
                  <c:v>330.00020000000001</c:v>
                </c:pt>
                <c:pt idx="603">
                  <c:v>330.00020000000001</c:v>
                </c:pt>
                <c:pt idx="604">
                  <c:v>384.42279500000001</c:v>
                </c:pt>
                <c:pt idx="605">
                  <c:v>384.42279500000001</c:v>
                </c:pt>
                <c:pt idx="606">
                  <c:v>450.00042100000002</c:v>
                </c:pt>
                <c:pt idx="607">
                  <c:v>450.00042100000002</c:v>
                </c:pt>
                <c:pt idx="608">
                  <c:v>563.82338500000003</c:v>
                </c:pt>
                <c:pt idx="609">
                  <c:v>563.82338500000003</c:v>
                </c:pt>
                <c:pt idx="610">
                  <c:v>480.00049999999999</c:v>
                </c:pt>
                <c:pt idx="611">
                  <c:v>480.00049999999999</c:v>
                </c:pt>
                <c:pt idx="612">
                  <c:v>618.16897400000005</c:v>
                </c:pt>
                <c:pt idx="613">
                  <c:v>618.16897400000005</c:v>
                </c:pt>
                <c:pt idx="614">
                  <c:v>725.57790499999999</c:v>
                </c:pt>
                <c:pt idx="615">
                  <c:v>725.57790499999999</c:v>
                </c:pt>
                <c:pt idx="616">
                  <c:v>749.99990000000003</c:v>
                </c:pt>
                <c:pt idx="617">
                  <c:v>749.99990000000003</c:v>
                </c:pt>
                <c:pt idx="618">
                  <c:v>548.78225399999997</c:v>
                </c:pt>
                <c:pt idx="619">
                  <c:v>548.78225399999997</c:v>
                </c:pt>
                <c:pt idx="620">
                  <c:v>396.633263</c:v>
                </c:pt>
                <c:pt idx="621">
                  <c:v>396.633263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30</c:v>
                </c:pt>
                <c:pt idx="649">
                  <c:v>30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30</c:v>
                </c:pt>
                <c:pt idx="665">
                  <c:v>30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60</c:v>
                </c:pt>
                <c:pt idx="671">
                  <c:v>60</c:v>
                </c:pt>
                <c:pt idx="672">
                  <c:v>0</c:v>
                </c:pt>
                <c:pt idx="673">
                  <c:v>0</c:v>
                </c:pt>
                <c:pt idx="674">
                  <c:v>47.350279999999998</c:v>
                </c:pt>
                <c:pt idx="675">
                  <c:v>47.350279999999998</c:v>
                </c:pt>
                <c:pt idx="676">
                  <c:v>95.527972000000005</c:v>
                </c:pt>
                <c:pt idx="677">
                  <c:v>95.527972000000005</c:v>
                </c:pt>
                <c:pt idx="678">
                  <c:v>18.811730000000001</c:v>
                </c:pt>
                <c:pt idx="679">
                  <c:v>18.811730000000001</c:v>
                </c:pt>
                <c:pt idx="680">
                  <c:v>100.434498</c:v>
                </c:pt>
                <c:pt idx="681">
                  <c:v>100.434498</c:v>
                </c:pt>
                <c:pt idx="682">
                  <c:v>107.13455</c:v>
                </c:pt>
                <c:pt idx="683">
                  <c:v>107.13455</c:v>
                </c:pt>
                <c:pt idx="684">
                  <c:v>119.999579</c:v>
                </c:pt>
                <c:pt idx="685">
                  <c:v>119.999579</c:v>
                </c:pt>
                <c:pt idx="686">
                  <c:v>2.0000000000000001E-4</c:v>
                </c:pt>
                <c:pt idx="687">
                  <c:v>2.0000000000000001E-4</c:v>
                </c:pt>
                <c:pt idx="688">
                  <c:v>125.573122</c:v>
                </c:pt>
                <c:pt idx="689">
                  <c:v>125.573122</c:v>
                </c:pt>
                <c:pt idx="690">
                  <c:v>60.000100000000003</c:v>
                </c:pt>
                <c:pt idx="691">
                  <c:v>60.000100000000003</c:v>
                </c:pt>
                <c:pt idx="692">
                  <c:v>16.054876</c:v>
                </c:pt>
                <c:pt idx="693">
                  <c:v>16.054876</c:v>
                </c:pt>
                <c:pt idx="694">
                  <c:v>112.56074700000001</c:v>
                </c:pt>
                <c:pt idx="695">
                  <c:v>112.56074700000001</c:v>
                </c:pt>
                <c:pt idx="696">
                  <c:v>1E-4</c:v>
                </c:pt>
                <c:pt idx="697">
                  <c:v>1E-4</c:v>
                </c:pt>
                <c:pt idx="698">
                  <c:v>47.134450000000001</c:v>
                </c:pt>
                <c:pt idx="699">
                  <c:v>47.134450000000001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1E-4</c:v>
                </c:pt>
                <c:pt idx="705">
                  <c:v>1E-4</c:v>
                </c:pt>
                <c:pt idx="706">
                  <c:v>60</c:v>
                </c:pt>
                <c:pt idx="707">
                  <c:v>60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5.2099999999999998E-4</c:v>
                </c:pt>
                <c:pt idx="713">
                  <c:v>5.2099999999999998E-4</c:v>
                </c:pt>
                <c:pt idx="714">
                  <c:v>0</c:v>
                </c:pt>
                <c:pt idx="715">
                  <c:v>0</c:v>
                </c:pt>
                <c:pt idx="716">
                  <c:v>16.2559</c:v>
                </c:pt>
                <c:pt idx="717">
                  <c:v>16.2559</c:v>
                </c:pt>
                <c:pt idx="718">
                  <c:v>3.3940000000000001</c:v>
                </c:pt>
                <c:pt idx="719">
                  <c:v>3.3940000000000001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60</c:v>
                </c:pt>
                <c:pt idx="741">
                  <c:v>60</c:v>
                </c:pt>
                <c:pt idx="742">
                  <c:v>90</c:v>
                </c:pt>
                <c:pt idx="743">
                  <c:v>90</c:v>
                </c:pt>
                <c:pt idx="744">
                  <c:v>136.05437599999999</c:v>
                </c:pt>
                <c:pt idx="745">
                  <c:v>136.05437599999999</c:v>
                </c:pt>
                <c:pt idx="746">
                  <c:v>150</c:v>
                </c:pt>
                <c:pt idx="747">
                  <c:v>150</c:v>
                </c:pt>
                <c:pt idx="748">
                  <c:v>49.161129000000003</c:v>
                </c:pt>
                <c:pt idx="749">
                  <c:v>49.161129000000003</c:v>
                </c:pt>
                <c:pt idx="750">
                  <c:v>0</c:v>
                </c:pt>
                <c:pt idx="751">
                  <c:v>0</c:v>
                </c:pt>
                <c:pt idx="752">
                  <c:v>75.068397000000004</c:v>
                </c:pt>
                <c:pt idx="753">
                  <c:v>75.068397000000004</c:v>
                </c:pt>
                <c:pt idx="754">
                  <c:v>185.58363499999999</c:v>
                </c:pt>
                <c:pt idx="755">
                  <c:v>185.58363499999999</c:v>
                </c:pt>
                <c:pt idx="756">
                  <c:v>150.00134199999999</c:v>
                </c:pt>
                <c:pt idx="757">
                  <c:v>150.00134199999999</c:v>
                </c:pt>
                <c:pt idx="758">
                  <c:v>0</c:v>
                </c:pt>
                <c:pt idx="759">
                  <c:v>0</c:v>
                </c:pt>
                <c:pt idx="760">
                  <c:v>450</c:v>
                </c:pt>
                <c:pt idx="761">
                  <c:v>450</c:v>
                </c:pt>
                <c:pt idx="762">
                  <c:v>792.78420400000005</c:v>
                </c:pt>
                <c:pt idx="763">
                  <c:v>792.78420400000005</c:v>
                </c:pt>
                <c:pt idx="764">
                  <c:v>870</c:v>
                </c:pt>
                <c:pt idx="765">
                  <c:v>870</c:v>
                </c:pt>
                <c:pt idx="766">
                  <c:v>870</c:v>
                </c:pt>
                <c:pt idx="767">
                  <c:v>870</c:v>
                </c:pt>
                <c:pt idx="768">
                  <c:v>833.77456500000005</c:v>
                </c:pt>
                <c:pt idx="769">
                  <c:v>833.77456500000005</c:v>
                </c:pt>
                <c:pt idx="770">
                  <c:v>900</c:v>
                </c:pt>
                <c:pt idx="771">
                  <c:v>900</c:v>
                </c:pt>
                <c:pt idx="772">
                  <c:v>900</c:v>
                </c:pt>
                <c:pt idx="773">
                  <c:v>900</c:v>
                </c:pt>
                <c:pt idx="774">
                  <c:v>234.212785</c:v>
                </c:pt>
                <c:pt idx="775">
                  <c:v>234.212785</c:v>
                </c:pt>
                <c:pt idx="776">
                  <c:v>200</c:v>
                </c:pt>
                <c:pt idx="777">
                  <c:v>200</c:v>
                </c:pt>
                <c:pt idx="778">
                  <c:v>200</c:v>
                </c:pt>
                <c:pt idx="779">
                  <c:v>200</c:v>
                </c:pt>
                <c:pt idx="780">
                  <c:v>200</c:v>
                </c:pt>
                <c:pt idx="781">
                  <c:v>200</c:v>
                </c:pt>
                <c:pt idx="782">
                  <c:v>253.31994399999999</c:v>
                </c:pt>
                <c:pt idx="783">
                  <c:v>253.31994399999999</c:v>
                </c:pt>
                <c:pt idx="784">
                  <c:v>253.31994399999999</c:v>
                </c:pt>
                <c:pt idx="785">
                  <c:v>253.31994399999999</c:v>
                </c:pt>
                <c:pt idx="786">
                  <c:v>252.21030500000001</c:v>
                </c:pt>
                <c:pt idx="787">
                  <c:v>252.21030500000001</c:v>
                </c:pt>
                <c:pt idx="788">
                  <c:v>200</c:v>
                </c:pt>
                <c:pt idx="789">
                  <c:v>200</c:v>
                </c:pt>
                <c:pt idx="790">
                  <c:v>200</c:v>
                </c:pt>
                <c:pt idx="791">
                  <c:v>200</c:v>
                </c:pt>
                <c:pt idx="792">
                  <c:v>200</c:v>
                </c:pt>
                <c:pt idx="793">
                  <c:v>200</c:v>
                </c:pt>
                <c:pt idx="794">
                  <c:v>200</c:v>
                </c:pt>
                <c:pt idx="795">
                  <c:v>200</c:v>
                </c:pt>
                <c:pt idx="796">
                  <c:v>200</c:v>
                </c:pt>
                <c:pt idx="797">
                  <c:v>200</c:v>
                </c:pt>
                <c:pt idx="798">
                  <c:v>200</c:v>
                </c:pt>
                <c:pt idx="799">
                  <c:v>200</c:v>
                </c:pt>
                <c:pt idx="800">
                  <c:v>200</c:v>
                </c:pt>
                <c:pt idx="801">
                  <c:v>200</c:v>
                </c:pt>
                <c:pt idx="802">
                  <c:v>210</c:v>
                </c:pt>
                <c:pt idx="803">
                  <c:v>210</c:v>
                </c:pt>
                <c:pt idx="804">
                  <c:v>210</c:v>
                </c:pt>
                <c:pt idx="805">
                  <c:v>210</c:v>
                </c:pt>
                <c:pt idx="806">
                  <c:v>225.68698000000001</c:v>
                </c:pt>
                <c:pt idx="807">
                  <c:v>225.68698000000001</c:v>
                </c:pt>
                <c:pt idx="808">
                  <c:v>237.8</c:v>
                </c:pt>
                <c:pt idx="809">
                  <c:v>237.8</c:v>
                </c:pt>
                <c:pt idx="810">
                  <c:v>253.333944</c:v>
                </c:pt>
                <c:pt idx="811">
                  <c:v>253.333944</c:v>
                </c:pt>
                <c:pt idx="812">
                  <c:v>214.41</c:v>
                </c:pt>
                <c:pt idx="813">
                  <c:v>214.41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60</c:v>
                </c:pt>
                <c:pt idx="845">
                  <c:v>60</c:v>
                </c:pt>
                <c:pt idx="846">
                  <c:v>2.0000000000000001E-4</c:v>
                </c:pt>
                <c:pt idx="847">
                  <c:v>2.0000000000000001E-4</c:v>
                </c:pt>
                <c:pt idx="848">
                  <c:v>27.551466000000001</c:v>
                </c:pt>
                <c:pt idx="849">
                  <c:v>27.551466000000001</c:v>
                </c:pt>
                <c:pt idx="850">
                  <c:v>1E-4</c:v>
                </c:pt>
                <c:pt idx="851">
                  <c:v>1E-4</c:v>
                </c:pt>
                <c:pt idx="852">
                  <c:v>60</c:v>
                </c:pt>
                <c:pt idx="853">
                  <c:v>60</c:v>
                </c:pt>
                <c:pt idx="854">
                  <c:v>2.0000000000000001E-4</c:v>
                </c:pt>
                <c:pt idx="855">
                  <c:v>2.0000000000000001E-4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1E-4</c:v>
                </c:pt>
                <c:pt idx="861">
                  <c:v>1E-4</c:v>
                </c:pt>
                <c:pt idx="862">
                  <c:v>0</c:v>
                </c:pt>
                <c:pt idx="863">
                  <c:v>0</c:v>
                </c:pt>
                <c:pt idx="864">
                  <c:v>16.054075999999998</c:v>
                </c:pt>
                <c:pt idx="865">
                  <c:v>16.054075999999998</c:v>
                </c:pt>
                <c:pt idx="866">
                  <c:v>0</c:v>
                </c:pt>
                <c:pt idx="867">
                  <c:v>0</c:v>
                </c:pt>
                <c:pt idx="868">
                  <c:v>30</c:v>
                </c:pt>
                <c:pt idx="869">
                  <c:v>30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59.110942000000001</c:v>
                </c:pt>
                <c:pt idx="881">
                  <c:v>59.110942000000001</c:v>
                </c:pt>
                <c:pt idx="882">
                  <c:v>1E-4</c:v>
                </c:pt>
                <c:pt idx="883">
                  <c:v>1E-4</c:v>
                </c:pt>
                <c:pt idx="884">
                  <c:v>0</c:v>
                </c:pt>
                <c:pt idx="885">
                  <c:v>0</c:v>
                </c:pt>
                <c:pt idx="886">
                  <c:v>30</c:v>
                </c:pt>
                <c:pt idx="887">
                  <c:v>30</c:v>
                </c:pt>
                <c:pt idx="888">
                  <c:v>1E-4</c:v>
                </c:pt>
                <c:pt idx="889">
                  <c:v>1E-4</c:v>
                </c:pt>
                <c:pt idx="890">
                  <c:v>0</c:v>
                </c:pt>
                <c:pt idx="891">
                  <c:v>0</c:v>
                </c:pt>
                <c:pt idx="892">
                  <c:v>30</c:v>
                </c:pt>
                <c:pt idx="893">
                  <c:v>30</c:v>
                </c:pt>
                <c:pt idx="894">
                  <c:v>30</c:v>
                </c:pt>
                <c:pt idx="895">
                  <c:v>30</c:v>
                </c:pt>
                <c:pt idx="896">
                  <c:v>120.549155</c:v>
                </c:pt>
                <c:pt idx="897">
                  <c:v>120.549155</c:v>
                </c:pt>
                <c:pt idx="898">
                  <c:v>5.2099999999999998E-4</c:v>
                </c:pt>
                <c:pt idx="899">
                  <c:v>5.2099999999999998E-4</c:v>
                </c:pt>
                <c:pt idx="900">
                  <c:v>0</c:v>
                </c:pt>
                <c:pt idx="901">
                  <c:v>0</c:v>
                </c:pt>
                <c:pt idx="902">
                  <c:v>1E-4</c:v>
                </c:pt>
                <c:pt idx="903">
                  <c:v>1E-4</c:v>
                </c:pt>
                <c:pt idx="904">
                  <c:v>36.683421000000003</c:v>
                </c:pt>
                <c:pt idx="905">
                  <c:v>36.683421000000003</c:v>
                </c:pt>
                <c:pt idx="906">
                  <c:v>0</c:v>
                </c:pt>
                <c:pt idx="907">
                  <c:v>0</c:v>
                </c:pt>
                <c:pt idx="908">
                  <c:v>23.317</c:v>
                </c:pt>
                <c:pt idx="909">
                  <c:v>23.317</c:v>
                </c:pt>
                <c:pt idx="910">
                  <c:v>1.542E-3</c:v>
                </c:pt>
                <c:pt idx="911">
                  <c:v>1.542E-3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60</c:v>
                </c:pt>
                <c:pt idx="943">
                  <c:v>60</c:v>
                </c:pt>
                <c:pt idx="944">
                  <c:v>90</c:v>
                </c:pt>
                <c:pt idx="945">
                  <c:v>90</c:v>
                </c:pt>
                <c:pt idx="946">
                  <c:v>90</c:v>
                </c:pt>
                <c:pt idx="947">
                  <c:v>90</c:v>
                </c:pt>
                <c:pt idx="948">
                  <c:v>210</c:v>
                </c:pt>
                <c:pt idx="949">
                  <c:v>210</c:v>
                </c:pt>
                <c:pt idx="950">
                  <c:v>414.36844000000002</c:v>
                </c:pt>
                <c:pt idx="951">
                  <c:v>414.36844000000002</c:v>
                </c:pt>
                <c:pt idx="952">
                  <c:v>750</c:v>
                </c:pt>
                <c:pt idx="953">
                  <c:v>750</c:v>
                </c:pt>
                <c:pt idx="954">
                  <c:v>200</c:v>
                </c:pt>
                <c:pt idx="955">
                  <c:v>200</c:v>
                </c:pt>
                <c:pt idx="956">
                  <c:v>200</c:v>
                </c:pt>
                <c:pt idx="957">
                  <c:v>200</c:v>
                </c:pt>
                <c:pt idx="958">
                  <c:v>200</c:v>
                </c:pt>
                <c:pt idx="959">
                  <c:v>200</c:v>
                </c:pt>
                <c:pt idx="960">
                  <c:v>402.21186799999998</c:v>
                </c:pt>
                <c:pt idx="961">
                  <c:v>402.21186799999998</c:v>
                </c:pt>
                <c:pt idx="962">
                  <c:v>645.42042500000002</c:v>
                </c:pt>
                <c:pt idx="963">
                  <c:v>645.42042500000002</c:v>
                </c:pt>
                <c:pt idx="964">
                  <c:v>390</c:v>
                </c:pt>
                <c:pt idx="965">
                  <c:v>390</c:v>
                </c:pt>
                <c:pt idx="966">
                  <c:v>330.00009999999997</c:v>
                </c:pt>
                <c:pt idx="967">
                  <c:v>330.00009999999997</c:v>
                </c:pt>
                <c:pt idx="968">
                  <c:v>371.07979999999998</c:v>
                </c:pt>
                <c:pt idx="969">
                  <c:v>371.07979999999998</c:v>
                </c:pt>
                <c:pt idx="970">
                  <c:v>576.841812</c:v>
                </c:pt>
                <c:pt idx="971">
                  <c:v>576.841812</c:v>
                </c:pt>
                <c:pt idx="972">
                  <c:v>669.66636300000005</c:v>
                </c:pt>
                <c:pt idx="973">
                  <c:v>669.66636300000005</c:v>
                </c:pt>
                <c:pt idx="974">
                  <c:v>733.85866999999996</c:v>
                </c:pt>
                <c:pt idx="975">
                  <c:v>733.85866999999996</c:v>
                </c:pt>
                <c:pt idx="976">
                  <c:v>301.08905299999998</c:v>
                </c:pt>
                <c:pt idx="977">
                  <c:v>301.08905299999998</c:v>
                </c:pt>
                <c:pt idx="978">
                  <c:v>210.0001</c:v>
                </c:pt>
                <c:pt idx="979">
                  <c:v>210.0001</c:v>
                </c:pt>
                <c:pt idx="980">
                  <c:v>209.99947900000001</c:v>
                </c:pt>
                <c:pt idx="981">
                  <c:v>209.99947900000001</c:v>
                </c:pt>
                <c:pt idx="982">
                  <c:v>270.00042100000002</c:v>
                </c:pt>
                <c:pt idx="983">
                  <c:v>270.00042100000002</c:v>
                </c:pt>
                <c:pt idx="984">
                  <c:v>389.99957899999998</c:v>
                </c:pt>
                <c:pt idx="985">
                  <c:v>389.99957899999998</c:v>
                </c:pt>
                <c:pt idx="986">
                  <c:v>304.87125099999997</c:v>
                </c:pt>
                <c:pt idx="987">
                  <c:v>304.87125099999997</c:v>
                </c:pt>
                <c:pt idx="988">
                  <c:v>283.504684</c:v>
                </c:pt>
                <c:pt idx="989">
                  <c:v>283.504684</c:v>
                </c:pt>
                <c:pt idx="990">
                  <c:v>330</c:v>
                </c:pt>
                <c:pt idx="991">
                  <c:v>330</c:v>
                </c:pt>
                <c:pt idx="992">
                  <c:v>510</c:v>
                </c:pt>
                <c:pt idx="993">
                  <c:v>510</c:v>
                </c:pt>
                <c:pt idx="994">
                  <c:v>616.81759399999999</c:v>
                </c:pt>
                <c:pt idx="995">
                  <c:v>616.81759399999999</c:v>
                </c:pt>
                <c:pt idx="996">
                  <c:v>629.31678899999997</c:v>
                </c:pt>
                <c:pt idx="997">
                  <c:v>629.31678899999997</c:v>
                </c:pt>
                <c:pt idx="998">
                  <c:v>655.64501099999995</c:v>
                </c:pt>
                <c:pt idx="999">
                  <c:v>655.64501099999995</c:v>
                </c:pt>
                <c:pt idx="1000">
                  <c:v>351.19888800000001</c:v>
                </c:pt>
                <c:pt idx="1001">
                  <c:v>351.19888800000001</c:v>
                </c:pt>
                <c:pt idx="1002">
                  <c:v>411.12179500000002</c:v>
                </c:pt>
                <c:pt idx="1003">
                  <c:v>411.12179500000002</c:v>
                </c:pt>
                <c:pt idx="1004">
                  <c:v>213.3</c:v>
                </c:pt>
                <c:pt idx="1005">
                  <c:v>213.3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60</c:v>
                </c:pt>
                <c:pt idx="1113">
                  <c:v>60</c:v>
                </c:pt>
                <c:pt idx="1114">
                  <c:v>90</c:v>
                </c:pt>
                <c:pt idx="1115">
                  <c:v>90</c:v>
                </c:pt>
                <c:pt idx="1116">
                  <c:v>90</c:v>
                </c:pt>
                <c:pt idx="1117">
                  <c:v>90</c:v>
                </c:pt>
                <c:pt idx="1118">
                  <c:v>150</c:v>
                </c:pt>
                <c:pt idx="1119">
                  <c:v>150</c:v>
                </c:pt>
                <c:pt idx="1120">
                  <c:v>30.0001</c:v>
                </c:pt>
                <c:pt idx="1121">
                  <c:v>30.0001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17.134550000000001</c:v>
                </c:pt>
                <c:pt idx="1133">
                  <c:v>17.134550000000001</c:v>
                </c:pt>
                <c:pt idx="1134">
                  <c:v>0</c:v>
                </c:pt>
                <c:pt idx="1135">
                  <c:v>0</c:v>
                </c:pt>
                <c:pt idx="1136">
                  <c:v>1E-4</c:v>
                </c:pt>
                <c:pt idx="1137">
                  <c:v>1E-4</c:v>
                </c:pt>
                <c:pt idx="1138">
                  <c:v>60</c:v>
                </c:pt>
                <c:pt idx="1139">
                  <c:v>60</c:v>
                </c:pt>
                <c:pt idx="1140">
                  <c:v>60</c:v>
                </c:pt>
                <c:pt idx="1141">
                  <c:v>60</c:v>
                </c:pt>
                <c:pt idx="1142">
                  <c:v>2.0000000000000001E-4</c:v>
                </c:pt>
                <c:pt idx="1143">
                  <c:v>2.0000000000000001E-4</c:v>
                </c:pt>
                <c:pt idx="1144">
                  <c:v>180</c:v>
                </c:pt>
                <c:pt idx="1145">
                  <c:v>180</c:v>
                </c:pt>
                <c:pt idx="1146">
                  <c:v>209.99995000000001</c:v>
                </c:pt>
                <c:pt idx="1147">
                  <c:v>209.99995000000001</c:v>
                </c:pt>
                <c:pt idx="1148">
                  <c:v>120</c:v>
                </c:pt>
                <c:pt idx="1149">
                  <c:v>120</c:v>
                </c:pt>
                <c:pt idx="1150">
                  <c:v>90</c:v>
                </c:pt>
                <c:pt idx="1151">
                  <c:v>90</c:v>
                </c:pt>
                <c:pt idx="1152">
                  <c:v>139.832795</c:v>
                </c:pt>
                <c:pt idx="1153">
                  <c:v>139.832795</c:v>
                </c:pt>
                <c:pt idx="1154">
                  <c:v>162.210947</c:v>
                </c:pt>
                <c:pt idx="1155">
                  <c:v>162.210947</c:v>
                </c:pt>
                <c:pt idx="1156">
                  <c:v>240</c:v>
                </c:pt>
                <c:pt idx="1157">
                  <c:v>240</c:v>
                </c:pt>
                <c:pt idx="1158">
                  <c:v>221.35699600000001</c:v>
                </c:pt>
                <c:pt idx="1159">
                  <c:v>221.35699600000001</c:v>
                </c:pt>
                <c:pt idx="1160">
                  <c:v>150.000621</c:v>
                </c:pt>
                <c:pt idx="1161">
                  <c:v>150.000621</c:v>
                </c:pt>
                <c:pt idx="1162">
                  <c:v>110.442392</c:v>
                </c:pt>
                <c:pt idx="1163">
                  <c:v>110.442392</c:v>
                </c:pt>
                <c:pt idx="1164">
                  <c:v>300</c:v>
                </c:pt>
                <c:pt idx="1165">
                  <c:v>300</c:v>
                </c:pt>
                <c:pt idx="1166">
                  <c:v>423.69734099999999</c:v>
                </c:pt>
                <c:pt idx="1167">
                  <c:v>423.69734099999999</c:v>
                </c:pt>
                <c:pt idx="1168">
                  <c:v>450.00020000000001</c:v>
                </c:pt>
                <c:pt idx="1169">
                  <c:v>450.00020000000001</c:v>
                </c:pt>
                <c:pt idx="1170">
                  <c:v>257.30656499999998</c:v>
                </c:pt>
                <c:pt idx="1171">
                  <c:v>257.30656499999998</c:v>
                </c:pt>
                <c:pt idx="1172">
                  <c:v>60.000100000000003</c:v>
                </c:pt>
                <c:pt idx="1173">
                  <c:v>60.000100000000003</c:v>
                </c:pt>
                <c:pt idx="1174">
                  <c:v>150</c:v>
                </c:pt>
                <c:pt idx="1175">
                  <c:v>150</c:v>
                </c:pt>
                <c:pt idx="1176">
                  <c:v>330</c:v>
                </c:pt>
                <c:pt idx="1177">
                  <c:v>330</c:v>
                </c:pt>
                <c:pt idx="1178">
                  <c:v>330</c:v>
                </c:pt>
                <c:pt idx="1179">
                  <c:v>330</c:v>
                </c:pt>
                <c:pt idx="1180">
                  <c:v>367.16435799999999</c:v>
                </c:pt>
                <c:pt idx="1181">
                  <c:v>367.16435799999999</c:v>
                </c:pt>
                <c:pt idx="1182">
                  <c:v>384.44764800000002</c:v>
                </c:pt>
                <c:pt idx="1183">
                  <c:v>384.44764800000002</c:v>
                </c:pt>
                <c:pt idx="1184">
                  <c:v>510.00052099999999</c:v>
                </c:pt>
                <c:pt idx="1185">
                  <c:v>510.00052099999999</c:v>
                </c:pt>
                <c:pt idx="1186">
                  <c:v>750</c:v>
                </c:pt>
                <c:pt idx="1187">
                  <c:v>750</c:v>
                </c:pt>
                <c:pt idx="1188">
                  <c:v>509.143756</c:v>
                </c:pt>
                <c:pt idx="1189">
                  <c:v>509.143756</c:v>
                </c:pt>
                <c:pt idx="1190">
                  <c:v>549.80913899999996</c:v>
                </c:pt>
                <c:pt idx="1191">
                  <c:v>549.80913899999996</c:v>
                </c:pt>
                <c:pt idx="1192">
                  <c:v>575.92975000000001</c:v>
                </c:pt>
                <c:pt idx="1193">
                  <c:v>575.92975000000001</c:v>
                </c:pt>
                <c:pt idx="1194">
                  <c:v>460.490296</c:v>
                </c:pt>
                <c:pt idx="1195">
                  <c:v>460.490296</c:v>
                </c:pt>
                <c:pt idx="1196">
                  <c:v>654.42189499999995</c:v>
                </c:pt>
                <c:pt idx="1197">
                  <c:v>654.42189499999995</c:v>
                </c:pt>
                <c:pt idx="1198">
                  <c:v>497.15844700000002</c:v>
                </c:pt>
                <c:pt idx="1199">
                  <c:v>497.15844700000002</c:v>
                </c:pt>
                <c:pt idx="1200">
                  <c:v>224.099414</c:v>
                </c:pt>
                <c:pt idx="1201">
                  <c:v>224.099414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416.16544699999997</c:v>
                </c:pt>
                <c:pt idx="1345">
                  <c:v>416.16544699999997</c:v>
                </c:pt>
                <c:pt idx="1346">
                  <c:v>311.85074800000001</c:v>
                </c:pt>
                <c:pt idx="1347">
                  <c:v>311.85074800000001</c:v>
                </c:pt>
                <c:pt idx="1348">
                  <c:v>180</c:v>
                </c:pt>
                <c:pt idx="1349">
                  <c:v>180</c:v>
                </c:pt>
                <c:pt idx="1350">
                  <c:v>60</c:v>
                </c:pt>
                <c:pt idx="1351">
                  <c:v>60</c:v>
                </c:pt>
                <c:pt idx="1352">
                  <c:v>472.53274800000003</c:v>
                </c:pt>
                <c:pt idx="1353">
                  <c:v>472.53274800000003</c:v>
                </c:pt>
                <c:pt idx="1354">
                  <c:v>690</c:v>
                </c:pt>
                <c:pt idx="1355">
                  <c:v>690</c:v>
                </c:pt>
                <c:pt idx="1356">
                  <c:v>480</c:v>
                </c:pt>
                <c:pt idx="1357">
                  <c:v>480</c:v>
                </c:pt>
                <c:pt idx="1358">
                  <c:v>227.789153</c:v>
                </c:pt>
                <c:pt idx="1359">
                  <c:v>227.789153</c:v>
                </c:pt>
                <c:pt idx="1360">
                  <c:v>180</c:v>
                </c:pt>
                <c:pt idx="1361">
                  <c:v>180</c:v>
                </c:pt>
                <c:pt idx="1362">
                  <c:v>120</c:v>
                </c:pt>
                <c:pt idx="1363">
                  <c:v>120</c:v>
                </c:pt>
                <c:pt idx="1364">
                  <c:v>110.971109</c:v>
                </c:pt>
                <c:pt idx="1365">
                  <c:v>110.971109</c:v>
                </c:pt>
                <c:pt idx="1366">
                  <c:v>98.314436000000001</c:v>
                </c:pt>
                <c:pt idx="1367">
                  <c:v>98.314436000000001</c:v>
                </c:pt>
                <c:pt idx="1368">
                  <c:v>122.331515</c:v>
                </c:pt>
                <c:pt idx="1369">
                  <c:v>122.331515</c:v>
                </c:pt>
                <c:pt idx="1370">
                  <c:v>437.01623999999998</c:v>
                </c:pt>
                <c:pt idx="1371">
                  <c:v>437.01623999999998</c:v>
                </c:pt>
                <c:pt idx="1372">
                  <c:v>544.01776600000005</c:v>
                </c:pt>
                <c:pt idx="1373">
                  <c:v>544.01776600000005</c:v>
                </c:pt>
                <c:pt idx="1374">
                  <c:v>409.19757399999997</c:v>
                </c:pt>
                <c:pt idx="1375">
                  <c:v>409.19757399999997</c:v>
                </c:pt>
                <c:pt idx="1376">
                  <c:v>587.78905299999997</c:v>
                </c:pt>
                <c:pt idx="1377">
                  <c:v>587.78905299999997</c:v>
                </c:pt>
                <c:pt idx="1378">
                  <c:v>609.05725900000004</c:v>
                </c:pt>
                <c:pt idx="1379">
                  <c:v>609.05725900000004</c:v>
                </c:pt>
                <c:pt idx="1380">
                  <c:v>721.88686099999995</c:v>
                </c:pt>
                <c:pt idx="1381">
                  <c:v>721.88686099999995</c:v>
                </c:pt>
                <c:pt idx="1382">
                  <c:v>870</c:v>
                </c:pt>
                <c:pt idx="1383">
                  <c:v>870</c:v>
                </c:pt>
                <c:pt idx="1384">
                  <c:v>287.78965299999999</c:v>
                </c:pt>
                <c:pt idx="1385">
                  <c:v>287.78965299999999</c:v>
                </c:pt>
                <c:pt idx="1386">
                  <c:v>360.00060000000002</c:v>
                </c:pt>
                <c:pt idx="1387">
                  <c:v>360.00060000000002</c:v>
                </c:pt>
                <c:pt idx="1388">
                  <c:v>564.42069500000002</c:v>
                </c:pt>
                <c:pt idx="1389">
                  <c:v>564.42069500000002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C7-46DF-A76F-CA4BF24803F2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150.81063800000001</c:v>
                </c:pt>
                <c:pt idx="51">
                  <c:v>150.81063800000001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200</c:v>
                </c:pt>
                <c:pt idx="773">
                  <c:v>200</c:v>
                </c:pt>
                <c:pt idx="774">
                  <c:v>234.212785</c:v>
                </c:pt>
                <c:pt idx="775">
                  <c:v>234.212785</c:v>
                </c:pt>
                <c:pt idx="776">
                  <c:v>200</c:v>
                </c:pt>
                <c:pt idx="777">
                  <c:v>200</c:v>
                </c:pt>
                <c:pt idx="778">
                  <c:v>200</c:v>
                </c:pt>
                <c:pt idx="779">
                  <c:v>200</c:v>
                </c:pt>
                <c:pt idx="780">
                  <c:v>200</c:v>
                </c:pt>
                <c:pt idx="781">
                  <c:v>200</c:v>
                </c:pt>
                <c:pt idx="782">
                  <c:v>253.31994399999999</c:v>
                </c:pt>
                <c:pt idx="783">
                  <c:v>253.31994399999999</c:v>
                </c:pt>
                <c:pt idx="784">
                  <c:v>253.31994399999999</c:v>
                </c:pt>
                <c:pt idx="785">
                  <c:v>253.31994399999999</c:v>
                </c:pt>
                <c:pt idx="786">
                  <c:v>252.21030500000001</c:v>
                </c:pt>
                <c:pt idx="787">
                  <c:v>252.21030500000001</c:v>
                </c:pt>
                <c:pt idx="788">
                  <c:v>200</c:v>
                </c:pt>
                <c:pt idx="789">
                  <c:v>200</c:v>
                </c:pt>
                <c:pt idx="790">
                  <c:v>200</c:v>
                </c:pt>
                <c:pt idx="791">
                  <c:v>200</c:v>
                </c:pt>
                <c:pt idx="792">
                  <c:v>200</c:v>
                </c:pt>
                <c:pt idx="793">
                  <c:v>200</c:v>
                </c:pt>
                <c:pt idx="794">
                  <c:v>200</c:v>
                </c:pt>
                <c:pt idx="795">
                  <c:v>200</c:v>
                </c:pt>
                <c:pt idx="796">
                  <c:v>200</c:v>
                </c:pt>
                <c:pt idx="797">
                  <c:v>200</c:v>
                </c:pt>
                <c:pt idx="798">
                  <c:v>200</c:v>
                </c:pt>
                <c:pt idx="799">
                  <c:v>200</c:v>
                </c:pt>
                <c:pt idx="800">
                  <c:v>200</c:v>
                </c:pt>
                <c:pt idx="801">
                  <c:v>200</c:v>
                </c:pt>
                <c:pt idx="802">
                  <c:v>210</c:v>
                </c:pt>
                <c:pt idx="803">
                  <c:v>210</c:v>
                </c:pt>
                <c:pt idx="804">
                  <c:v>210</c:v>
                </c:pt>
                <c:pt idx="805">
                  <c:v>210</c:v>
                </c:pt>
                <c:pt idx="806">
                  <c:v>225.68698000000001</c:v>
                </c:pt>
                <c:pt idx="807">
                  <c:v>225.68698000000001</c:v>
                </c:pt>
                <c:pt idx="808">
                  <c:v>237.8</c:v>
                </c:pt>
                <c:pt idx="809">
                  <c:v>237.8</c:v>
                </c:pt>
                <c:pt idx="810">
                  <c:v>253.333944</c:v>
                </c:pt>
                <c:pt idx="811">
                  <c:v>253.333944</c:v>
                </c:pt>
                <c:pt idx="812">
                  <c:v>210.16</c:v>
                </c:pt>
                <c:pt idx="813">
                  <c:v>210.16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200</c:v>
                </c:pt>
                <c:pt idx="953">
                  <c:v>200</c:v>
                </c:pt>
                <c:pt idx="954">
                  <c:v>200</c:v>
                </c:pt>
                <c:pt idx="955">
                  <c:v>200</c:v>
                </c:pt>
                <c:pt idx="956">
                  <c:v>200</c:v>
                </c:pt>
                <c:pt idx="957">
                  <c:v>200</c:v>
                </c:pt>
                <c:pt idx="958">
                  <c:v>200</c:v>
                </c:pt>
                <c:pt idx="959">
                  <c:v>200</c:v>
                </c:pt>
                <c:pt idx="960">
                  <c:v>402.21186799999998</c:v>
                </c:pt>
                <c:pt idx="961">
                  <c:v>402.21186799999998</c:v>
                </c:pt>
                <c:pt idx="962">
                  <c:v>645.42042500000002</c:v>
                </c:pt>
                <c:pt idx="963">
                  <c:v>645.42042500000002</c:v>
                </c:pt>
                <c:pt idx="964">
                  <c:v>390</c:v>
                </c:pt>
                <c:pt idx="965">
                  <c:v>390</c:v>
                </c:pt>
                <c:pt idx="966">
                  <c:v>330.00009999999997</c:v>
                </c:pt>
                <c:pt idx="967">
                  <c:v>330.00009999999997</c:v>
                </c:pt>
                <c:pt idx="968">
                  <c:v>371.07979999999998</c:v>
                </c:pt>
                <c:pt idx="969">
                  <c:v>371.07979999999998</c:v>
                </c:pt>
                <c:pt idx="970">
                  <c:v>576.841812</c:v>
                </c:pt>
                <c:pt idx="971">
                  <c:v>576.841812</c:v>
                </c:pt>
                <c:pt idx="972">
                  <c:v>669.66636300000005</c:v>
                </c:pt>
                <c:pt idx="973">
                  <c:v>669.66636300000005</c:v>
                </c:pt>
                <c:pt idx="974">
                  <c:v>733.85866999999996</c:v>
                </c:pt>
                <c:pt idx="975">
                  <c:v>733.85866999999996</c:v>
                </c:pt>
                <c:pt idx="976">
                  <c:v>301.08905299999998</c:v>
                </c:pt>
                <c:pt idx="977">
                  <c:v>301.08905299999998</c:v>
                </c:pt>
                <c:pt idx="978">
                  <c:v>210.0001</c:v>
                </c:pt>
                <c:pt idx="979">
                  <c:v>210.0001</c:v>
                </c:pt>
                <c:pt idx="980">
                  <c:v>209.99947900000001</c:v>
                </c:pt>
                <c:pt idx="981">
                  <c:v>209.99947900000001</c:v>
                </c:pt>
                <c:pt idx="982">
                  <c:v>270.00042100000002</c:v>
                </c:pt>
                <c:pt idx="983">
                  <c:v>270.00042100000002</c:v>
                </c:pt>
                <c:pt idx="984">
                  <c:v>389.99957899999998</c:v>
                </c:pt>
                <c:pt idx="985">
                  <c:v>389.99957899999998</c:v>
                </c:pt>
                <c:pt idx="986">
                  <c:v>304.87125099999997</c:v>
                </c:pt>
                <c:pt idx="987">
                  <c:v>304.87125099999997</c:v>
                </c:pt>
                <c:pt idx="988">
                  <c:v>283.504684</c:v>
                </c:pt>
                <c:pt idx="989">
                  <c:v>283.504684</c:v>
                </c:pt>
                <c:pt idx="990">
                  <c:v>330</c:v>
                </c:pt>
                <c:pt idx="991">
                  <c:v>330</c:v>
                </c:pt>
                <c:pt idx="992">
                  <c:v>510</c:v>
                </c:pt>
                <c:pt idx="993">
                  <c:v>510</c:v>
                </c:pt>
                <c:pt idx="994">
                  <c:v>616.81759399999999</c:v>
                </c:pt>
                <c:pt idx="995">
                  <c:v>616.81759399999999</c:v>
                </c:pt>
                <c:pt idx="996">
                  <c:v>629.31678899999997</c:v>
                </c:pt>
                <c:pt idx="997">
                  <c:v>629.31678899999997</c:v>
                </c:pt>
                <c:pt idx="998">
                  <c:v>655.64501099999995</c:v>
                </c:pt>
                <c:pt idx="999">
                  <c:v>655.64501099999995</c:v>
                </c:pt>
                <c:pt idx="1000">
                  <c:v>351.19888800000001</c:v>
                </c:pt>
                <c:pt idx="1001">
                  <c:v>351.19888800000001</c:v>
                </c:pt>
                <c:pt idx="1002">
                  <c:v>408.57179500000001</c:v>
                </c:pt>
                <c:pt idx="1003">
                  <c:v>408.57179500000001</c:v>
                </c:pt>
                <c:pt idx="1004">
                  <c:v>194.6</c:v>
                </c:pt>
                <c:pt idx="1005">
                  <c:v>194.6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C7-46DF-A76F-CA4BF24803F2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4.25</c:v>
                </c:pt>
                <c:pt idx="43">
                  <c:v>4.25</c:v>
                </c:pt>
                <c:pt idx="44">
                  <c:v>23.8</c:v>
                </c:pt>
                <c:pt idx="45">
                  <c:v>23.8</c:v>
                </c:pt>
                <c:pt idx="46">
                  <c:v>56.1</c:v>
                </c:pt>
                <c:pt idx="47">
                  <c:v>56.1</c:v>
                </c:pt>
                <c:pt idx="48">
                  <c:v>68</c:v>
                </c:pt>
                <c:pt idx="49">
                  <c:v>68</c:v>
                </c:pt>
                <c:pt idx="50">
                  <c:v>90.1</c:v>
                </c:pt>
                <c:pt idx="51">
                  <c:v>90.1</c:v>
                </c:pt>
                <c:pt idx="52">
                  <c:v>128.35</c:v>
                </c:pt>
                <c:pt idx="53">
                  <c:v>128.35</c:v>
                </c:pt>
                <c:pt idx="54">
                  <c:v>171.7</c:v>
                </c:pt>
                <c:pt idx="55">
                  <c:v>171.7</c:v>
                </c:pt>
                <c:pt idx="56">
                  <c:v>202.3</c:v>
                </c:pt>
                <c:pt idx="57">
                  <c:v>202.3</c:v>
                </c:pt>
                <c:pt idx="58">
                  <c:v>223.55</c:v>
                </c:pt>
                <c:pt idx="59">
                  <c:v>223.55</c:v>
                </c:pt>
                <c:pt idx="60">
                  <c:v>268.60000000000002</c:v>
                </c:pt>
                <c:pt idx="61">
                  <c:v>268.60000000000002</c:v>
                </c:pt>
                <c:pt idx="62">
                  <c:v>327.25</c:v>
                </c:pt>
                <c:pt idx="63">
                  <c:v>327.25</c:v>
                </c:pt>
                <c:pt idx="64">
                  <c:v>384.2</c:v>
                </c:pt>
                <c:pt idx="65">
                  <c:v>384.2</c:v>
                </c:pt>
                <c:pt idx="66">
                  <c:v>392.7</c:v>
                </c:pt>
                <c:pt idx="67">
                  <c:v>392.7</c:v>
                </c:pt>
                <c:pt idx="68">
                  <c:v>470.05</c:v>
                </c:pt>
                <c:pt idx="69">
                  <c:v>470.05</c:v>
                </c:pt>
                <c:pt idx="70">
                  <c:v>501.5</c:v>
                </c:pt>
                <c:pt idx="71">
                  <c:v>501.5</c:v>
                </c:pt>
                <c:pt idx="72">
                  <c:v>564.4</c:v>
                </c:pt>
                <c:pt idx="73">
                  <c:v>564.4</c:v>
                </c:pt>
                <c:pt idx="74">
                  <c:v>595.85</c:v>
                </c:pt>
                <c:pt idx="75">
                  <c:v>595.85</c:v>
                </c:pt>
                <c:pt idx="76">
                  <c:v>623.9</c:v>
                </c:pt>
                <c:pt idx="77">
                  <c:v>623.9</c:v>
                </c:pt>
                <c:pt idx="78">
                  <c:v>648.54999999999995</c:v>
                </c:pt>
                <c:pt idx="79">
                  <c:v>648.54999999999995</c:v>
                </c:pt>
                <c:pt idx="80">
                  <c:v>669.8</c:v>
                </c:pt>
                <c:pt idx="81">
                  <c:v>669.8</c:v>
                </c:pt>
                <c:pt idx="82">
                  <c:v>687.65</c:v>
                </c:pt>
                <c:pt idx="83">
                  <c:v>687.65</c:v>
                </c:pt>
                <c:pt idx="84">
                  <c:v>702.95</c:v>
                </c:pt>
                <c:pt idx="85">
                  <c:v>702.95</c:v>
                </c:pt>
                <c:pt idx="86">
                  <c:v>715.7</c:v>
                </c:pt>
                <c:pt idx="87">
                  <c:v>715.7</c:v>
                </c:pt>
                <c:pt idx="88">
                  <c:v>724.2</c:v>
                </c:pt>
                <c:pt idx="89">
                  <c:v>724.2</c:v>
                </c:pt>
                <c:pt idx="90">
                  <c:v>730.15</c:v>
                </c:pt>
                <c:pt idx="91">
                  <c:v>730.15</c:v>
                </c:pt>
                <c:pt idx="92">
                  <c:v>731.85</c:v>
                </c:pt>
                <c:pt idx="93">
                  <c:v>731.85</c:v>
                </c:pt>
                <c:pt idx="94">
                  <c:v>731</c:v>
                </c:pt>
                <c:pt idx="95">
                  <c:v>731</c:v>
                </c:pt>
                <c:pt idx="96">
                  <c:v>727.6</c:v>
                </c:pt>
                <c:pt idx="97">
                  <c:v>727.6</c:v>
                </c:pt>
                <c:pt idx="98">
                  <c:v>719.95</c:v>
                </c:pt>
                <c:pt idx="99">
                  <c:v>719.95</c:v>
                </c:pt>
                <c:pt idx="100">
                  <c:v>708.9</c:v>
                </c:pt>
                <c:pt idx="101">
                  <c:v>708.9</c:v>
                </c:pt>
                <c:pt idx="102">
                  <c:v>694.45</c:v>
                </c:pt>
                <c:pt idx="103">
                  <c:v>694.45</c:v>
                </c:pt>
                <c:pt idx="104">
                  <c:v>677.45</c:v>
                </c:pt>
                <c:pt idx="105">
                  <c:v>677.45</c:v>
                </c:pt>
                <c:pt idx="106">
                  <c:v>657.05</c:v>
                </c:pt>
                <c:pt idx="107">
                  <c:v>657.05</c:v>
                </c:pt>
                <c:pt idx="108">
                  <c:v>633.25</c:v>
                </c:pt>
                <c:pt idx="109">
                  <c:v>633.25</c:v>
                </c:pt>
                <c:pt idx="110">
                  <c:v>606.9</c:v>
                </c:pt>
                <c:pt idx="111">
                  <c:v>606.9</c:v>
                </c:pt>
                <c:pt idx="112">
                  <c:v>578</c:v>
                </c:pt>
                <c:pt idx="113">
                  <c:v>578</c:v>
                </c:pt>
                <c:pt idx="114">
                  <c:v>546.54999999999995</c:v>
                </c:pt>
                <c:pt idx="115">
                  <c:v>546.54999999999995</c:v>
                </c:pt>
                <c:pt idx="116">
                  <c:v>513.4</c:v>
                </c:pt>
                <c:pt idx="117">
                  <c:v>513.4</c:v>
                </c:pt>
                <c:pt idx="118">
                  <c:v>478.55</c:v>
                </c:pt>
                <c:pt idx="119">
                  <c:v>478.55</c:v>
                </c:pt>
                <c:pt idx="120">
                  <c:v>442</c:v>
                </c:pt>
                <c:pt idx="121">
                  <c:v>442</c:v>
                </c:pt>
                <c:pt idx="122">
                  <c:v>403.75</c:v>
                </c:pt>
                <c:pt idx="123">
                  <c:v>403.75</c:v>
                </c:pt>
                <c:pt idx="124">
                  <c:v>362.95</c:v>
                </c:pt>
                <c:pt idx="125">
                  <c:v>362.95</c:v>
                </c:pt>
                <c:pt idx="126">
                  <c:v>322.14999999999998</c:v>
                </c:pt>
                <c:pt idx="127">
                  <c:v>322.14999999999998</c:v>
                </c:pt>
                <c:pt idx="128">
                  <c:v>279.64999999999998</c:v>
                </c:pt>
                <c:pt idx="129">
                  <c:v>279.64999999999998</c:v>
                </c:pt>
                <c:pt idx="130">
                  <c:v>238</c:v>
                </c:pt>
                <c:pt idx="131">
                  <c:v>238</c:v>
                </c:pt>
                <c:pt idx="132">
                  <c:v>195.5</c:v>
                </c:pt>
                <c:pt idx="133">
                  <c:v>195.5</c:v>
                </c:pt>
                <c:pt idx="134">
                  <c:v>153.85</c:v>
                </c:pt>
                <c:pt idx="135">
                  <c:v>153.85</c:v>
                </c:pt>
                <c:pt idx="136">
                  <c:v>113.05</c:v>
                </c:pt>
                <c:pt idx="137">
                  <c:v>113.05</c:v>
                </c:pt>
                <c:pt idx="138">
                  <c:v>76.5</c:v>
                </c:pt>
                <c:pt idx="139">
                  <c:v>76.5</c:v>
                </c:pt>
                <c:pt idx="140">
                  <c:v>35.700000000000003</c:v>
                </c:pt>
                <c:pt idx="141">
                  <c:v>35.700000000000003</c:v>
                </c:pt>
                <c:pt idx="142">
                  <c:v>10.199999999999999</c:v>
                </c:pt>
                <c:pt idx="143">
                  <c:v>10.199999999999999</c:v>
                </c:pt>
                <c:pt idx="144">
                  <c:v>0.85</c:v>
                </c:pt>
                <c:pt idx="145">
                  <c:v>0.85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4.25</c:v>
                </c:pt>
                <c:pt idx="235">
                  <c:v>4.25</c:v>
                </c:pt>
                <c:pt idx="236">
                  <c:v>22.95</c:v>
                </c:pt>
                <c:pt idx="237">
                  <c:v>22.95</c:v>
                </c:pt>
                <c:pt idx="238">
                  <c:v>56.95</c:v>
                </c:pt>
                <c:pt idx="239">
                  <c:v>56.95</c:v>
                </c:pt>
                <c:pt idx="240">
                  <c:v>92.65</c:v>
                </c:pt>
                <c:pt idx="241">
                  <c:v>92.65</c:v>
                </c:pt>
                <c:pt idx="242">
                  <c:v>131.75</c:v>
                </c:pt>
                <c:pt idx="243">
                  <c:v>131.75</c:v>
                </c:pt>
                <c:pt idx="244">
                  <c:v>173.4</c:v>
                </c:pt>
                <c:pt idx="245">
                  <c:v>173.4</c:v>
                </c:pt>
                <c:pt idx="246">
                  <c:v>215.9</c:v>
                </c:pt>
                <c:pt idx="247">
                  <c:v>215.9</c:v>
                </c:pt>
                <c:pt idx="248">
                  <c:v>259.25</c:v>
                </c:pt>
                <c:pt idx="249">
                  <c:v>259.25</c:v>
                </c:pt>
                <c:pt idx="250">
                  <c:v>301.75</c:v>
                </c:pt>
                <c:pt idx="251">
                  <c:v>301.75</c:v>
                </c:pt>
                <c:pt idx="252">
                  <c:v>344.25</c:v>
                </c:pt>
                <c:pt idx="253">
                  <c:v>344.25</c:v>
                </c:pt>
                <c:pt idx="254">
                  <c:v>385.05</c:v>
                </c:pt>
                <c:pt idx="255">
                  <c:v>385.05</c:v>
                </c:pt>
                <c:pt idx="256">
                  <c:v>425</c:v>
                </c:pt>
                <c:pt idx="257">
                  <c:v>425</c:v>
                </c:pt>
                <c:pt idx="258">
                  <c:v>463.25</c:v>
                </c:pt>
                <c:pt idx="259">
                  <c:v>463.25</c:v>
                </c:pt>
                <c:pt idx="260">
                  <c:v>500.65</c:v>
                </c:pt>
                <c:pt idx="261">
                  <c:v>500.65</c:v>
                </c:pt>
                <c:pt idx="262">
                  <c:v>537.20000000000005</c:v>
                </c:pt>
                <c:pt idx="263">
                  <c:v>537.20000000000005</c:v>
                </c:pt>
                <c:pt idx="264">
                  <c:v>572.04999999999995</c:v>
                </c:pt>
                <c:pt idx="265">
                  <c:v>572.04999999999995</c:v>
                </c:pt>
                <c:pt idx="266">
                  <c:v>604.35</c:v>
                </c:pt>
                <c:pt idx="267">
                  <c:v>604.35</c:v>
                </c:pt>
                <c:pt idx="268">
                  <c:v>632.4</c:v>
                </c:pt>
                <c:pt idx="269">
                  <c:v>632.4</c:v>
                </c:pt>
                <c:pt idx="270">
                  <c:v>656.2</c:v>
                </c:pt>
                <c:pt idx="271">
                  <c:v>656.2</c:v>
                </c:pt>
                <c:pt idx="272">
                  <c:v>677.45</c:v>
                </c:pt>
                <c:pt idx="273">
                  <c:v>677.45</c:v>
                </c:pt>
                <c:pt idx="274">
                  <c:v>695.3</c:v>
                </c:pt>
                <c:pt idx="275">
                  <c:v>695.3</c:v>
                </c:pt>
                <c:pt idx="276">
                  <c:v>710.6</c:v>
                </c:pt>
                <c:pt idx="277">
                  <c:v>710.6</c:v>
                </c:pt>
                <c:pt idx="278">
                  <c:v>722.5</c:v>
                </c:pt>
                <c:pt idx="279">
                  <c:v>722.5</c:v>
                </c:pt>
                <c:pt idx="280">
                  <c:v>731.85</c:v>
                </c:pt>
                <c:pt idx="281">
                  <c:v>731.85</c:v>
                </c:pt>
                <c:pt idx="282">
                  <c:v>736.95</c:v>
                </c:pt>
                <c:pt idx="283">
                  <c:v>736.95</c:v>
                </c:pt>
                <c:pt idx="284">
                  <c:v>739.5</c:v>
                </c:pt>
                <c:pt idx="285">
                  <c:v>739.5</c:v>
                </c:pt>
                <c:pt idx="286">
                  <c:v>738.65</c:v>
                </c:pt>
                <c:pt idx="287">
                  <c:v>738.65</c:v>
                </c:pt>
                <c:pt idx="288">
                  <c:v>734.4</c:v>
                </c:pt>
                <c:pt idx="289">
                  <c:v>734.4</c:v>
                </c:pt>
                <c:pt idx="290">
                  <c:v>726.75</c:v>
                </c:pt>
                <c:pt idx="291">
                  <c:v>726.75</c:v>
                </c:pt>
                <c:pt idx="292">
                  <c:v>715.7</c:v>
                </c:pt>
                <c:pt idx="293">
                  <c:v>715.7</c:v>
                </c:pt>
                <c:pt idx="294">
                  <c:v>702.1</c:v>
                </c:pt>
                <c:pt idx="295">
                  <c:v>702.1</c:v>
                </c:pt>
                <c:pt idx="296">
                  <c:v>684.25</c:v>
                </c:pt>
                <c:pt idx="297">
                  <c:v>684.25</c:v>
                </c:pt>
                <c:pt idx="298">
                  <c:v>663.85</c:v>
                </c:pt>
                <c:pt idx="299">
                  <c:v>663.85</c:v>
                </c:pt>
                <c:pt idx="300">
                  <c:v>640.04999999999995</c:v>
                </c:pt>
                <c:pt idx="301">
                  <c:v>640.04999999999995</c:v>
                </c:pt>
                <c:pt idx="302">
                  <c:v>614.54999999999995</c:v>
                </c:pt>
                <c:pt idx="303">
                  <c:v>614.54999999999995</c:v>
                </c:pt>
                <c:pt idx="304">
                  <c:v>584.79999999999995</c:v>
                </c:pt>
                <c:pt idx="305">
                  <c:v>584.79999999999995</c:v>
                </c:pt>
                <c:pt idx="306">
                  <c:v>553.35</c:v>
                </c:pt>
                <c:pt idx="307">
                  <c:v>553.35</c:v>
                </c:pt>
                <c:pt idx="308">
                  <c:v>466.65</c:v>
                </c:pt>
                <c:pt idx="309">
                  <c:v>466.65</c:v>
                </c:pt>
                <c:pt idx="310">
                  <c:v>460.7</c:v>
                </c:pt>
                <c:pt idx="311">
                  <c:v>460.7</c:v>
                </c:pt>
                <c:pt idx="312">
                  <c:v>427.55</c:v>
                </c:pt>
                <c:pt idx="313">
                  <c:v>427.55</c:v>
                </c:pt>
                <c:pt idx="314">
                  <c:v>408</c:v>
                </c:pt>
                <c:pt idx="315">
                  <c:v>408</c:v>
                </c:pt>
                <c:pt idx="316">
                  <c:v>345.95</c:v>
                </c:pt>
                <c:pt idx="317">
                  <c:v>345.95</c:v>
                </c:pt>
                <c:pt idx="318">
                  <c:v>299.2</c:v>
                </c:pt>
                <c:pt idx="319">
                  <c:v>299.2</c:v>
                </c:pt>
                <c:pt idx="320">
                  <c:v>271.14999999999998</c:v>
                </c:pt>
                <c:pt idx="321">
                  <c:v>271.14999999999998</c:v>
                </c:pt>
                <c:pt idx="322">
                  <c:v>210.8</c:v>
                </c:pt>
                <c:pt idx="323">
                  <c:v>210.8</c:v>
                </c:pt>
                <c:pt idx="324">
                  <c:v>151.30000000000001</c:v>
                </c:pt>
                <c:pt idx="325">
                  <c:v>151.30000000000001</c:v>
                </c:pt>
                <c:pt idx="326">
                  <c:v>104.55</c:v>
                </c:pt>
                <c:pt idx="327">
                  <c:v>104.55</c:v>
                </c:pt>
                <c:pt idx="328">
                  <c:v>87.55</c:v>
                </c:pt>
                <c:pt idx="329">
                  <c:v>87.55</c:v>
                </c:pt>
                <c:pt idx="330">
                  <c:v>50.15</c:v>
                </c:pt>
                <c:pt idx="331">
                  <c:v>50.15</c:v>
                </c:pt>
                <c:pt idx="332">
                  <c:v>15.3</c:v>
                </c:pt>
                <c:pt idx="333">
                  <c:v>15.3</c:v>
                </c:pt>
                <c:pt idx="334">
                  <c:v>7.65</c:v>
                </c:pt>
                <c:pt idx="335">
                  <c:v>7.65</c:v>
                </c:pt>
                <c:pt idx="336">
                  <c:v>0.85</c:v>
                </c:pt>
                <c:pt idx="337">
                  <c:v>0.85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2.5499999999999998</c:v>
                </c:pt>
                <c:pt idx="427">
                  <c:v>2.5499999999999998</c:v>
                </c:pt>
                <c:pt idx="428">
                  <c:v>17.850000000000001</c:v>
                </c:pt>
                <c:pt idx="429">
                  <c:v>17.850000000000001</c:v>
                </c:pt>
                <c:pt idx="430">
                  <c:v>51.85</c:v>
                </c:pt>
                <c:pt idx="431">
                  <c:v>51.85</c:v>
                </c:pt>
                <c:pt idx="432">
                  <c:v>90.1</c:v>
                </c:pt>
                <c:pt idx="433">
                  <c:v>90.1</c:v>
                </c:pt>
                <c:pt idx="434">
                  <c:v>128.35</c:v>
                </c:pt>
                <c:pt idx="435">
                  <c:v>128.35</c:v>
                </c:pt>
                <c:pt idx="436">
                  <c:v>169.15</c:v>
                </c:pt>
                <c:pt idx="437">
                  <c:v>169.15</c:v>
                </c:pt>
                <c:pt idx="438">
                  <c:v>211.65</c:v>
                </c:pt>
                <c:pt idx="439">
                  <c:v>211.65</c:v>
                </c:pt>
                <c:pt idx="440">
                  <c:v>253.3</c:v>
                </c:pt>
                <c:pt idx="441">
                  <c:v>253.3</c:v>
                </c:pt>
                <c:pt idx="442">
                  <c:v>295.8</c:v>
                </c:pt>
                <c:pt idx="443">
                  <c:v>295.8</c:v>
                </c:pt>
                <c:pt idx="444">
                  <c:v>337.45</c:v>
                </c:pt>
                <c:pt idx="445">
                  <c:v>337.45</c:v>
                </c:pt>
                <c:pt idx="446">
                  <c:v>376.55</c:v>
                </c:pt>
                <c:pt idx="447">
                  <c:v>376.55</c:v>
                </c:pt>
                <c:pt idx="448">
                  <c:v>415.65</c:v>
                </c:pt>
                <c:pt idx="449">
                  <c:v>415.65</c:v>
                </c:pt>
                <c:pt idx="450">
                  <c:v>452.2</c:v>
                </c:pt>
                <c:pt idx="451">
                  <c:v>452.2</c:v>
                </c:pt>
                <c:pt idx="452">
                  <c:v>489.6</c:v>
                </c:pt>
                <c:pt idx="453">
                  <c:v>489.6</c:v>
                </c:pt>
                <c:pt idx="454">
                  <c:v>527</c:v>
                </c:pt>
                <c:pt idx="455">
                  <c:v>527</c:v>
                </c:pt>
                <c:pt idx="456">
                  <c:v>563.54999999999995</c:v>
                </c:pt>
                <c:pt idx="457">
                  <c:v>563.54999999999995</c:v>
                </c:pt>
                <c:pt idx="458">
                  <c:v>596.70000000000005</c:v>
                </c:pt>
                <c:pt idx="459">
                  <c:v>596.70000000000005</c:v>
                </c:pt>
                <c:pt idx="460">
                  <c:v>624.75</c:v>
                </c:pt>
                <c:pt idx="461">
                  <c:v>624.75</c:v>
                </c:pt>
                <c:pt idx="462">
                  <c:v>647.70000000000005</c:v>
                </c:pt>
                <c:pt idx="463">
                  <c:v>647.70000000000005</c:v>
                </c:pt>
                <c:pt idx="464">
                  <c:v>668.95</c:v>
                </c:pt>
                <c:pt idx="465">
                  <c:v>668.95</c:v>
                </c:pt>
                <c:pt idx="466">
                  <c:v>685.95</c:v>
                </c:pt>
                <c:pt idx="467">
                  <c:v>685.95</c:v>
                </c:pt>
                <c:pt idx="468">
                  <c:v>700.4</c:v>
                </c:pt>
                <c:pt idx="469">
                  <c:v>700.4</c:v>
                </c:pt>
                <c:pt idx="470">
                  <c:v>655.35</c:v>
                </c:pt>
                <c:pt idx="471">
                  <c:v>655.35</c:v>
                </c:pt>
                <c:pt idx="472">
                  <c:v>565.25</c:v>
                </c:pt>
                <c:pt idx="473">
                  <c:v>565.25</c:v>
                </c:pt>
                <c:pt idx="474">
                  <c:v>561</c:v>
                </c:pt>
                <c:pt idx="475">
                  <c:v>561</c:v>
                </c:pt>
                <c:pt idx="476">
                  <c:v>640.04999999999995</c:v>
                </c:pt>
                <c:pt idx="477">
                  <c:v>640.04999999999995</c:v>
                </c:pt>
                <c:pt idx="478">
                  <c:v>644.29999999999995</c:v>
                </c:pt>
                <c:pt idx="479">
                  <c:v>644.29999999999995</c:v>
                </c:pt>
                <c:pt idx="480">
                  <c:v>632.4</c:v>
                </c:pt>
                <c:pt idx="481">
                  <c:v>632.4</c:v>
                </c:pt>
                <c:pt idx="482">
                  <c:v>624.75</c:v>
                </c:pt>
                <c:pt idx="483">
                  <c:v>624.75</c:v>
                </c:pt>
                <c:pt idx="484">
                  <c:v>518.5</c:v>
                </c:pt>
                <c:pt idx="485">
                  <c:v>518.5</c:v>
                </c:pt>
                <c:pt idx="486">
                  <c:v>532.95000000000005</c:v>
                </c:pt>
                <c:pt idx="487">
                  <c:v>532.95000000000005</c:v>
                </c:pt>
                <c:pt idx="488">
                  <c:v>518.5</c:v>
                </c:pt>
                <c:pt idx="489">
                  <c:v>518.5</c:v>
                </c:pt>
                <c:pt idx="490">
                  <c:v>394.4</c:v>
                </c:pt>
                <c:pt idx="491">
                  <c:v>394.4</c:v>
                </c:pt>
                <c:pt idx="492">
                  <c:v>345.1</c:v>
                </c:pt>
                <c:pt idx="493">
                  <c:v>345.1</c:v>
                </c:pt>
                <c:pt idx="494">
                  <c:v>290.7</c:v>
                </c:pt>
                <c:pt idx="495">
                  <c:v>290.7</c:v>
                </c:pt>
                <c:pt idx="496">
                  <c:v>206.55</c:v>
                </c:pt>
                <c:pt idx="497">
                  <c:v>206.55</c:v>
                </c:pt>
                <c:pt idx="498">
                  <c:v>167.45</c:v>
                </c:pt>
                <c:pt idx="499">
                  <c:v>167.45</c:v>
                </c:pt>
                <c:pt idx="500">
                  <c:v>166.6</c:v>
                </c:pt>
                <c:pt idx="501">
                  <c:v>166.6</c:v>
                </c:pt>
                <c:pt idx="502">
                  <c:v>198.9</c:v>
                </c:pt>
                <c:pt idx="503">
                  <c:v>198.9</c:v>
                </c:pt>
                <c:pt idx="504">
                  <c:v>205.7</c:v>
                </c:pt>
                <c:pt idx="505">
                  <c:v>205.7</c:v>
                </c:pt>
                <c:pt idx="506">
                  <c:v>198.9</c:v>
                </c:pt>
                <c:pt idx="507">
                  <c:v>198.9</c:v>
                </c:pt>
                <c:pt idx="508">
                  <c:v>195.5</c:v>
                </c:pt>
                <c:pt idx="509">
                  <c:v>195.5</c:v>
                </c:pt>
                <c:pt idx="510">
                  <c:v>179.35</c:v>
                </c:pt>
                <c:pt idx="511">
                  <c:v>179.35</c:v>
                </c:pt>
                <c:pt idx="512">
                  <c:v>136.85</c:v>
                </c:pt>
                <c:pt idx="513">
                  <c:v>136.85</c:v>
                </c:pt>
                <c:pt idx="514">
                  <c:v>97.75</c:v>
                </c:pt>
                <c:pt idx="515">
                  <c:v>97.75</c:v>
                </c:pt>
                <c:pt idx="516">
                  <c:v>84.15</c:v>
                </c:pt>
                <c:pt idx="517">
                  <c:v>84.15</c:v>
                </c:pt>
                <c:pt idx="518">
                  <c:v>64.599999999999994</c:v>
                </c:pt>
                <c:pt idx="519">
                  <c:v>64.599999999999994</c:v>
                </c:pt>
                <c:pt idx="520">
                  <c:v>42.5</c:v>
                </c:pt>
                <c:pt idx="521">
                  <c:v>42.5</c:v>
                </c:pt>
                <c:pt idx="522">
                  <c:v>26.35</c:v>
                </c:pt>
                <c:pt idx="523">
                  <c:v>26.35</c:v>
                </c:pt>
                <c:pt idx="524">
                  <c:v>15.3</c:v>
                </c:pt>
                <c:pt idx="525">
                  <c:v>15.3</c:v>
                </c:pt>
                <c:pt idx="526">
                  <c:v>2.5499999999999998</c:v>
                </c:pt>
                <c:pt idx="527">
                  <c:v>2.5499999999999998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7.65</c:v>
                </c:pt>
                <c:pt idx="621">
                  <c:v>7.65</c:v>
                </c:pt>
                <c:pt idx="622">
                  <c:v>15.3</c:v>
                </c:pt>
                <c:pt idx="623">
                  <c:v>15.3</c:v>
                </c:pt>
                <c:pt idx="624">
                  <c:v>28.9</c:v>
                </c:pt>
                <c:pt idx="625">
                  <c:v>28.9</c:v>
                </c:pt>
                <c:pt idx="626">
                  <c:v>47.6</c:v>
                </c:pt>
                <c:pt idx="627">
                  <c:v>47.6</c:v>
                </c:pt>
                <c:pt idx="628">
                  <c:v>61.2</c:v>
                </c:pt>
                <c:pt idx="629">
                  <c:v>61.2</c:v>
                </c:pt>
                <c:pt idx="630">
                  <c:v>64.599999999999994</c:v>
                </c:pt>
                <c:pt idx="631">
                  <c:v>64.599999999999994</c:v>
                </c:pt>
                <c:pt idx="632">
                  <c:v>86.7</c:v>
                </c:pt>
                <c:pt idx="633">
                  <c:v>86.7</c:v>
                </c:pt>
                <c:pt idx="634">
                  <c:v>97.75</c:v>
                </c:pt>
                <c:pt idx="635">
                  <c:v>97.75</c:v>
                </c:pt>
                <c:pt idx="636">
                  <c:v>89.25</c:v>
                </c:pt>
                <c:pt idx="637">
                  <c:v>89.25</c:v>
                </c:pt>
                <c:pt idx="638">
                  <c:v>126.65</c:v>
                </c:pt>
                <c:pt idx="639">
                  <c:v>126.65</c:v>
                </c:pt>
                <c:pt idx="640">
                  <c:v>115.6</c:v>
                </c:pt>
                <c:pt idx="641">
                  <c:v>115.6</c:v>
                </c:pt>
                <c:pt idx="642">
                  <c:v>129.19999999999999</c:v>
                </c:pt>
                <c:pt idx="643">
                  <c:v>129.19999999999999</c:v>
                </c:pt>
                <c:pt idx="644">
                  <c:v>109.65</c:v>
                </c:pt>
                <c:pt idx="645">
                  <c:v>109.65</c:v>
                </c:pt>
                <c:pt idx="646">
                  <c:v>79.05</c:v>
                </c:pt>
                <c:pt idx="647">
                  <c:v>79.05</c:v>
                </c:pt>
                <c:pt idx="648">
                  <c:v>81.599999999999994</c:v>
                </c:pt>
                <c:pt idx="649">
                  <c:v>81.599999999999994</c:v>
                </c:pt>
                <c:pt idx="650">
                  <c:v>109.65</c:v>
                </c:pt>
                <c:pt idx="651">
                  <c:v>109.65</c:v>
                </c:pt>
                <c:pt idx="652">
                  <c:v>100.3</c:v>
                </c:pt>
                <c:pt idx="653">
                  <c:v>100.3</c:v>
                </c:pt>
                <c:pt idx="654">
                  <c:v>124.1</c:v>
                </c:pt>
                <c:pt idx="655">
                  <c:v>124.1</c:v>
                </c:pt>
                <c:pt idx="656">
                  <c:v>149.6</c:v>
                </c:pt>
                <c:pt idx="657">
                  <c:v>149.6</c:v>
                </c:pt>
                <c:pt idx="658">
                  <c:v>157.25</c:v>
                </c:pt>
                <c:pt idx="659">
                  <c:v>157.25</c:v>
                </c:pt>
                <c:pt idx="660">
                  <c:v>183.6</c:v>
                </c:pt>
                <c:pt idx="661">
                  <c:v>183.6</c:v>
                </c:pt>
                <c:pt idx="662">
                  <c:v>108.8</c:v>
                </c:pt>
                <c:pt idx="663">
                  <c:v>108.8</c:v>
                </c:pt>
                <c:pt idx="664">
                  <c:v>136.85</c:v>
                </c:pt>
                <c:pt idx="665">
                  <c:v>136.85</c:v>
                </c:pt>
                <c:pt idx="666">
                  <c:v>192.1</c:v>
                </c:pt>
                <c:pt idx="667">
                  <c:v>192.1</c:v>
                </c:pt>
                <c:pt idx="668">
                  <c:v>209.95</c:v>
                </c:pt>
                <c:pt idx="669">
                  <c:v>209.95</c:v>
                </c:pt>
                <c:pt idx="670">
                  <c:v>168.3</c:v>
                </c:pt>
                <c:pt idx="671">
                  <c:v>168.3</c:v>
                </c:pt>
                <c:pt idx="672">
                  <c:v>202.3</c:v>
                </c:pt>
                <c:pt idx="673">
                  <c:v>202.3</c:v>
                </c:pt>
                <c:pt idx="674">
                  <c:v>187.85</c:v>
                </c:pt>
                <c:pt idx="675">
                  <c:v>187.85</c:v>
                </c:pt>
                <c:pt idx="676">
                  <c:v>142.80000000000001</c:v>
                </c:pt>
                <c:pt idx="677">
                  <c:v>142.80000000000001</c:v>
                </c:pt>
                <c:pt idx="678">
                  <c:v>210.8</c:v>
                </c:pt>
                <c:pt idx="679">
                  <c:v>210.8</c:v>
                </c:pt>
                <c:pt idx="680">
                  <c:v>221</c:v>
                </c:pt>
                <c:pt idx="681">
                  <c:v>221</c:v>
                </c:pt>
                <c:pt idx="682">
                  <c:v>209.1</c:v>
                </c:pt>
                <c:pt idx="683">
                  <c:v>209.1</c:v>
                </c:pt>
                <c:pt idx="684">
                  <c:v>240.55</c:v>
                </c:pt>
                <c:pt idx="685">
                  <c:v>240.55</c:v>
                </c:pt>
                <c:pt idx="686">
                  <c:v>288.14999999999998</c:v>
                </c:pt>
                <c:pt idx="687">
                  <c:v>288.14999999999998</c:v>
                </c:pt>
                <c:pt idx="688">
                  <c:v>268.60000000000002</c:v>
                </c:pt>
                <c:pt idx="689">
                  <c:v>268.60000000000002</c:v>
                </c:pt>
                <c:pt idx="690">
                  <c:v>245.65</c:v>
                </c:pt>
                <c:pt idx="691">
                  <c:v>245.65</c:v>
                </c:pt>
                <c:pt idx="692">
                  <c:v>170</c:v>
                </c:pt>
                <c:pt idx="693">
                  <c:v>170</c:v>
                </c:pt>
                <c:pt idx="694">
                  <c:v>155.55000000000001</c:v>
                </c:pt>
                <c:pt idx="695">
                  <c:v>155.55000000000001</c:v>
                </c:pt>
                <c:pt idx="696">
                  <c:v>167.45</c:v>
                </c:pt>
                <c:pt idx="697">
                  <c:v>167.45</c:v>
                </c:pt>
                <c:pt idx="698">
                  <c:v>147.9</c:v>
                </c:pt>
                <c:pt idx="699">
                  <c:v>147.9</c:v>
                </c:pt>
                <c:pt idx="700">
                  <c:v>113.9</c:v>
                </c:pt>
                <c:pt idx="701">
                  <c:v>113.9</c:v>
                </c:pt>
                <c:pt idx="702">
                  <c:v>73.099999999999994</c:v>
                </c:pt>
                <c:pt idx="703">
                  <c:v>73.099999999999994</c:v>
                </c:pt>
                <c:pt idx="704">
                  <c:v>91.8</c:v>
                </c:pt>
                <c:pt idx="705">
                  <c:v>91.8</c:v>
                </c:pt>
                <c:pt idx="706">
                  <c:v>71.400000000000006</c:v>
                </c:pt>
                <c:pt idx="707">
                  <c:v>71.400000000000006</c:v>
                </c:pt>
                <c:pt idx="708">
                  <c:v>64.599999999999994</c:v>
                </c:pt>
                <c:pt idx="709">
                  <c:v>64.599999999999994</c:v>
                </c:pt>
                <c:pt idx="710">
                  <c:v>46.75</c:v>
                </c:pt>
                <c:pt idx="711">
                  <c:v>46.75</c:v>
                </c:pt>
                <c:pt idx="712">
                  <c:v>22.95</c:v>
                </c:pt>
                <c:pt idx="713">
                  <c:v>22.95</c:v>
                </c:pt>
                <c:pt idx="714">
                  <c:v>6.8</c:v>
                </c:pt>
                <c:pt idx="715">
                  <c:v>6.8</c:v>
                </c:pt>
                <c:pt idx="716">
                  <c:v>5.95</c:v>
                </c:pt>
                <c:pt idx="717">
                  <c:v>5.95</c:v>
                </c:pt>
                <c:pt idx="718">
                  <c:v>1.7</c:v>
                </c:pt>
                <c:pt idx="719">
                  <c:v>1.7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4.25</c:v>
                </c:pt>
                <c:pt idx="813">
                  <c:v>4.25</c:v>
                </c:pt>
                <c:pt idx="814">
                  <c:v>8.5</c:v>
                </c:pt>
                <c:pt idx="815">
                  <c:v>8.5</c:v>
                </c:pt>
                <c:pt idx="816">
                  <c:v>8.5</c:v>
                </c:pt>
                <c:pt idx="817">
                  <c:v>8.5</c:v>
                </c:pt>
                <c:pt idx="818">
                  <c:v>13.6</c:v>
                </c:pt>
                <c:pt idx="819">
                  <c:v>13.6</c:v>
                </c:pt>
                <c:pt idx="820">
                  <c:v>38.25</c:v>
                </c:pt>
                <c:pt idx="821">
                  <c:v>38.25</c:v>
                </c:pt>
                <c:pt idx="822">
                  <c:v>45.9</c:v>
                </c:pt>
                <c:pt idx="823">
                  <c:v>45.9</c:v>
                </c:pt>
                <c:pt idx="824">
                  <c:v>42.5</c:v>
                </c:pt>
                <c:pt idx="825">
                  <c:v>42.5</c:v>
                </c:pt>
                <c:pt idx="826">
                  <c:v>47.6</c:v>
                </c:pt>
                <c:pt idx="827">
                  <c:v>47.6</c:v>
                </c:pt>
                <c:pt idx="828">
                  <c:v>52.7</c:v>
                </c:pt>
                <c:pt idx="829">
                  <c:v>52.7</c:v>
                </c:pt>
                <c:pt idx="830">
                  <c:v>66.3</c:v>
                </c:pt>
                <c:pt idx="831">
                  <c:v>66.3</c:v>
                </c:pt>
                <c:pt idx="832">
                  <c:v>71.400000000000006</c:v>
                </c:pt>
                <c:pt idx="833">
                  <c:v>71.400000000000006</c:v>
                </c:pt>
                <c:pt idx="834">
                  <c:v>51.85</c:v>
                </c:pt>
                <c:pt idx="835">
                  <c:v>51.85</c:v>
                </c:pt>
                <c:pt idx="836">
                  <c:v>49.3</c:v>
                </c:pt>
                <c:pt idx="837">
                  <c:v>49.3</c:v>
                </c:pt>
                <c:pt idx="838">
                  <c:v>43.35</c:v>
                </c:pt>
                <c:pt idx="839">
                  <c:v>43.35</c:v>
                </c:pt>
                <c:pt idx="840">
                  <c:v>41.65</c:v>
                </c:pt>
                <c:pt idx="841">
                  <c:v>41.65</c:v>
                </c:pt>
                <c:pt idx="842">
                  <c:v>61.2</c:v>
                </c:pt>
                <c:pt idx="843">
                  <c:v>61.2</c:v>
                </c:pt>
                <c:pt idx="844">
                  <c:v>35.700000000000003</c:v>
                </c:pt>
                <c:pt idx="845">
                  <c:v>35.700000000000003</c:v>
                </c:pt>
                <c:pt idx="846">
                  <c:v>39.1</c:v>
                </c:pt>
                <c:pt idx="847">
                  <c:v>39.1</c:v>
                </c:pt>
                <c:pt idx="848">
                  <c:v>37.4</c:v>
                </c:pt>
                <c:pt idx="849">
                  <c:v>37.4</c:v>
                </c:pt>
                <c:pt idx="850">
                  <c:v>51.85</c:v>
                </c:pt>
                <c:pt idx="851">
                  <c:v>51.85</c:v>
                </c:pt>
                <c:pt idx="852">
                  <c:v>45.05</c:v>
                </c:pt>
                <c:pt idx="853">
                  <c:v>45.05</c:v>
                </c:pt>
                <c:pt idx="854">
                  <c:v>68.849999999999994</c:v>
                </c:pt>
                <c:pt idx="855">
                  <c:v>68.849999999999994</c:v>
                </c:pt>
                <c:pt idx="856">
                  <c:v>102</c:v>
                </c:pt>
                <c:pt idx="857">
                  <c:v>102</c:v>
                </c:pt>
                <c:pt idx="858">
                  <c:v>79.05</c:v>
                </c:pt>
                <c:pt idx="859">
                  <c:v>79.05</c:v>
                </c:pt>
                <c:pt idx="860">
                  <c:v>52.7</c:v>
                </c:pt>
                <c:pt idx="861">
                  <c:v>52.7</c:v>
                </c:pt>
                <c:pt idx="862">
                  <c:v>59.5</c:v>
                </c:pt>
                <c:pt idx="863">
                  <c:v>59.5</c:v>
                </c:pt>
                <c:pt idx="864">
                  <c:v>41.65</c:v>
                </c:pt>
                <c:pt idx="865">
                  <c:v>41.65</c:v>
                </c:pt>
                <c:pt idx="866">
                  <c:v>87.55</c:v>
                </c:pt>
                <c:pt idx="867">
                  <c:v>87.55</c:v>
                </c:pt>
                <c:pt idx="868">
                  <c:v>66.3</c:v>
                </c:pt>
                <c:pt idx="869">
                  <c:v>66.3</c:v>
                </c:pt>
                <c:pt idx="870">
                  <c:v>43.35</c:v>
                </c:pt>
                <c:pt idx="871">
                  <c:v>43.35</c:v>
                </c:pt>
                <c:pt idx="872">
                  <c:v>32.299999999999997</c:v>
                </c:pt>
                <c:pt idx="873">
                  <c:v>32.299999999999997</c:v>
                </c:pt>
                <c:pt idx="874">
                  <c:v>43.35</c:v>
                </c:pt>
                <c:pt idx="875">
                  <c:v>43.35</c:v>
                </c:pt>
                <c:pt idx="876">
                  <c:v>41.65</c:v>
                </c:pt>
                <c:pt idx="877">
                  <c:v>41.65</c:v>
                </c:pt>
                <c:pt idx="878">
                  <c:v>30.6</c:v>
                </c:pt>
                <c:pt idx="879">
                  <c:v>30.6</c:v>
                </c:pt>
                <c:pt idx="880">
                  <c:v>29.75</c:v>
                </c:pt>
                <c:pt idx="881">
                  <c:v>29.75</c:v>
                </c:pt>
                <c:pt idx="882">
                  <c:v>26.35</c:v>
                </c:pt>
                <c:pt idx="883">
                  <c:v>26.35</c:v>
                </c:pt>
                <c:pt idx="884">
                  <c:v>28.9</c:v>
                </c:pt>
                <c:pt idx="885">
                  <c:v>28.9</c:v>
                </c:pt>
                <c:pt idx="886">
                  <c:v>26.35</c:v>
                </c:pt>
                <c:pt idx="887">
                  <c:v>26.35</c:v>
                </c:pt>
                <c:pt idx="888">
                  <c:v>26.35</c:v>
                </c:pt>
                <c:pt idx="889">
                  <c:v>26.35</c:v>
                </c:pt>
                <c:pt idx="890">
                  <c:v>28.05</c:v>
                </c:pt>
                <c:pt idx="891">
                  <c:v>28.05</c:v>
                </c:pt>
                <c:pt idx="892">
                  <c:v>32.299999999999997</c:v>
                </c:pt>
                <c:pt idx="893">
                  <c:v>32.299999999999997</c:v>
                </c:pt>
                <c:pt idx="894">
                  <c:v>37.4</c:v>
                </c:pt>
                <c:pt idx="895">
                  <c:v>37.4</c:v>
                </c:pt>
                <c:pt idx="896">
                  <c:v>45.05</c:v>
                </c:pt>
                <c:pt idx="897">
                  <c:v>45.05</c:v>
                </c:pt>
                <c:pt idx="898">
                  <c:v>51.85</c:v>
                </c:pt>
                <c:pt idx="899">
                  <c:v>51.85</c:v>
                </c:pt>
                <c:pt idx="900">
                  <c:v>55.25</c:v>
                </c:pt>
                <c:pt idx="901">
                  <c:v>55.25</c:v>
                </c:pt>
                <c:pt idx="902">
                  <c:v>48.45</c:v>
                </c:pt>
                <c:pt idx="903">
                  <c:v>48.45</c:v>
                </c:pt>
                <c:pt idx="904">
                  <c:v>41.65</c:v>
                </c:pt>
                <c:pt idx="905">
                  <c:v>41.65</c:v>
                </c:pt>
                <c:pt idx="906">
                  <c:v>18.7</c:v>
                </c:pt>
                <c:pt idx="907">
                  <c:v>18.7</c:v>
                </c:pt>
                <c:pt idx="908">
                  <c:v>8.5</c:v>
                </c:pt>
                <c:pt idx="909">
                  <c:v>8.5</c:v>
                </c:pt>
                <c:pt idx="910">
                  <c:v>2.5499999999999998</c:v>
                </c:pt>
                <c:pt idx="911">
                  <c:v>2.5499999999999998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2.5499999999999998</c:v>
                </c:pt>
                <c:pt idx="1003">
                  <c:v>2.5499999999999998</c:v>
                </c:pt>
                <c:pt idx="1004">
                  <c:v>18.7</c:v>
                </c:pt>
                <c:pt idx="1005">
                  <c:v>18.7</c:v>
                </c:pt>
                <c:pt idx="1006">
                  <c:v>51</c:v>
                </c:pt>
                <c:pt idx="1007">
                  <c:v>51</c:v>
                </c:pt>
                <c:pt idx="1008">
                  <c:v>89.25</c:v>
                </c:pt>
                <c:pt idx="1009">
                  <c:v>89.25</c:v>
                </c:pt>
                <c:pt idx="1010">
                  <c:v>129.19999999999999</c:v>
                </c:pt>
                <c:pt idx="1011">
                  <c:v>129.19999999999999</c:v>
                </c:pt>
                <c:pt idx="1012">
                  <c:v>171.7</c:v>
                </c:pt>
                <c:pt idx="1013">
                  <c:v>171.7</c:v>
                </c:pt>
                <c:pt idx="1014">
                  <c:v>215.05</c:v>
                </c:pt>
                <c:pt idx="1015">
                  <c:v>215.05</c:v>
                </c:pt>
                <c:pt idx="1016">
                  <c:v>259.25</c:v>
                </c:pt>
                <c:pt idx="1017">
                  <c:v>259.25</c:v>
                </c:pt>
                <c:pt idx="1018">
                  <c:v>302.60000000000002</c:v>
                </c:pt>
                <c:pt idx="1019">
                  <c:v>302.60000000000002</c:v>
                </c:pt>
                <c:pt idx="1020">
                  <c:v>345.95</c:v>
                </c:pt>
                <c:pt idx="1021">
                  <c:v>345.95</c:v>
                </c:pt>
                <c:pt idx="1022">
                  <c:v>389.3</c:v>
                </c:pt>
                <c:pt idx="1023">
                  <c:v>389.3</c:v>
                </c:pt>
                <c:pt idx="1024">
                  <c:v>430.1</c:v>
                </c:pt>
                <c:pt idx="1025">
                  <c:v>430.1</c:v>
                </c:pt>
                <c:pt idx="1026">
                  <c:v>470.05</c:v>
                </c:pt>
                <c:pt idx="1027">
                  <c:v>470.05</c:v>
                </c:pt>
                <c:pt idx="1028">
                  <c:v>507.45</c:v>
                </c:pt>
                <c:pt idx="1029">
                  <c:v>507.45</c:v>
                </c:pt>
                <c:pt idx="1030">
                  <c:v>542.29999999999995</c:v>
                </c:pt>
                <c:pt idx="1031">
                  <c:v>542.29999999999995</c:v>
                </c:pt>
                <c:pt idx="1032">
                  <c:v>576.29999999999995</c:v>
                </c:pt>
                <c:pt idx="1033">
                  <c:v>576.29999999999995</c:v>
                </c:pt>
                <c:pt idx="1034">
                  <c:v>606.04999999999995</c:v>
                </c:pt>
                <c:pt idx="1035">
                  <c:v>606.04999999999995</c:v>
                </c:pt>
                <c:pt idx="1036">
                  <c:v>633.25</c:v>
                </c:pt>
                <c:pt idx="1037">
                  <c:v>633.25</c:v>
                </c:pt>
                <c:pt idx="1038">
                  <c:v>657.9</c:v>
                </c:pt>
                <c:pt idx="1039">
                  <c:v>657.9</c:v>
                </c:pt>
                <c:pt idx="1040">
                  <c:v>679.15</c:v>
                </c:pt>
                <c:pt idx="1041">
                  <c:v>679.15</c:v>
                </c:pt>
                <c:pt idx="1042">
                  <c:v>697.85</c:v>
                </c:pt>
                <c:pt idx="1043">
                  <c:v>697.85</c:v>
                </c:pt>
                <c:pt idx="1044">
                  <c:v>713.15</c:v>
                </c:pt>
                <c:pt idx="1045">
                  <c:v>713.15</c:v>
                </c:pt>
                <c:pt idx="1046">
                  <c:v>724.2</c:v>
                </c:pt>
                <c:pt idx="1047">
                  <c:v>724.2</c:v>
                </c:pt>
                <c:pt idx="1048">
                  <c:v>732.7</c:v>
                </c:pt>
                <c:pt idx="1049">
                  <c:v>732.7</c:v>
                </c:pt>
                <c:pt idx="1050">
                  <c:v>737.8</c:v>
                </c:pt>
                <c:pt idx="1051">
                  <c:v>737.8</c:v>
                </c:pt>
                <c:pt idx="1052">
                  <c:v>738.65</c:v>
                </c:pt>
                <c:pt idx="1053">
                  <c:v>738.65</c:v>
                </c:pt>
                <c:pt idx="1054">
                  <c:v>716.55</c:v>
                </c:pt>
                <c:pt idx="1055">
                  <c:v>716.55</c:v>
                </c:pt>
                <c:pt idx="1056">
                  <c:v>684.25</c:v>
                </c:pt>
                <c:pt idx="1057">
                  <c:v>684.25</c:v>
                </c:pt>
                <c:pt idx="1058">
                  <c:v>673.2</c:v>
                </c:pt>
                <c:pt idx="1059">
                  <c:v>673.2</c:v>
                </c:pt>
                <c:pt idx="1060">
                  <c:v>701.25</c:v>
                </c:pt>
                <c:pt idx="1061">
                  <c:v>701.25</c:v>
                </c:pt>
                <c:pt idx="1062">
                  <c:v>693.6</c:v>
                </c:pt>
                <c:pt idx="1063">
                  <c:v>693.6</c:v>
                </c:pt>
                <c:pt idx="1064">
                  <c:v>674.9</c:v>
                </c:pt>
                <c:pt idx="1065">
                  <c:v>674.9</c:v>
                </c:pt>
                <c:pt idx="1066">
                  <c:v>652.79999999999995</c:v>
                </c:pt>
                <c:pt idx="1067">
                  <c:v>652.79999999999995</c:v>
                </c:pt>
                <c:pt idx="1068">
                  <c:v>627.29999999999995</c:v>
                </c:pt>
                <c:pt idx="1069">
                  <c:v>627.29999999999995</c:v>
                </c:pt>
                <c:pt idx="1070">
                  <c:v>600.1</c:v>
                </c:pt>
                <c:pt idx="1071">
                  <c:v>600.1</c:v>
                </c:pt>
                <c:pt idx="1072">
                  <c:v>569.5</c:v>
                </c:pt>
                <c:pt idx="1073">
                  <c:v>569.5</c:v>
                </c:pt>
                <c:pt idx="1074">
                  <c:v>536.35</c:v>
                </c:pt>
                <c:pt idx="1075">
                  <c:v>536.35</c:v>
                </c:pt>
                <c:pt idx="1076">
                  <c:v>490.45</c:v>
                </c:pt>
                <c:pt idx="1077">
                  <c:v>490.45</c:v>
                </c:pt>
                <c:pt idx="1078">
                  <c:v>470.05</c:v>
                </c:pt>
                <c:pt idx="1079">
                  <c:v>470.05</c:v>
                </c:pt>
                <c:pt idx="1080">
                  <c:v>435.2</c:v>
                </c:pt>
                <c:pt idx="1081">
                  <c:v>435.2</c:v>
                </c:pt>
                <c:pt idx="1082">
                  <c:v>385.9</c:v>
                </c:pt>
                <c:pt idx="1083">
                  <c:v>385.9</c:v>
                </c:pt>
                <c:pt idx="1084">
                  <c:v>343.4</c:v>
                </c:pt>
                <c:pt idx="1085">
                  <c:v>343.4</c:v>
                </c:pt>
                <c:pt idx="1086">
                  <c:v>315.35000000000002</c:v>
                </c:pt>
                <c:pt idx="1087">
                  <c:v>315.35000000000002</c:v>
                </c:pt>
                <c:pt idx="1088">
                  <c:v>266.05</c:v>
                </c:pt>
                <c:pt idx="1089">
                  <c:v>266.05</c:v>
                </c:pt>
                <c:pt idx="1090">
                  <c:v>227.8</c:v>
                </c:pt>
                <c:pt idx="1091">
                  <c:v>227.8</c:v>
                </c:pt>
                <c:pt idx="1092">
                  <c:v>178.5</c:v>
                </c:pt>
                <c:pt idx="1093">
                  <c:v>178.5</c:v>
                </c:pt>
                <c:pt idx="1094">
                  <c:v>141.1</c:v>
                </c:pt>
                <c:pt idx="1095">
                  <c:v>141.1</c:v>
                </c:pt>
                <c:pt idx="1096">
                  <c:v>83.3</c:v>
                </c:pt>
                <c:pt idx="1097">
                  <c:v>83.3</c:v>
                </c:pt>
                <c:pt idx="1098">
                  <c:v>47.6</c:v>
                </c:pt>
                <c:pt idx="1099">
                  <c:v>47.6</c:v>
                </c:pt>
                <c:pt idx="1100">
                  <c:v>18.7</c:v>
                </c:pt>
                <c:pt idx="1101">
                  <c:v>18.7</c:v>
                </c:pt>
                <c:pt idx="1102">
                  <c:v>4.25</c:v>
                </c:pt>
                <c:pt idx="1103">
                  <c:v>4.25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1.7</c:v>
                </c:pt>
                <c:pt idx="1195">
                  <c:v>1.7</c:v>
                </c:pt>
                <c:pt idx="1196">
                  <c:v>17</c:v>
                </c:pt>
                <c:pt idx="1197">
                  <c:v>17</c:v>
                </c:pt>
                <c:pt idx="1198">
                  <c:v>44.2</c:v>
                </c:pt>
                <c:pt idx="1199">
                  <c:v>44.2</c:v>
                </c:pt>
                <c:pt idx="1200">
                  <c:v>70.55</c:v>
                </c:pt>
                <c:pt idx="1201">
                  <c:v>70.55</c:v>
                </c:pt>
                <c:pt idx="1202">
                  <c:v>118.15</c:v>
                </c:pt>
                <c:pt idx="1203">
                  <c:v>118.15</c:v>
                </c:pt>
                <c:pt idx="1204">
                  <c:v>152.15</c:v>
                </c:pt>
                <c:pt idx="1205">
                  <c:v>152.15</c:v>
                </c:pt>
                <c:pt idx="1206">
                  <c:v>201.45</c:v>
                </c:pt>
                <c:pt idx="1207">
                  <c:v>201.45</c:v>
                </c:pt>
                <c:pt idx="1208">
                  <c:v>249.9</c:v>
                </c:pt>
                <c:pt idx="1209">
                  <c:v>249.9</c:v>
                </c:pt>
                <c:pt idx="1210">
                  <c:v>293.25</c:v>
                </c:pt>
                <c:pt idx="1211">
                  <c:v>293.25</c:v>
                </c:pt>
                <c:pt idx="1212">
                  <c:v>334.9</c:v>
                </c:pt>
                <c:pt idx="1213">
                  <c:v>334.9</c:v>
                </c:pt>
                <c:pt idx="1214">
                  <c:v>376.55</c:v>
                </c:pt>
                <c:pt idx="1215">
                  <c:v>376.55</c:v>
                </c:pt>
                <c:pt idx="1216">
                  <c:v>416.5</c:v>
                </c:pt>
                <c:pt idx="1217">
                  <c:v>416.5</c:v>
                </c:pt>
                <c:pt idx="1218">
                  <c:v>454.75</c:v>
                </c:pt>
                <c:pt idx="1219">
                  <c:v>454.75</c:v>
                </c:pt>
                <c:pt idx="1220">
                  <c:v>492.15</c:v>
                </c:pt>
                <c:pt idx="1221">
                  <c:v>492.15</c:v>
                </c:pt>
                <c:pt idx="1222">
                  <c:v>499.8</c:v>
                </c:pt>
                <c:pt idx="1223">
                  <c:v>499.8</c:v>
                </c:pt>
                <c:pt idx="1224">
                  <c:v>552.5</c:v>
                </c:pt>
                <c:pt idx="1225">
                  <c:v>552.5</c:v>
                </c:pt>
                <c:pt idx="1226">
                  <c:v>594.15</c:v>
                </c:pt>
                <c:pt idx="1227">
                  <c:v>594.15</c:v>
                </c:pt>
                <c:pt idx="1228">
                  <c:v>616.25</c:v>
                </c:pt>
                <c:pt idx="1229">
                  <c:v>616.25</c:v>
                </c:pt>
                <c:pt idx="1230">
                  <c:v>632.4</c:v>
                </c:pt>
                <c:pt idx="1231">
                  <c:v>632.4</c:v>
                </c:pt>
                <c:pt idx="1232">
                  <c:v>602.65</c:v>
                </c:pt>
                <c:pt idx="1233">
                  <c:v>602.65</c:v>
                </c:pt>
                <c:pt idx="1234">
                  <c:v>592.45000000000005</c:v>
                </c:pt>
                <c:pt idx="1235">
                  <c:v>592.45000000000005</c:v>
                </c:pt>
                <c:pt idx="1236">
                  <c:v>600.95000000000005</c:v>
                </c:pt>
                <c:pt idx="1237">
                  <c:v>600.95000000000005</c:v>
                </c:pt>
                <c:pt idx="1238">
                  <c:v>606.9</c:v>
                </c:pt>
                <c:pt idx="1239">
                  <c:v>606.9</c:v>
                </c:pt>
                <c:pt idx="1240">
                  <c:v>665.55</c:v>
                </c:pt>
                <c:pt idx="1241">
                  <c:v>665.55</c:v>
                </c:pt>
                <c:pt idx="1242">
                  <c:v>638.35</c:v>
                </c:pt>
                <c:pt idx="1243">
                  <c:v>638.35</c:v>
                </c:pt>
                <c:pt idx="1244">
                  <c:v>570.35</c:v>
                </c:pt>
                <c:pt idx="1245">
                  <c:v>570.35</c:v>
                </c:pt>
                <c:pt idx="1246">
                  <c:v>538.9</c:v>
                </c:pt>
                <c:pt idx="1247">
                  <c:v>538.9</c:v>
                </c:pt>
                <c:pt idx="1248">
                  <c:v>566.1</c:v>
                </c:pt>
                <c:pt idx="1249">
                  <c:v>566.1</c:v>
                </c:pt>
                <c:pt idx="1250">
                  <c:v>666.4</c:v>
                </c:pt>
                <c:pt idx="1251">
                  <c:v>666.4</c:v>
                </c:pt>
                <c:pt idx="1252">
                  <c:v>667.25</c:v>
                </c:pt>
                <c:pt idx="1253">
                  <c:v>667.25</c:v>
                </c:pt>
                <c:pt idx="1254">
                  <c:v>602.65</c:v>
                </c:pt>
                <c:pt idx="1255">
                  <c:v>602.65</c:v>
                </c:pt>
                <c:pt idx="1256">
                  <c:v>613.70000000000005</c:v>
                </c:pt>
                <c:pt idx="1257">
                  <c:v>613.70000000000005</c:v>
                </c:pt>
                <c:pt idx="1258">
                  <c:v>586.5</c:v>
                </c:pt>
                <c:pt idx="1259">
                  <c:v>586.5</c:v>
                </c:pt>
                <c:pt idx="1260">
                  <c:v>541.45000000000005</c:v>
                </c:pt>
                <c:pt idx="1261">
                  <c:v>541.45000000000005</c:v>
                </c:pt>
                <c:pt idx="1262">
                  <c:v>518.5</c:v>
                </c:pt>
                <c:pt idx="1263">
                  <c:v>518.5</c:v>
                </c:pt>
                <c:pt idx="1264">
                  <c:v>502.35</c:v>
                </c:pt>
                <c:pt idx="1265">
                  <c:v>502.35</c:v>
                </c:pt>
                <c:pt idx="1266">
                  <c:v>479.4</c:v>
                </c:pt>
                <c:pt idx="1267">
                  <c:v>479.4</c:v>
                </c:pt>
                <c:pt idx="1268">
                  <c:v>464.95</c:v>
                </c:pt>
                <c:pt idx="1269">
                  <c:v>464.95</c:v>
                </c:pt>
                <c:pt idx="1270">
                  <c:v>460.7</c:v>
                </c:pt>
                <c:pt idx="1271">
                  <c:v>460.7</c:v>
                </c:pt>
                <c:pt idx="1272">
                  <c:v>424.15</c:v>
                </c:pt>
                <c:pt idx="1273">
                  <c:v>424.15</c:v>
                </c:pt>
                <c:pt idx="1274">
                  <c:v>385.9</c:v>
                </c:pt>
                <c:pt idx="1275">
                  <c:v>385.9</c:v>
                </c:pt>
                <c:pt idx="1276">
                  <c:v>345.1</c:v>
                </c:pt>
                <c:pt idx="1277">
                  <c:v>345.1</c:v>
                </c:pt>
                <c:pt idx="1278">
                  <c:v>301.75</c:v>
                </c:pt>
                <c:pt idx="1279">
                  <c:v>301.75</c:v>
                </c:pt>
                <c:pt idx="1280">
                  <c:v>258.39999999999998</c:v>
                </c:pt>
                <c:pt idx="1281">
                  <c:v>258.39999999999998</c:v>
                </c:pt>
                <c:pt idx="1282">
                  <c:v>215.05</c:v>
                </c:pt>
                <c:pt idx="1283">
                  <c:v>215.05</c:v>
                </c:pt>
                <c:pt idx="1284">
                  <c:v>171.7</c:v>
                </c:pt>
                <c:pt idx="1285">
                  <c:v>171.7</c:v>
                </c:pt>
                <c:pt idx="1286">
                  <c:v>130.05000000000001</c:v>
                </c:pt>
                <c:pt idx="1287">
                  <c:v>130.05000000000001</c:v>
                </c:pt>
                <c:pt idx="1288">
                  <c:v>91.8</c:v>
                </c:pt>
                <c:pt idx="1289">
                  <c:v>91.8</c:v>
                </c:pt>
                <c:pt idx="1290">
                  <c:v>56.95</c:v>
                </c:pt>
                <c:pt idx="1291">
                  <c:v>56.95</c:v>
                </c:pt>
                <c:pt idx="1292">
                  <c:v>22.95</c:v>
                </c:pt>
                <c:pt idx="1293">
                  <c:v>22.95</c:v>
                </c:pt>
                <c:pt idx="1294">
                  <c:v>3.4</c:v>
                </c:pt>
                <c:pt idx="1295">
                  <c:v>3.4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1.7</c:v>
                </c:pt>
                <c:pt idx="1387">
                  <c:v>1.7</c:v>
                </c:pt>
                <c:pt idx="1388">
                  <c:v>13.6</c:v>
                </c:pt>
                <c:pt idx="1389">
                  <c:v>13.6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6C7-46DF-A76F-CA4BF2480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38.112900000000003</c:v>
                </c:pt>
                <c:pt idx="6">
                  <c:v>38.112900000000003</c:v>
                </c:pt>
                <c:pt idx="7">
                  <c:v>38.112900000000003</c:v>
                </c:pt>
                <c:pt idx="8">
                  <c:v>38.112900000000003</c:v>
                </c:pt>
                <c:pt idx="9">
                  <c:v>38.112900000000003</c:v>
                </c:pt>
                <c:pt idx="10">
                  <c:v>38.112900000000003</c:v>
                </c:pt>
                <c:pt idx="11">
                  <c:v>38.112900000000003</c:v>
                </c:pt>
                <c:pt idx="12">
                  <c:v>38.112900000000003</c:v>
                </c:pt>
                <c:pt idx="13">
                  <c:v>38.1372</c:v>
                </c:pt>
                <c:pt idx="14">
                  <c:v>38.1372</c:v>
                </c:pt>
                <c:pt idx="15">
                  <c:v>42.675417000000003</c:v>
                </c:pt>
                <c:pt idx="16">
                  <c:v>43.204166999999998</c:v>
                </c:pt>
                <c:pt idx="17">
                  <c:v>47.189332999999998</c:v>
                </c:pt>
                <c:pt idx="18">
                  <c:v>47.189332999999998</c:v>
                </c:pt>
                <c:pt idx="19">
                  <c:v>47.189332999999998</c:v>
                </c:pt>
                <c:pt idx="20">
                  <c:v>48.965617000000002</c:v>
                </c:pt>
                <c:pt idx="21">
                  <c:v>48.965617000000002</c:v>
                </c:pt>
                <c:pt idx="22">
                  <c:v>48.965617000000002</c:v>
                </c:pt>
                <c:pt idx="23">
                  <c:v>48.965617000000002</c:v>
                </c:pt>
                <c:pt idx="24">
                  <c:v>48.965617000000002</c:v>
                </c:pt>
                <c:pt idx="25">
                  <c:v>53.503833</c:v>
                </c:pt>
                <c:pt idx="26">
                  <c:v>58.042050000000003</c:v>
                </c:pt>
                <c:pt idx="27">
                  <c:v>58.042050000000003</c:v>
                </c:pt>
                <c:pt idx="28">
                  <c:v>58.042050000000003</c:v>
                </c:pt>
                <c:pt idx="29">
                  <c:v>54.306773999999997</c:v>
                </c:pt>
                <c:pt idx="30">
                  <c:v>53.038279000000003</c:v>
                </c:pt>
                <c:pt idx="31">
                  <c:v>51.769784999999999</c:v>
                </c:pt>
                <c:pt idx="32">
                  <c:v>51.177821000000002</c:v>
                </c:pt>
                <c:pt idx="33">
                  <c:v>50.889749999999999</c:v>
                </c:pt>
                <c:pt idx="34">
                  <c:v>49.809480999999998</c:v>
                </c:pt>
                <c:pt idx="35">
                  <c:v>48.729211999999997</c:v>
                </c:pt>
                <c:pt idx="36">
                  <c:v>47.648944</c:v>
                </c:pt>
                <c:pt idx="37">
                  <c:v>47.504908</c:v>
                </c:pt>
                <c:pt idx="38">
                  <c:v>46.372455000000002</c:v>
                </c:pt>
                <c:pt idx="39">
                  <c:v>45.159112999999998</c:v>
                </c:pt>
                <c:pt idx="40">
                  <c:v>43.945770000000003</c:v>
                </c:pt>
                <c:pt idx="41">
                  <c:v>43.783991</c:v>
                </c:pt>
                <c:pt idx="42">
                  <c:v>42.846226000000001</c:v>
                </c:pt>
                <c:pt idx="43">
                  <c:v>41.674019999999999</c:v>
                </c:pt>
                <c:pt idx="44">
                  <c:v>40.501812999999999</c:v>
                </c:pt>
                <c:pt idx="45">
                  <c:v>40.111077999999999</c:v>
                </c:pt>
                <c:pt idx="46">
                  <c:v>40.111077999999999</c:v>
                </c:pt>
                <c:pt idx="47">
                  <c:v>40.111077999999999</c:v>
                </c:pt>
                <c:pt idx="48">
                  <c:v>39.723481999999997</c:v>
                </c:pt>
                <c:pt idx="49">
                  <c:v>38.560696</c:v>
                </c:pt>
                <c:pt idx="50">
                  <c:v>37.397910000000003</c:v>
                </c:pt>
                <c:pt idx="51">
                  <c:v>36.390161999999997</c:v>
                </c:pt>
                <c:pt idx="52">
                  <c:v>36.390161999999997</c:v>
                </c:pt>
                <c:pt idx="53">
                  <c:v>35.221507000000003</c:v>
                </c:pt>
                <c:pt idx="54">
                  <c:v>33.969377999999999</c:v>
                </c:pt>
                <c:pt idx="55">
                  <c:v>32.717247999999998</c:v>
                </c:pt>
                <c:pt idx="56">
                  <c:v>32.329652000000003</c:v>
                </c:pt>
                <c:pt idx="57">
                  <c:v>31.166865999999999</c:v>
                </c:pt>
                <c:pt idx="58">
                  <c:v>30.004079999999998</c:v>
                </c:pt>
                <c:pt idx="59">
                  <c:v>28.996331999999999</c:v>
                </c:pt>
                <c:pt idx="60">
                  <c:v>28.996331999999999</c:v>
                </c:pt>
                <c:pt idx="61">
                  <c:v>27.994627999999999</c:v>
                </c:pt>
                <c:pt idx="62">
                  <c:v>26.742498000000001</c:v>
                </c:pt>
                <c:pt idx="63">
                  <c:v>25.490369000000001</c:v>
                </c:pt>
                <c:pt idx="64">
                  <c:v>25.323418</c:v>
                </c:pt>
                <c:pt idx="65">
                  <c:v>25.323418</c:v>
                </c:pt>
                <c:pt idx="66">
                  <c:v>22.180105999999999</c:v>
                </c:pt>
                <c:pt idx="67">
                  <c:v>24.449214000000001</c:v>
                </c:pt>
                <c:pt idx="68">
                  <c:v>24.449214000000001</c:v>
                </c:pt>
                <c:pt idx="69">
                  <c:v>26.608836</c:v>
                </c:pt>
                <c:pt idx="70">
                  <c:v>26.608836</c:v>
                </c:pt>
                <c:pt idx="71">
                  <c:v>26.608836</c:v>
                </c:pt>
                <c:pt idx="72">
                  <c:v>28.877943999999999</c:v>
                </c:pt>
                <c:pt idx="73">
                  <c:v>28.877943999999999</c:v>
                </c:pt>
                <c:pt idx="74">
                  <c:v>28.877943999999999</c:v>
                </c:pt>
                <c:pt idx="75">
                  <c:v>28.877943999999999</c:v>
                </c:pt>
                <c:pt idx="76">
                  <c:v>28.877943999999999</c:v>
                </c:pt>
                <c:pt idx="77">
                  <c:v>28.877943999999999</c:v>
                </c:pt>
                <c:pt idx="78">
                  <c:v>28.877943999999999</c:v>
                </c:pt>
                <c:pt idx="79">
                  <c:v>32.517609999999998</c:v>
                </c:pt>
                <c:pt idx="80">
                  <c:v>31.384005999999999</c:v>
                </c:pt>
                <c:pt idx="81">
                  <c:v>30.628270000000001</c:v>
                </c:pt>
                <c:pt idx="82">
                  <c:v>30.628270000000001</c:v>
                </c:pt>
                <c:pt idx="83">
                  <c:v>30.628270000000001</c:v>
                </c:pt>
                <c:pt idx="84">
                  <c:v>30.005236</c:v>
                </c:pt>
                <c:pt idx="85">
                  <c:v>28.943093000000001</c:v>
                </c:pt>
                <c:pt idx="86">
                  <c:v>27.368987000000001</c:v>
                </c:pt>
                <c:pt idx="87">
                  <c:v>26.746445999999999</c:v>
                </c:pt>
                <c:pt idx="88">
                  <c:v>25.864215000000002</c:v>
                </c:pt>
                <c:pt idx="89">
                  <c:v>24.225674999999999</c:v>
                </c:pt>
                <c:pt idx="90">
                  <c:v>23.217523</c:v>
                </c:pt>
                <c:pt idx="91">
                  <c:v>22.864630999999999</c:v>
                </c:pt>
                <c:pt idx="92">
                  <c:v>22.760127000000001</c:v>
                </c:pt>
                <c:pt idx="93">
                  <c:v>21.506083</c:v>
                </c:pt>
                <c:pt idx="94">
                  <c:v>21.003153000000001</c:v>
                </c:pt>
                <c:pt idx="95">
                  <c:v>21.003160000000001</c:v>
                </c:pt>
                <c:pt idx="96">
                  <c:v>26.281600000000001</c:v>
                </c:pt>
                <c:pt idx="97">
                  <c:v>26.281600000000001</c:v>
                </c:pt>
                <c:pt idx="98">
                  <c:v>26.281607999999999</c:v>
                </c:pt>
                <c:pt idx="99">
                  <c:v>27.810478</c:v>
                </c:pt>
                <c:pt idx="100">
                  <c:v>27.810478</c:v>
                </c:pt>
                <c:pt idx="101">
                  <c:v>27.810478</c:v>
                </c:pt>
                <c:pt idx="102">
                  <c:v>27.810478</c:v>
                </c:pt>
                <c:pt idx="103">
                  <c:v>27.810478</c:v>
                </c:pt>
                <c:pt idx="104">
                  <c:v>27.810478</c:v>
                </c:pt>
                <c:pt idx="105">
                  <c:v>28.734069000000002</c:v>
                </c:pt>
                <c:pt idx="106">
                  <c:v>35.541393999999997</c:v>
                </c:pt>
                <c:pt idx="107">
                  <c:v>40.079618000000004</c:v>
                </c:pt>
                <c:pt idx="108">
                  <c:v>42.348725999999999</c:v>
                </c:pt>
                <c:pt idx="109">
                  <c:v>46.886943000000002</c:v>
                </c:pt>
                <c:pt idx="110">
                  <c:v>46.886943000000002</c:v>
                </c:pt>
                <c:pt idx="111">
                  <c:v>46.886943000000002</c:v>
                </c:pt>
                <c:pt idx="112">
                  <c:v>51.425159000000001</c:v>
                </c:pt>
                <c:pt idx="113">
                  <c:v>55.963375999999997</c:v>
                </c:pt>
                <c:pt idx="114">
                  <c:v>62.770701000000003</c:v>
                </c:pt>
                <c:pt idx="115">
                  <c:v>69.578024999999997</c:v>
                </c:pt>
                <c:pt idx="116">
                  <c:v>71.847133999999997</c:v>
                </c:pt>
                <c:pt idx="117">
                  <c:v>78.654459000000003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84.045209999999997</c:v>
                </c:pt>
                <c:pt idx="125">
                  <c:v>82.926861000000002</c:v>
                </c:pt>
                <c:pt idx="126">
                  <c:v>82.133065999999999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74.979101</c:v>
                </c:pt>
                <c:pt idx="136">
                  <c:v>73.939327000000006</c:v>
                </c:pt>
                <c:pt idx="137">
                  <c:v>72.899552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71.035782999999995</c:v>
                </c:pt>
                <c:pt idx="141">
                  <c:v>69.781582999999998</c:v>
                </c:pt>
                <c:pt idx="142">
                  <c:v>68.527382000000003</c:v>
                </c:pt>
                <c:pt idx="143">
                  <c:v>67.972465</c:v>
                </c:pt>
                <c:pt idx="144">
                  <c:v>67.111994999999993</c:v>
                </c:pt>
                <c:pt idx="145">
                  <c:v>65.947447999999994</c:v>
                </c:pt>
                <c:pt idx="146">
                  <c:v>64.720551999999998</c:v>
                </c:pt>
                <c:pt idx="147">
                  <c:v>64.198098000000002</c:v>
                </c:pt>
                <c:pt idx="148">
                  <c:v>63.282502999999998</c:v>
                </c:pt>
                <c:pt idx="149">
                  <c:v>62.170287999999999</c:v>
                </c:pt>
                <c:pt idx="150">
                  <c:v>61.058072000000003</c:v>
                </c:pt>
                <c:pt idx="151">
                  <c:v>60.455826000000002</c:v>
                </c:pt>
                <c:pt idx="152">
                  <c:v>59.491906</c:v>
                </c:pt>
                <c:pt idx="153">
                  <c:v>58.913761999999998</c:v>
                </c:pt>
                <c:pt idx="154">
                  <c:v>57.674881999999997</c:v>
                </c:pt>
                <c:pt idx="155">
                  <c:v>56.436002000000002</c:v>
                </c:pt>
                <c:pt idx="156">
                  <c:v>55.610081999999998</c:v>
                </c:pt>
                <c:pt idx="157">
                  <c:v>54.908327</c:v>
                </c:pt>
                <c:pt idx="158">
                  <c:v>53.855694999999997</c:v>
                </c:pt>
                <c:pt idx="159">
                  <c:v>52.803061999999997</c:v>
                </c:pt>
                <c:pt idx="160">
                  <c:v>51.750430000000001</c:v>
                </c:pt>
                <c:pt idx="161">
                  <c:v>51.680255000000002</c:v>
                </c:pt>
                <c:pt idx="162">
                  <c:v>51.680255000000002</c:v>
                </c:pt>
                <c:pt idx="163">
                  <c:v>51.680255000000002</c:v>
                </c:pt>
                <c:pt idx="164">
                  <c:v>50.903450999999997</c:v>
                </c:pt>
                <c:pt idx="165">
                  <c:v>49.887537999999999</c:v>
                </c:pt>
                <c:pt idx="166">
                  <c:v>49.066927</c:v>
                </c:pt>
                <c:pt idx="167">
                  <c:v>48.428356000000001</c:v>
                </c:pt>
                <c:pt idx="168">
                  <c:v>47.333967999999999</c:v>
                </c:pt>
                <c:pt idx="169">
                  <c:v>46.239581000000001</c:v>
                </c:pt>
                <c:pt idx="170">
                  <c:v>45.362758999999997</c:v>
                </c:pt>
                <c:pt idx="171">
                  <c:v>44.974575999999999</c:v>
                </c:pt>
                <c:pt idx="172">
                  <c:v>43.862361</c:v>
                </c:pt>
                <c:pt idx="173">
                  <c:v>42.672874999999998</c:v>
                </c:pt>
                <c:pt idx="174">
                  <c:v>41.637931000000002</c:v>
                </c:pt>
                <c:pt idx="175">
                  <c:v>41.037697999999999</c:v>
                </c:pt>
                <c:pt idx="176">
                  <c:v>39.790705000000003</c:v>
                </c:pt>
                <c:pt idx="177">
                  <c:v>38.772792000000003</c:v>
                </c:pt>
                <c:pt idx="178">
                  <c:v>37.968046000000001</c:v>
                </c:pt>
                <c:pt idx="179">
                  <c:v>36.417155999999999</c:v>
                </c:pt>
                <c:pt idx="180">
                  <c:v>35.598441999999999</c:v>
                </c:pt>
                <c:pt idx="181">
                  <c:v>34.370370999999999</c:v>
                </c:pt>
                <c:pt idx="182">
                  <c:v>33.142301000000003</c:v>
                </c:pt>
                <c:pt idx="183">
                  <c:v>32.487329000000003</c:v>
                </c:pt>
                <c:pt idx="184">
                  <c:v>32.487329000000003</c:v>
                </c:pt>
                <c:pt idx="185">
                  <c:v>31.159337000000001</c:v>
                </c:pt>
                <c:pt idx="186">
                  <c:v>29.627037999999999</c:v>
                </c:pt>
                <c:pt idx="187">
                  <c:v>28.605505000000001</c:v>
                </c:pt>
                <c:pt idx="188">
                  <c:v>28.605505000000001</c:v>
                </c:pt>
                <c:pt idx="189">
                  <c:v>25.462192999999999</c:v>
                </c:pt>
                <c:pt idx="190">
                  <c:v>25.462192999999999</c:v>
                </c:pt>
                <c:pt idx="191">
                  <c:v>30.000409000000001</c:v>
                </c:pt>
                <c:pt idx="192">
                  <c:v>30.004799999999999</c:v>
                </c:pt>
                <c:pt idx="193">
                  <c:v>31.003184999999998</c:v>
                </c:pt>
                <c:pt idx="194">
                  <c:v>31.003184999999998</c:v>
                </c:pt>
                <c:pt idx="195">
                  <c:v>31.003184999999998</c:v>
                </c:pt>
                <c:pt idx="196">
                  <c:v>35.541401</c:v>
                </c:pt>
                <c:pt idx="197">
                  <c:v>35.541401</c:v>
                </c:pt>
                <c:pt idx="198">
                  <c:v>35.541401</c:v>
                </c:pt>
                <c:pt idx="199">
                  <c:v>35.541401</c:v>
                </c:pt>
                <c:pt idx="200">
                  <c:v>35.541401</c:v>
                </c:pt>
                <c:pt idx="201">
                  <c:v>40.079618000000004</c:v>
                </c:pt>
                <c:pt idx="202">
                  <c:v>46.886943000000002</c:v>
                </c:pt>
                <c:pt idx="203">
                  <c:v>53.694268000000001</c:v>
                </c:pt>
                <c:pt idx="204">
                  <c:v>55.963352999999998</c:v>
                </c:pt>
                <c:pt idx="205">
                  <c:v>59.203691999999997</c:v>
                </c:pt>
                <c:pt idx="206">
                  <c:v>59.203691999999997</c:v>
                </c:pt>
                <c:pt idx="207">
                  <c:v>60.501570000000001</c:v>
                </c:pt>
                <c:pt idx="208">
                  <c:v>60.501592000000002</c:v>
                </c:pt>
                <c:pt idx="209">
                  <c:v>60.501600000000003</c:v>
                </c:pt>
                <c:pt idx="210">
                  <c:v>65.039816000000002</c:v>
                </c:pt>
                <c:pt idx="211">
                  <c:v>68.654433999999995</c:v>
                </c:pt>
                <c:pt idx="212">
                  <c:v>75.461759000000001</c:v>
                </c:pt>
                <c:pt idx="213">
                  <c:v>79.999967999999996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84.049668999999994</c:v>
                </c:pt>
                <c:pt idx="221">
                  <c:v>82.926861000000002</c:v>
                </c:pt>
                <c:pt idx="222">
                  <c:v>82.360760999999997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70.812246999999999</c:v>
                </c:pt>
                <c:pt idx="236">
                  <c:v>69.6477</c:v>
                </c:pt>
                <c:pt idx="237">
                  <c:v>68.483153000000001</c:v>
                </c:pt>
                <c:pt idx="238">
                  <c:v>67.554398000000006</c:v>
                </c:pt>
                <c:pt idx="239">
                  <c:v>66.810885999999996</c:v>
                </c:pt>
                <c:pt idx="240">
                  <c:v>65.556685999999999</c:v>
                </c:pt>
                <c:pt idx="241">
                  <c:v>64.553325999999998</c:v>
                </c:pt>
                <c:pt idx="242">
                  <c:v>63.809916000000001</c:v>
                </c:pt>
                <c:pt idx="243">
                  <c:v>63.000596000000002</c:v>
                </c:pt>
                <c:pt idx="244">
                  <c:v>61.836049000000003</c:v>
                </c:pt>
                <c:pt idx="245">
                  <c:v>60.671500999999999</c:v>
                </c:pt>
                <c:pt idx="246">
                  <c:v>60.085087999999999</c:v>
                </c:pt>
                <c:pt idx="247">
                  <c:v>59.188547999999997</c:v>
                </c:pt>
                <c:pt idx="248">
                  <c:v>58.076332000000001</c:v>
                </c:pt>
                <c:pt idx="249">
                  <c:v>56.964117000000002</c:v>
                </c:pt>
                <c:pt idx="250">
                  <c:v>56.023041999999997</c:v>
                </c:pt>
                <c:pt idx="251">
                  <c:v>55.337609999999998</c:v>
                </c:pt>
                <c:pt idx="252">
                  <c:v>54.098730000000003</c:v>
                </c:pt>
                <c:pt idx="253">
                  <c:v>52.859850000000002</c:v>
                </c:pt>
                <c:pt idx="254">
                  <c:v>52.209269999999997</c:v>
                </c:pt>
                <c:pt idx="255">
                  <c:v>51.456339999999997</c:v>
                </c:pt>
                <c:pt idx="256">
                  <c:v>50.403708000000002</c:v>
                </c:pt>
                <c:pt idx="257">
                  <c:v>49.351075999999999</c:v>
                </c:pt>
                <c:pt idx="258">
                  <c:v>48.730068000000003</c:v>
                </c:pt>
                <c:pt idx="259">
                  <c:v>47.798430000000003</c:v>
                </c:pt>
                <c:pt idx="260">
                  <c:v>46.833837000000003</c:v>
                </c:pt>
                <c:pt idx="261">
                  <c:v>45.669289999999997</c:v>
                </c:pt>
                <c:pt idx="262">
                  <c:v>45.048197999999999</c:v>
                </c:pt>
                <c:pt idx="263">
                  <c:v>44.346443000000001</c:v>
                </c:pt>
                <c:pt idx="264">
                  <c:v>43.293810999999998</c:v>
                </c:pt>
                <c:pt idx="265">
                  <c:v>42.241179000000002</c:v>
                </c:pt>
                <c:pt idx="266">
                  <c:v>41.188547</c:v>
                </c:pt>
                <c:pt idx="267">
                  <c:v>40.438153999999997</c:v>
                </c:pt>
                <c:pt idx="268">
                  <c:v>39.639581</c:v>
                </c:pt>
                <c:pt idx="269">
                  <c:v>38.253214999999997</c:v>
                </c:pt>
                <c:pt idx="270">
                  <c:v>37.236547000000002</c:v>
                </c:pt>
                <c:pt idx="271">
                  <c:v>36.514741999999998</c:v>
                </c:pt>
                <c:pt idx="272">
                  <c:v>35.311732999999997</c:v>
                </c:pt>
                <c:pt idx="273">
                  <c:v>34.108725</c:v>
                </c:pt>
                <c:pt idx="274">
                  <c:v>33.196660000000001</c:v>
                </c:pt>
                <c:pt idx="275">
                  <c:v>32.175127000000003</c:v>
                </c:pt>
                <c:pt idx="276">
                  <c:v>31.356413</c:v>
                </c:pt>
                <c:pt idx="277">
                  <c:v>29.935661</c:v>
                </c:pt>
                <c:pt idx="278">
                  <c:v>28.900271</c:v>
                </c:pt>
                <c:pt idx="279">
                  <c:v>28.101548999999999</c:v>
                </c:pt>
                <c:pt idx="280">
                  <c:v>26.778203000000001</c:v>
                </c:pt>
                <c:pt idx="281">
                  <c:v>25.54308</c:v>
                </c:pt>
                <c:pt idx="282">
                  <c:v>25.385007999999999</c:v>
                </c:pt>
                <c:pt idx="283">
                  <c:v>24.363475999999999</c:v>
                </c:pt>
                <c:pt idx="284">
                  <c:v>24.184532000000001</c:v>
                </c:pt>
                <c:pt idx="285">
                  <c:v>21.220164</c:v>
                </c:pt>
                <c:pt idx="286">
                  <c:v>21.220164</c:v>
                </c:pt>
                <c:pt idx="287">
                  <c:v>21.220171000000001</c:v>
                </c:pt>
                <c:pt idx="288">
                  <c:v>21.220171000000001</c:v>
                </c:pt>
                <c:pt idx="289">
                  <c:v>21.220171000000001</c:v>
                </c:pt>
                <c:pt idx="290">
                  <c:v>23.489279</c:v>
                </c:pt>
                <c:pt idx="291">
                  <c:v>23.489279</c:v>
                </c:pt>
                <c:pt idx="292">
                  <c:v>23.489279</c:v>
                </c:pt>
                <c:pt idx="293">
                  <c:v>28.027495999999999</c:v>
                </c:pt>
                <c:pt idx="294">
                  <c:v>30.224281999999999</c:v>
                </c:pt>
                <c:pt idx="295">
                  <c:v>30.224281999999999</c:v>
                </c:pt>
                <c:pt idx="296">
                  <c:v>30.224281999999999</c:v>
                </c:pt>
                <c:pt idx="297">
                  <c:v>34.762205000000002</c:v>
                </c:pt>
                <c:pt idx="298">
                  <c:v>34.762205000000002</c:v>
                </c:pt>
                <c:pt idx="299">
                  <c:v>37.810462999999999</c:v>
                </c:pt>
                <c:pt idx="300">
                  <c:v>44.617787</c:v>
                </c:pt>
                <c:pt idx="301">
                  <c:v>44.617842000000003</c:v>
                </c:pt>
                <c:pt idx="302">
                  <c:v>44.617842000000003</c:v>
                </c:pt>
                <c:pt idx="303">
                  <c:v>49.156004000000003</c:v>
                </c:pt>
                <c:pt idx="304">
                  <c:v>49.156004000000003</c:v>
                </c:pt>
                <c:pt idx="305">
                  <c:v>52.770668999999998</c:v>
                </c:pt>
                <c:pt idx="306">
                  <c:v>59.577993999999997</c:v>
                </c:pt>
                <c:pt idx="307">
                  <c:v>66.385317999999998</c:v>
                </c:pt>
                <c:pt idx="308">
                  <c:v>73.192643000000004</c:v>
                </c:pt>
                <c:pt idx="309">
                  <c:v>79.999967999999996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71.233384999999998</c:v>
                </c:pt>
                <c:pt idx="332">
                  <c:v>70.062798000000001</c:v>
                </c:pt>
                <c:pt idx="333">
                  <c:v>68.808598000000003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63.421733000000003</c:v>
                </c:pt>
                <c:pt idx="341">
                  <c:v>62.680256999999997</c:v>
                </c:pt>
                <c:pt idx="342">
                  <c:v>61.568041000000001</c:v>
                </c:pt>
                <c:pt idx="343">
                  <c:v>60.455826000000002</c:v>
                </c:pt>
                <c:pt idx="344">
                  <c:v>59.491906</c:v>
                </c:pt>
                <c:pt idx="345">
                  <c:v>59.491906</c:v>
                </c:pt>
                <c:pt idx="346">
                  <c:v>58.744186999999997</c:v>
                </c:pt>
                <c:pt idx="347">
                  <c:v>57.631971999999998</c:v>
                </c:pt>
                <c:pt idx="348">
                  <c:v>56.668052000000003</c:v>
                </c:pt>
                <c:pt idx="349">
                  <c:v>56.583066000000002</c:v>
                </c:pt>
                <c:pt idx="350">
                  <c:v>55.425868999999999</c:v>
                </c:pt>
                <c:pt idx="351">
                  <c:v>54.261321000000002</c:v>
                </c:pt>
                <c:pt idx="352">
                  <c:v>53.096774000000003</c:v>
                </c:pt>
                <c:pt idx="353">
                  <c:v>52.786228000000001</c:v>
                </c:pt>
                <c:pt idx="354">
                  <c:v>51.944122</c:v>
                </c:pt>
                <c:pt idx="355">
                  <c:v>50.891489999999997</c:v>
                </c:pt>
                <c:pt idx="356">
                  <c:v>49.838858000000002</c:v>
                </c:pt>
                <c:pt idx="357">
                  <c:v>48.856400999999998</c:v>
                </c:pt>
                <c:pt idx="358">
                  <c:v>48.623491000000001</c:v>
                </c:pt>
                <c:pt idx="359">
                  <c:v>47.458944000000002</c:v>
                </c:pt>
                <c:pt idx="360">
                  <c:v>46.294396999999996</c:v>
                </c:pt>
                <c:pt idx="361">
                  <c:v>45.129849</c:v>
                </c:pt>
                <c:pt idx="362">
                  <c:v>44.764049999999997</c:v>
                </c:pt>
                <c:pt idx="363">
                  <c:v>43.711418000000002</c:v>
                </c:pt>
                <c:pt idx="364">
                  <c:v>42.658785000000002</c:v>
                </c:pt>
                <c:pt idx="365">
                  <c:v>41.606152999999999</c:v>
                </c:pt>
                <c:pt idx="366">
                  <c:v>40.959763000000002</c:v>
                </c:pt>
                <c:pt idx="367">
                  <c:v>40.237957999999999</c:v>
                </c:pt>
                <c:pt idx="368">
                  <c:v>39.034950000000002</c:v>
                </c:pt>
                <c:pt idx="369">
                  <c:v>37.831941999999998</c:v>
                </c:pt>
                <c:pt idx="370">
                  <c:v>37.029935999999999</c:v>
                </c:pt>
                <c:pt idx="371">
                  <c:v>36.417155999999999</c:v>
                </c:pt>
                <c:pt idx="372">
                  <c:v>36.056952000000003</c:v>
                </c:pt>
                <c:pt idx="373">
                  <c:v>35.099879000000001</c:v>
                </c:pt>
                <c:pt idx="374">
                  <c:v>34.225377999999999</c:v>
                </c:pt>
                <c:pt idx="375">
                  <c:v>32.913626000000001</c:v>
                </c:pt>
                <c:pt idx="376">
                  <c:v>31.601875</c:v>
                </c:pt>
                <c:pt idx="377">
                  <c:v>31.350100999999999</c:v>
                </c:pt>
                <c:pt idx="378">
                  <c:v>30.006354999999999</c:v>
                </c:pt>
                <c:pt idx="379">
                  <c:v>29.020942000000002</c:v>
                </c:pt>
                <c:pt idx="380">
                  <c:v>28.140815</c:v>
                </c:pt>
                <c:pt idx="381">
                  <c:v>28.102513999999999</c:v>
                </c:pt>
                <c:pt idx="382">
                  <c:v>27.16198</c:v>
                </c:pt>
                <c:pt idx="383">
                  <c:v>26.659050000000001</c:v>
                </c:pt>
                <c:pt idx="384">
                  <c:v>26.659050000000001</c:v>
                </c:pt>
                <c:pt idx="385">
                  <c:v>30.523622</c:v>
                </c:pt>
                <c:pt idx="386">
                  <c:v>30.523622</c:v>
                </c:pt>
                <c:pt idx="387">
                  <c:v>30.523622</c:v>
                </c:pt>
                <c:pt idx="388">
                  <c:v>30.523622</c:v>
                </c:pt>
                <c:pt idx="389">
                  <c:v>30.523622</c:v>
                </c:pt>
                <c:pt idx="390">
                  <c:v>30.523622</c:v>
                </c:pt>
                <c:pt idx="391">
                  <c:v>35.061838000000002</c:v>
                </c:pt>
                <c:pt idx="392">
                  <c:v>41.869163</c:v>
                </c:pt>
                <c:pt idx="393">
                  <c:v>41.869163</c:v>
                </c:pt>
                <c:pt idx="394">
                  <c:v>41.869163</c:v>
                </c:pt>
                <c:pt idx="395">
                  <c:v>41.869163</c:v>
                </c:pt>
                <c:pt idx="396">
                  <c:v>46.407380000000003</c:v>
                </c:pt>
                <c:pt idx="397">
                  <c:v>46.407387</c:v>
                </c:pt>
                <c:pt idx="398">
                  <c:v>51.911549999999998</c:v>
                </c:pt>
                <c:pt idx="399">
                  <c:v>58.718874999999997</c:v>
                </c:pt>
                <c:pt idx="400">
                  <c:v>63.748655999999997</c:v>
                </c:pt>
                <c:pt idx="401">
                  <c:v>66.385317999999998</c:v>
                </c:pt>
                <c:pt idx="402">
                  <c:v>66.404989999999998</c:v>
                </c:pt>
                <c:pt idx="403">
                  <c:v>70.943207000000001</c:v>
                </c:pt>
                <c:pt idx="404">
                  <c:v>77.750532000000007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71.233384999999998</c:v>
                </c:pt>
                <c:pt idx="428">
                  <c:v>70.062798000000001</c:v>
                </c:pt>
                <c:pt idx="429">
                  <c:v>68.808598000000003</c:v>
                </c:pt>
                <c:pt idx="430">
                  <c:v>67.554398000000006</c:v>
                </c:pt>
                <c:pt idx="431">
                  <c:v>67.303557999999995</c:v>
                </c:pt>
                <c:pt idx="432">
                  <c:v>66.139009999999999</c:v>
                </c:pt>
                <c:pt idx="433">
                  <c:v>64.974463</c:v>
                </c:pt>
                <c:pt idx="434">
                  <c:v>63.809916000000001</c:v>
                </c:pt>
                <c:pt idx="435">
                  <c:v>63.421733000000003</c:v>
                </c:pt>
                <c:pt idx="436">
                  <c:v>62.309517999999997</c:v>
                </c:pt>
                <c:pt idx="437">
                  <c:v>61.197302999999998</c:v>
                </c:pt>
                <c:pt idx="438">
                  <c:v>60.085087999999999</c:v>
                </c:pt>
                <c:pt idx="439">
                  <c:v>59.491906</c:v>
                </c:pt>
                <c:pt idx="440">
                  <c:v>58.500802</c:v>
                </c:pt>
                <c:pt idx="441">
                  <c:v>57.261921999999998</c:v>
                </c:pt>
                <c:pt idx="442">
                  <c:v>56.023041999999997</c:v>
                </c:pt>
                <c:pt idx="443">
                  <c:v>55.610081999999998</c:v>
                </c:pt>
                <c:pt idx="444">
                  <c:v>54.476478</c:v>
                </c:pt>
                <c:pt idx="445">
                  <c:v>53.342874000000002</c:v>
                </c:pt>
                <c:pt idx="446">
                  <c:v>52.209269999999997</c:v>
                </c:pt>
                <c:pt idx="447">
                  <c:v>51.680255000000002</c:v>
                </c:pt>
                <c:pt idx="448">
                  <c:v>51.680255000000002</c:v>
                </c:pt>
                <c:pt idx="449">
                  <c:v>51.680255000000002</c:v>
                </c:pt>
                <c:pt idx="450">
                  <c:v>51.680255000000002</c:v>
                </c:pt>
                <c:pt idx="451">
                  <c:v>51.680255000000002</c:v>
                </c:pt>
                <c:pt idx="452">
                  <c:v>51.136799000000003</c:v>
                </c:pt>
                <c:pt idx="453">
                  <c:v>49.972251999999997</c:v>
                </c:pt>
                <c:pt idx="454">
                  <c:v>48.807704999999999</c:v>
                </c:pt>
                <c:pt idx="455">
                  <c:v>47.798430000000003</c:v>
                </c:pt>
                <c:pt idx="456">
                  <c:v>47.307201999999997</c:v>
                </c:pt>
                <c:pt idx="457">
                  <c:v>46.254570000000001</c:v>
                </c:pt>
                <c:pt idx="458">
                  <c:v>45.201937000000001</c:v>
                </c:pt>
                <c:pt idx="459">
                  <c:v>44.149304999999998</c:v>
                </c:pt>
                <c:pt idx="460">
                  <c:v>43.868603</c:v>
                </c:pt>
                <c:pt idx="461">
                  <c:v>43.868603</c:v>
                </c:pt>
                <c:pt idx="462">
                  <c:v>42.995193</c:v>
                </c:pt>
                <c:pt idx="463">
                  <c:v>41.539509000000002</c:v>
                </c:pt>
                <c:pt idx="464">
                  <c:v>40.083824</c:v>
                </c:pt>
                <c:pt idx="465">
                  <c:v>39.741165000000002</c:v>
                </c:pt>
                <c:pt idx="466">
                  <c:v>38.513094000000002</c:v>
                </c:pt>
                <c:pt idx="467">
                  <c:v>37.285023000000002</c:v>
                </c:pt>
                <c:pt idx="468">
                  <c:v>36.056952000000003</c:v>
                </c:pt>
                <c:pt idx="469">
                  <c:v>35.534433</c:v>
                </c:pt>
                <c:pt idx="470">
                  <c:v>34.698402999999999</c:v>
                </c:pt>
                <c:pt idx="471">
                  <c:v>34.698402999999999</c:v>
                </c:pt>
                <c:pt idx="472">
                  <c:v>31.429359000000002</c:v>
                </c:pt>
                <c:pt idx="473">
                  <c:v>31.429359000000002</c:v>
                </c:pt>
                <c:pt idx="474">
                  <c:v>30.900020000000001</c:v>
                </c:pt>
                <c:pt idx="475">
                  <c:v>29.576674000000001</c:v>
                </c:pt>
                <c:pt idx="476">
                  <c:v>28.253329000000001</c:v>
                </c:pt>
                <c:pt idx="477">
                  <c:v>27.547543999999998</c:v>
                </c:pt>
                <c:pt idx="478">
                  <c:v>27.547543999999998</c:v>
                </c:pt>
                <c:pt idx="479">
                  <c:v>25.535824000000002</c:v>
                </c:pt>
                <c:pt idx="480">
                  <c:v>29.031815000000002</c:v>
                </c:pt>
                <c:pt idx="481">
                  <c:v>29.031815000000002</c:v>
                </c:pt>
                <c:pt idx="482">
                  <c:v>29.031815000000002</c:v>
                </c:pt>
                <c:pt idx="483">
                  <c:v>29.031815000000002</c:v>
                </c:pt>
                <c:pt idx="484">
                  <c:v>29.031815000000002</c:v>
                </c:pt>
                <c:pt idx="485">
                  <c:v>29.031815000000002</c:v>
                </c:pt>
                <c:pt idx="486">
                  <c:v>33.570031999999998</c:v>
                </c:pt>
                <c:pt idx="487">
                  <c:v>33.570039000000001</c:v>
                </c:pt>
                <c:pt idx="488">
                  <c:v>35.541401</c:v>
                </c:pt>
                <c:pt idx="489">
                  <c:v>35.541401</c:v>
                </c:pt>
                <c:pt idx="490">
                  <c:v>35.541401</c:v>
                </c:pt>
                <c:pt idx="491">
                  <c:v>35.614887000000003</c:v>
                </c:pt>
                <c:pt idx="492">
                  <c:v>35.614887000000003</c:v>
                </c:pt>
                <c:pt idx="493">
                  <c:v>35.614887000000003</c:v>
                </c:pt>
                <c:pt idx="494">
                  <c:v>35.614887000000003</c:v>
                </c:pt>
                <c:pt idx="495">
                  <c:v>40.153103999999999</c:v>
                </c:pt>
                <c:pt idx="496">
                  <c:v>46.960428</c:v>
                </c:pt>
                <c:pt idx="497">
                  <c:v>53.767752999999999</c:v>
                </c:pt>
                <c:pt idx="498">
                  <c:v>59.577993999999997</c:v>
                </c:pt>
                <c:pt idx="499">
                  <c:v>66.385317999999998</c:v>
                </c:pt>
                <c:pt idx="500">
                  <c:v>73.192643000000004</c:v>
                </c:pt>
                <c:pt idx="501">
                  <c:v>79.999967999999996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74.592656000000005</c:v>
                </c:pt>
                <c:pt idx="520">
                  <c:v>73.472898999999998</c:v>
                </c:pt>
                <c:pt idx="521">
                  <c:v>72.353142000000005</c:v>
                </c:pt>
                <c:pt idx="522">
                  <c:v>71.233384999999998</c:v>
                </c:pt>
                <c:pt idx="523">
                  <c:v>71.233384999999998</c:v>
                </c:pt>
                <c:pt idx="524">
                  <c:v>70.635368</c:v>
                </c:pt>
                <c:pt idx="525">
                  <c:v>69.353902000000005</c:v>
                </c:pt>
                <c:pt idx="526">
                  <c:v>68.072436999999994</c:v>
                </c:pt>
                <c:pt idx="527">
                  <c:v>67.303557999999995</c:v>
                </c:pt>
                <c:pt idx="528">
                  <c:v>67.303557999999995</c:v>
                </c:pt>
                <c:pt idx="529">
                  <c:v>67.303557999999995</c:v>
                </c:pt>
                <c:pt idx="530">
                  <c:v>67.303557999999995</c:v>
                </c:pt>
                <c:pt idx="531">
                  <c:v>66.518238999999994</c:v>
                </c:pt>
                <c:pt idx="532">
                  <c:v>65.290167999999994</c:v>
                </c:pt>
                <c:pt idx="533">
                  <c:v>64.317538999999996</c:v>
                </c:pt>
                <c:pt idx="534">
                  <c:v>63.421733000000003</c:v>
                </c:pt>
                <c:pt idx="535">
                  <c:v>63.421733000000003</c:v>
                </c:pt>
                <c:pt idx="536">
                  <c:v>62.521147999999997</c:v>
                </c:pt>
                <c:pt idx="537">
                  <c:v>61.293076999999997</c:v>
                </c:pt>
                <c:pt idx="538">
                  <c:v>60.065005999999997</c:v>
                </c:pt>
                <c:pt idx="539">
                  <c:v>59.491906</c:v>
                </c:pt>
                <c:pt idx="540">
                  <c:v>59.411658000000003</c:v>
                </c:pt>
                <c:pt idx="541">
                  <c:v>58.309784000000001</c:v>
                </c:pt>
                <c:pt idx="542">
                  <c:v>57.281368000000001</c:v>
                </c:pt>
                <c:pt idx="543">
                  <c:v>56.781953000000001</c:v>
                </c:pt>
                <c:pt idx="544">
                  <c:v>55.683323999999999</c:v>
                </c:pt>
                <c:pt idx="545">
                  <c:v>55.610081999999998</c:v>
                </c:pt>
                <c:pt idx="546">
                  <c:v>54.623570999999998</c:v>
                </c:pt>
                <c:pt idx="547">
                  <c:v>53.626897</c:v>
                </c:pt>
                <c:pt idx="548">
                  <c:v>53.186687999999997</c:v>
                </c:pt>
                <c:pt idx="549">
                  <c:v>52.204231999999998</c:v>
                </c:pt>
                <c:pt idx="550">
                  <c:v>51.680255000000002</c:v>
                </c:pt>
                <c:pt idx="551">
                  <c:v>51.680255000000002</c:v>
                </c:pt>
                <c:pt idx="552">
                  <c:v>51.134943</c:v>
                </c:pt>
                <c:pt idx="553">
                  <c:v>50.095438999999999</c:v>
                </c:pt>
                <c:pt idx="554">
                  <c:v>49.701953000000003</c:v>
                </c:pt>
                <c:pt idx="555">
                  <c:v>48.930022999999998</c:v>
                </c:pt>
                <c:pt idx="556">
                  <c:v>46.744225999999998</c:v>
                </c:pt>
                <c:pt idx="557">
                  <c:v>48.057219000000003</c:v>
                </c:pt>
                <c:pt idx="558">
                  <c:v>47.722344</c:v>
                </c:pt>
                <c:pt idx="559">
                  <c:v>46.428401999999998</c:v>
                </c:pt>
                <c:pt idx="560">
                  <c:v>45.134461000000002</c:v>
                </c:pt>
                <c:pt idx="561">
                  <c:v>44.687317</c:v>
                </c:pt>
                <c:pt idx="562">
                  <c:v>43.868603</c:v>
                </c:pt>
                <c:pt idx="563">
                  <c:v>42.898147000000002</c:v>
                </c:pt>
                <c:pt idx="564">
                  <c:v>41.442462999999996</c:v>
                </c:pt>
                <c:pt idx="565">
                  <c:v>39.986778999999999</c:v>
                </c:pt>
                <c:pt idx="566">
                  <c:v>39.986778999999999</c:v>
                </c:pt>
                <c:pt idx="567">
                  <c:v>38.983367999999999</c:v>
                </c:pt>
                <c:pt idx="568">
                  <c:v>37.527683000000003</c:v>
                </c:pt>
                <c:pt idx="569">
                  <c:v>36.556337999999997</c:v>
                </c:pt>
                <c:pt idx="570">
                  <c:v>35.701875999999999</c:v>
                </c:pt>
                <c:pt idx="571">
                  <c:v>34.347754000000002</c:v>
                </c:pt>
                <c:pt idx="572">
                  <c:v>33.354731999999998</c:v>
                </c:pt>
                <c:pt idx="573">
                  <c:v>33.354731999999998</c:v>
                </c:pt>
                <c:pt idx="574">
                  <c:v>31.343012000000002</c:v>
                </c:pt>
                <c:pt idx="575">
                  <c:v>34.243485999999997</c:v>
                </c:pt>
                <c:pt idx="576">
                  <c:v>34.243485999999997</c:v>
                </c:pt>
                <c:pt idx="577">
                  <c:v>34.243493000000001</c:v>
                </c:pt>
                <c:pt idx="578">
                  <c:v>39.112575</c:v>
                </c:pt>
                <c:pt idx="579">
                  <c:v>40.209784999999997</c:v>
                </c:pt>
                <c:pt idx="580">
                  <c:v>40.209784999999997</c:v>
                </c:pt>
                <c:pt idx="581">
                  <c:v>40.209784999999997</c:v>
                </c:pt>
                <c:pt idx="582">
                  <c:v>40.209784999999997</c:v>
                </c:pt>
                <c:pt idx="583">
                  <c:v>41.831263999999997</c:v>
                </c:pt>
                <c:pt idx="584">
                  <c:v>42.688552999999999</c:v>
                </c:pt>
                <c:pt idx="585">
                  <c:v>46.369481</c:v>
                </c:pt>
                <c:pt idx="586">
                  <c:v>46.369481</c:v>
                </c:pt>
                <c:pt idx="587">
                  <c:v>46.369481</c:v>
                </c:pt>
                <c:pt idx="588">
                  <c:v>46.369481</c:v>
                </c:pt>
                <c:pt idx="589">
                  <c:v>49.156050999999998</c:v>
                </c:pt>
                <c:pt idx="590">
                  <c:v>49.501860000000001</c:v>
                </c:pt>
                <c:pt idx="591">
                  <c:v>49.501860000000001</c:v>
                </c:pt>
                <c:pt idx="592">
                  <c:v>53.824435000000001</c:v>
                </c:pt>
                <c:pt idx="593">
                  <c:v>58.362651999999997</c:v>
                </c:pt>
                <c:pt idx="594">
                  <c:v>64.522355000000005</c:v>
                </c:pt>
                <c:pt idx="595">
                  <c:v>67.308909999999997</c:v>
                </c:pt>
                <c:pt idx="596">
                  <c:v>69.578018</c:v>
                </c:pt>
                <c:pt idx="597">
                  <c:v>73.192643000000004</c:v>
                </c:pt>
                <c:pt idx="598">
                  <c:v>74.116242</c:v>
                </c:pt>
                <c:pt idx="599">
                  <c:v>78.654459000000003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79.462857999999997</c:v>
                </c:pt>
                <c:pt idx="611">
                  <c:v>79.045035999999996</c:v>
                </c:pt>
                <c:pt idx="612">
                  <c:v>78.557770000000005</c:v>
                </c:pt>
                <c:pt idx="613">
                  <c:v>77.049290999999997</c:v>
                </c:pt>
                <c:pt idx="614">
                  <c:v>75.741941999999995</c:v>
                </c:pt>
                <c:pt idx="615">
                  <c:v>75.480774999999994</c:v>
                </c:pt>
                <c:pt idx="616">
                  <c:v>75.115208999999993</c:v>
                </c:pt>
                <c:pt idx="617">
                  <c:v>74.375585999999998</c:v>
                </c:pt>
                <c:pt idx="618">
                  <c:v>73.004716000000002</c:v>
                </c:pt>
                <c:pt idx="619">
                  <c:v>71.837224000000006</c:v>
                </c:pt>
                <c:pt idx="620">
                  <c:v>71.233384999999998</c:v>
                </c:pt>
                <c:pt idx="621">
                  <c:v>71.117165999999997</c:v>
                </c:pt>
                <c:pt idx="622">
                  <c:v>69.819171999999995</c:v>
                </c:pt>
                <c:pt idx="623">
                  <c:v>68.521178000000006</c:v>
                </c:pt>
                <c:pt idx="624">
                  <c:v>67.467301000000006</c:v>
                </c:pt>
                <c:pt idx="625">
                  <c:v>67.303557999999995</c:v>
                </c:pt>
                <c:pt idx="626">
                  <c:v>66.470844999999997</c:v>
                </c:pt>
                <c:pt idx="627">
                  <c:v>65.246539999999996</c:v>
                </c:pt>
                <c:pt idx="628">
                  <c:v>64.675197999999995</c:v>
                </c:pt>
                <c:pt idx="629">
                  <c:v>64.675197999999995</c:v>
                </c:pt>
                <c:pt idx="630">
                  <c:v>63.434893000000002</c:v>
                </c:pt>
                <c:pt idx="631">
                  <c:v>62.194586999999999</c:v>
                </c:pt>
                <c:pt idx="632">
                  <c:v>60.954281999999999</c:v>
                </c:pt>
                <c:pt idx="633">
                  <c:v>60.954281999999999</c:v>
                </c:pt>
                <c:pt idx="634">
                  <c:v>60.094664000000002</c:v>
                </c:pt>
                <c:pt idx="635">
                  <c:v>58.922457000000001</c:v>
                </c:pt>
                <c:pt idx="636">
                  <c:v>57.750250999999999</c:v>
                </c:pt>
                <c:pt idx="637">
                  <c:v>57.281368000000001</c:v>
                </c:pt>
                <c:pt idx="638">
                  <c:v>57.043863000000002</c:v>
                </c:pt>
                <c:pt idx="639">
                  <c:v>55.856337000000003</c:v>
                </c:pt>
                <c:pt idx="640">
                  <c:v>54.668810000000001</c:v>
                </c:pt>
                <c:pt idx="641">
                  <c:v>53.560451999999998</c:v>
                </c:pt>
                <c:pt idx="642">
                  <c:v>53.560451999999998</c:v>
                </c:pt>
                <c:pt idx="643">
                  <c:v>52.466392999999997</c:v>
                </c:pt>
                <c:pt idx="644">
                  <c:v>51.294186000000003</c:v>
                </c:pt>
                <c:pt idx="645">
                  <c:v>50.121980000000001</c:v>
                </c:pt>
                <c:pt idx="646">
                  <c:v>49.887537999999999</c:v>
                </c:pt>
                <c:pt idx="647">
                  <c:v>49.556789999999999</c:v>
                </c:pt>
                <c:pt idx="648">
                  <c:v>48.316485</c:v>
                </c:pt>
                <c:pt idx="649">
                  <c:v>47.076179000000003</c:v>
                </c:pt>
                <c:pt idx="650">
                  <c:v>46.166621999999997</c:v>
                </c:pt>
                <c:pt idx="651">
                  <c:v>46.166621999999997</c:v>
                </c:pt>
                <c:pt idx="652">
                  <c:v>45.304394000000002</c:v>
                </c:pt>
                <c:pt idx="653">
                  <c:v>44.392580000000002</c:v>
                </c:pt>
                <c:pt idx="654">
                  <c:v>43.868603</c:v>
                </c:pt>
                <c:pt idx="655">
                  <c:v>42.509965000000001</c:v>
                </c:pt>
                <c:pt idx="656">
                  <c:v>41.054279999999999</c:v>
                </c:pt>
                <c:pt idx="657">
                  <c:v>39.986778999999999</c:v>
                </c:pt>
                <c:pt idx="658">
                  <c:v>39.425375000000003</c:v>
                </c:pt>
                <c:pt idx="659">
                  <c:v>38.021864999999998</c:v>
                </c:pt>
                <c:pt idx="660">
                  <c:v>36.618355999999999</c:v>
                </c:pt>
                <c:pt idx="661">
                  <c:v>36.056952000000003</c:v>
                </c:pt>
                <c:pt idx="662">
                  <c:v>34.728959000000003</c:v>
                </c:pt>
                <c:pt idx="663">
                  <c:v>33.196660000000001</c:v>
                </c:pt>
                <c:pt idx="664">
                  <c:v>32.175127000000003</c:v>
                </c:pt>
                <c:pt idx="665">
                  <c:v>31.495809999999999</c:v>
                </c:pt>
                <c:pt idx="666">
                  <c:v>30.040129</c:v>
                </c:pt>
                <c:pt idx="667">
                  <c:v>28.584447999999998</c:v>
                </c:pt>
                <c:pt idx="668">
                  <c:v>28.293312</c:v>
                </c:pt>
                <c:pt idx="669">
                  <c:v>26.281593000000001</c:v>
                </c:pt>
                <c:pt idx="670">
                  <c:v>26.281593000000001</c:v>
                </c:pt>
                <c:pt idx="671">
                  <c:v>26.281593000000001</c:v>
                </c:pt>
                <c:pt idx="672">
                  <c:v>26.281593000000001</c:v>
                </c:pt>
                <c:pt idx="673">
                  <c:v>30.819808999999999</c:v>
                </c:pt>
                <c:pt idx="674">
                  <c:v>30.819817</c:v>
                </c:pt>
                <c:pt idx="675">
                  <c:v>30.819817</c:v>
                </c:pt>
                <c:pt idx="676">
                  <c:v>30.819817</c:v>
                </c:pt>
                <c:pt idx="677">
                  <c:v>33.272292999999998</c:v>
                </c:pt>
                <c:pt idx="678">
                  <c:v>33.272292999999998</c:v>
                </c:pt>
                <c:pt idx="679">
                  <c:v>33.272292999999998</c:v>
                </c:pt>
                <c:pt idx="680">
                  <c:v>33.272292999999998</c:v>
                </c:pt>
                <c:pt idx="681">
                  <c:v>33.272292999999998</c:v>
                </c:pt>
                <c:pt idx="682">
                  <c:v>33.272292999999998</c:v>
                </c:pt>
                <c:pt idx="683">
                  <c:v>33.272292999999998</c:v>
                </c:pt>
                <c:pt idx="684">
                  <c:v>33.272292999999998</c:v>
                </c:pt>
                <c:pt idx="685">
                  <c:v>33.272292999999998</c:v>
                </c:pt>
                <c:pt idx="686">
                  <c:v>33.272292999999998</c:v>
                </c:pt>
                <c:pt idx="687">
                  <c:v>37.810510000000001</c:v>
                </c:pt>
                <c:pt idx="688">
                  <c:v>44.617834000000002</c:v>
                </c:pt>
                <c:pt idx="689">
                  <c:v>51.425159000000001</c:v>
                </c:pt>
                <c:pt idx="690">
                  <c:v>58.232483999999999</c:v>
                </c:pt>
                <c:pt idx="691">
                  <c:v>65.039809000000005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E7-4C76-ACEF-67F2AF0682A5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59.166550000000001</c:v>
                </c:pt>
                <c:pt idx="3">
                  <c:v>59.166550000000001</c:v>
                </c:pt>
                <c:pt idx="4">
                  <c:v>59.166550000000001</c:v>
                </c:pt>
                <c:pt idx="5">
                  <c:v>61.435657999999997</c:v>
                </c:pt>
                <c:pt idx="6">
                  <c:v>62.883526000000003</c:v>
                </c:pt>
                <c:pt idx="7">
                  <c:v>62.883526000000003</c:v>
                </c:pt>
                <c:pt idx="8">
                  <c:v>62.883526000000003</c:v>
                </c:pt>
                <c:pt idx="9">
                  <c:v>65.464901999999995</c:v>
                </c:pt>
                <c:pt idx="10">
                  <c:v>66.720253999999997</c:v>
                </c:pt>
                <c:pt idx="11">
                  <c:v>67.6875</c:v>
                </c:pt>
                <c:pt idx="12">
                  <c:v>67.6875</c:v>
                </c:pt>
                <c:pt idx="13">
                  <c:v>67.6875</c:v>
                </c:pt>
                <c:pt idx="14">
                  <c:v>67.6875</c:v>
                </c:pt>
                <c:pt idx="15">
                  <c:v>67.6875</c:v>
                </c:pt>
                <c:pt idx="16">
                  <c:v>67.6875</c:v>
                </c:pt>
                <c:pt idx="17">
                  <c:v>68.701256999999998</c:v>
                </c:pt>
                <c:pt idx="18">
                  <c:v>68.701256999999998</c:v>
                </c:pt>
                <c:pt idx="19">
                  <c:v>69.280856999999997</c:v>
                </c:pt>
                <c:pt idx="20">
                  <c:v>69.622450000000001</c:v>
                </c:pt>
                <c:pt idx="21">
                  <c:v>72.786114999999995</c:v>
                </c:pt>
                <c:pt idx="22">
                  <c:v>75.919516000000002</c:v>
                </c:pt>
                <c:pt idx="23">
                  <c:v>76.275527999999994</c:v>
                </c:pt>
                <c:pt idx="24">
                  <c:v>78.043728999999999</c:v>
                </c:pt>
                <c:pt idx="25">
                  <c:v>80.673102</c:v>
                </c:pt>
                <c:pt idx="26">
                  <c:v>80.673102</c:v>
                </c:pt>
                <c:pt idx="27">
                  <c:v>79.422104000000004</c:v>
                </c:pt>
                <c:pt idx="28">
                  <c:v>77.258660000000006</c:v>
                </c:pt>
                <c:pt idx="29">
                  <c:v>75.827538000000004</c:v>
                </c:pt>
                <c:pt idx="30">
                  <c:v>74.709166999999994</c:v>
                </c:pt>
                <c:pt idx="31">
                  <c:v>74.410064000000006</c:v>
                </c:pt>
                <c:pt idx="32">
                  <c:v>73.694818999999995</c:v>
                </c:pt>
                <c:pt idx="33">
                  <c:v>73.132638999999998</c:v>
                </c:pt>
                <c:pt idx="34">
                  <c:v>72.729927000000004</c:v>
                </c:pt>
                <c:pt idx="35">
                  <c:v>72.406463000000002</c:v>
                </c:pt>
                <c:pt idx="36">
                  <c:v>71.532285000000002</c:v>
                </c:pt>
                <c:pt idx="37">
                  <c:v>71.483152000000004</c:v>
                </c:pt>
                <c:pt idx="38">
                  <c:v>70.945314999999994</c:v>
                </c:pt>
                <c:pt idx="39">
                  <c:v>71.171786999999995</c:v>
                </c:pt>
                <c:pt idx="40">
                  <c:v>70.592443000000003</c:v>
                </c:pt>
                <c:pt idx="41">
                  <c:v>69.965343000000004</c:v>
                </c:pt>
                <c:pt idx="42">
                  <c:v>69.526655000000005</c:v>
                </c:pt>
                <c:pt idx="43">
                  <c:v>70.358345</c:v>
                </c:pt>
                <c:pt idx="44">
                  <c:v>69.726224000000002</c:v>
                </c:pt>
                <c:pt idx="45">
                  <c:v>68.999763000000002</c:v>
                </c:pt>
                <c:pt idx="46">
                  <c:v>69.385863000000001</c:v>
                </c:pt>
                <c:pt idx="47">
                  <c:v>68.947867000000002</c:v>
                </c:pt>
                <c:pt idx="48">
                  <c:v>68.442663999999994</c:v>
                </c:pt>
                <c:pt idx="49">
                  <c:v>67.940984</c:v>
                </c:pt>
                <c:pt idx="50">
                  <c:v>67.446129999999997</c:v>
                </c:pt>
                <c:pt idx="51">
                  <c:v>67.093709000000004</c:v>
                </c:pt>
                <c:pt idx="52">
                  <c:v>66.039418999999995</c:v>
                </c:pt>
                <c:pt idx="53">
                  <c:v>66.158484000000001</c:v>
                </c:pt>
                <c:pt idx="54">
                  <c:v>65.163404999999997</c:v>
                </c:pt>
                <c:pt idx="55">
                  <c:v>63.917900000000003</c:v>
                </c:pt>
                <c:pt idx="56">
                  <c:v>62.951166999999998</c:v>
                </c:pt>
                <c:pt idx="57">
                  <c:v>62.580429000000002</c:v>
                </c:pt>
                <c:pt idx="58">
                  <c:v>62.024321</c:v>
                </c:pt>
                <c:pt idx="59">
                  <c:v>62.897779999999997</c:v>
                </c:pt>
                <c:pt idx="60">
                  <c:v>62.222023</c:v>
                </c:pt>
                <c:pt idx="61">
                  <c:v>61.601810999999998</c:v>
                </c:pt>
                <c:pt idx="62">
                  <c:v>61.007717</c:v>
                </c:pt>
                <c:pt idx="63">
                  <c:v>60.468755000000002</c:v>
                </c:pt>
                <c:pt idx="64">
                  <c:v>59.942439</c:v>
                </c:pt>
                <c:pt idx="65">
                  <c:v>59.064461000000001</c:v>
                </c:pt>
                <c:pt idx="66">
                  <c:v>57.952041999999999</c:v>
                </c:pt>
                <c:pt idx="67">
                  <c:v>57.099460000000001</c:v>
                </c:pt>
                <c:pt idx="68">
                  <c:v>56.786870999999998</c:v>
                </c:pt>
                <c:pt idx="69">
                  <c:v>56.458554999999997</c:v>
                </c:pt>
                <c:pt idx="70">
                  <c:v>55.728963999999998</c:v>
                </c:pt>
                <c:pt idx="71">
                  <c:v>54.634577</c:v>
                </c:pt>
                <c:pt idx="72">
                  <c:v>53.649628</c:v>
                </c:pt>
                <c:pt idx="73">
                  <c:v>53.102435</c:v>
                </c:pt>
                <c:pt idx="74">
                  <c:v>52.528455000000001</c:v>
                </c:pt>
                <c:pt idx="75">
                  <c:v>51.453456000000003</c:v>
                </c:pt>
                <c:pt idx="76">
                  <c:v>50.154499000000001</c:v>
                </c:pt>
                <c:pt idx="77">
                  <c:v>49.239955999999999</c:v>
                </c:pt>
                <c:pt idx="78">
                  <c:v>48.422367999999999</c:v>
                </c:pt>
                <c:pt idx="79">
                  <c:v>47.643720999999999</c:v>
                </c:pt>
                <c:pt idx="80">
                  <c:v>47.239274000000002</c:v>
                </c:pt>
                <c:pt idx="81">
                  <c:v>47.239274000000002</c:v>
                </c:pt>
                <c:pt idx="82">
                  <c:v>46.043607999999999</c:v>
                </c:pt>
                <c:pt idx="83">
                  <c:v>44.409773999999999</c:v>
                </c:pt>
                <c:pt idx="84">
                  <c:v>43.564509999999999</c:v>
                </c:pt>
                <c:pt idx="85">
                  <c:v>43.221210999999997</c:v>
                </c:pt>
                <c:pt idx="86">
                  <c:v>41.987737000000003</c:v>
                </c:pt>
                <c:pt idx="87">
                  <c:v>41.040813</c:v>
                </c:pt>
                <c:pt idx="88">
                  <c:v>40.650592000000003</c:v>
                </c:pt>
                <c:pt idx="89">
                  <c:v>39.881265999999997</c:v>
                </c:pt>
                <c:pt idx="90">
                  <c:v>38.435842000000001</c:v>
                </c:pt>
                <c:pt idx="91">
                  <c:v>37.927523000000001</c:v>
                </c:pt>
                <c:pt idx="92">
                  <c:v>37.927523000000001</c:v>
                </c:pt>
                <c:pt idx="93">
                  <c:v>37.927523000000001</c:v>
                </c:pt>
                <c:pt idx="94">
                  <c:v>43.032581999999998</c:v>
                </c:pt>
                <c:pt idx="95">
                  <c:v>46.591783999999997</c:v>
                </c:pt>
                <c:pt idx="96">
                  <c:v>53.399107999999998</c:v>
                </c:pt>
                <c:pt idx="97">
                  <c:v>55.501545999999998</c:v>
                </c:pt>
                <c:pt idx="98">
                  <c:v>55.501545999999998</c:v>
                </c:pt>
                <c:pt idx="99">
                  <c:v>55.501545999999998</c:v>
                </c:pt>
                <c:pt idx="100">
                  <c:v>57.770654</c:v>
                </c:pt>
                <c:pt idx="101">
                  <c:v>59.367027</c:v>
                </c:pt>
                <c:pt idx="102">
                  <c:v>59.936720000000001</c:v>
                </c:pt>
                <c:pt idx="103">
                  <c:v>60.607466000000002</c:v>
                </c:pt>
                <c:pt idx="104">
                  <c:v>66.280237</c:v>
                </c:pt>
                <c:pt idx="105">
                  <c:v>66.280237</c:v>
                </c:pt>
                <c:pt idx="106">
                  <c:v>66.295156000000006</c:v>
                </c:pt>
                <c:pt idx="107">
                  <c:v>67.429713000000007</c:v>
                </c:pt>
                <c:pt idx="108">
                  <c:v>69.683910999999995</c:v>
                </c:pt>
                <c:pt idx="109">
                  <c:v>69.683910999999995</c:v>
                </c:pt>
                <c:pt idx="110">
                  <c:v>74.899126999999993</c:v>
                </c:pt>
                <c:pt idx="111">
                  <c:v>79.327213</c:v>
                </c:pt>
                <c:pt idx="112">
                  <c:v>81.844936000000004</c:v>
                </c:pt>
                <c:pt idx="113">
                  <c:v>81.844936000000004</c:v>
                </c:pt>
                <c:pt idx="114">
                  <c:v>82.517690999999999</c:v>
                </c:pt>
                <c:pt idx="115">
                  <c:v>86.134538000000006</c:v>
                </c:pt>
                <c:pt idx="116">
                  <c:v>89.908320000000003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88.190800999999993</c:v>
                </c:pt>
                <c:pt idx="124">
                  <c:v>87.188522000000006</c:v>
                </c:pt>
                <c:pt idx="125">
                  <c:v>86.473376000000002</c:v>
                </c:pt>
                <c:pt idx="126">
                  <c:v>85.184157999999996</c:v>
                </c:pt>
                <c:pt idx="127">
                  <c:v>84.047488999999999</c:v>
                </c:pt>
                <c:pt idx="128">
                  <c:v>83.014011999999994</c:v>
                </c:pt>
                <c:pt idx="129">
                  <c:v>81.998773999999997</c:v>
                </c:pt>
                <c:pt idx="130">
                  <c:v>81.746736999999996</c:v>
                </c:pt>
                <c:pt idx="131">
                  <c:v>80.851870000000005</c:v>
                </c:pt>
                <c:pt idx="132">
                  <c:v>79.820531000000003</c:v>
                </c:pt>
                <c:pt idx="133">
                  <c:v>79.462857999999997</c:v>
                </c:pt>
                <c:pt idx="134">
                  <c:v>79.180580000000006</c:v>
                </c:pt>
                <c:pt idx="135">
                  <c:v>78.434436000000005</c:v>
                </c:pt>
                <c:pt idx="136">
                  <c:v>77.706429999999997</c:v>
                </c:pt>
                <c:pt idx="137">
                  <c:v>76.651708999999997</c:v>
                </c:pt>
                <c:pt idx="138">
                  <c:v>75.856142000000006</c:v>
                </c:pt>
                <c:pt idx="139">
                  <c:v>75.155061000000003</c:v>
                </c:pt>
                <c:pt idx="140">
                  <c:v>74.645563999999993</c:v>
                </c:pt>
                <c:pt idx="141">
                  <c:v>73.950916000000007</c:v>
                </c:pt>
                <c:pt idx="142">
                  <c:v>73.368641999999994</c:v>
                </c:pt>
                <c:pt idx="143">
                  <c:v>72.927171999999999</c:v>
                </c:pt>
                <c:pt idx="144">
                  <c:v>72.927171999999999</c:v>
                </c:pt>
                <c:pt idx="145">
                  <c:v>72.570926999999998</c:v>
                </c:pt>
                <c:pt idx="146">
                  <c:v>72.069028000000003</c:v>
                </c:pt>
                <c:pt idx="147">
                  <c:v>71.681432999999998</c:v>
                </c:pt>
                <c:pt idx="148">
                  <c:v>71.651206000000002</c:v>
                </c:pt>
                <c:pt idx="149">
                  <c:v>71.651206000000002</c:v>
                </c:pt>
                <c:pt idx="150">
                  <c:v>70.888885999999999</c:v>
                </c:pt>
                <c:pt idx="151">
                  <c:v>70.204864999999998</c:v>
                </c:pt>
                <c:pt idx="152">
                  <c:v>69.703226000000001</c:v>
                </c:pt>
                <c:pt idx="153">
                  <c:v>68.540439000000006</c:v>
                </c:pt>
                <c:pt idx="154">
                  <c:v>67.743243000000007</c:v>
                </c:pt>
                <c:pt idx="155">
                  <c:v>66.978144999999998</c:v>
                </c:pt>
                <c:pt idx="156">
                  <c:v>66.352080000000001</c:v>
                </c:pt>
                <c:pt idx="157">
                  <c:v>65.225164000000007</c:v>
                </c:pt>
                <c:pt idx="158">
                  <c:v>64.181721999999993</c:v>
                </c:pt>
                <c:pt idx="159">
                  <c:v>63.648581999999998</c:v>
                </c:pt>
                <c:pt idx="160">
                  <c:v>62.575073000000003</c:v>
                </c:pt>
                <c:pt idx="161">
                  <c:v>61.794122000000002</c:v>
                </c:pt>
                <c:pt idx="162">
                  <c:v>60.845652999999999</c:v>
                </c:pt>
                <c:pt idx="163">
                  <c:v>60.298459000000001</c:v>
                </c:pt>
                <c:pt idx="164">
                  <c:v>59.404336999999998</c:v>
                </c:pt>
                <c:pt idx="165">
                  <c:v>58.618133</c:v>
                </c:pt>
                <c:pt idx="166">
                  <c:v>57.602221</c:v>
                </c:pt>
                <c:pt idx="167">
                  <c:v>56.974710000000002</c:v>
                </c:pt>
                <c:pt idx="168">
                  <c:v>56.974710000000002</c:v>
                </c:pt>
                <c:pt idx="169">
                  <c:v>56.500475999999999</c:v>
                </c:pt>
                <c:pt idx="170">
                  <c:v>55.727595000000001</c:v>
                </c:pt>
                <c:pt idx="171">
                  <c:v>54.503338999999997</c:v>
                </c:pt>
                <c:pt idx="172">
                  <c:v>53.534439999999996</c:v>
                </c:pt>
                <c:pt idx="173">
                  <c:v>53.125011999999998</c:v>
                </c:pt>
                <c:pt idx="174">
                  <c:v>51.946652999999998</c:v>
                </c:pt>
                <c:pt idx="175">
                  <c:v>50.654933999999997</c:v>
                </c:pt>
                <c:pt idx="176">
                  <c:v>49.887537999999999</c:v>
                </c:pt>
                <c:pt idx="177">
                  <c:v>49.44323</c:v>
                </c:pt>
                <c:pt idx="178">
                  <c:v>48.963355999999997</c:v>
                </c:pt>
                <c:pt idx="179">
                  <c:v>48.197206999999999</c:v>
                </c:pt>
                <c:pt idx="180">
                  <c:v>48.027079999999998</c:v>
                </c:pt>
                <c:pt idx="181">
                  <c:v>48.027079999999998</c:v>
                </c:pt>
                <c:pt idx="182">
                  <c:v>47.974609999999998</c:v>
                </c:pt>
                <c:pt idx="183">
                  <c:v>46.9636</c:v>
                </c:pt>
                <c:pt idx="184">
                  <c:v>45.504674000000001</c:v>
                </c:pt>
                <c:pt idx="185">
                  <c:v>44.622920000000001</c:v>
                </c:pt>
                <c:pt idx="186">
                  <c:v>44.354171000000001</c:v>
                </c:pt>
                <c:pt idx="187">
                  <c:v>44.053398000000001</c:v>
                </c:pt>
                <c:pt idx="188">
                  <c:v>43.536060999999997</c:v>
                </c:pt>
                <c:pt idx="189">
                  <c:v>44.419150000000002</c:v>
                </c:pt>
                <c:pt idx="190">
                  <c:v>47.629005999999997</c:v>
                </c:pt>
                <c:pt idx="191">
                  <c:v>49.828794000000002</c:v>
                </c:pt>
                <c:pt idx="192">
                  <c:v>51.425151999999997</c:v>
                </c:pt>
                <c:pt idx="193">
                  <c:v>56.636122999999998</c:v>
                </c:pt>
                <c:pt idx="194">
                  <c:v>58.905223999999997</c:v>
                </c:pt>
                <c:pt idx="195">
                  <c:v>63.584111</c:v>
                </c:pt>
                <c:pt idx="196">
                  <c:v>69.256882000000004</c:v>
                </c:pt>
                <c:pt idx="197">
                  <c:v>70.391446999999999</c:v>
                </c:pt>
                <c:pt idx="198">
                  <c:v>73.795109999999994</c:v>
                </c:pt>
                <c:pt idx="199">
                  <c:v>77.198772000000005</c:v>
                </c:pt>
                <c:pt idx="200">
                  <c:v>78.654461999999995</c:v>
                </c:pt>
                <c:pt idx="201">
                  <c:v>78.747069999999994</c:v>
                </c:pt>
                <c:pt idx="202">
                  <c:v>80.461759999999998</c:v>
                </c:pt>
                <c:pt idx="203">
                  <c:v>80.461759999999998</c:v>
                </c:pt>
                <c:pt idx="204">
                  <c:v>80.461759999999998</c:v>
                </c:pt>
                <c:pt idx="205">
                  <c:v>80.461759999999998</c:v>
                </c:pt>
                <c:pt idx="206">
                  <c:v>80.461759999999998</c:v>
                </c:pt>
                <c:pt idx="207">
                  <c:v>80.461759999999998</c:v>
                </c:pt>
                <c:pt idx="208">
                  <c:v>80.923563000000001</c:v>
                </c:pt>
                <c:pt idx="209">
                  <c:v>82.823475999999999</c:v>
                </c:pt>
                <c:pt idx="210">
                  <c:v>86.596338000000003</c:v>
                </c:pt>
                <c:pt idx="211">
                  <c:v>87.823498999999998</c:v>
                </c:pt>
                <c:pt idx="212">
                  <c:v>87.823498999999998</c:v>
                </c:pt>
                <c:pt idx="213">
                  <c:v>89.999967999999996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88.233379999999997</c:v>
                </c:pt>
                <c:pt idx="220">
                  <c:v>87.188522000000006</c:v>
                </c:pt>
                <c:pt idx="221">
                  <c:v>87.106891000000005</c:v>
                </c:pt>
                <c:pt idx="222">
                  <c:v>85.333181999999994</c:v>
                </c:pt>
                <c:pt idx="223">
                  <c:v>84.242723999999995</c:v>
                </c:pt>
                <c:pt idx="224">
                  <c:v>83.318245000000005</c:v>
                </c:pt>
                <c:pt idx="225">
                  <c:v>82.615690000000001</c:v>
                </c:pt>
                <c:pt idx="226">
                  <c:v>81.862393999999995</c:v>
                </c:pt>
                <c:pt idx="227">
                  <c:v>81.367030999999997</c:v>
                </c:pt>
                <c:pt idx="228">
                  <c:v>80.416372999999993</c:v>
                </c:pt>
                <c:pt idx="229">
                  <c:v>80.009054000000006</c:v>
                </c:pt>
                <c:pt idx="230">
                  <c:v>79.320787999999993</c:v>
                </c:pt>
                <c:pt idx="231">
                  <c:v>78.868511999999996</c:v>
                </c:pt>
                <c:pt idx="232">
                  <c:v>78.083588000000006</c:v>
                </c:pt>
                <c:pt idx="233">
                  <c:v>77.092834999999994</c:v>
                </c:pt>
                <c:pt idx="234">
                  <c:v>76.881563</c:v>
                </c:pt>
                <c:pt idx="235">
                  <c:v>76.517560000000003</c:v>
                </c:pt>
                <c:pt idx="236">
                  <c:v>75.910888999999997</c:v>
                </c:pt>
                <c:pt idx="237">
                  <c:v>75.304218000000006</c:v>
                </c:pt>
                <c:pt idx="238">
                  <c:v>75.021105000000006</c:v>
                </c:pt>
                <c:pt idx="239">
                  <c:v>74.747590000000002</c:v>
                </c:pt>
                <c:pt idx="240">
                  <c:v>73.752132000000003</c:v>
                </c:pt>
                <c:pt idx="241">
                  <c:v>73.487662999999998</c:v>
                </c:pt>
                <c:pt idx="242">
                  <c:v>72.833411999999996</c:v>
                </c:pt>
                <c:pt idx="243">
                  <c:v>71.758038999999997</c:v>
                </c:pt>
                <c:pt idx="244">
                  <c:v>70.867581999999999</c:v>
                </c:pt>
                <c:pt idx="245">
                  <c:v>70.239278999999996</c:v>
                </c:pt>
                <c:pt idx="246">
                  <c:v>70.239278999999996</c:v>
                </c:pt>
                <c:pt idx="247">
                  <c:v>70.239278999999996</c:v>
                </c:pt>
                <c:pt idx="248">
                  <c:v>70.239278999999996</c:v>
                </c:pt>
                <c:pt idx="249">
                  <c:v>70.239278999999996</c:v>
                </c:pt>
                <c:pt idx="250">
                  <c:v>70.239278999999996</c:v>
                </c:pt>
                <c:pt idx="251">
                  <c:v>69.695753999999994</c:v>
                </c:pt>
                <c:pt idx="252">
                  <c:v>69.069688999999997</c:v>
                </c:pt>
                <c:pt idx="253">
                  <c:v>68.510122999999993</c:v>
                </c:pt>
                <c:pt idx="254">
                  <c:v>67.983806999999999</c:v>
                </c:pt>
                <c:pt idx="255">
                  <c:v>67.457491000000005</c:v>
                </c:pt>
                <c:pt idx="256">
                  <c:v>66.701997000000006</c:v>
                </c:pt>
                <c:pt idx="257">
                  <c:v>66.154803999999999</c:v>
                </c:pt>
                <c:pt idx="258">
                  <c:v>65.607609999999994</c:v>
                </c:pt>
                <c:pt idx="259">
                  <c:v>65.133375999999998</c:v>
                </c:pt>
                <c:pt idx="260">
                  <c:v>65.133375999999998</c:v>
                </c:pt>
                <c:pt idx="261">
                  <c:v>64.664492999999993</c:v>
                </c:pt>
                <c:pt idx="262">
                  <c:v>63.895992</c:v>
                </c:pt>
                <c:pt idx="263">
                  <c:v>62.762695000000001</c:v>
                </c:pt>
                <c:pt idx="264">
                  <c:v>62.020133999999999</c:v>
                </c:pt>
                <c:pt idx="265">
                  <c:v>60.998705999999999</c:v>
                </c:pt>
                <c:pt idx="266">
                  <c:v>60.415033000000001</c:v>
                </c:pt>
                <c:pt idx="267">
                  <c:v>59.464714999999998</c:v>
                </c:pt>
                <c:pt idx="268">
                  <c:v>58.501004000000002</c:v>
                </c:pt>
                <c:pt idx="269">
                  <c:v>57.780800999999997</c:v>
                </c:pt>
                <c:pt idx="270">
                  <c:v>56.844966999999997</c:v>
                </c:pt>
                <c:pt idx="271">
                  <c:v>55.513379</c:v>
                </c:pt>
                <c:pt idx="272">
                  <c:v>54.568413</c:v>
                </c:pt>
                <c:pt idx="273">
                  <c:v>54.042631</c:v>
                </c:pt>
                <c:pt idx="274">
                  <c:v>53.560451999999998</c:v>
                </c:pt>
                <c:pt idx="275">
                  <c:v>53.03575</c:v>
                </c:pt>
                <c:pt idx="276">
                  <c:v>52.248697</c:v>
                </c:pt>
                <c:pt idx="277">
                  <c:v>51.550299000000003</c:v>
                </c:pt>
                <c:pt idx="278">
                  <c:v>52.678409000000002</c:v>
                </c:pt>
                <c:pt idx="279">
                  <c:v>51.366655999999999</c:v>
                </c:pt>
                <c:pt idx="280">
                  <c:v>50.579602999999999</c:v>
                </c:pt>
                <c:pt idx="281">
                  <c:v>49.794902999999998</c:v>
                </c:pt>
                <c:pt idx="282">
                  <c:v>49.543438999999999</c:v>
                </c:pt>
                <c:pt idx="283">
                  <c:v>47.971781999999997</c:v>
                </c:pt>
                <c:pt idx="284">
                  <c:v>47.971781999999997</c:v>
                </c:pt>
                <c:pt idx="285">
                  <c:v>49.106337000000003</c:v>
                </c:pt>
                <c:pt idx="286">
                  <c:v>51.082191999999999</c:v>
                </c:pt>
                <c:pt idx="287">
                  <c:v>54.485855000000001</c:v>
                </c:pt>
                <c:pt idx="288">
                  <c:v>56.754962999999996</c:v>
                </c:pt>
                <c:pt idx="289">
                  <c:v>60.158625000000001</c:v>
                </c:pt>
                <c:pt idx="290">
                  <c:v>60.158628999999998</c:v>
                </c:pt>
                <c:pt idx="291">
                  <c:v>62.427737999999998</c:v>
                </c:pt>
                <c:pt idx="292">
                  <c:v>62.427737999999998</c:v>
                </c:pt>
                <c:pt idx="293">
                  <c:v>62.427737999999998</c:v>
                </c:pt>
                <c:pt idx="294">
                  <c:v>62.427737999999998</c:v>
                </c:pt>
                <c:pt idx="295">
                  <c:v>62.427737999999998</c:v>
                </c:pt>
                <c:pt idx="296">
                  <c:v>64.647313999999994</c:v>
                </c:pt>
                <c:pt idx="297">
                  <c:v>69.886182000000005</c:v>
                </c:pt>
                <c:pt idx="298">
                  <c:v>72.155289999999994</c:v>
                </c:pt>
                <c:pt idx="299">
                  <c:v>72.638724999999994</c:v>
                </c:pt>
                <c:pt idx="300">
                  <c:v>74.116242</c:v>
                </c:pt>
                <c:pt idx="301">
                  <c:v>80.097156999999996</c:v>
                </c:pt>
                <c:pt idx="302">
                  <c:v>83.962621999999996</c:v>
                </c:pt>
                <c:pt idx="303">
                  <c:v>85.097156999999996</c:v>
                </c:pt>
                <c:pt idx="304">
                  <c:v>85.097156999999996</c:v>
                </c:pt>
                <c:pt idx="305">
                  <c:v>86.596333999999999</c:v>
                </c:pt>
                <c:pt idx="306">
                  <c:v>87.730891999999997</c:v>
                </c:pt>
                <c:pt idx="307">
                  <c:v>87.730891999999997</c:v>
                </c:pt>
                <c:pt idx="308">
                  <c:v>87.730891999999997</c:v>
                </c:pt>
                <c:pt idx="309">
                  <c:v>89.538201000000001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88.233379999999997</c:v>
                </c:pt>
                <c:pt idx="316">
                  <c:v>87.188522000000006</c:v>
                </c:pt>
                <c:pt idx="317">
                  <c:v>86.382688999999999</c:v>
                </c:pt>
                <c:pt idx="318">
                  <c:v>85.107816999999997</c:v>
                </c:pt>
                <c:pt idx="319">
                  <c:v>84.066481999999993</c:v>
                </c:pt>
                <c:pt idx="320">
                  <c:v>83.118467999999993</c:v>
                </c:pt>
                <c:pt idx="321">
                  <c:v>81.998773999999997</c:v>
                </c:pt>
                <c:pt idx="322">
                  <c:v>81.814913000000004</c:v>
                </c:pt>
                <c:pt idx="323">
                  <c:v>81.037498999999997</c:v>
                </c:pt>
                <c:pt idx="324">
                  <c:v>79.881021000000004</c:v>
                </c:pt>
                <c:pt idx="325">
                  <c:v>80.009054000000006</c:v>
                </c:pt>
                <c:pt idx="326">
                  <c:v>79.340110999999993</c:v>
                </c:pt>
                <c:pt idx="327">
                  <c:v>79.167209</c:v>
                </c:pt>
                <c:pt idx="328">
                  <c:v>78.083588000000006</c:v>
                </c:pt>
                <c:pt idx="329">
                  <c:v>77.092834999999994</c:v>
                </c:pt>
                <c:pt idx="330">
                  <c:v>76.749902000000006</c:v>
                </c:pt>
                <c:pt idx="331">
                  <c:v>76.035381000000001</c:v>
                </c:pt>
                <c:pt idx="332">
                  <c:v>75.350562999999994</c:v>
                </c:pt>
                <c:pt idx="333">
                  <c:v>74.764324999999999</c:v>
                </c:pt>
                <c:pt idx="334">
                  <c:v>74.031468000000004</c:v>
                </c:pt>
                <c:pt idx="335">
                  <c:v>73.17568</c:v>
                </c:pt>
                <c:pt idx="336">
                  <c:v>72.344644000000002</c:v>
                </c:pt>
                <c:pt idx="337">
                  <c:v>72.069028000000003</c:v>
                </c:pt>
                <c:pt idx="338">
                  <c:v>72.069028000000003</c:v>
                </c:pt>
                <c:pt idx="339">
                  <c:v>71.681432999999998</c:v>
                </c:pt>
                <c:pt idx="340">
                  <c:v>70.906242000000006</c:v>
                </c:pt>
                <c:pt idx="341">
                  <c:v>70.048336000000006</c:v>
                </c:pt>
                <c:pt idx="342">
                  <c:v>70.712444000000005</c:v>
                </c:pt>
                <c:pt idx="343">
                  <c:v>70.239278999999996</c:v>
                </c:pt>
                <c:pt idx="344">
                  <c:v>70.239278999999996</c:v>
                </c:pt>
                <c:pt idx="345">
                  <c:v>70.239278999999996</c:v>
                </c:pt>
                <c:pt idx="346">
                  <c:v>70.239278999999996</c:v>
                </c:pt>
                <c:pt idx="347">
                  <c:v>70.239278999999996</c:v>
                </c:pt>
                <c:pt idx="348">
                  <c:v>70.239278999999996</c:v>
                </c:pt>
                <c:pt idx="349">
                  <c:v>69.888401999999999</c:v>
                </c:pt>
                <c:pt idx="350">
                  <c:v>69.362086000000005</c:v>
                </c:pt>
                <c:pt idx="351">
                  <c:v>68.835769999999997</c:v>
                </c:pt>
                <c:pt idx="352">
                  <c:v>68.017617000000001</c:v>
                </c:pt>
                <c:pt idx="353">
                  <c:v>67.357698999999997</c:v>
                </c:pt>
                <c:pt idx="354">
                  <c:v>66.228232000000006</c:v>
                </c:pt>
                <c:pt idx="355">
                  <c:v>65.171723999999998</c:v>
                </c:pt>
                <c:pt idx="356">
                  <c:v>64.589449999999999</c:v>
                </c:pt>
                <c:pt idx="357">
                  <c:v>64.004113000000004</c:v>
                </c:pt>
                <c:pt idx="358">
                  <c:v>62.891694000000001</c:v>
                </c:pt>
                <c:pt idx="359">
                  <c:v>62.278919999999999</c:v>
                </c:pt>
                <c:pt idx="360">
                  <c:v>61.501278999999997</c:v>
                </c:pt>
                <c:pt idx="361">
                  <c:v>60.919004999999999</c:v>
                </c:pt>
                <c:pt idx="362">
                  <c:v>60.671624999999999</c:v>
                </c:pt>
                <c:pt idx="363">
                  <c:v>60.671624999999999</c:v>
                </c:pt>
                <c:pt idx="364">
                  <c:v>60.43412</c:v>
                </c:pt>
                <c:pt idx="365">
                  <c:v>59.239598000000001</c:v>
                </c:pt>
                <c:pt idx="366">
                  <c:v>57.952652</c:v>
                </c:pt>
                <c:pt idx="367">
                  <c:v>56.870255</c:v>
                </c:pt>
                <c:pt idx="368">
                  <c:v>56.367302000000002</c:v>
                </c:pt>
                <c:pt idx="369">
                  <c:v>54.978745000000004</c:v>
                </c:pt>
                <c:pt idx="370">
                  <c:v>53.590187999999998</c:v>
                </c:pt>
                <c:pt idx="371">
                  <c:v>52.847400999999998</c:v>
                </c:pt>
                <c:pt idx="372">
                  <c:v>52.182952</c:v>
                </c:pt>
                <c:pt idx="373">
                  <c:v>51.616438000000002</c:v>
                </c:pt>
                <c:pt idx="374">
                  <c:v>54.710023999999997</c:v>
                </c:pt>
                <c:pt idx="375">
                  <c:v>55.434669</c:v>
                </c:pt>
                <c:pt idx="376">
                  <c:v>55.434669</c:v>
                </c:pt>
                <c:pt idx="377">
                  <c:v>57.128957999999997</c:v>
                </c:pt>
                <c:pt idx="378">
                  <c:v>60.281156000000003</c:v>
                </c:pt>
                <c:pt idx="379">
                  <c:v>63.684818</c:v>
                </c:pt>
                <c:pt idx="380">
                  <c:v>63.684818</c:v>
                </c:pt>
                <c:pt idx="381">
                  <c:v>68.223034999999996</c:v>
                </c:pt>
                <c:pt idx="382">
                  <c:v>72.245913999999999</c:v>
                </c:pt>
                <c:pt idx="383">
                  <c:v>75.649576999999994</c:v>
                </c:pt>
                <c:pt idx="384">
                  <c:v>79.053239000000005</c:v>
                </c:pt>
                <c:pt idx="385">
                  <c:v>79.053239000000005</c:v>
                </c:pt>
                <c:pt idx="386">
                  <c:v>79.568575999999993</c:v>
                </c:pt>
                <c:pt idx="387">
                  <c:v>80.868067999999994</c:v>
                </c:pt>
                <c:pt idx="388">
                  <c:v>80.868083999999996</c:v>
                </c:pt>
                <c:pt idx="389">
                  <c:v>80.868083999999996</c:v>
                </c:pt>
                <c:pt idx="390">
                  <c:v>83.243313000000001</c:v>
                </c:pt>
                <c:pt idx="391">
                  <c:v>83.243313000000001</c:v>
                </c:pt>
                <c:pt idx="392">
                  <c:v>83.403645999999995</c:v>
                </c:pt>
                <c:pt idx="393">
                  <c:v>86.134538000000006</c:v>
                </c:pt>
                <c:pt idx="394">
                  <c:v>89.509859000000006</c:v>
                </c:pt>
                <c:pt idx="395">
                  <c:v>89.509859000000006</c:v>
                </c:pt>
                <c:pt idx="396">
                  <c:v>89.509859000000006</c:v>
                </c:pt>
                <c:pt idx="397">
                  <c:v>89.999983999999998</c:v>
                </c:pt>
                <c:pt idx="398">
                  <c:v>89.999983999999998</c:v>
                </c:pt>
                <c:pt idx="399">
                  <c:v>89.999983999999998</c:v>
                </c:pt>
                <c:pt idx="400">
                  <c:v>89.999983999999998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87.106891000000005</c:v>
                </c:pt>
                <c:pt idx="414">
                  <c:v>85.778426999999994</c:v>
                </c:pt>
                <c:pt idx="415">
                  <c:v>84.207318000000001</c:v>
                </c:pt>
                <c:pt idx="416">
                  <c:v>83.277428999999998</c:v>
                </c:pt>
                <c:pt idx="417">
                  <c:v>82.574873999999994</c:v>
                </c:pt>
                <c:pt idx="418">
                  <c:v>81.821578000000002</c:v>
                </c:pt>
                <c:pt idx="419">
                  <c:v>81.367030999999997</c:v>
                </c:pt>
                <c:pt idx="420">
                  <c:v>80.416372999999993</c:v>
                </c:pt>
                <c:pt idx="421">
                  <c:v>80.009054000000006</c:v>
                </c:pt>
                <c:pt idx="422">
                  <c:v>79.164664000000002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75.933874000000003</c:v>
                </c:pt>
                <c:pt idx="427">
                  <c:v>75.155061000000003</c:v>
                </c:pt>
                <c:pt idx="428">
                  <c:v>74.645563999999993</c:v>
                </c:pt>
                <c:pt idx="429">
                  <c:v>73.502257999999998</c:v>
                </c:pt>
                <c:pt idx="430">
                  <c:v>73.138338000000005</c:v>
                </c:pt>
                <c:pt idx="431">
                  <c:v>72.540118000000007</c:v>
                </c:pt>
                <c:pt idx="432">
                  <c:v>72.180192000000005</c:v>
                </c:pt>
                <c:pt idx="433">
                  <c:v>72.038218000000001</c:v>
                </c:pt>
                <c:pt idx="434">
                  <c:v>71.452115000000006</c:v>
                </c:pt>
                <c:pt idx="435">
                  <c:v>71.364164000000002</c:v>
                </c:pt>
                <c:pt idx="436">
                  <c:v>71.364164000000002</c:v>
                </c:pt>
                <c:pt idx="437">
                  <c:v>71.364164000000002</c:v>
                </c:pt>
                <c:pt idx="438">
                  <c:v>70.782769999999999</c:v>
                </c:pt>
                <c:pt idx="439">
                  <c:v>69.939964000000003</c:v>
                </c:pt>
                <c:pt idx="440">
                  <c:v>68.876610999999997</c:v>
                </c:pt>
                <c:pt idx="441">
                  <c:v>68.378821000000002</c:v>
                </c:pt>
                <c:pt idx="442">
                  <c:v>67.817813000000001</c:v>
                </c:pt>
                <c:pt idx="443">
                  <c:v>66.635641000000007</c:v>
                </c:pt>
                <c:pt idx="444">
                  <c:v>65.453468000000001</c:v>
                </c:pt>
                <c:pt idx="445">
                  <c:v>64.688672999999994</c:v>
                </c:pt>
                <c:pt idx="446">
                  <c:v>64.675197999999995</c:v>
                </c:pt>
                <c:pt idx="447">
                  <c:v>64.212654999999998</c:v>
                </c:pt>
                <c:pt idx="448">
                  <c:v>63.354916000000003</c:v>
                </c:pt>
                <c:pt idx="449">
                  <c:v>62.238008999999998</c:v>
                </c:pt>
                <c:pt idx="450">
                  <c:v>61.445208999999998</c:v>
                </c:pt>
                <c:pt idx="451">
                  <c:v>60.776080999999998</c:v>
                </c:pt>
                <c:pt idx="452">
                  <c:v>60.088700000000003</c:v>
                </c:pt>
                <c:pt idx="453">
                  <c:v>58.976281</c:v>
                </c:pt>
                <c:pt idx="454">
                  <c:v>57.863861</c:v>
                </c:pt>
                <c:pt idx="455">
                  <c:v>57.220323999999998</c:v>
                </c:pt>
                <c:pt idx="456">
                  <c:v>57.011521000000002</c:v>
                </c:pt>
                <c:pt idx="457">
                  <c:v>56.537286999999999</c:v>
                </c:pt>
                <c:pt idx="458">
                  <c:v>55.764406000000001</c:v>
                </c:pt>
                <c:pt idx="459">
                  <c:v>54.540149999999997</c:v>
                </c:pt>
                <c:pt idx="460">
                  <c:v>53.571250999999997</c:v>
                </c:pt>
                <c:pt idx="461">
                  <c:v>53.161822999999998</c:v>
                </c:pt>
                <c:pt idx="462">
                  <c:v>51.983463999999998</c:v>
                </c:pt>
                <c:pt idx="463">
                  <c:v>50.691744999999997</c:v>
                </c:pt>
                <c:pt idx="464">
                  <c:v>49.786648</c:v>
                </c:pt>
                <c:pt idx="465">
                  <c:v>48.893211999999998</c:v>
                </c:pt>
                <c:pt idx="466">
                  <c:v>48.484599000000003</c:v>
                </c:pt>
                <c:pt idx="467">
                  <c:v>47.947470000000003</c:v>
                </c:pt>
                <c:pt idx="468">
                  <c:v>47.322215999999997</c:v>
                </c:pt>
                <c:pt idx="469">
                  <c:v>46.666339999999998</c:v>
                </c:pt>
                <c:pt idx="470">
                  <c:v>45.957993999999999</c:v>
                </c:pt>
                <c:pt idx="471">
                  <c:v>44.646241000000003</c:v>
                </c:pt>
                <c:pt idx="472">
                  <c:v>44.282747999999998</c:v>
                </c:pt>
                <c:pt idx="473">
                  <c:v>44.889741000000001</c:v>
                </c:pt>
                <c:pt idx="474">
                  <c:v>44.544849999999997</c:v>
                </c:pt>
                <c:pt idx="475">
                  <c:v>45.810408000000002</c:v>
                </c:pt>
                <c:pt idx="476">
                  <c:v>48.509129999999999</c:v>
                </c:pt>
                <c:pt idx="477">
                  <c:v>52.316991999999999</c:v>
                </c:pt>
                <c:pt idx="478">
                  <c:v>55.720658</c:v>
                </c:pt>
                <c:pt idx="479">
                  <c:v>57.940868000000002</c:v>
                </c:pt>
                <c:pt idx="480">
                  <c:v>59.561926</c:v>
                </c:pt>
                <c:pt idx="481">
                  <c:v>59.561926</c:v>
                </c:pt>
                <c:pt idx="482">
                  <c:v>60.236136999999999</c:v>
                </c:pt>
                <c:pt idx="483">
                  <c:v>60.776843</c:v>
                </c:pt>
                <c:pt idx="484">
                  <c:v>63.906891000000002</c:v>
                </c:pt>
                <c:pt idx="485">
                  <c:v>65.315059000000005</c:v>
                </c:pt>
                <c:pt idx="486">
                  <c:v>72.122383999999997</c:v>
                </c:pt>
                <c:pt idx="487">
                  <c:v>75.882364999999993</c:v>
                </c:pt>
                <c:pt idx="488">
                  <c:v>79.286027000000004</c:v>
                </c:pt>
                <c:pt idx="489">
                  <c:v>80.680857000000003</c:v>
                </c:pt>
                <c:pt idx="490">
                  <c:v>83.865430000000003</c:v>
                </c:pt>
                <c:pt idx="491">
                  <c:v>84.327229000000003</c:v>
                </c:pt>
                <c:pt idx="492">
                  <c:v>86.596338000000003</c:v>
                </c:pt>
                <c:pt idx="493">
                  <c:v>87.852788000000004</c:v>
                </c:pt>
                <c:pt idx="494">
                  <c:v>87.852788000000004</c:v>
                </c:pt>
                <c:pt idx="495">
                  <c:v>87.852788000000004</c:v>
                </c:pt>
                <c:pt idx="496">
                  <c:v>87.852788000000004</c:v>
                </c:pt>
                <c:pt idx="497">
                  <c:v>87.852788000000004</c:v>
                </c:pt>
                <c:pt idx="498">
                  <c:v>88.525536000000002</c:v>
                </c:pt>
                <c:pt idx="499">
                  <c:v>89.538193000000007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88.838584999999995</c:v>
                </c:pt>
                <c:pt idx="509">
                  <c:v>87.914658000000003</c:v>
                </c:pt>
                <c:pt idx="510">
                  <c:v>87.472399999999993</c:v>
                </c:pt>
                <c:pt idx="511">
                  <c:v>87.188522000000006</c:v>
                </c:pt>
                <c:pt idx="512">
                  <c:v>87.106891000000005</c:v>
                </c:pt>
                <c:pt idx="513">
                  <c:v>86.678955000000002</c:v>
                </c:pt>
                <c:pt idx="514">
                  <c:v>85.985771999999997</c:v>
                </c:pt>
                <c:pt idx="515">
                  <c:v>85.569862000000001</c:v>
                </c:pt>
                <c:pt idx="516">
                  <c:v>85.569862000000001</c:v>
                </c:pt>
                <c:pt idx="517">
                  <c:v>85.057276000000002</c:v>
                </c:pt>
                <c:pt idx="518">
                  <c:v>84.416543000000004</c:v>
                </c:pt>
                <c:pt idx="519">
                  <c:v>83.814502000000005</c:v>
                </c:pt>
                <c:pt idx="520">
                  <c:v>83.240609000000006</c:v>
                </c:pt>
                <c:pt idx="521">
                  <c:v>82.666715999999994</c:v>
                </c:pt>
                <c:pt idx="522">
                  <c:v>82.590197000000003</c:v>
                </c:pt>
                <c:pt idx="523">
                  <c:v>82.078149999999994</c:v>
                </c:pt>
                <c:pt idx="524">
                  <c:v>80.898118999999994</c:v>
                </c:pt>
                <c:pt idx="525">
                  <c:v>79.719966999999997</c:v>
                </c:pt>
                <c:pt idx="526">
                  <c:v>78.893282999999997</c:v>
                </c:pt>
                <c:pt idx="527">
                  <c:v>78.709637000000001</c:v>
                </c:pt>
                <c:pt idx="528">
                  <c:v>77.699071000000004</c:v>
                </c:pt>
                <c:pt idx="529">
                  <c:v>76.636955</c:v>
                </c:pt>
                <c:pt idx="530">
                  <c:v>76.086016999999998</c:v>
                </c:pt>
                <c:pt idx="531">
                  <c:v>76.086016999999998</c:v>
                </c:pt>
                <c:pt idx="532">
                  <c:v>75.741484999999997</c:v>
                </c:pt>
                <c:pt idx="533">
                  <c:v>74.696922999999998</c:v>
                </c:pt>
                <c:pt idx="534">
                  <c:v>73.564593000000002</c:v>
                </c:pt>
                <c:pt idx="535">
                  <c:v>72.548541</c:v>
                </c:pt>
                <c:pt idx="536">
                  <c:v>72.284647000000007</c:v>
                </c:pt>
                <c:pt idx="537">
                  <c:v>72.144295999999997</c:v>
                </c:pt>
                <c:pt idx="538">
                  <c:v>71.216376999999994</c:v>
                </c:pt>
                <c:pt idx="539">
                  <c:v>70.095911999999998</c:v>
                </c:pt>
                <c:pt idx="540">
                  <c:v>69.262658000000002</c:v>
                </c:pt>
                <c:pt idx="541">
                  <c:v>69.005554000000004</c:v>
                </c:pt>
                <c:pt idx="542">
                  <c:v>68.606086000000005</c:v>
                </c:pt>
                <c:pt idx="543">
                  <c:v>67.71499</c:v>
                </c:pt>
                <c:pt idx="544">
                  <c:v>67.198195999999996</c:v>
                </c:pt>
                <c:pt idx="545">
                  <c:v>66.681402000000006</c:v>
                </c:pt>
                <c:pt idx="546">
                  <c:v>66.059079999999994</c:v>
                </c:pt>
                <c:pt idx="547">
                  <c:v>65.400727000000003</c:v>
                </c:pt>
                <c:pt idx="548">
                  <c:v>64.361222999999995</c:v>
                </c:pt>
                <c:pt idx="549">
                  <c:v>63.425669999999997</c:v>
                </c:pt>
                <c:pt idx="550">
                  <c:v>62.905918</c:v>
                </c:pt>
                <c:pt idx="551">
                  <c:v>62.388334999999998</c:v>
                </c:pt>
                <c:pt idx="552">
                  <c:v>61.768183000000001</c:v>
                </c:pt>
                <c:pt idx="553">
                  <c:v>60.734594999999999</c:v>
                </c:pt>
                <c:pt idx="554">
                  <c:v>59.769913000000003</c:v>
                </c:pt>
                <c:pt idx="555">
                  <c:v>59.093426999999998</c:v>
                </c:pt>
                <c:pt idx="556">
                  <c:v>58.548250000000003</c:v>
                </c:pt>
                <c:pt idx="557">
                  <c:v>58.234707999999998</c:v>
                </c:pt>
                <c:pt idx="558">
                  <c:v>58.319009000000001</c:v>
                </c:pt>
                <c:pt idx="559">
                  <c:v>61.117055000000001</c:v>
                </c:pt>
                <c:pt idx="560">
                  <c:v>60.259810999999999</c:v>
                </c:pt>
                <c:pt idx="561">
                  <c:v>59.753756000000003</c:v>
                </c:pt>
                <c:pt idx="562">
                  <c:v>59.025914</c:v>
                </c:pt>
                <c:pt idx="563">
                  <c:v>58.298071999999998</c:v>
                </c:pt>
                <c:pt idx="564">
                  <c:v>58.103980999999997</c:v>
                </c:pt>
                <c:pt idx="565">
                  <c:v>58.013705999999999</c:v>
                </c:pt>
                <c:pt idx="566">
                  <c:v>57.336644999999997</c:v>
                </c:pt>
                <c:pt idx="567">
                  <c:v>56.659584000000002</c:v>
                </c:pt>
                <c:pt idx="568">
                  <c:v>56.163072999999997</c:v>
                </c:pt>
                <c:pt idx="569">
                  <c:v>55.531149999999997</c:v>
                </c:pt>
                <c:pt idx="570">
                  <c:v>55.922801</c:v>
                </c:pt>
                <c:pt idx="571">
                  <c:v>55.638584000000002</c:v>
                </c:pt>
                <c:pt idx="572">
                  <c:v>55.387118999999998</c:v>
                </c:pt>
                <c:pt idx="573">
                  <c:v>56.084570999999997</c:v>
                </c:pt>
                <c:pt idx="574">
                  <c:v>58.353679</c:v>
                </c:pt>
                <c:pt idx="575">
                  <c:v>58.353679</c:v>
                </c:pt>
                <c:pt idx="576">
                  <c:v>58.353679</c:v>
                </c:pt>
                <c:pt idx="577">
                  <c:v>58.353679</c:v>
                </c:pt>
                <c:pt idx="578">
                  <c:v>58.353679</c:v>
                </c:pt>
                <c:pt idx="579">
                  <c:v>61.135745</c:v>
                </c:pt>
                <c:pt idx="580">
                  <c:v>64.485410000000002</c:v>
                </c:pt>
                <c:pt idx="581">
                  <c:v>64.485410000000002</c:v>
                </c:pt>
                <c:pt idx="582">
                  <c:v>64.485410000000002</c:v>
                </c:pt>
                <c:pt idx="583">
                  <c:v>64.485410000000002</c:v>
                </c:pt>
                <c:pt idx="584">
                  <c:v>67.308909999999997</c:v>
                </c:pt>
                <c:pt idx="585">
                  <c:v>68.929068000000001</c:v>
                </c:pt>
                <c:pt idx="586">
                  <c:v>68.929068000000001</c:v>
                </c:pt>
                <c:pt idx="587">
                  <c:v>68.929068000000001</c:v>
                </c:pt>
                <c:pt idx="588">
                  <c:v>70.641228999999996</c:v>
                </c:pt>
                <c:pt idx="589">
                  <c:v>73.312151</c:v>
                </c:pt>
                <c:pt idx="590">
                  <c:v>75.665048999999996</c:v>
                </c:pt>
                <c:pt idx="591">
                  <c:v>78.005504999999999</c:v>
                </c:pt>
                <c:pt idx="592">
                  <c:v>78.678258999999997</c:v>
                </c:pt>
                <c:pt idx="593">
                  <c:v>80.947384</c:v>
                </c:pt>
                <c:pt idx="594">
                  <c:v>82.730891999999997</c:v>
                </c:pt>
                <c:pt idx="595">
                  <c:v>85</c:v>
                </c:pt>
                <c:pt idx="596">
                  <c:v>85.461768000000006</c:v>
                </c:pt>
                <c:pt idx="597">
                  <c:v>85.526866999999996</c:v>
                </c:pt>
                <c:pt idx="598">
                  <c:v>86.807293000000001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89.061785</c:v>
                </c:pt>
                <c:pt idx="614">
                  <c:v>88.602670000000003</c:v>
                </c:pt>
                <c:pt idx="615">
                  <c:v>88.553444999999996</c:v>
                </c:pt>
                <c:pt idx="616">
                  <c:v>87.051073000000002</c:v>
                </c:pt>
                <c:pt idx="617">
                  <c:v>86.374010999999996</c:v>
                </c:pt>
                <c:pt idx="618">
                  <c:v>85.696948000000006</c:v>
                </c:pt>
                <c:pt idx="619">
                  <c:v>85.606673000000001</c:v>
                </c:pt>
                <c:pt idx="620">
                  <c:v>85.344684999999998</c:v>
                </c:pt>
                <c:pt idx="621">
                  <c:v>84.689712999999998</c:v>
                </c:pt>
                <c:pt idx="622">
                  <c:v>84.034741999999994</c:v>
                </c:pt>
                <c:pt idx="623">
                  <c:v>83.641760000000005</c:v>
                </c:pt>
                <c:pt idx="624">
                  <c:v>83.641760000000005</c:v>
                </c:pt>
                <c:pt idx="625">
                  <c:v>83.641760000000005</c:v>
                </c:pt>
                <c:pt idx="626">
                  <c:v>83.059486000000007</c:v>
                </c:pt>
                <c:pt idx="627">
                  <c:v>82.477211999999994</c:v>
                </c:pt>
                <c:pt idx="628">
                  <c:v>81.894938999999994</c:v>
                </c:pt>
                <c:pt idx="629">
                  <c:v>81.700846999999996</c:v>
                </c:pt>
                <c:pt idx="630">
                  <c:v>81.019727000000003</c:v>
                </c:pt>
                <c:pt idx="631">
                  <c:v>80.093102999999999</c:v>
                </c:pt>
                <c:pt idx="632">
                  <c:v>79.437724000000003</c:v>
                </c:pt>
                <c:pt idx="633">
                  <c:v>78.729938000000004</c:v>
                </c:pt>
                <c:pt idx="634">
                  <c:v>78.109785000000002</c:v>
                </c:pt>
                <c:pt idx="635">
                  <c:v>77.530975999999995</c:v>
                </c:pt>
                <c:pt idx="636">
                  <c:v>77.530975999999995</c:v>
                </c:pt>
                <c:pt idx="637">
                  <c:v>77.062093000000004</c:v>
                </c:pt>
                <c:pt idx="638">
                  <c:v>76.475989999999996</c:v>
                </c:pt>
                <c:pt idx="639">
                  <c:v>75.889887000000002</c:v>
                </c:pt>
                <c:pt idx="640">
                  <c:v>75.186563000000007</c:v>
                </c:pt>
                <c:pt idx="641">
                  <c:v>74.448586000000006</c:v>
                </c:pt>
                <c:pt idx="642">
                  <c:v>73.292953999999995</c:v>
                </c:pt>
                <c:pt idx="643">
                  <c:v>72.567132000000001</c:v>
                </c:pt>
                <c:pt idx="644">
                  <c:v>71.807761999999997</c:v>
                </c:pt>
                <c:pt idx="645">
                  <c:v>71.238234000000006</c:v>
                </c:pt>
                <c:pt idx="646">
                  <c:v>70.121675999999994</c:v>
                </c:pt>
                <c:pt idx="647">
                  <c:v>69.004013</c:v>
                </c:pt>
                <c:pt idx="648">
                  <c:v>68.417910000000006</c:v>
                </c:pt>
                <c:pt idx="649">
                  <c:v>68.300689000000006</c:v>
                </c:pt>
                <c:pt idx="650">
                  <c:v>68.079205999999999</c:v>
                </c:pt>
                <c:pt idx="651">
                  <c:v>67.414756999999994</c:v>
                </c:pt>
                <c:pt idx="652">
                  <c:v>66.237808000000001</c:v>
                </c:pt>
                <c:pt idx="653">
                  <c:v>65.287107000000006</c:v>
                </c:pt>
                <c:pt idx="654">
                  <c:v>64.066548999999995</c:v>
                </c:pt>
                <c:pt idx="655">
                  <c:v>63.298923000000002</c:v>
                </c:pt>
                <c:pt idx="656">
                  <c:v>62.051757000000002</c:v>
                </c:pt>
                <c:pt idx="657">
                  <c:v>61.145380000000003</c:v>
                </c:pt>
                <c:pt idx="658">
                  <c:v>60.000481999999998</c:v>
                </c:pt>
                <c:pt idx="659">
                  <c:v>59.080871000000002</c:v>
                </c:pt>
                <c:pt idx="660">
                  <c:v>58.077159999999999</c:v>
                </c:pt>
                <c:pt idx="661">
                  <c:v>56.903868000000003</c:v>
                </c:pt>
                <c:pt idx="662">
                  <c:v>55.985639999999997</c:v>
                </c:pt>
                <c:pt idx="663">
                  <c:v>54.557287000000002</c:v>
                </c:pt>
                <c:pt idx="664">
                  <c:v>53.914141999999998</c:v>
                </c:pt>
                <c:pt idx="665">
                  <c:v>53.148952999999999</c:v>
                </c:pt>
                <c:pt idx="666">
                  <c:v>52.383764999999997</c:v>
                </c:pt>
                <c:pt idx="667">
                  <c:v>52.332751999999999</c:v>
                </c:pt>
                <c:pt idx="668">
                  <c:v>51.892688999999997</c:v>
                </c:pt>
                <c:pt idx="669">
                  <c:v>51.892688999999997</c:v>
                </c:pt>
                <c:pt idx="670">
                  <c:v>51.892688999999997</c:v>
                </c:pt>
                <c:pt idx="671">
                  <c:v>51.892688999999997</c:v>
                </c:pt>
                <c:pt idx="672">
                  <c:v>51.892688999999997</c:v>
                </c:pt>
                <c:pt idx="673">
                  <c:v>53.080519000000002</c:v>
                </c:pt>
                <c:pt idx="674">
                  <c:v>56.321707000000004</c:v>
                </c:pt>
                <c:pt idx="675">
                  <c:v>58.112132000000003</c:v>
                </c:pt>
                <c:pt idx="676">
                  <c:v>58.112132000000003</c:v>
                </c:pt>
                <c:pt idx="677">
                  <c:v>60.859923999999999</c:v>
                </c:pt>
                <c:pt idx="678">
                  <c:v>67.667248999999998</c:v>
                </c:pt>
                <c:pt idx="679">
                  <c:v>73.340018999999998</c:v>
                </c:pt>
                <c:pt idx="680">
                  <c:v>75.852193</c:v>
                </c:pt>
                <c:pt idx="681">
                  <c:v>75.852193</c:v>
                </c:pt>
                <c:pt idx="682">
                  <c:v>75.852193</c:v>
                </c:pt>
                <c:pt idx="683">
                  <c:v>77.416437000000002</c:v>
                </c:pt>
                <c:pt idx="684">
                  <c:v>78.865430000000003</c:v>
                </c:pt>
                <c:pt idx="685">
                  <c:v>79.327233000000007</c:v>
                </c:pt>
                <c:pt idx="686">
                  <c:v>84.327229000000003</c:v>
                </c:pt>
                <c:pt idx="687">
                  <c:v>88.865446000000006</c:v>
                </c:pt>
                <c:pt idx="688">
                  <c:v>88.865446000000006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2E7-4C76-ACEF-67F2AF0682A5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77.433000000000007</c:v>
                </c:pt>
                <c:pt idx="4">
                  <c:v>77.433000000000007</c:v>
                </c:pt>
                <c:pt idx="5">
                  <c:v>79.613724000000005</c:v>
                </c:pt>
                <c:pt idx="6">
                  <c:v>84.151940999999994</c:v>
                </c:pt>
                <c:pt idx="7">
                  <c:v>84.151940999999994</c:v>
                </c:pt>
                <c:pt idx="8">
                  <c:v>84.151940999999994</c:v>
                </c:pt>
                <c:pt idx="9">
                  <c:v>84.151940999999994</c:v>
                </c:pt>
                <c:pt idx="10">
                  <c:v>84.151940999999994</c:v>
                </c:pt>
                <c:pt idx="11">
                  <c:v>84.151940999999994</c:v>
                </c:pt>
                <c:pt idx="12">
                  <c:v>84.151940999999994</c:v>
                </c:pt>
                <c:pt idx="13">
                  <c:v>84.151940999999994</c:v>
                </c:pt>
                <c:pt idx="14">
                  <c:v>84.151940999999994</c:v>
                </c:pt>
                <c:pt idx="15">
                  <c:v>84.151940999999994</c:v>
                </c:pt>
                <c:pt idx="16">
                  <c:v>84.151940999999994</c:v>
                </c:pt>
                <c:pt idx="17">
                  <c:v>87.016757999999996</c:v>
                </c:pt>
                <c:pt idx="18">
                  <c:v>89.999967999999996</c:v>
                </c:pt>
                <c:pt idx="19">
                  <c:v>89.999967999999996</c:v>
                </c:pt>
                <c:pt idx="20">
                  <c:v>89.999967999999996</c:v>
                </c:pt>
                <c:pt idx="21">
                  <c:v>89.999967999999996</c:v>
                </c:pt>
                <c:pt idx="22">
                  <c:v>89.999967999999996</c:v>
                </c:pt>
                <c:pt idx="23">
                  <c:v>89.999967999999996</c:v>
                </c:pt>
                <c:pt idx="24">
                  <c:v>89.999967999999996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88.381101000000001</c:v>
                </c:pt>
                <c:pt idx="29">
                  <c:v>88.123569000000003</c:v>
                </c:pt>
                <c:pt idx="30">
                  <c:v>88.123569000000003</c:v>
                </c:pt>
                <c:pt idx="31">
                  <c:v>85.857303000000002</c:v>
                </c:pt>
                <c:pt idx="32">
                  <c:v>84.685096999999999</c:v>
                </c:pt>
                <c:pt idx="33">
                  <c:v>84.450655999999995</c:v>
                </c:pt>
                <c:pt idx="34">
                  <c:v>83.722650000000002</c:v>
                </c:pt>
                <c:pt idx="35">
                  <c:v>82.509308000000004</c:v>
                </c:pt>
                <c:pt idx="36">
                  <c:v>81.837664000000004</c:v>
                </c:pt>
                <c:pt idx="37">
                  <c:v>80.938827000000003</c:v>
                </c:pt>
                <c:pt idx="38">
                  <c:v>80.938827000000003</c:v>
                </c:pt>
                <c:pt idx="39">
                  <c:v>80.938827000000003</c:v>
                </c:pt>
                <c:pt idx="40">
                  <c:v>80.938827000000003</c:v>
                </c:pt>
                <c:pt idx="41">
                  <c:v>80.938827000000003</c:v>
                </c:pt>
                <c:pt idx="42">
                  <c:v>80.938827000000003</c:v>
                </c:pt>
                <c:pt idx="43">
                  <c:v>80.938827000000003</c:v>
                </c:pt>
                <c:pt idx="44">
                  <c:v>80.938827000000003</c:v>
                </c:pt>
                <c:pt idx="45">
                  <c:v>80.938827000000003</c:v>
                </c:pt>
                <c:pt idx="46">
                  <c:v>80.938827000000003</c:v>
                </c:pt>
                <c:pt idx="47">
                  <c:v>80.938827000000003</c:v>
                </c:pt>
                <c:pt idx="48">
                  <c:v>80.938827000000003</c:v>
                </c:pt>
                <c:pt idx="49">
                  <c:v>80.938827000000003</c:v>
                </c:pt>
                <c:pt idx="50">
                  <c:v>80.938827000000003</c:v>
                </c:pt>
                <c:pt idx="51">
                  <c:v>80.938827000000003</c:v>
                </c:pt>
                <c:pt idx="52">
                  <c:v>80.938827000000003</c:v>
                </c:pt>
                <c:pt idx="53">
                  <c:v>84.538231999999994</c:v>
                </c:pt>
                <c:pt idx="54">
                  <c:v>84.538239000000004</c:v>
                </c:pt>
                <c:pt idx="55">
                  <c:v>85.461782999999997</c:v>
                </c:pt>
                <c:pt idx="56">
                  <c:v>85.461782999999997</c:v>
                </c:pt>
                <c:pt idx="57">
                  <c:v>85.461782999999997</c:v>
                </c:pt>
                <c:pt idx="58">
                  <c:v>85.461782999999997</c:v>
                </c:pt>
                <c:pt idx="59">
                  <c:v>85.461782999999997</c:v>
                </c:pt>
                <c:pt idx="60">
                  <c:v>85.461782999999997</c:v>
                </c:pt>
                <c:pt idx="61">
                  <c:v>85.461782999999997</c:v>
                </c:pt>
                <c:pt idx="62">
                  <c:v>85.461782999999997</c:v>
                </c:pt>
                <c:pt idx="63">
                  <c:v>85.461782999999997</c:v>
                </c:pt>
                <c:pt idx="64">
                  <c:v>87.730860000000007</c:v>
                </c:pt>
                <c:pt idx="65">
                  <c:v>87.730891999999997</c:v>
                </c:pt>
                <c:pt idx="66">
                  <c:v>87.730891999999997</c:v>
                </c:pt>
                <c:pt idx="67">
                  <c:v>87.730891999999997</c:v>
                </c:pt>
                <c:pt idx="68">
                  <c:v>87.730891999999997</c:v>
                </c:pt>
                <c:pt idx="69">
                  <c:v>89.999967999999996</c:v>
                </c:pt>
                <c:pt idx="70">
                  <c:v>89.999967999999996</c:v>
                </c:pt>
                <c:pt idx="71">
                  <c:v>89.999967999999996</c:v>
                </c:pt>
                <c:pt idx="72">
                  <c:v>89.999967999999996</c:v>
                </c:pt>
                <c:pt idx="73">
                  <c:v>89.999967999999996</c:v>
                </c:pt>
                <c:pt idx="74">
                  <c:v>89.999967999999996</c:v>
                </c:pt>
                <c:pt idx="75">
                  <c:v>89.999967999999996</c:v>
                </c:pt>
                <c:pt idx="76">
                  <c:v>89.999967999999996</c:v>
                </c:pt>
                <c:pt idx="77">
                  <c:v>89.999967999999996</c:v>
                </c:pt>
                <c:pt idx="78">
                  <c:v>89.999967999999996</c:v>
                </c:pt>
                <c:pt idx="79">
                  <c:v>89.999967999999996</c:v>
                </c:pt>
                <c:pt idx="80">
                  <c:v>89.999967999999996</c:v>
                </c:pt>
                <c:pt idx="81">
                  <c:v>89.999967999999996</c:v>
                </c:pt>
                <c:pt idx="82">
                  <c:v>89.999967999999996</c:v>
                </c:pt>
                <c:pt idx="83">
                  <c:v>89.999967999999996</c:v>
                </c:pt>
                <c:pt idx="84">
                  <c:v>89.999967999999996</c:v>
                </c:pt>
                <c:pt idx="85">
                  <c:v>89.999967999999996</c:v>
                </c:pt>
                <c:pt idx="86">
                  <c:v>89.999967999999996</c:v>
                </c:pt>
                <c:pt idx="87">
                  <c:v>89.999967999999996</c:v>
                </c:pt>
                <c:pt idx="88">
                  <c:v>89.999967999999996</c:v>
                </c:pt>
                <c:pt idx="89">
                  <c:v>89.999967999999996</c:v>
                </c:pt>
                <c:pt idx="90">
                  <c:v>89.999967999999996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87.188522000000006</c:v>
                </c:pt>
                <c:pt idx="144">
                  <c:v>87.188522000000006</c:v>
                </c:pt>
                <c:pt idx="145">
                  <c:v>87.188522000000006</c:v>
                </c:pt>
                <c:pt idx="146">
                  <c:v>87.188522000000006</c:v>
                </c:pt>
                <c:pt idx="147">
                  <c:v>87.188522000000006</c:v>
                </c:pt>
                <c:pt idx="148">
                  <c:v>87.188522000000006</c:v>
                </c:pt>
                <c:pt idx="149">
                  <c:v>87.188522000000006</c:v>
                </c:pt>
                <c:pt idx="150">
                  <c:v>87.188522000000006</c:v>
                </c:pt>
                <c:pt idx="151">
                  <c:v>87.188522000000006</c:v>
                </c:pt>
                <c:pt idx="152">
                  <c:v>87.188522000000006</c:v>
                </c:pt>
                <c:pt idx="153">
                  <c:v>87.188522000000006</c:v>
                </c:pt>
                <c:pt idx="154">
                  <c:v>87.188522000000006</c:v>
                </c:pt>
                <c:pt idx="155">
                  <c:v>88.785625999999993</c:v>
                </c:pt>
                <c:pt idx="156">
                  <c:v>89.999904000000001</c:v>
                </c:pt>
                <c:pt idx="157">
                  <c:v>89.999904000000001</c:v>
                </c:pt>
                <c:pt idx="158">
                  <c:v>89.999904000000001</c:v>
                </c:pt>
                <c:pt idx="159">
                  <c:v>89.999904000000001</c:v>
                </c:pt>
                <c:pt idx="160">
                  <c:v>89.999904000000001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90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87.188522000000006</c:v>
                </c:pt>
                <c:pt idx="241">
                  <c:v>87.188522000000006</c:v>
                </c:pt>
                <c:pt idx="242">
                  <c:v>87.188522000000006</c:v>
                </c:pt>
                <c:pt idx="243">
                  <c:v>87.188522000000006</c:v>
                </c:pt>
                <c:pt idx="244">
                  <c:v>87.188522000000006</c:v>
                </c:pt>
                <c:pt idx="245">
                  <c:v>87.188522000000006</c:v>
                </c:pt>
                <c:pt idx="246">
                  <c:v>87.188522000000006</c:v>
                </c:pt>
                <c:pt idx="247">
                  <c:v>87.188522000000006</c:v>
                </c:pt>
                <c:pt idx="248">
                  <c:v>87.188522000000006</c:v>
                </c:pt>
                <c:pt idx="249">
                  <c:v>87.188522000000006</c:v>
                </c:pt>
                <c:pt idx="250">
                  <c:v>87.188522000000006</c:v>
                </c:pt>
                <c:pt idx="251">
                  <c:v>87.188522000000006</c:v>
                </c:pt>
                <c:pt idx="252">
                  <c:v>87.188522000000006</c:v>
                </c:pt>
                <c:pt idx="253">
                  <c:v>87.188522000000006</c:v>
                </c:pt>
                <c:pt idx="254">
                  <c:v>89.999899999999997</c:v>
                </c:pt>
                <c:pt idx="255">
                  <c:v>89.999908000000005</c:v>
                </c:pt>
                <c:pt idx="256">
                  <c:v>89.999915000000001</c:v>
                </c:pt>
                <c:pt idx="257">
                  <c:v>89.999915000000001</c:v>
                </c:pt>
                <c:pt idx="258">
                  <c:v>89.999915000000001</c:v>
                </c:pt>
                <c:pt idx="259">
                  <c:v>89.999915000000001</c:v>
                </c:pt>
                <c:pt idx="260">
                  <c:v>89.999915000000001</c:v>
                </c:pt>
                <c:pt idx="261">
                  <c:v>89.999915000000001</c:v>
                </c:pt>
                <c:pt idx="262">
                  <c:v>89.999915000000001</c:v>
                </c:pt>
                <c:pt idx="263">
                  <c:v>89.999915000000001</c:v>
                </c:pt>
                <c:pt idx="264">
                  <c:v>89.999915000000001</c:v>
                </c:pt>
                <c:pt idx="265">
                  <c:v>89.999915000000001</c:v>
                </c:pt>
                <c:pt idx="266">
                  <c:v>89.999915000000001</c:v>
                </c:pt>
                <c:pt idx="267">
                  <c:v>89.999915000000001</c:v>
                </c:pt>
                <c:pt idx="268">
                  <c:v>89.999915000000001</c:v>
                </c:pt>
                <c:pt idx="269">
                  <c:v>89.999915000000001</c:v>
                </c:pt>
                <c:pt idx="270">
                  <c:v>89.999915000000001</c:v>
                </c:pt>
                <c:pt idx="271">
                  <c:v>89.999915000000001</c:v>
                </c:pt>
                <c:pt idx="272">
                  <c:v>89.999915000000001</c:v>
                </c:pt>
                <c:pt idx="273">
                  <c:v>89.999915000000001</c:v>
                </c:pt>
                <c:pt idx="274">
                  <c:v>89.999915000000001</c:v>
                </c:pt>
                <c:pt idx="275">
                  <c:v>89.999915000000001</c:v>
                </c:pt>
                <c:pt idx="276">
                  <c:v>89.999915000000001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87.828833000000003</c:v>
                </c:pt>
                <c:pt idx="339">
                  <c:v>90</c:v>
                </c:pt>
                <c:pt idx="340">
                  <c:v>90</c:v>
                </c:pt>
                <c:pt idx="341">
                  <c:v>90</c:v>
                </c:pt>
                <c:pt idx="342">
                  <c:v>90</c:v>
                </c:pt>
                <c:pt idx="343">
                  <c:v>90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88.785625999999993</c:v>
                </c:pt>
                <c:pt idx="424">
                  <c:v>88.785634000000002</c:v>
                </c:pt>
                <c:pt idx="425">
                  <c:v>88.785634000000002</c:v>
                </c:pt>
                <c:pt idx="426">
                  <c:v>88.785634000000002</c:v>
                </c:pt>
                <c:pt idx="427">
                  <c:v>88.785634000000002</c:v>
                </c:pt>
                <c:pt idx="428">
                  <c:v>88.785634000000002</c:v>
                </c:pt>
                <c:pt idx="429">
                  <c:v>88.785634000000002</c:v>
                </c:pt>
                <c:pt idx="430">
                  <c:v>88.785634000000002</c:v>
                </c:pt>
                <c:pt idx="431">
                  <c:v>88.785634000000002</c:v>
                </c:pt>
                <c:pt idx="432">
                  <c:v>88.785634000000002</c:v>
                </c:pt>
                <c:pt idx="433">
                  <c:v>89.999915000000001</c:v>
                </c:pt>
                <c:pt idx="434">
                  <c:v>89.999915000000001</c:v>
                </c:pt>
                <c:pt idx="435">
                  <c:v>89.999915000000001</c:v>
                </c:pt>
                <c:pt idx="436">
                  <c:v>89.999915000000001</c:v>
                </c:pt>
                <c:pt idx="437">
                  <c:v>89.999915000000001</c:v>
                </c:pt>
                <c:pt idx="438">
                  <c:v>89.999915000000001</c:v>
                </c:pt>
                <c:pt idx="439">
                  <c:v>89.999915000000001</c:v>
                </c:pt>
                <c:pt idx="440">
                  <c:v>89.999915000000001</c:v>
                </c:pt>
                <c:pt idx="441">
                  <c:v>89.999915000000001</c:v>
                </c:pt>
                <c:pt idx="442">
                  <c:v>89.999915000000001</c:v>
                </c:pt>
                <c:pt idx="443">
                  <c:v>89.999915000000001</c:v>
                </c:pt>
                <c:pt idx="444">
                  <c:v>89.999967999999996</c:v>
                </c:pt>
                <c:pt idx="445">
                  <c:v>89.999967999999996</c:v>
                </c:pt>
                <c:pt idx="446">
                  <c:v>89.999967999999996</c:v>
                </c:pt>
                <c:pt idx="447">
                  <c:v>89.999967999999996</c:v>
                </c:pt>
                <c:pt idx="448">
                  <c:v>89.999967999999996</c:v>
                </c:pt>
                <c:pt idx="449">
                  <c:v>89.999967999999996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2E7-4C76-ACEF-67F2AF0682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Data'!$B$2:$B$1395</c:f>
              <c:numCache>
                <c:formatCode>0</c:formatCode>
                <c:ptCount val="1394"/>
                <c:pt idx="0">
                  <c:v>270.00020000000001</c:v>
                </c:pt>
                <c:pt idx="1">
                  <c:v>270.00020000000001</c:v>
                </c:pt>
                <c:pt idx="2">
                  <c:v>321.07797699999998</c:v>
                </c:pt>
                <c:pt idx="3">
                  <c:v>321.07797699999998</c:v>
                </c:pt>
                <c:pt idx="4">
                  <c:v>297.21999599999998</c:v>
                </c:pt>
                <c:pt idx="5">
                  <c:v>297.21999599999998</c:v>
                </c:pt>
                <c:pt idx="6">
                  <c:v>482.12090499999999</c:v>
                </c:pt>
                <c:pt idx="7">
                  <c:v>482.12090499999999</c:v>
                </c:pt>
                <c:pt idx="8">
                  <c:v>334.49042300000002</c:v>
                </c:pt>
                <c:pt idx="9">
                  <c:v>334.49042300000002</c:v>
                </c:pt>
                <c:pt idx="10">
                  <c:v>336.76588800000002</c:v>
                </c:pt>
                <c:pt idx="11">
                  <c:v>336.76588800000002</c:v>
                </c:pt>
                <c:pt idx="12">
                  <c:v>342.155079</c:v>
                </c:pt>
                <c:pt idx="13">
                  <c:v>342.155079</c:v>
                </c:pt>
                <c:pt idx="14">
                  <c:v>475.29649599999999</c:v>
                </c:pt>
                <c:pt idx="15">
                  <c:v>475.29649599999999</c:v>
                </c:pt>
                <c:pt idx="16">
                  <c:v>360.00029999999998</c:v>
                </c:pt>
                <c:pt idx="17">
                  <c:v>360.00029999999998</c:v>
                </c:pt>
                <c:pt idx="18">
                  <c:v>264.776724</c:v>
                </c:pt>
                <c:pt idx="19">
                  <c:v>264.776724</c:v>
                </c:pt>
                <c:pt idx="20">
                  <c:v>210.0001</c:v>
                </c:pt>
                <c:pt idx="21">
                  <c:v>210.0001</c:v>
                </c:pt>
                <c:pt idx="22">
                  <c:v>377.22783199999998</c:v>
                </c:pt>
                <c:pt idx="23">
                  <c:v>377.22783199999998</c:v>
                </c:pt>
                <c:pt idx="24">
                  <c:v>130.671716</c:v>
                </c:pt>
                <c:pt idx="25">
                  <c:v>130.671716</c:v>
                </c:pt>
                <c:pt idx="26">
                  <c:v>278.27897000000002</c:v>
                </c:pt>
                <c:pt idx="27">
                  <c:v>278.27897000000002</c:v>
                </c:pt>
                <c:pt idx="28">
                  <c:v>541.74016500000005</c:v>
                </c:pt>
                <c:pt idx="29">
                  <c:v>541.74016500000005</c:v>
                </c:pt>
                <c:pt idx="30">
                  <c:v>646.06063500000005</c:v>
                </c:pt>
                <c:pt idx="31">
                  <c:v>646.06063500000005</c:v>
                </c:pt>
                <c:pt idx="32">
                  <c:v>514.06164200000001</c:v>
                </c:pt>
                <c:pt idx="33">
                  <c:v>514.06164200000001</c:v>
                </c:pt>
                <c:pt idx="34">
                  <c:v>718.20611099999996</c:v>
                </c:pt>
                <c:pt idx="35">
                  <c:v>718.20611099999996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203.446</c:v>
                </c:pt>
                <c:pt idx="47">
                  <c:v>203.446</c:v>
                </c:pt>
                <c:pt idx="48">
                  <c:v>221.94</c:v>
                </c:pt>
                <c:pt idx="49">
                  <c:v>221.94</c:v>
                </c:pt>
                <c:pt idx="50">
                  <c:v>246.364</c:v>
                </c:pt>
                <c:pt idx="51">
                  <c:v>246.364</c:v>
                </c:pt>
                <c:pt idx="52">
                  <c:v>150</c:v>
                </c:pt>
                <c:pt idx="53">
                  <c:v>150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1E-4</c:v>
                </c:pt>
                <c:pt idx="73">
                  <c:v>1E-4</c:v>
                </c:pt>
                <c:pt idx="74">
                  <c:v>90</c:v>
                </c:pt>
                <c:pt idx="75">
                  <c:v>90</c:v>
                </c:pt>
                <c:pt idx="76">
                  <c:v>42.425280999999998</c:v>
                </c:pt>
                <c:pt idx="77">
                  <c:v>42.425280999999998</c:v>
                </c:pt>
                <c:pt idx="78">
                  <c:v>90</c:v>
                </c:pt>
                <c:pt idx="79">
                  <c:v>90</c:v>
                </c:pt>
                <c:pt idx="80">
                  <c:v>59.999899999999997</c:v>
                </c:pt>
                <c:pt idx="81">
                  <c:v>59.999899999999997</c:v>
                </c:pt>
                <c:pt idx="82">
                  <c:v>60</c:v>
                </c:pt>
                <c:pt idx="83">
                  <c:v>60</c:v>
                </c:pt>
                <c:pt idx="84">
                  <c:v>1E-4</c:v>
                </c:pt>
                <c:pt idx="85">
                  <c:v>1E-4</c:v>
                </c:pt>
                <c:pt idx="86">
                  <c:v>1E-4</c:v>
                </c:pt>
                <c:pt idx="87">
                  <c:v>1E-4</c:v>
                </c:pt>
                <c:pt idx="88">
                  <c:v>107.595341</c:v>
                </c:pt>
                <c:pt idx="89">
                  <c:v>107.595341</c:v>
                </c:pt>
                <c:pt idx="90">
                  <c:v>199.992718</c:v>
                </c:pt>
                <c:pt idx="91">
                  <c:v>199.992718</c:v>
                </c:pt>
                <c:pt idx="92">
                  <c:v>39.553638999999997</c:v>
                </c:pt>
                <c:pt idx="93">
                  <c:v>39.553638999999997</c:v>
                </c:pt>
                <c:pt idx="94">
                  <c:v>90.000200000000007</c:v>
                </c:pt>
                <c:pt idx="95">
                  <c:v>90.000200000000007</c:v>
                </c:pt>
                <c:pt idx="96">
                  <c:v>180</c:v>
                </c:pt>
                <c:pt idx="97">
                  <c:v>180</c:v>
                </c:pt>
                <c:pt idx="98">
                  <c:v>0</c:v>
                </c:pt>
                <c:pt idx="99">
                  <c:v>0</c:v>
                </c:pt>
                <c:pt idx="100">
                  <c:v>60</c:v>
                </c:pt>
                <c:pt idx="101">
                  <c:v>60</c:v>
                </c:pt>
                <c:pt idx="102">
                  <c:v>4.2099999999999999E-4</c:v>
                </c:pt>
                <c:pt idx="103">
                  <c:v>4.2099999999999999E-4</c:v>
                </c:pt>
                <c:pt idx="104">
                  <c:v>0</c:v>
                </c:pt>
                <c:pt idx="105">
                  <c:v>0</c:v>
                </c:pt>
                <c:pt idx="106">
                  <c:v>60</c:v>
                </c:pt>
                <c:pt idx="107">
                  <c:v>60</c:v>
                </c:pt>
                <c:pt idx="108">
                  <c:v>47.306426000000002</c:v>
                </c:pt>
                <c:pt idx="109">
                  <c:v>47.306426000000002</c:v>
                </c:pt>
                <c:pt idx="110">
                  <c:v>0</c:v>
                </c:pt>
                <c:pt idx="111">
                  <c:v>0</c:v>
                </c:pt>
                <c:pt idx="112">
                  <c:v>48.293878999999997</c:v>
                </c:pt>
                <c:pt idx="113">
                  <c:v>48.293878999999997</c:v>
                </c:pt>
                <c:pt idx="114">
                  <c:v>60</c:v>
                </c:pt>
                <c:pt idx="115">
                  <c:v>60</c:v>
                </c:pt>
                <c:pt idx="116">
                  <c:v>0</c:v>
                </c:pt>
                <c:pt idx="117">
                  <c:v>0</c:v>
                </c:pt>
                <c:pt idx="118">
                  <c:v>1E-4</c:v>
                </c:pt>
                <c:pt idx="119">
                  <c:v>1E-4</c:v>
                </c:pt>
                <c:pt idx="120">
                  <c:v>30.0002</c:v>
                </c:pt>
                <c:pt idx="121">
                  <c:v>30.0002</c:v>
                </c:pt>
                <c:pt idx="122">
                  <c:v>11.818847</c:v>
                </c:pt>
                <c:pt idx="123">
                  <c:v>11.818847</c:v>
                </c:pt>
                <c:pt idx="124">
                  <c:v>0</c:v>
                </c:pt>
                <c:pt idx="125">
                  <c:v>0</c:v>
                </c:pt>
                <c:pt idx="126">
                  <c:v>1E-4</c:v>
                </c:pt>
                <c:pt idx="127">
                  <c:v>1E-4</c:v>
                </c:pt>
                <c:pt idx="128">
                  <c:v>22.342742000000001</c:v>
                </c:pt>
                <c:pt idx="129">
                  <c:v>22.342742000000001</c:v>
                </c:pt>
                <c:pt idx="130">
                  <c:v>66.61</c:v>
                </c:pt>
                <c:pt idx="131">
                  <c:v>66.61</c:v>
                </c:pt>
                <c:pt idx="132">
                  <c:v>24.9041</c:v>
                </c:pt>
                <c:pt idx="133">
                  <c:v>24.9041</c:v>
                </c:pt>
                <c:pt idx="134">
                  <c:v>0</c:v>
                </c:pt>
                <c:pt idx="135">
                  <c:v>0</c:v>
                </c:pt>
                <c:pt idx="136">
                  <c:v>1.44</c:v>
                </c:pt>
                <c:pt idx="137">
                  <c:v>1.44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90</c:v>
                </c:pt>
                <c:pt idx="167">
                  <c:v>90</c:v>
                </c:pt>
                <c:pt idx="168">
                  <c:v>179.9999</c:v>
                </c:pt>
                <c:pt idx="169">
                  <c:v>179.9999</c:v>
                </c:pt>
                <c:pt idx="170">
                  <c:v>180.0001</c:v>
                </c:pt>
                <c:pt idx="171">
                  <c:v>180.0001</c:v>
                </c:pt>
                <c:pt idx="172">
                  <c:v>180</c:v>
                </c:pt>
                <c:pt idx="173">
                  <c:v>180</c:v>
                </c:pt>
                <c:pt idx="174">
                  <c:v>270</c:v>
                </c:pt>
                <c:pt idx="175">
                  <c:v>270</c:v>
                </c:pt>
                <c:pt idx="176">
                  <c:v>330</c:v>
                </c:pt>
                <c:pt idx="177">
                  <c:v>330</c:v>
                </c:pt>
                <c:pt idx="178">
                  <c:v>420</c:v>
                </c:pt>
                <c:pt idx="179">
                  <c:v>420</c:v>
                </c:pt>
                <c:pt idx="180">
                  <c:v>437.87492400000002</c:v>
                </c:pt>
                <c:pt idx="181">
                  <c:v>437.87492400000002</c:v>
                </c:pt>
                <c:pt idx="182">
                  <c:v>660</c:v>
                </c:pt>
                <c:pt idx="183">
                  <c:v>660</c:v>
                </c:pt>
                <c:pt idx="184">
                  <c:v>728.80360599999995</c:v>
                </c:pt>
                <c:pt idx="185">
                  <c:v>728.80360599999995</c:v>
                </c:pt>
                <c:pt idx="186">
                  <c:v>704.18312500000002</c:v>
                </c:pt>
                <c:pt idx="187">
                  <c:v>704.18312500000002</c:v>
                </c:pt>
                <c:pt idx="188">
                  <c:v>810</c:v>
                </c:pt>
                <c:pt idx="189">
                  <c:v>810</c:v>
                </c:pt>
                <c:pt idx="190">
                  <c:v>817.94748400000003</c:v>
                </c:pt>
                <c:pt idx="191">
                  <c:v>817.94748400000003</c:v>
                </c:pt>
                <c:pt idx="192">
                  <c:v>840</c:v>
                </c:pt>
                <c:pt idx="193">
                  <c:v>840</c:v>
                </c:pt>
                <c:pt idx="194">
                  <c:v>200</c:v>
                </c:pt>
                <c:pt idx="195">
                  <c:v>200</c:v>
                </c:pt>
                <c:pt idx="196">
                  <c:v>240.00030000000001</c:v>
                </c:pt>
                <c:pt idx="197">
                  <c:v>240.00030000000001</c:v>
                </c:pt>
                <c:pt idx="198">
                  <c:v>270.49061699999999</c:v>
                </c:pt>
                <c:pt idx="199">
                  <c:v>270.49061699999999</c:v>
                </c:pt>
                <c:pt idx="200">
                  <c:v>240.00114199999999</c:v>
                </c:pt>
                <c:pt idx="201">
                  <c:v>240.00114199999999</c:v>
                </c:pt>
                <c:pt idx="202">
                  <c:v>210.0001</c:v>
                </c:pt>
                <c:pt idx="203">
                  <c:v>210.0001</c:v>
                </c:pt>
                <c:pt idx="204">
                  <c:v>270</c:v>
                </c:pt>
                <c:pt idx="205">
                  <c:v>270</c:v>
                </c:pt>
                <c:pt idx="206">
                  <c:v>200</c:v>
                </c:pt>
                <c:pt idx="207">
                  <c:v>200</c:v>
                </c:pt>
                <c:pt idx="208">
                  <c:v>402.21062599999999</c:v>
                </c:pt>
                <c:pt idx="209">
                  <c:v>402.21062599999999</c:v>
                </c:pt>
                <c:pt idx="210">
                  <c:v>230.25569400000001</c:v>
                </c:pt>
                <c:pt idx="211">
                  <c:v>230.25569400000001</c:v>
                </c:pt>
                <c:pt idx="212">
                  <c:v>435.99364300000002</c:v>
                </c:pt>
                <c:pt idx="213">
                  <c:v>435.99364300000002</c:v>
                </c:pt>
                <c:pt idx="214">
                  <c:v>312.21074700000003</c:v>
                </c:pt>
                <c:pt idx="215">
                  <c:v>312.21074700000003</c:v>
                </c:pt>
                <c:pt idx="216">
                  <c:v>353.45160299999998</c:v>
                </c:pt>
                <c:pt idx="217">
                  <c:v>353.45160299999998</c:v>
                </c:pt>
                <c:pt idx="218">
                  <c:v>435.99364300000002</c:v>
                </c:pt>
                <c:pt idx="219">
                  <c:v>435.99364300000002</c:v>
                </c:pt>
                <c:pt idx="220">
                  <c:v>360.00020000000001</c:v>
                </c:pt>
                <c:pt idx="221">
                  <c:v>360.00020000000001</c:v>
                </c:pt>
                <c:pt idx="222">
                  <c:v>270</c:v>
                </c:pt>
                <c:pt idx="223">
                  <c:v>270</c:v>
                </c:pt>
                <c:pt idx="224">
                  <c:v>222.724751</c:v>
                </c:pt>
                <c:pt idx="225">
                  <c:v>222.724751</c:v>
                </c:pt>
                <c:pt idx="226">
                  <c:v>200</c:v>
                </c:pt>
                <c:pt idx="227">
                  <c:v>200</c:v>
                </c:pt>
                <c:pt idx="228">
                  <c:v>209.998558</c:v>
                </c:pt>
                <c:pt idx="229">
                  <c:v>209.998558</c:v>
                </c:pt>
                <c:pt idx="230">
                  <c:v>227.78893199999999</c:v>
                </c:pt>
                <c:pt idx="231">
                  <c:v>227.78893199999999</c:v>
                </c:pt>
                <c:pt idx="232">
                  <c:v>398.140759</c:v>
                </c:pt>
                <c:pt idx="233">
                  <c:v>398.140759</c:v>
                </c:pt>
                <c:pt idx="234">
                  <c:v>318.93143400000002</c:v>
                </c:pt>
                <c:pt idx="235">
                  <c:v>318.93143400000002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14.975806</c:v>
                </c:pt>
                <c:pt idx="263">
                  <c:v>14.975806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59.999578999999997</c:v>
                </c:pt>
                <c:pt idx="271">
                  <c:v>59.999578999999997</c:v>
                </c:pt>
                <c:pt idx="272">
                  <c:v>0</c:v>
                </c:pt>
                <c:pt idx="273">
                  <c:v>0</c:v>
                </c:pt>
                <c:pt idx="274">
                  <c:v>4.2099999999999999E-4</c:v>
                </c:pt>
                <c:pt idx="275">
                  <c:v>4.2099999999999999E-4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16.055296999999999</c:v>
                </c:pt>
                <c:pt idx="281">
                  <c:v>16.055296999999999</c:v>
                </c:pt>
                <c:pt idx="282">
                  <c:v>60</c:v>
                </c:pt>
                <c:pt idx="283">
                  <c:v>60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60</c:v>
                </c:pt>
                <c:pt idx="299">
                  <c:v>60</c:v>
                </c:pt>
                <c:pt idx="300">
                  <c:v>16.054876</c:v>
                </c:pt>
                <c:pt idx="301">
                  <c:v>16.054876</c:v>
                </c:pt>
                <c:pt idx="302">
                  <c:v>4.2099999999999999E-4</c:v>
                </c:pt>
                <c:pt idx="303">
                  <c:v>4.2099999999999999E-4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60</c:v>
                </c:pt>
                <c:pt idx="355">
                  <c:v>60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69.805530000000005</c:v>
                </c:pt>
                <c:pt idx="361">
                  <c:v>69.805530000000005</c:v>
                </c:pt>
                <c:pt idx="362">
                  <c:v>187.680373</c:v>
                </c:pt>
                <c:pt idx="363">
                  <c:v>187.680373</c:v>
                </c:pt>
                <c:pt idx="364">
                  <c:v>150</c:v>
                </c:pt>
                <c:pt idx="365">
                  <c:v>150</c:v>
                </c:pt>
                <c:pt idx="366">
                  <c:v>120</c:v>
                </c:pt>
                <c:pt idx="367">
                  <c:v>120</c:v>
                </c:pt>
                <c:pt idx="368">
                  <c:v>120</c:v>
                </c:pt>
                <c:pt idx="369">
                  <c:v>120</c:v>
                </c:pt>
                <c:pt idx="370">
                  <c:v>252.21052599999999</c:v>
                </c:pt>
                <c:pt idx="371">
                  <c:v>252.21052599999999</c:v>
                </c:pt>
                <c:pt idx="372">
                  <c:v>330</c:v>
                </c:pt>
                <c:pt idx="373">
                  <c:v>330</c:v>
                </c:pt>
                <c:pt idx="374">
                  <c:v>480</c:v>
                </c:pt>
                <c:pt idx="375">
                  <c:v>480</c:v>
                </c:pt>
                <c:pt idx="376">
                  <c:v>510.00042100000002</c:v>
                </c:pt>
                <c:pt idx="377">
                  <c:v>510.00042100000002</c:v>
                </c:pt>
                <c:pt idx="378">
                  <c:v>697.40968599999997</c:v>
                </c:pt>
                <c:pt idx="379">
                  <c:v>697.40968599999997</c:v>
                </c:pt>
                <c:pt idx="380">
                  <c:v>750</c:v>
                </c:pt>
                <c:pt idx="381">
                  <c:v>750</c:v>
                </c:pt>
                <c:pt idx="382">
                  <c:v>745.16215999999997</c:v>
                </c:pt>
                <c:pt idx="383">
                  <c:v>745.16215999999997</c:v>
                </c:pt>
                <c:pt idx="384">
                  <c:v>846.58391300000005</c:v>
                </c:pt>
                <c:pt idx="385">
                  <c:v>846.58391300000005</c:v>
                </c:pt>
                <c:pt idx="386">
                  <c:v>834.40571999999997</c:v>
                </c:pt>
                <c:pt idx="387">
                  <c:v>834.40571999999997</c:v>
                </c:pt>
                <c:pt idx="388">
                  <c:v>831.37569399999995</c:v>
                </c:pt>
                <c:pt idx="389">
                  <c:v>831.37569399999995</c:v>
                </c:pt>
                <c:pt idx="390">
                  <c:v>690.56423800000005</c:v>
                </c:pt>
                <c:pt idx="391">
                  <c:v>690.56423800000005</c:v>
                </c:pt>
                <c:pt idx="392">
                  <c:v>200</c:v>
                </c:pt>
                <c:pt idx="393">
                  <c:v>200</c:v>
                </c:pt>
                <c:pt idx="394">
                  <c:v>200</c:v>
                </c:pt>
                <c:pt idx="395">
                  <c:v>200</c:v>
                </c:pt>
                <c:pt idx="396">
                  <c:v>200</c:v>
                </c:pt>
                <c:pt idx="397">
                  <c:v>200</c:v>
                </c:pt>
                <c:pt idx="398">
                  <c:v>200</c:v>
                </c:pt>
                <c:pt idx="399">
                  <c:v>200</c:v>
                </c:pt>
                <c:pt idx="400">
                  <c:v>200</c:v>
                </c:pt>
                <c:pt idx="401">
                  <c:v>200</c:v>
                </c:pt>
                <c:pt idx="402">
                  <c:v>200</c:v>
                </c:pt>
                <c:pt idx="403">
                  <c:v>200</c:v>
                </c:pt>
                <c:pt idx="404">
                  <c:v>200</c:v>
                </c:pt>
                <c:pt idx="405">
                  <c:v>200</c:v>
                </c:pt>
                <c:pt idx="406">
                  <c:v>200</c:v>
                </c:pt>
                <c:pt idx="407">
                  <c:v>200</c:v>
                </c:pt>
                <c:pt idx="408">
                  <c:v>200</c:v>
                </c:pt>
                <c:pt idx="409">
                  <c:v>200</c:v>
                </c:pt>
                <c:pt idx="410">
                  <c:v>200</c:v>
                </c:pt>
                <c:pt idx="411">
                  <c:v>200</c:v>
                </c:pt>
                <c:pt idx="412">
                  <c:v>200</c:v>
                </c:pt>
                <c:pt idx="413">
                  <c:v>200</c:v>
                </c:pt>
                <c:pt idx="414">
                  <c:v>200</c:v>
                </c:pt>
                <c:pt idx="415">
                  <c:v>200</c:v>
                </c:pt>
                <c:pt idx="416">
                  <c:v>200</c:v>
                </c:pt>
                <c:pt idx="417">
                  <c:v>200</c:v>
                </c:pt>
                <c:pt idx="418">
                  <c:v>200</c:v>
                </c:pt>
                <c:pt idx="419">
                  <c:v>200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200</c:v>
                </c:pt>
                <c:pt idx="425">
                  <c:v>200</c:v>
                </c:pt>
                <c:pt idx="426">
                  <c:v>200</c:v>
                </c:pt>
                <c:pt idx="427">
                  <c:v>200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17.134450000000001</c:v>
                </c:pt>
                <c:pt idx="461">
                  <c:v>17.134450000000001</c:v>
                </c:pt>
                <c:pt idx="462">
                  <c:v>16.055296999999999</c:v>
                </c:pt>
                <c:pt idx="463">
                  <c:v>16.055296999999999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1E-4</c:v>
                </c:pt>
                <c:pt idx="475">
                  <c:v>1E-4</c:v>
                </c:pt>
                <c:pt idx="476">
                  <c:v>1E-4</c:v>
                </c:pt>
                <c:pt idx="477">
                  <c:v>1E-4</c:v>
                </c:pt>
                <c:pt idx="478">
                  <c:v>44.975006</c:v>
                </c:pt>
                <c:pt idx="479">
                  <c:v>44.975006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49.027209999999997</c:v>
                </c:pt>
                <c:pt idx="497">
                  <c:v>49.027209999999997</c:v>
                </c:pt>
                <c:pt idx="498">
                  <c:v>60</c:v>
                </c:pt>
                <c:pt idx="499">
                  <c:v>60</c:v>
                </c:pt>
                <c:pt idx="500">
                  <c:v>0</c:v>
                </c:pt>
                <c:pt idx="501">
                  <c:v>0</c:v>
                </c:pt>
                <c:pt idx="502">
                  <c:v>1E-4</c:v>
                </c:pt>
                <c:pt idx="503">
                  <c:v>1E-4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2.0000000000000001E-4</c:v>
                </c:pt>
                <c:pt idx="513">
                  <c:v>2.0000000000000001E-4</c:v>
                </c:pt>
                <c:pt idx="514">
                  <c:v>61.801000000000002</c:v>
                </c:pt>
                <c:pt idx="515">
                  <c:v>61.801000000000002</c:v>
                </c:pt>
                <c:pt idx="516">
                  <c:v>8.1173289999999998</c:v>
                </c:pt>
                <c:pt idx="517">
                  <c:v>8.1173289999999998</c:v>
                </c:pt>
                <c:pt idx="518">
                  <c:v>2.0000000000000001E-4</c:v>
                </c:pt>
                <c:pt idx="519">
                  <c:v>2.0000000000000001E-4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94.167484999999999</c:v>
                </c:pt>
                <c:pt idx="545">
                  <c:v>94.167484999999999</c:v>
                </c:pt>
                <c:pt idx="546">
                  <c:v>210</c:v>
                </c:pt>
                <c:pt idx="547">
                  <c:v>210</c:v>
                </c:pt>
                <c:pt idx="548">
                  <c:v>180</c:v>
                </c:pt>
                <c:pt idx="549">
                  <c:v>180</c:v>
                </c:pt>
                <c:pt idx="550">
                  <c:v>81.568600000000004</c:v>
                </c:pt>
                <c:pt idx="551">
                  <c:v>81.568600000000004</c:v>
                </c:pt>
                <c:pt idx="552">
                  <c:v>38.950780999999999</c:v>
                </c:pt>
                <c:pt idx="553">
                  <c:v>38.950780999999999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60</c:v>
                </c:pt>
                <c:pt idx="559">
                  <c:v>60</c:v>
                </c:pt>
                <c:pt idx="560">
                  <c:v>60.000100000000003</c:v>
                </c:pt>
                <c:pt idx="561">
                  <c:v>60.000100000000003</c:v>
                </c:pt>
                <c:pt idx="562">
                  <c:v>14.82005</c:v>
                </c:pt>
                <c:pt idx="563">
                  <c:v>14.82005</c:v>
                </c:pt>
                <c:pt idx="564">
                  <c:v>74.819328999999996</c:v>
                </c:pt>
                <c:pt idx="565">
                  <c:v>74.819328999999996</c:v>
                </c:pt>
                <c:pt idx="566">
                  <c:v>15.420525</c:v>
                </c:pt>
                <c:pt idx="567">
                  <c:v>15.420525</c:v>
                </c:pt>
                <c:pt idx="568">
                  <c:v>270.00122099999999</c:v>
                </c:pt>
                <c:pt idx="569">
                  <c:v>270.00122099999999</c:v>
                </c:pt>
                <c:pt idx="570">
                  <c:v>467.990027</c:v>
                </c:pt>
                <c:pt idx="571">
                  <c:v>467.990027</c:v>
                </c:pt>
                <c:pt idx="572">
                  <c:v>612.77732300000002</c:v>
                </c:pt>
                <c:pt idx="573">
                  <c:v>612.77732300000002</c:v>
                </c:pt>
                <c:pt idx="574">
                  <c:v>750</c:v>
                </c:pt>
                <c:pt idx="575">
                  <c:v>750</c:v>
                </c:pt>
                <c:pt idx="576">
                  <c:v>270</c:v>
                </c:pt>
                <c:pt idx="577">
                  <c:v>270</c:v>
                </c:pt>
                <c:pt idx="578">
                  <c:v>134.16328799999999</c:v>
                </c:pt>
                <c:pt idx="579">
                  <c:v>134.16328799999999</c:v>
                </c:pt>
                <c:pt idx="580">
                  <c:v>60.000421000000003</c:v>
                </c:pt>
                <c:pt idx="581">
                  <c:v>60.000421000000003</c:v>
                </c:pt>
                <c:pt idx="582">
                  <c:v>60</c:v>
                </c:pt>
                <c:pt idx="583">
                  <c:v>60</c:v>
                </c:pt>
                <c:pt idx="584">
                  <c:v>328.09085199999998</c:v>
                </c:pt>
                <c:pt idx="585">
                  <c:v>328.09085199999998</c:v>
                </c:pt>
                <c:pt idx="586">
                  <c:v>330.00029999999998</c:v>
                </c:pt>
                <c:pt idx="587">
                  <c:v>330.00029999999998</c:v>
                </c:pt>
                <c:pt idx="588">
                  <c:v>438.57069799999999</c:v>
                </c:pt>
                <c:pt idx="589">
                  <c:v>438.57069799999999</c:v>
                </c:pt>
                <c:pt idx="590">
                  <c:v>390.00029999999998</c:v>
                </c:pt>
                <c:pt idx="591">
                  <c:v>390.00029999999998</c:v>
                </c:pt>
                <c:pt idx="592">
                  <c:v>390.00052099999999</c:v>
                </c:pt>
                <c:pt idx="593">
                  <c:v>390.00052099999999</c:v>
                </c:pt>
                <c:pt idx="594">
                  <c:v>459.12619100000001</c:v>
                </c:pt>
                <c:pt idx="595">
                  <c:v>459.12619100000001</c:v>
                </c:pt>
                <c:pt idx="596">
                  <c:v>600.00019999999995</c:v>
                </c:pt>
                <c:pt idx="597">
                  <c:v>600.00019999999995</c:v>
                </c:pt>
                <c:pt idx="598">
                  <c:v>402.46370000000002</c:v>
                </c:pt>
                <c:pt idx="599">
                  <c:v>402.46370000000002</c:v>
                </c:pt>
                <c:pt idx="600">
                  <c:v>539.99990000000003</c:v>
                </c:pt>
                <c:pt idx="601">
                  <c:v>539.99990000000003</c:v>
                </c:pt>
                <c:pt idx="602">
                  <c:v>321.65274599999998</c:v>
                </c:pt>
                <c:pt idx="603">
                  <c:v>321.65274599999998</c:v>
                </c:pt>
                <c:pt idx="604">
                  <c:v>362.21045400000003</c:v>
                </c:pt>
                <c:pt idx="605">
                  <c:v>362.21045400000003</c:v>
                </c:pt>
                <c:pt idx="606">
                  <c:v>630</c:v>
                </c:pt>
                <c:pt idx="607">
                  <c:v>630</c:v>
                </c:pt>
                <c:pt idx="608">
                  <c:v>350.541067</c:v>
                </c:pt>
                <c:pt idx="609">
                  <c:v>350.541067</c:v>
                </c:pt>
                <c:pt idx="610">
                  <c:v>300.00020000000001</c:v>
                </c:pt>
                <c:pt idx="611">
                  <c:v>300.00020000000001</c:v>
                </c:pt>
                <c:pt idx="612">
                  <c:v>464.635065</c:v>
                </c:pt>
                <c:pt idx="613">
                  <c:v>464.635065</c:v>
                </c:pt>
                <c:pt idx="614">
                  <c:v>540.00040000000001</c:v>
                </c:pt>
                <c:pt idx="615">
                  <c:v>540.00040000000001</c:v>
                </c:pt>
                <c:pt idx="616">
                  <c:v>500.49687799999998</c:v>
                </c:pt>
                <c:pt idx="617">
                  <c:v>500.49687799999998</c:v>
                </c:pt>
                <c:pt idx="618">
                  <c:v>612.21146799999997</c:v>
                </c:pt>
                <c:pt idx="619">
                  <c:v>612.21146799999997</c:v>
                </c:pt>
                <c:pt idx="620">
                  <c:v>348.84391099999999</c:v>
                </c:pt>
                <c:pt idx="621">
                  <c:v>348.84391099999999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30</c:v>
                </c:pt>
                <c:pt idx="647">
                  <c:v>30</c:v>
                </c:pt>
                <c:pt idx="648">
                  <c:v>0</c:v>
                </c:pt>
                <c:pt idx="649">
                  <c:v>0</c:v>
                </c:pt>
                <c:pt idx="650">
                  <c:v>1E-4</c:v>
                </c:pt>
                <c:pt idx="651">
                  <c:v>1E-4</c:v>
                </c:pt>
                <c:pt idx="652">
                  <c:v>30</c:v>
                </c:pt>
                <c:pt idx="653">
                  <c:v>30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17.134550000000001</c:v>
                </c:pt>
                <c:pt idx="659">
                  <c:v>17.134550000000001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1E-4</c:v>
                </c:pt>
                <c:pt idx="665">
                  <c:v>1E-4</c:v>
                </c:pt>
                <c:pt idx="666">
                  <c:v>67.296857000000003</c:v>
                </c:pt>
                <c:pt idx="667">
                  <c:v>67.296857000000003</c:v>
                </c:pt>
                <c:pt idx="668">
                  <c:v>1E-4</c:v>
                </c:pt>
                <c:pt idx="669">
                  <c:v>1E-4</c:v>
                </c:pt>
                <c:pt idx="670">
                  <c:v>0</c:v>
                </c:pt>
                <c:pt idx="671">
                  <c:v>0</c:v>
                </c:pt>
                <c:pt idx="672">
                  <c:v>1E-4</c:v>
                </c:pt>
                <c:pt idx="673">
                  <c:v>1E-4</c:v>
                </c:pt>
                <c:pt idx="674">
                  <c:v>30</c:v>
                </c:pt>
                <c:pt idx="675">
                  <c:v>30</c:v>
                </c:pt>
                <c:pt idx="676">
                  <c:v>14.261685999999999</c:v>
                </c:pt>
                <c:pt idx="677">
                  <c:v>14.261685999999999</c:v>
                </c:pt>
                <c:pt idx="678">
                  <c:v>120</c:v>
                </c:pt>
                <c:pt idx="679">
                  <c:v>120</c:v>
                </c:pt>
                <c:pt idx="680">
                  <c:v>59.999778999999997</c:v>
                </c:pt>
                <c:pt idx="681">
                  <c:v>59.999778999999997</c:v>
                </c:pt>
                <c:pt idx="682">
                  <c:v>42.210526000000002</c:v>
                </c:pt>
                <c:pt idx="683">
                  <c:v>42.210526000000002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12.210326</c:v>
                </c:pt>
                <c:pt idx="693">
                  <c:v>12.210326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5.2099999999999998E-4</c:v>
                </c:pt>
                <c:pt idx="699">
                  <c:v>5.2099999999999998E-4</c:v>
                </c:pt>
                <c:pt idx="700">
                  <c:v>60.000100000000003</c:v>
                </c:pt>
                <c:pt idx="701">
                  <c:v>60.000100000000003</c:v>
                </c:pt>
                <c:pt idx="702">
                  <c:v>62.109735000000001</c:v>
                </c:pt>
                <c:pt idx="703">
                  <c:v>62.109735000000001</c:v>
                </c:pt>
                <c:pt idx="704">
                  <c:v>29.949321000000001</c:v>
                </c:pt>
                <c:pt idx="705">
                  <c:v>29.949321000000001</c:v>
                </c:pt>
                <c:pt idx="706">
                  <c:v>4.2099999999999999E-4</c:v>
                </c:pt>
                <c:pt idx="707">
                  <c:v>4.2099999999999999E-4</c:v>
                </c:pt>
                <c:pt idx="708">
                  <c:v>0</c:v>
                </c:pt>
                <c:pt idx="709">
                  <c:v>0</c:v>
                </c:pt>
                <c:pt idx="710">
                  <c:v>1E-4</c:v>
                </c:pt>
                <c:pt idx="711">
                  <c:v>1E-4</c:v>
                </c:pt>
                <c:pt idx="712">
                  <c:v>5.0999999999999997E-2</c:v>
                </c:pt>
                <c:pt idx="713">
                  <c:v>5.0999999999999997E-2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5.5216289999999999</c:v>
                </c:pt>
                <c:pt idx="739">
                  <c:v>5.5216289999999999</c:v>
                </c:pt>
                <c:pt idx="740">
                  <c:v>90</c:v>
                </c:pt>
                <c:pt idx="741">
                  <c:v>90</c:v>
                </c:pt>
                <c:pt idx="742">
                  <c:v>42.210225999999999</c:v>
                </c:pt>
                <c:pt idx="743">
                  <c:v>42.210225999999999</c:v>
                </c:pt>
                <c:pt idx="744">
                  <c:v>1E-4</c:v>
                </c:pt>
                <c:pt idx="745">
                  <c:v>1E-4</c:v>
                </c:pt>
                <c:pt idx="746">
                  <c:v>56.915143999999998</c:v>
                </c:pt>
                <c:pt idx="747">
                  <c:v>56.915143999999998</c:v>
                </c:pt>
                <c:pt idx="748">
                  <c:v>90</c:v>
                </c:pt>
                <c:pt idx="749">
                  <c:v>90</c:v>
                </c:pt>
                <c:pt idx="750">
                  <c:v>150</c:v>
                </c:pt>
                <c:pt idx="751">
                  <c:v>150</c:v>
                </c:pt>
                <c:pt idx="752">
                  <c:v>180</c:v>
                </c:pt>
                <c:pt idx="753">
                  <c:v>180</c:v>
                </c:pt>
                <c:pt idx="754">
                  <c:v>210.00052099999999</c:v>
                </c:pt>
                <c:pt idx="755">
                  <c:v>210.00052099999999</c:v>
                </c:pt>
                <c:pt idx="756">
                  <c:v>330</c:v>
                </c:pt>
                <c:pt idx="757">
                  <c:v>330</c:v>
                </c:pt>
                <c:pt idx="758">
                  <c:v>488.12475499999999</c:v>
                </c:pt>
                <c:pt idx="759">
                  <c:v>488.12475499999999</c:v>
                </c:pt>
                <c:pt idx="760">
                  <c:v>582.21062600000005</c:v>
                </c:pt>
                <c:pt idx="761">
                  <c:v>582.21062600000005</c:v>
                </c:pt>
                <c:pt idx="762">
                  <c:v>737.136527</c:v>
                </c:pt>
                <c:pt idx="763">
                  <c:v>737.136527</c:v>
                </c:pt>
                <c:pt idx="764">
                  <c:v>630.00019999999995</c:v>
                </c:pt>
                <c:pt idx="765">
                  <c:v>630.00019999999995</c:v>
                </c:pt>
                <c:pt idx="766">
                  <c:v>633.79742699999997</c:v>
                </c:pt>
                <c:pt idx="767">
                  <c:v>633.79742699999997</c:v>
                </c:pt>
                <c:pt idx="768">
                  <c:v>600.00019999999995</c:v>
                </c:pt>
                <c:pt idx="769">
                  <c:v>600.00019999999995</c:v>
                </c:pt>
                <c:pt idx="770">
                  <c:v>756.83552399999996</c:v>
                </c:pt>
                <c:pt idx="771">
                  <c:v>756.83552399999996</c:v>
                </c:pt>
                <c:pt idx="772">
                  <c:v>815.58343500000001</c:v>
                </c:pt>
                <c:pt idx="773">
                  <c:v>815.58343500000001</c:v>
                </c:pt>
                <c:pt idx="774">
                  <c:v>628.33775100000003</c:v>
                </c:pt>
                <c:pt idx="775">
                  <c:v>628.33775100000003</c:v>
                </c:pt>
                <c:pt idx="776">
                  <c:v>526.05935099999999</c:v>
                </c:pt>
                <c:pt idx="777">
                  <c:v>526.05935099999999</c:v>
                </c:pt>
                <c:pt idx="778">
                  <c:v>545.23963500000002</c:v>
                </c:pt>
                <c:pt idx="779">
                  <c:v>545.23963500000002</c:v>
                </c:pt>
                <c:pt idx="780">
                  <c:v>200</c:v>
                </c:pt>
                <c:pt idx="781">
                  <c:v>200</c:v>
                </c:pt>
                <c:pt idx="782">
                  <c:v>200</c:v>
                </c:pt>
                <c:pt idx="783">
                  <c:v>200</c:v>
                </c:pt>
                <c:pt idx="784">
                  <c:v>200</c:v>
                </c:pt>
                <c:pt idx="785">
                  <c:v>200</c:v>
                </c:pt>
                <c:pt idx="786">
                  <c:v>200</c:v>
                </c:pt>
                <c:pt idx="787">
                  <c:v>200</c:v>
                </c:pt>
                <c:pt idx="788">
                  <c:v>190</c:v>
                </c:pt>
                <c:pt idx="789">
                  <c:v>190</c:v>
                </c:pt>
                <c:pt idx="790">
                  <c:v>200</c:v>
                </c:pt>
                <c:pt idx="791">
                  <c:v>200</c:v>
                </c:pt>
                <c:pt idx="792">
                  <c:v>194.57967500000001</c:v>
                </c:pt>
                <c:pt idx="793">
                  <c:v>194.57967500000001</c:v>
                </c:pt>
                <c:pt idx="794">
                  <c:v>200</c:v>
                </c:pt>
                <c:pt idx="795">
                  <c:v>200</c:v>
                </c:pt>
                <c:pt idx="796">
                  <c:v>200</c:v>
                </c:pt>
                <c:pt idx="797">
                  <c:v>200</c:v>
                </c:pt>
                <c:pt idx="798">
                  <c:v>200</c:v>
                </c:pt>
                <c:pt idx="799">
                  <c:v>200</c:v>
                </c:pt>
                <c:pt idx="800">
                  <c:v>200</c:v>
                </c:pt>
                <c:pt idx="801">
                  <c:v>200</c:v>
                </c:pt>
                <c:pt idx="802">
                  <c:v>200</c:v>
                </c:pt>
                <c:pt idx="803">
                  <c:v>200</c:v>
                </c:pt>
                <c:pt idx="804">
                  <c:v>195.42283</c:v>
                </c:pt>
                <c:pt idx="805">
                  <c:v>195.42283</c:v>
                </c:pt>
                <c:pt idx="806">
                  <c:v>199.99769499999999</c:v>
                </c:pt>
                <c:pt idx="807">
                  <c:v>199.99769499999999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27.550944999999999</c:v>
                </c:pt>
                <c:pt idx="845">
                  <c:v>27.550944999999999</c:v>
                </c:pt>
                <c:pt idx="846">
                  <c:v>1E-4</c:v>
                </c:pt>
                <c:pt idx="847">
                  <c:v>1E-4</c:v>
                </c:pt>
                <c:pt idx="848">
                  <c:v>16.055817999999999</c:v>
                </c:pt>
                <c:pt idx="849">
                  <c:v>16.055817999999999</c:v>
                </c:pt>
                <c:pt idx="850">
                  <c:v>60</c:v>
                </c:pt>
                <c:pt idx="851">
                  <c:v>60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1E-4</c:v>
                </c:pt>
                <c:pt idx="857">
                  <c:v>1E-4</c:v>
                </c:pt>
                <c:pt idx="858">
                  <c:v>1E-4</c:v>
                </c:pt>
                <c:pt idx="859">
                  <c:v>1E-4</c:v>
                </c:pt>
                <c:pt idx="860">
                  <c:v>17.133928999999998</c:v>
                </c:pt>
                <c:pt idx="861">
                  <c:v>17.133928999999998</c:v>
                </c:pt>
                <c:pt idx="862">
                  <c:v>60</c:v>
                </c:pt>
                <c:pt idx="863">
                  <c:v>60</c:v>
                </c:pt>
                <c:pt idx="864">
                  <c:v>4.2099999999999999E-4</c:v>
                </c:pt>
                <c:pt idx="865">
                  <c:v>4.2099999999999999E-4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1E-4</c:v>
                </c:pt>
                <c:pt idx="881">
                  <c:v>1E-4</c:v>
                </c:pt>
                <c:pt idx="882">
                  <c:v>1E-4</c:v>
                </c:pt>
                <c:pt idx="883">
                  <c:v>1E-4</c:v>
                </c:pt>
                <c:pt idx="884">
                  <c:v>1E-4</c:v>
                </c:pt>
                <c:pt idx="885">
                  <c:v>1E-4</c:v>
                </c:pt>
                <c:pt idx="886">
                  <c:v>46.054076000000002</c:v>
                </c:pt>
                <c:pt idx="887">
                  <c:v>46.054076000000002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90</c:v>
                </c:pt>
                <c:pt idx="897">
                  <c:v>90</c:v>
                </c:pt>
                <c:pt idx="898">
                  <c:v>57.08</c:v>
                </c:pt>
                <c:pt idx="899">
                  <c:v>57.08</c:v>
                </c:pt>
                <c:pt idx="900">
                  <c:v>30</c:v>
                </c:pt>
                <c:pt idx="901">
                  <c:v>30</c:v>
                </c:pt>
                <c:pt idx="902">
                  <c:v>29.998920999999999</c:v>
                </c:pt>
                <c:pt idx="903">
                  <c:v>29.998920999999999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16.055296999999999</c:v>
                </c:pt>
                <c:pt idx="929">
                  <c:v>16.055296999999999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2.9215789999999999</c:v>
                </c:pt>
                <c:pt idx="937">
                  <c:v>2.9215789999999999</c:v>
                </c:pt>
                <c:pt idx="938">
                  <c:v>60.000421000000003</c:v>
                </c:pt>
                <c:pt idx="939">
                  <c:v>60.000421000000003</c:v>
                </c:pt>
                <c:pt idx="940">
                  <c:v>16.055296999999999</c:v>
                </c:pt>
                <c:pt idx="941">
                  <c:v>16.055296999999999</c:v>
                </c:pt>
                <c:pt idx="942">
                  <c:v>0</c:v>
                </c:pt>
                <c:pt idx="943">
                  <c:v>0</c:v>
                </c:pt>
                <c:pt idx="944">
                  <c:v>60</c:v>
                </c:pt>
                <c:pt idx="945">
                  <c:v>60</c:v>
                </c:pt>
                <c:pt idx="946">
                  <c:v>90.000100000000003</c:v>
                </c:pt>
                <c:pt idx="947">
                  <c:v>90.000100000000003</c:v>
                </c:pt>
                <c:pt idx="948">
                  <c:v>150</c:v>
                </c:pt>
                <c:pt idx="949">
                  <c:v>150</c:v>
                </c:pt>
                <c:pt idx="950">
                  <c:v>90</c:v>
                </c:pt>
                <c:pt idx="951">
                  <c:v>90</c:v>
                </c:pt>
                <c:pt idx="952">
                  <c:v>180.0001</c:v>
                </c:pt>
                <c:pt idx="953">
                  <c:v>180.0001</c:v>
                </c:pt>
                <c:pt idx="954">
                  <c:v>120.0001</c:v>
                </c:pt>
                <c:pt idx="955">
                  <c:v>120.0001</c:v>
                </c:pt>
                <c:pt idx="956">
                  <c:v>16.499457</c:v>
                </c:pt>
                <c:pt idx="957">
                  <c:v>16.499457</c:v>
                </c:pt>
                <c:pt idx="958">
                  <c:v>129.641076</c:v>
                </c:pt>
                <c:pt idx="959">
                  <c:v>129.641076</c:v>
                </c:pt>
                <c:pt idx="960">
                  <c:v>420.10435000000001</c:v>
                </c:pt>
                <c:pt idx="961">
                  <c:v>420.10435000000001</c:v>
                </c:pt>
                <c:pt idx="962">
                  <c:v>450.00009999999997</c:v>
                </c:pt>
                <c:pt idx="963">
                  <c:v>450.00009999999997</c:v>
                </c:pt>
                <c:pt idx="964">
                  <c:v>142.51270199999999</c:v>
                </c:pt>
                <c:pt idx="965">
                  <c:v>142.51270199999999</c:v>
                </c:pt>
                <c:pt idx="966">
                  <c:v>0</c:v>
                </c:pt>
                <c:pt idx="967">
                  <c:v>0</c:v>
                </c:pt>
                <c:pt idx="968">
                  <c:v>454.94896299999999</c:v>
                </c:pt>
                <c:pt idx="969">
                  <c:v>454.94896299999999</c:v>
                </c:pt>
                <c:pt idx="970">
                  <c:v>595.46622100000002</c:v>
                </c:pt>
                <c:pt idx="971">
                  <c:v>595.46622100000002</c:v>
                </c:pt>
                <c:pt idx="972">
                  <c:v>577.90869899999996</c:v>
                </c:pt>
                <c:pt idx="973">
                  <c:v>577.90869899999996</c:v>
                </c:pt>
                <c:pt idx="974">
                  <c:v>630.00052100000005</c:v>
                </c:pt>
                <c:pt idx="975">
                  <c:v>630.00052100000005</c:v>
                </c:pt>
                <c:pt idx="976">
                  <c:v>556.68811100000005</c:v>
                </c:pt>
                <c:pt idx="977">
                  <c:v>556.68811100000005</c:v>
                </c:pt>
                <c:pt idx="978">
                  <c:v>491.45135599999998</c:v>
                </c:pt>
                <c:pt idx="979">
                  <c:v>491.45135599999998</c:v>
                </c:pt>
                <c:pt idx="980">
                  <c:v>192.21052599999999</c:v>
                </c:pt>
                <c:pt idx="981">
                  <c:v>192.21052599999999</c:v>
                </c:pt>
                <c:pt idx="982">
                  <c:v>270.00009999999997</c:v>
                </c:pt>
                <c:pt idx="983">
                  <c:v>270.00009999999997</c:v>
                </c:pt>
                <c:pt idx="984">
                  <c:v>401.59641599999998</c:v>
                </c:pt>
                <c:pt idx="985">
                  <c:v>401.59641599999998</c:v>
                </c:pt>
                <c:pt idx="986">
                  <c:v>450.00052099999999</c:v>
                </c:pt>
                <c:pt idx="987">
                  <c:v>450.00052099999999</c:v>
                </c:pt>
                <c:pt idx="988">
                  <c:v>430.14840099999998</c:v>
                </c:pt>
                <c:pt idx="989">
                  <c:v>430.14840099999998</c:v>
                </c:pt>
                <c:pt idx="990">
                  <c:v>570.00019999999995</c:v>
                </c:pt>
                <c:pt idx="991">
                  <c:v>570.00019999999995</c:v>
                </c:pt>
                <c:pt idx="992">
                  <c:v>630.00009999999997</c:v>
                </c:pt>
                <c:pt idx="993">
                  <c:v>630.00009999999997</c:v>
                </c:pt>
                <c:pt idx="994">
                  <c:v>702.21094700000003</c:v>
                </c:pt>
                <c:pt idx="995">
                  <c:v>702.21094700000003</c:v>
                </c:pt>
                <c:pt idx="996">
                  <c:v>684.42189499999995</c:v>
                </c:pt>
                <c:pt idx="997">
                  <c:v>684.42189499999995</c:v>
                </c:pt>
                <c:pt idx="998">
                  <c:v>702.21094700000003</c:v>
                </c:pt>
                <c:pt idx="999">
                  <c:v>702.21094700000003</c:v>
                </c:pt>
                <c:pt idx="1000">
                  <c:v>522.21104700000001</c:v>
                </c:pt>
                <c:pt idx="1001">
                  <c:v>522.21104700000001</c:v>
                </c:pt>
                <c:pt idx="1002">
                  <c:v>667.83841099999995</c:v>
                </c:pt>
                <c:pt idx="1003">
                  <c:v>667.83841099999995</c:v>
                </c:pt>
                <c:pt idx="1004">
                  <c:v>540</c:v>
                </c:pt>
                <c:pt idx="1005">
                  <c:v>540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1E-4</c:v>
                </c:pt>
                <c:pt idx="1113">
                  <c:v>1E-4</c:v>
                </c:pt>
                <c:pt idx="1114">
                  <c:v>90</c:v>
                </c:pt>
                <c:pt idx="1115">
                  <c:v>90</c:v>
                </c:pt>
                <c:pt idx="1116">
                  <c:v>90</c:v>
                </c:pt>
                <c:pt idx="1117">
                  <c:v>90</c:v>
                </c:pt>
                <c:pt idx="1118">
                  <c:v>92.364091999999999</c:v>
                </c:pt>
                <c:pt idx="1119">
                  <c:v>92.364091999999999</c:v>
                </c:pt>
                <c:pt idx="1120">
                  <c:v>30.000299999999999</c:v>
                </c:pt>
                <c:pt idx="1121">
                  <c:v>30.000299999999999</c:v>
                </c:pt>
                <c:pt idx="1122">
                  <c:v>0</c:v>
                </c:pt>
                <c:pt idx="1123">
                  <c:v>0</c:v>
                </c:pt>
                <c:pt idx="1124">
                  <c:v>17.134550000000001</c:v>
                </c:pt>
                <c:pt idx="1125">
                  <c:v>17.134550000000001</c:v>
                </c:pt>
                <c:pt idx="1126">
                  <c:v>60.000300000000003</c:v>
                </c:pt>
                <c:pt idx="1127">
                  <c:v>60.000300000000003</c:v>
                </c:pt>
                <c:pt idx="1128">
                  <c:v>333.18882600000001</c:v>
                </c:pt>
                <c:pt idx="1129">
                  <c:v>333.18882600000001</c:v>
                </c:pt>
                <c:pt idx="1130">
                  <c:v>192.21136799999999</c:v>
                </c:pt>
                <c:pt idx="1131">
                  <c:v>192.21136799999999</c:v>
                </c:pt>
                <c:pt idx="1132">
                  <c:v>150</c:v>
                </c:pt>
                <c:pt idx="1133">
                  <c:v>150</c:v>
                </c:pt>
                <c:pt idx="1134">
                  <c:v>120</c:v>
                </c:pt>
                <c:pt idx="1135">
                  <c:v>120</c:v>
                </c:pt>
                <c:pt idx="1136">
                  <c:v>75.388086999999999</c:v>
                </c:pt>
                <c:pt idx="1137">
                  <c:v>75.388086999999999</c:v>
                </c:pt>
                <c:pt idx="1138">
                  <c:v>180</c:v>
                </c:pt>
                <c:pt idx="1139">
                  <c:v>180</c:v>
                </c:pt>
                <c:pt idx="1140">
                  <c:v>225.72141999999999</c:v>
                </c:pt>
                <c:pt idx="1141">
                  <c:v>225.72141999999999</c:v>
                </c:pt>
                <c:pt idx="1142">
                  <c:v>330</c:v>
                </c:pt>
                <c:pt idx="1143">
                  <c:v>330</c:v>
                </c:pt>
                <c:pt idx="1144">
                  <c:v>659.99847899999997</c:v>
                </c:pt>
                <c:pt idx="1145">
                  <c:v>659.99847899999997</c:v>
                </c:pt>
                <c:pt idx="1146">
                  <c:v>840</c:v>
                </c:pt>
                <c:pt idx="1147">
                  <c:v>840</c:v>
                </c:pt>
                <c:pt idx="1148">
                  <c:v>200</c:v>
                </c:pt>
                <c:pt idx="1149">
                  <c:v>200</c:v>
                </c:pt>
                <c:pt idx="1150">
                  <c:v>200</c:v>
                </c:pt>
                <c:pt idx="1151">
                  <c:v>200</c:v>
                </c:pt>
                <c:pt idx="1152">
                  <c:v>200</c:v>
                </c:pt>
                <c:pt idx="1153">
                  <c:v>200</c:v>
                </c:pt>
                <c:pt idx="1154">
                  <c:v>208.031271</c:v>
                </c:pt>
                <c:pt idx="1155">
                  <c:v>208.031271</c:v>
                </c:pt>
                <c:pt idx="1156">
                  <c:v>200</c:v>
                </c:pt>
                <c:pt idx="1157">
                  <c:v>200</c:v>
                </c:pt>
                <c:pt idx="1158">
                  <c:v>200</c:v>
                </c:pt>
                <c:pt idx="1159">
                  <c:v>200</c:v>
                </c:pt>
                <c:pt idx="1160">
                  <c:v>200</c:v>
                </c:pt>
                <c:pt idx="1161">
                  <c:v>200</c:v>
                </c:pt>
                <c:pt idx="1162">
                  <c:v>200</c:v>
                </c:pt>
                <c:pt idx="1163">
                  <c:v>200</c:v>
                </c:pt>
                <c:pt idx="1164">
                  <c:v>263.540412</c:v>
                </c:pt>
                <c:pt idx="1165">
                  <c:v>263.540412</c:v>
                </c:pt>
                <c:pt idx="1166">
                  <c:v>200</c:v>
                </c:pt>
                <c:pt idx="1167">
                  <c:v>200</c:v>
                </c:pt>
                <c:pt idx="1168">
                  <c:v>240.00020000000001</c:v>
                </c:pt>
                <c:pt idx="1169">
                  <c:v>240.00020000000001</c:v>
                </c:pt>
                <c:pt idx="1170">
                  <c:v>200</c:v>
                </c:pt>
                <c:pt idx="1171">
                  <c:v>200</c:v>
                </c:pt>
                <c:pt idx="1172">
                  <c:v>270</c:v>
                </c:pt>
                <c:pt idx="1173">
                  <c:v>270</c:v>
                </c:pt>
                <c:pt idx="1174">
                  <c:v>262.21196800000001</c:v>
                </c:pt>
                <c:pt idx="1175">
                  <c:v>262.21196800000001</c:v>
                </c:pt>
                <c:pt idx="1176">
                  <c:v>200</c:v>
                </c:pt>
                <c:pt idx="1177">
                  <c:v>200</c:v>
                </c:pt>
                <c:pt idx="1178">
                  <c:v>270.00020000000001</c:v>
                </c:pt>
                <c:pt idx="1179">
                  <c:v>270.00020000000001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341.25556999999998</c:v>
                </c:pt>
                <c:pt idx="1185">
                  <c:v>341.25556999999998</c:v>
                </c:pt>
                <c:pt idx="1186">
                  <c:v>222.21062599999999</c:v>
                </c:pt>
                <c:pt idx="1187">
                  <c:v>222.21062599999999</c:v>
                </c:pt>
                <c:pt idx="1188">
                  <c:v>200</c:v>
                </c:pt>
                <c:pt idx="1189">
                  <c:v>200</c:v>
                </c:pt>
                <c:pt idx="1190">
                  <c:v>255.79086000000001</c:v>
                </c:pt>
                <c:pt idx="1191">
                  <c:v>255.79086000000001</c:v>
                </c:pt>
                <c:pt idx="1192">
                  <c:v>200</c:v>
                </c:pt>
                <c:pt idx="1193">
                  <c:v>200</c:v>
                </c:pt>
                <c:pt idx="1194">
                  <c:v>325.42276700000002</c:v>
                </c:pt>
                <c:pt idx="1195">
                  <c:v>325.42276700000002</c:v>
                </c:pt>
                <c:pt idx="1196">
                  <c:v>320.678202</c:v>
                </c:pt>
                <c:pt idx="1197">
                  <c:v>320.678202</c:v>
                </c:pt>
                <c:pt idx="1198">
                  <c:v>436.22564299999999</c:v>
                </c:pt>
                <c:pt idx="1199">
                  <c:v>436.22564299999999</c:v>
                </c:pt>
                <c:pt idx="1200">
                  <c:v>240.00042099999999</c:v>
                </c:pt>
                <c:pt idx="1201">
                  <c:v>240.00042099999999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6.8413909999999998</c:v>
                </c:pt>
                <c:pt idx="1309">
                  <c:v>6.8413909999999998</c:v>
                </c:pt>
                <c:pt idx="1310">
                  <c:v>0</c:v>
                </c:pt>
                <c:pt idx="1311">
                  <c:v>0</c:v>
                </c:pt>
                <c:pt idx="1312">
                  <c:v>46.055197</c:v>
                </c:pt>
                <c:pt idx="1313">
                  <c:v>46.055197</c:v>
                </c:pt>
                <c:pt idx="1314">
                  <c:v>1E-4</c:v>
                </c:pt>
                <c:pt idx="1315">
                  <c:v>1E-4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30.0001</c:v>
                </c:pt>
                <c:pt idx="1321">
                  <c:v>30.0001</c:v>
                </c:pt>
                <c:pt idx="1322">
                  <c:v>33.484791000000001</c:v>
                </c:pt>
                <c:pt idx="1323">
                  <c:v>33.484791000000001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390</c:v>
                </c:pt>
                <c:pt idx="1345">
                  <c:v>390</c:v>
                </c:pt>
                <c:pt idx="1346">
                  <c:v>370.30179900000002</c:v>
                </c:pt>
                <c:pt idx="1347">
                  <c:v>370.30179900000002</c:v>
                </c:pt>
                <c:pt idx="1348">
                  <c:v>150</c:v>
                </c:pt>
                <c:pt idx="1349">
                  <c:v>150</c:v>
                </c:pt>
                <c:pt idx="1350">
                  <c:v>90</c:v>
                </c:pt>
                <c:pt idx="1351">
                  <c:v>90</c:v>
                </c:pt>
                <c:pt idx="1352">
                  <c:v>390</c:v>
                </c:pt>
                <c:pt idx="1353">
                  <c:v>390</c:v>
                </c:pt>
                <c:pt idx="1354">
                  <c:v>480</c:v>
                </c:pt>
                <c:pt idx="1355">
                  <c:v>480</c:v>
                </c:pt>
                <c:pt idx="1356">
                  <c:v>270</c:v>
                </c:pt>
                <c:pt idx="1357">
                  <c:v>270</c:v>
                </c:pt>
                <c:pt idx="1358">
                  <c:v>150</c:v>
                </c:pt>
                <c:pt idx="1359">
                  <c:v>150</c:v>
                </c:pt>
                <c:pt idx="1360">
                  <c:v>167.79458199999999</c:v>
                </c:pt>
                <c:pt idx="1361">
                  <c:v>167.79458199999999</c:v>
                </c:pt>
                <c:pt idx="1362">
                  <c:v>120</c:v>
                </c:pt>
                <c:pt idx="1363">
                  <c:v>120</c:v>
                </c:pt>
                <c:pt idx="1364">
                  <c:v>120</c:v>
                </c:pt>
                <c:pt idx="1365">
                  <c:v>120</c:v>
                </c:pt>
                <c:pt idx="1366">
                  <c:v>90</c:v>
                </c:pt>
                <c:pt idx="1367">
                  <c:v>90</c:v>
                </c:pt>
                <c:pt idx="1368">
                  <c:v>360.00029999999998</c:v>
                </c:pt>
                <c:pt idx="1369">
                  <c:v>360.00029999999998</c:v>
                </c:pt>
                <c:pt idx="1370">
                  <c:v>314.26993599999997</c:v>
                </c:pt>
                <c:pt idx="1371">
                  <c:v>314.26993599999997</c:v>
                </c:pt>
                <c:pt idx="1372">
                  <c:v>553.49785699999995</c:v>
                </c:pt>
                <c:pt idx="1373">
                  <c:v>553.49785699999995</c:v>
                </c:pt>
                <c:pt idx="1374">
                  <c:v>222.348601</c:v>
                </c:pt>
                <c:pt idx="1375">
                  <c:v>222.348601</c:v>
                </c:pt>
                <c:pt idx="1376">
                  <c:v>218.33959200000001</c:v>
                </c:pt>
                <c:pt idx="1377">
                  <c:v>218.33959200000001</c:v>
                </c:pt>
                <c:pt idx="1378">
                  <c:v>476.06316199999998</c:v>
                </c:pt>
                <c:pt idx="1379">
                  <c:v>476.06316199999998</c:v>
                </c:pt>
                <c:pt idx="1380">
                  <c:v>630.00042099999996</c:v>
                </c:pt>
                <c:pt idx="1381">
                  <c:v>630.00042099999996</c:v>
                </c:pt>
                <c:pt idx="1382">
                  <c:v>630.00009999999997</c:v>
                </c:pt>
                <c:pt idx="1383">
                  <c:v>630.00009999999997</c:v>
                </c:pt>
                <c:pt idx="1384">
                  <c:v>527.78945299999998</c:v>
                </c:pt>
                <c:pt idx="1385">
                  <c:v>527.78945299999998</c:v>
                </c:pt>
                <c:pt idx="1386">
                  <c:v>689.99990000000003</c:v>
                </c:pt>
                <c:pt idx="1387">
                  <c:v>689.99990000000003</c:v>
                </c:pt>
                <c:pt idx="1388">
                  <c:v>618.84242600000005</c:v>
                </c:pt>
                <c:pt idx="1389">
                  <c:v>618.84242600000005</c:v>
                </c:pt>
                <c:pt idx="1390">
                  <c:v>570</c:v>
                </c:pt>
                <c:pt idx="1391">
                  <c:v>570</c:v>
                </c:pt>
                <c:pt idx="1392">
                  <c:v>144.42189500000001</c:v>
                </c:pt>
                <c:pt idx="1393">
                  <c:v>144.42189500000001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4D-43A3-98C8-B4BC7C598E75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Data'!$D$2:$D$1395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60.151159</c:v>
                </c:pt>
                <c:pt idx="35">
                  <c:v>60.151159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201.74600000000001</c:v>
                </c:pt>
                <c:pt idx="47">
                  <c:v>201.74600000000001</c:v>
                </c:pt>
                <c:pt idx="48">
                  <c:v>209.19</c:v>
                </c:pt>
                <c:pt idx="49">
                  <c:v>209.19</c:v>
                </c:pt>
                <c:pt idx="50">
                  <c:v>193.66399999999999</c:v>
                </c:pt>
                <c:pt idx="51">
                  <c:v>193.66399999999999</c:v>
                </c:pt>
                <c:pt idx="52">
                  <c:v>77.75</c:v>
                </c:pt>
                <c:pt idx="53">
                  <c:v>77.75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200</c:v>
                </c:pt>
                <c:pt idx="193">
                  <c:v>200</c:v>
                </c:pt>
                <c:pt idx="194">
                  <c:v>200</c:v>
                </c:pt>
                <c:pt idx="195">
                  <c:v>200</c:v>
                </c:pt>
                <c:pt idx="196">
                  <c:v>240.00030000000001</c:v>
                </c:pt>
                <c:pt idx="197">
                  <c:v>240.00030000000001</c:v>
                </c:pt>
                <c:pt idx="198">
                  <c:v>270.49061699999999</c:v>
                </c:pt>
                <c:pt idx="199">
                  <c:v>270.49061699999999</c:v>
                </c:pt>
                <c:pt idx="200">
                  <c:v>240.00114199999999</c:v>
                </c:pt>
                <c:pt idx="201">
                  <c:v>240.00114199999999</c:v>
                </c:pt>
                <c:pt idx="202">
                  <c:v>210.0001</c:v>
                </c:pt>
                <c:pt idx="203">
                  <c:v>210.0001</c:v>
                </c:pt>
                <c:pt idx="204">
                  <c:v>270</c:v>
                </c:pt>
                <c:pt idx="205">
                  <c:v>270</c:v>
                </c:pt>
                <c:pt idx="206">
                  <c:v>200</c:v>
                </c:pt>
                <c:pt idx="207">
                  <c:v>200</c:v>
                </c:pt>
                <c:pt idx="208">
                  <c:v>402.21062599999999</c:v>
                </c:pt>
                <c:pt idx="209">
                  <c:v>402.21062599999999</c:v>
                </c:pt>
                <c:pt idx="210">
                  <c:v>230.25569400000001</c:v>
                </c:pt>
                <c:pt idx="211">
                  <c:v>230.25569400000001</c:v>
                </c:pt>
                <c:pt idx="212">
                  <c:v>435.99364300000002</c:v>
                </c:pt>
                <c:pt idx="213">
                  <c:v>435.99364300000002</c:v>
                </c:pt>
                <c:pt idx="214">
                  <c:v>312.21074700000003</c:v>
                </c:pt>
                <c:pt idx="215">
                  <c:v>312.21074700000003</c:v>
                </c:pt>
                <c:pt idx="216">
                  <c:v>353.45160299999998</c:v>
                </c:pt>
                <c:pt idx="217">
                  <c:v>353.45160299999998</c:v>
                </c:pt>
                <c:pt idx="218">
                  <c:v>435.99364300000002</c:v>
                </c:pt>
                <c:pt idx="219">
                  <c:v>435.99364300000002</c:v>
                </c:pt>
                <c:pt idx="220">
                  <c:v>360.00020000000001</c:v>
                </c:pt>
                <c:pt idx="221">
                  <c:v>360.00020000000001</c:v>
                </c:pt>
                <c:pt idx="222">
                  <c:v>270</c:v>
                </c:pt>
                <c:pt idx="223">
                  <c:v>270</c:v>
                </c:pt>
                <c:pt idx="224">
                  <c:v>222.724751</c:v>
                </c:pt>
                <c:pt idx="225">
                  <c:v>222.724751</c:v>
                </c:pt>
                <c:pt idx="226">
                  <c:v>200</c:v>
                </c:pt>
                <c:pt idx="227">
                  <c:v>200</c:v>
                </c:pt>
                <c:pt idx="228">
                  <c:v>209.998558</c:v>
                </c:pt>
                <c:pt idx="229">
                  <c:v>209.998558</c:v>
                </c:pt>
                <c:pt idx="230">
                  <c:v>227.78893199999999</c:v>
                </c:pt>
                <c:pt idx="231">
                  <c:v>227.78893199999999</c:v>
                </c:pt>
                <c:pt idx="232">
                  <c:v>398.140759</c:v>
                </c:pt>
                <c:pt idx="233">
                  <c:v>398.140759</c:v>
                </c:pt>
                <c:pt idx="234">
                  <c:v>318.93143400000002</c:v>
                </c:pt>
                <c:pt idx="235">
                  <c:v>318.93143400000002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60.564238000000003</c:v>
                </c:pt>
                <c:pt idx="391">
                  <c:v>60.564238000000003</c:v>
                </c:pt>
                <c:pt idx="392">
                  <c:v>200</c:v>
                </c:pt>
                <c:pt idx="393">
                  <c:v>200</c:v>
                </c:pt>
                <c:pt idx="394">
                  <c:v>200</c:v>
                </c:pt>
                <c:pt idx="395">
                  <c:v>200</c:v>
                </c:pt>
                <c:pt idx="396">
                  <c:v>200</c:v>
                </c:pt>
                <c:pt idx="397">
                  <c:v>200</c:v>
                </c:pt>
                <c:pt idx="398">
                  <c:v>200</c:v>
                </c:pt>
                <c:pt idx="399">
                  <c:v>200</c:v>
                </c:pt>
                <c:pt idx="400">
                  <c:v>200</c:v>
                </c:pt>
                <c:pt idx="401">
                  <c:v>200</c:v>
                </c:pt>
                <c:pt idx="402">
                  <c:v>200</c:v>
                </c:pt>
                <c:pt idx="403">
                  <c:v>200</c:v>
                </c:pt>
                <c:pt idx="404">
                  <c:v>200</c:v>
                </c:pt>
                <c:pt idx="405">
                  <c:v>200</c:v>
                </c:pt>
                <c:pt idx="406">
                  <c:v>200</c:v>
                </c:pt>
                <c:pt idx="407">
                  <c:v>200</c:v>
                </c:pt>
                <c:pt idx="408">
                  <c:v>200</c:v>
                </c:pt>
                <c:pt idx="409">
                  <c:v>200</c:v>
                </c:pt>
                <c:pt idx="410">
                  <c:v>200</c:v>
                </c:pt>
                <c:pt idx="411">
                  <c:v>200</c:v>
                </c:pt>
                <c:pt idx="412">
                  <c:v>200</c:v>
                </c:pt>
                <c:pt idx="413">
                  <c:v>200</c:v>
                </c:pt>
                <c:pt idx="414">
                  <c:v>200</c:v>
                </c:pt>
                <c:pt idx="415">
                  <c:v>200</c:v>
                </c:pt>
                <c:pt idx="416">
                  <c:v>200</c:v>
                </c:pt>
                <c:pt idx="417">
                  <c:v>200</c:v>
                </c:pt>
                <c:pt idx="418">
                  <c:v>200</c:v>
                </c:pt>
                <c:pt idx="419">
                  <c:v>200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200</c:v>
                </c:pt>
                <c:pt idx="425">
                  <c:v>200</c:v>
                </c:pt>
                <c:pt idx="426">
                  <c:v>200</c:v>
                </c:pt>
                <c:pt idx="427">
                  <c:v>200</c:v>
                </c:pt>
                <c:pt idx="428">
                  <c:v>200</c:v>
                </c:pt>
                <c:pt idx="429">
                  <c:v>200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169.03363400000001</c:v>
                </c:pt>
                <c:pt idx="779">
                  <c:v>169.03363400000001</c:v>
                </c:pt>
                <c:pt idx="780">
                  <c:v>200</c:v>
                </c:pt>
                <c:pt idx="781">
                  <c:v>200</c:v>
                </c:pt>
                <c:pt idx="782">
                  <c:v>200</c:v>
                </c:pt>
                <c:pt idx="783">
                  <c:v>200</c:v>
                </c:pt>
                <c:pt idx="784">
                  <c:v>200</c:v>
                </c:pt>
                <c:pt idx="785">
                  <c:v>200</c:v>
                </c:pt>
                <c:pt idx="786">
                  <c:v>200</c:v>
                </c:pt>
                <c:pt idx="787">
                  <c:v>200</c:v>
                </c:pt>
                <c:pt idx="788">
                  <c:v>190</c:v>
                </c:pt>
                <c:pt idx="789">
                  <c:v>190</c:v>
                </c:pt>
                <c:pt idx="790">
                  <c:v>200</c:v>
                </c:pt>
                <c:pt idx="791">
                  <c:v>200</c:v>
                </c:pt>
                <c:pt idx="792">
                  <c:v>194.57967500000001</c:v>
                </c:pt>
                <c:pt idx="793">
                  <c:v>194.57967500000001</c:v>
                </c:pt>
                <c:pt idx="794">
                  <c:v>200</c:v>
                </c:pt>
                <c:pt idx="795">
                  <c:v>200</c:v>
                </c:pt>
                <c:pt idx="796">
                  <c:v>200</c:v>
                </c:pt>
                <c:pt idx="797">
                  <c:v>200</c:v>
                </c:pt>
                <c:pt idx="798">
                  <c:v>200</c:v>
                </c:pt>
                <c:pt idx="799">
                  <c:v>200</c:v>
                </c:pt>
                <c:pt idx="800">
                  <c:v>200</c:v>
                </c:pt>
                <c:pt idx="801">
                  <c:v>200</c:v>
                </c:pt>
                <c:pt idx="802">
                  <c:v>200</c:v>
                </c:pt>
                <c:pt idx="803">
                  <c:v>200</c:v>
                </c:pt>
                <c:pt idx="804">
                  <c:v>195.42283</c:v>
                </c:pt>
                <c:pt idx="805">
                  <c:v>195.42283</c:v>
                </c:pt>
                <c:pt idx="806">
                  <c:v>199.99769499999999</c:v>
                </c:pt>
                <c:pt idx="807">
                  <c:v>199.99769499999999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199.998479</c:v>
                </c:pt>
                <c:pt idx="1147">
                  <c:v>199.998479</c:v>
                </c:pt>
                <c:pt idx="1148">
                  <c:v>200</c:v>
                </c:pt>
                <c:pt idx="1149">
                  <c:v>200</c:v>
                </c:pt>
                <c:pt idx="1150">
                  <c:v>200</c:v>
                </c:pt>
                <c:pt idx="1151">
                  <c:v>200</c:v>
                </c:pt>
                <c:pt idx="1152">
                  <c:v>200</c:v>
                </c:pt>
                <c:pt idx="1153">
                  <c:v>200</c:v>
                </c:pt>
                <c:pt idx="1154">
                  <c:v>208.031271</c:v>
                </c:pt>
                <c:pt idx="1155">
                  <c:v>208.031271</c:v>
                </c:pt>
                <c:pt idx="1156">
                  <c:v>200</c:v>
                </c:pt>
                <c:pt idx="1157">
                  <c:v>200</c:v>
                </c:pt>
                <c:pt idx="1158">
                  <c:v>200</c:v>
                </c:pt>
                <c:pt idx="1159">
                  <c:v>200</c:v>
                </c:pt>
                <c:pt idx="1160">
                  <c:v>200</c:v>
                </c:pt>
                <c:pt idx="1161">
                  <c:v>200</c:v>
                </c:pt>
                <c:pt idx="1162">
                  <c:v>200</c:v>
                </c:pt>
                <c:pt idx="1163">
                  <c:v>200</c:v>
                </c:pt>
                <c:pt idx="1164">
                  <c:v>263.540412</c:v>
                </c:pt>
                <c:pt idx="1165">
                  <c:v>263.540412</c:v>
                </c:pt>
                <c:pt idx="1166">
                  <c:v>200</c:v>
                </c:pt>
                <c:pt idx="1167">
                  <c:v>200</c:v>
                </c:pt>
                <c:pt idx="1168">
                  <c:v>240.00020000000001</c:v>
                </c:pt>
                <c:pt idx="1169">
                  <c:v>240.00020000000001</c:v>
                </c:pt>
                <c:pt idx="1170">
                  <c:v>200</c:v>
                </c:pt>
                <c:pt idx="1171">
                  <c:v>200</c:v>
                </c:pt>
                <c:pt idx="1172">
                  <c:v>270</c:v>
                </c:pt>
                <c:pt idx="1173">
                  <c:v>270</c:v>
                </c:pt>
                <c:pt idx="1174">
                  <c:v>262.21196800000001</c:v>
                </c:pt>
                <c:pt idx="1175">
                  <c:v>262.21196800000001</c:v>
                </c:pt>
                <c:pt idx="1176">
                  <c:v>200</c:v>
                </c:pt>
                <c:pt idx="1177">
                  <c:v>200</c:v>
                </c:pt>
                <c:pt idx="1178">
                  <c:v>270.00020000000001</c:v>
                </c:pt>
                <c:pt idx="1179">
                  <c:v>270.00020000000001</c:v>
                </c:pt>
                <c:pt idx="1180">
                  <c:v>200</c:v>
                </c:pt>
                <c:pt idx="1181">
                  <c:v>200</c:v>
                </c:pt>
                <c:pt idx="1182">
                  <c:v>200</c:v>
                </c:pt>
                <c:pt idx="1183">
                  <c:v>200</c:v>
                </c:pt>
                <c:pt idx="1184">
                  <c:v>341.25556999999998</c:v>
                </c:pt>
                <c:pt idx="1185">
                  <c:v>341.25556999999998</c:v>
                </c:pt>
                <c:pt idx="1186">
                  <c:v>222.21062599999999</c:v>
                </c:pt>
                <c:pt idx="1187">
                  <c:v>222.21062599999999</c:v>
                </c:pt>
                <c:pt idx="1188">
                  <c:v>200</c:v>
                </c:pt>
                <c:pt idx="1189">
                  <c:v>200</c:v>
                </c:pt>
                <c:pt idx="1190">
                  <c:v>255.79086000000001</c:v>
                </c:pt>
                <c:pt idx="1191">
                  <c:v>255.79086000000001</c:v>
                </c:pt>
                <c:pt idx="1192">
                  <c:v>200</c:v>
                </c:pt>
                <c:pt idx="1193">
                  <c:v>200</c:v>
                </c:pt>
                <c:pt idx="1194">
                  <c:v>325.42276700000002</c:v>
                </c:pt>
                <c:pt idx="1195">
                  <c:v>325.42276700000002</c:v>
                </c:pt>
                <c:pt idx="1196">
                  <c:v>320.678202</c:v>
                </c:pt>
                <c:pt idx="1197">
                  <c:v>320.678202</c:v>
                </c:pt>
                <c:pt idx="1198">
                  <c:v>433.67564299999998</c:v>
                </c:pt>
                <c:pt idx="1199">
                  <c:v>433.67564299999998</c:v>
                </c:pt>
                <c:pt idx="1200">
                  <c:v>226.40042099999999</c:v>
                </c:pt>
                <c:pt idx="1201">
                  <c:v>226.40042099999999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94D-43A3-98C8-B4BC7C598E75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Data'!$E$2:$E$1395</c:f>
              <c:numCache>
                <c:formatCode>General</c:formatCode>
                <c:ptCount val="1394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  <c:pt idx="1390">
                  <c:v>173.75</c:v>
                </c:pt>
                <c:pt idx="1391">
                  <c:v>174</c:v>
                </c:pt>
                <c:pt idx="1392">
                  <c:v>174</c:v>
                </c:pt>
                <c:pt idx="1393">
                  <c:v>174.25</c:v>
                </c:pt>
              </c:numCache>
            </c:numRef>
          </c:xVal>
          <c:yVal>
            <c:numRef>
              <c:f>'Chart Data'!$F$2:$F$1395</c:f>
              <c:numCache>
                <c:formatCode>0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1.7</c:v>
                </c:pt>
                <c:pt idx="47">
                  <c:v>1.7</c:v>
                </c:pt>
                <c:pt idx="48">
                  <c:v>12.75</c:v>
                </c:pt>
                <c:pt idx="49">
                  <c:v>12.75</c:v>
                </c:pt>
                <c:pt idx="50">
                  <c:v>52.7</c:v>
                </c:pt>
                <c:pt idx="51">
                  <c:v>52.7</c:v>
                </c:pt>
                <c:pt idx="52">
                  <c:v>72.25</c:v>
                </c:pt>
                <c:pt idx="53">
                  <c:v>72.25</c:v>
                </c:pt>
                <c:pt idx="54">
                  <c:v>135.15</c:v>
                </c:pt>
                <c:pt idx="55">
                  <c:v>135.15</c:v>
                </c:pt>
                <c:pt idx="56">
                  <c:v>139.4</c:v>
                </c:pt>
                <c:pt idx="57">
                  <c:v>139.4</c:v>
                </c:pt>
                <c:pt idx="58">
                  <c:v>90.95</c:v>
                </c:pt>
                <c:pt idx="59">
                  <c:v>90.95</c:v>
                </c:pt>
                <c:pt idx="60">
                  <c:v>87.55</c:v>
                </c:pt>
                <c:pt idx="61">
                  <c:v>87.55</c:v>
                </c:pt>
                <c:pt idx="62">
                  <c:v>154.69999999999999</c:v>
                </c:pt>
                <c:pt idx="63">
                  <c:v>154.69999999999999</c:v>
                </c:pt>
                <c:pt idx="64">
                  <c:v>265.2</c:v>
                </c:pt>
                <c:pt idx="65">
                  <c:v>265.2</c:v>
                </c:pt>
                <c:pt idx="66">
                  <c:v>263.5</c:v>
                </c:pt>
                <c:pt idx="67">
                  <c:v>263.5</c:v>
                </c:pt>
                <c:pt idx="68">
                  <c:v>325.55</c:v>
                </c:pt>
                <c:pt idx="69">
                  <c:v>325.55</c:v>
                </c:pt>
                <c:pt idx="70">
                  <c:v>396.95</c:v>
                </c:pt>
                <c:pt idx="71">
                  <c:v>396.95</c:v>
                </c:pt>
                <c:pt idx="72">
                  <c:v>365.5</c:v>
                </c:pt>
                <c:pt idx="73">
                  <c:v>365.5</c:v>
                </c:pt>
                <c:pt idx="74">
                  <c:v>448.8</c:v>
                </c:pt>
                <c:pt idx="75">
                  <c:v>448.8</c:v>
                </c:pt>
                <c:pt idx="76">
                  <c:v>478.55</c:v>
                </c:pt>
                <c:pt idx="77">
                  <c:v>478.55</c:v>
                </c:pt>
                <c:pt idx="78">
                  <c:v>447.1</c:v>
                </c:pt>
                <c:pt idx="79">
                  <c:v>447.1</c:v>
                </c:pt>
                <c:pt idx="80">
                  <c:v>407.15</c:v>
                </c:pt>
                <c:pt idx="81">
                  <c:v>407.15</c:v>
                </c:pt>
                <c:pt idx="82">
                  <c:v>449.65</c:v>
                </c:pt>
                <c:pt idx="83">
                  <c:v>449.65</c:v>
                </c:pt>
                <c:pt idx="84">
                  <c:v>454.75</c:v>
                </c:pt>
                <c:pt idx="85">
                  <c:v>454.75</c:v>
                </c:pt>
                <c:pt idx="86">
                  <c:v>390.15</c:v>
                </c:pt>
                <c:pt idx="87">
                  <c:v>390.15</c:v>
                </c:pt>
                <c:pt idx="88">
                  <c:v>427.55</c:v>
                </c:pt>
                <c:pt idx="89">
                  <c:v>427.55</c:v>
                </c:pt>
                <c:pt idx="90">
                  <c:v>217.6</c:v>
                </c:pt>
                <c:pt idx="91">
                  <c:v>217.6</c:v>
                </c:pt>
                <c:pt idx="92">
                  <c:v>198.9</c:v>
                </c:pt>
                <c:pt idx="93">
                  <c:v>198.9</c:v>
                </c:pt>
                <c:pt idx="94">
                  <c:v>226.1</c:v>
                </c:pt>
                <c:pt idx="95">
                  <c:v>226.1</c:v>
                </c:pt>
                <c:pt idx="96">
                  <c:v>137.69999999999999</c:v>
                </c:pt>
                <c:pt idx="97">
                  <c:v>137.69999999999999</c:v>
                </c:pt>
                <c:pt idx="98">
                  <c:v>221.85</c:v>
                </c:pt>
                <c:pt idx="99">
                  <c:v>221.85</c:v>
                </c:pt>
                <c:pt idx="100">
                  <c:v>249.9</c:v>
                </c:pt>
                <c:pt idx="101">
                  <c:v>249.9</c:v>
                </c:pt>
                <c:pt idx="102">
                  <c:v>135.15</c:v>
                </c:pt>
                <c:pt idx="103">
                  <c:v>135.15</c:v>
                </c:pt>
                <c:pt idx="104">
                  <c:v>308.55</c:v>
                </c:pt>
                <c:pt idx="105">
                  <c:v>308.55</c:v>
                </c:pt>
                <c:pt idx="106">
                  <c:v>321.3</c:v>
                </c:pt>
                <c:pt idx="107">
                  <c:v>321.3</c:v>
                </c:pt>
                <c:pt idx="108">
                  <c:v>175.1</c:v>
                </c:pt>
                <c:pt idx="109">
                  <c:v>175.1</c:v>
                </c:pt>
                <c:pt idx="110">
                  <c:v>134.30000000000001</c:v>
                </c:pt>
                <c:pt idx="111">
                  <c:v>134.30000000000001</c:v>
                </c:pt>
                <c:pt idx="112">
                  <c:v>85</c:v>
                </c:pt>
                <c:pt idx="113">
                  <c:v>85</c:v>
                </c:pt>
                <c:pt idx="114">
                  <c:v>45.05</c:v>
                </c:pt>
                <c:pt idx="115">
                  <c:v>45.05</c:v>
                </c:pt>
                <c:pt idx="116">
                  <c:v>26.35</c:v>
                </c:pt>
                <c:pt idx="117">
                  <c:v>26.35</c:v>
                </c:pt>
                <c:pt idx="118">
                  <c:v>24.65</c:v>
                </c:pt>
                <c:pt idx="119">
                  <c:v>24.65</c:v>
                </c:pt>
                <c:pt idx="120">
                  <c:v>45.9</c:v>
                </c:pt>
                <c:pt idx="121">
                  <c:v>45.9</c:v>
                </c:pt>
                <c:pt idx="122">
                  <c:v>96.05</c:v>
                </c:pt>
                <c:pt idx="123">
                  <c:v>96.05</c:v>
                </c:pt>
                <c:pt idx="124">
                  <c:v>79.900000000000006</c:v>
                </c:pt>
                <c:pt idx="125">
                  <c:v>79.900000000000006</c:v>
                </c:pt>
                <c:pt idx="126">
                  <c:v>53.55</c:v>
                </c:pt>
                <c:pt idx="127">
                  <c:v>53.55</c:v>
                </c:pt>
                <c:pt idx="128">
                  <c:v>36.549999999999997</c:v>
                </c:pt>
                <c:pt idx="129">
                  <c:v>36.549999999999997</c:v>
                </c:pt>
                <c:pt idx="130">
                  <c:v>28.05</c:v>
                </c:pt>
                <c:pt idx="131">
                  <c:v>28.05</c:v>
                </c:pt>
                <c:pt idx="132">
                  <c:v>18.7</c:v>
                </c:pt>
                <c:pt idx="133">
                  <c:v>18.7</c:v>
                </c:pt>
                <c:pt idx="134">
                  <c:v>11.05</c:v>
                </c:pt>
                <c:pt idx="135">
                  <c:v>11.05</c:v>
                </c:pt>
                <c:pt idx="136">
                  <c:v>3.4</c:v>
                </c:pt>
                <c:pt idx="137">
                  <c:v>3.4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3.4</c:v>
                </c:pt>
                <c:pt idx="239">
                  <c:v>3.4</c:v>
                </c:pt>
                <c:pt idx="240">
                  <c:v>22.95</c:v>
                </c:pt>
                <c:pt idx="241">
                  <c:v>22.95</c:v>
                </c:pt>
                <c:pt idx="242">
                  <c:v>26.35</c:v>
                </c:pt>
                <c:pt idx="243">
                  <c:v>26.35</c:v>
                </c:pt>
                <c:pt idx="244">
                  <c:v>39.950000000000003</c:v>
                </c:pt>
                <c:pt idx="245">
                  <c:v>39.950000000000003</c:v>
                </c:pt>
                <c:pt idx="246">
                  <c:v>66.3</c:v>
                </c:pt>
                <c:pt idx="247">
                  <c:v>66.3</c:v>
                </c:pt>
                <c:pt idx="248">
                  <c:v>96.05</c:v>
                </c:pt>
                <c:pt idx="249">
                  <c:v>96.05</c:v>
                </c:pt>
                <c:pt idx="250">
                  <c:v>113.9</c:v>
                </c:pt>
                <c:pt idx="251">
                  <c:v>113.9</c:v>
                </c:pt>
                <c:pt idx="252">
                  <c:v>130.9</c:v>
                </c:pt>
                <c:pt idx="253">
                  <c:v>130.9</c:v>
                </c:pt>
                <c:pt idx="254">
                  <c:v>158.1</c:v>
                </c:pt>
                <c:pt idx="255">
                  <c:v>158.1</c:v>
                </c:pt>
                <c:pt idx="256">
                  <c:v>180.2</c:v>
                </c:pt>
                <c:pt idx="257">
                  <c:v>180.2</c:v>
                </c:pt>
                <c:pt idx="258">
                  <c:v>174.25</c:v>
                </c:pt>
                <c:pt idx="259">
                  <c:v>174.25</c:v>
                </c:pt>
                <c:pt idx="260">
                  <c:v>167.45</c:v>
                </c:pt>
                <c:pt idx="261">
                  <c:v>167.45</c:v>
                </c:pt>
                <c:pt idx="262">
                  <c:v>170.85</c:v>
                </c:pt>
                <c:pt idx="263">
                  <c:v>170.85</c:v>
                </c:pt>
                <c:pt idx="264">
                  <c:v>189.55</c:v>
                </c:pt>
                <c:pt idx="265">
                  <c:v>189.55</c:v>
                </c:pt>
                <c:pt idx="266">
                  <c:v>252.45</c:v>
                </c:pt>
                <c:pt idx="267">
                  <c:v>252.45</c:v>
                </c:pt>
                <c:pt idx="268">
                  <c:v>260.95</c:v>
                </c:pt>
                <c:pt idx="269">
                  <c:v>260.95</c:v>
                </c:pt>
                <c:pt idx="270">
                  <c:v>246.5</c:v>
                </c:pt>
                <c:pt idx="271">
                  <c:v>246.5</c:v>
                </c:pt>
                <c:pt idx="272">
                  <c:v>284.75</c:v>
                </c:pt>
                <c:pt idx="273">
                  <c:v>284.75</c:v>
                </c:pt>
                <c:pt idx="274">
                  <c:v>322.14999999999998</c:v>
                </c:pt>
                <c:pt idx="275">
                  <c:v>322.14999999999998</c:v>
                </c:pt>
                <c:pt idx="276">
                  <c:v>346.8</c:v>
                </c:pt>
                <c:pt idx="277">
                  <c:v>346.8</c:v>
                </c:pt>
                <c:pt idx="278">
                  <c:v>290.7</c:v>
                </c:pt>
                <c:pt idx="279">
                  <c:v>290.7</c:v>
                </c:pt>
                <c:pt idx="280">
                  <c:v>328.1</c:v>
                </c:pt>
                <c:pt idx="281">
                  <c:v>328.1</c:v>
                </c:pt>
                <c:pt idx="282">
                  <c:v>362.95</c:v>
                </c:pt>
                <c:pt idx="283">
                  <c:v>362.95</c:v>
                </c:pt>
                <c:pt idx="284">
                  <c:v>435.2</c:v>
                </c:pt>
                <c:pt idx="285">
                  <c:v>435.2</c:v>
                </c:pt>
                <c:pt idx="286">
                  <c:v>449.65</c:v>
                </c:pt>
                <c:pt idx="287">
                  <c:v>449.65</c:v>
                </c:pt>
                <c:pt idx="288">
                  <c:v>371.45</c:v>
                </c:pt>
                <c:pt idx="289">
                  <c:v>371.45</c:v>
                </c:pt>
                <c:pt idx="290">
                  <c:v>437.75</c:v>
                </c:pt>
                <c:pt idx="291">
                  <c:v>437.75</c:v>
                </c:pt>
                <c:pt idx="292">
                  <c:v>472.6</c:v>
                </c:pt>
                <c:pt idx="293">
                  <c:v>472.6</c:v>
                </c:pt>
                <c:pt idx="294">
                  <c:v>430.95</c:v>
                </c:pt>
                <c:pt idx="295">
                  <c:v>430.95</c:v>
                </c:pt>
                <c:pt idx="296">
                  <c:v>327.25</c:v>
                </c:pt>
                <c:pt idx="297">
                  <c:v>327.25</c:v>
                </c:pt>
                <c:pt idx="298">
                  <c:v>295.8</c:v>
                </c:pt>
                <c:pt idx="299">
                  <c:v>295.8</c:v>
                </c:pt>
                <c:pt idx="300">
                  <c:v>272</c:v>
                </c:pt>
                <c:pt idx="301">
                  <c:v>272</c:v>
                </c:pt>
                <c:pt idx="302">
                  <c:v>239.7</c:v>
                </c:pt>
                <c:pt idx="303">
                  <c:v>239.7</c:v>
                </c:pt>
                <c:pt idx="304">
                  <c:v>84.15</c:v>
                </c:pt>
                <c:pt idx="305">
                  <c:v>84.15</c:v>
                </c:pt>
                <c:pt idx="306">
                  <c:v>73.95</c:v>
                </c:pt>
                <c:pt idx="307">
                  <c:v>73.95</c:v>
                </c:pt>
                <c:pt idx="308">
                  <c:v>130.9</c:v>
                </c:pt>
                <c:pt idx="309">
                  <c:v>130.9</c:v>
                </c:pt>
                <c:pt idx="310">
                  <c:v>120.7</c:v>
                </c:pt>
                <c:pt idx="311">
                  <c:v>120.7</c:v>
                </c:pt>
                <c:pt idx="312">
                  <c:v>115.6</c:v>
                </c:pt>
                <c:pt idx="313">
                  <c:v>115.6</c:v>
                </c:pt>
                <c:pt idx="314">
                  <c:v>101.15</c:v>
                </c:pt>
                <c:pt idx="315">
                  <c:v>101.15</c:v>
                </c:pt>
                <c:pt idx="316">
                  <c:v>82.45</c:v>
                </c:pt>
                <c:pt idx="317">
                  <c:v>82.45</c:v>
                </c:pt>
                <c:pt idx="318">
                  <c:v>74.8</c:v>
                </c:pt>
                <c:pt idx="319">
                  <c:v>74.8</c:v>
                </c:pt>
                <c:pt idx="320">
                  <c:v>52.7</c:v>
                </c:pt>
                <c:pt idx="321">
                  <c:v>52.7</c:v>
                </c:pt>
                <c:pt idx="322">
                  <c:v>31.45</c:v>
                </c:pt>
                <c:pt idx="323">
                  <c:v>31.45</c:v>
                </c:pt>
                <c:pt idx="324">
                  <c:v>12.75</c:v>
                </c:pt>
                <c:pt idx="325">
                  <c:v>12.75</c:v>
                </c:pt>
                <c:pt idx="326">
                  <c:v>11.9</c:v>
                </c:pt>
                <c:pt idx="327">
                  <c:v>11.9</c:v>
                </c:pt>
                <c:pt idx="328">
                  <c:v>3.4</c:v>
                </c:pt>
                <c:pt idx="329">
                  <c:v>3.4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5.95</c:v>
                </c:pt>
                <c:pt idx="431">
                  <c:v>5.95</c:v>
                </c:pt>
                <c:pt idx="432">
                  <c:v>21.25</c:v>
                </c:pt>
                <c:pt idx="433">
                  <c:v>21.25</c:v>
                </c:pt>
                <c:pt idx="434">
                  <c:v>52.7</c:v>
                </c:pt>
                <c:pt idx="435">
                  <c:v>52.7</c:v>
                </c:pt>
                <c:pt idx="436">
                  <c:v>99.45</c:v>
                </c:pt>
                <c:pt idx="437">
                  <c:v>99.45</c:v>
                </c:pt>
                <c:pt idx="438">
                  <c:v>137.69999999999999</c:v>
                </c:pt>
                <c:pt idx="439">
                  <c:v>137.69999999999999</c:v>
                </c:pt>
                <c:pt idx="440">
                  <c:v>178.5</c:v>
                </c:pt>
                <c:pt idx="441">
                  <c:v>178.5</c:v>
                </c:pt>
                <c:pt idx="442">
                  <c:v>219.3</c:v>
                </c:pt>
                <c:pt idx="443">
                  <c:v>219.3</c:v>
                </c:pt>
                <c:pt idx="444">
                  <c:v>259.25</c:v>
                </c:pt>
                <c:pt idx="445">
                  <c:v>259.25</c:v>
                </c:pt>
                <c:pt idx="446">
                  <c:v>299.2</c:v>
                </c:pt>
                <c:pt idx="447">
                  <c:v>299.2</c:v>
                </c:pt>
                <c:pt idx="448">
                  <c:v>337.45</c:v>
                </c:pt>
                <c:pt idx="449">
                  <c:v>337.45</c:v>
                </c:pt>
                <c:pt idx="450">
                  <c:v>374</c:v>
                </c:pt>
                <c:pt idx="451">
                  <c:v>374</c:v>
                </c:pt>
                <c:pt idx="452">
                  <c:v>409.7</c:v>
                </c:pt>
                <c:pt idx="453">
                  <c:v>409.7</c:v>
                </c:pt>
                <c:pt idx="454">
                  <c:v>443.7</c:v>
                </c:pt>
                <c:pt idx="455">
                  <c:v>443.7</c:v>
                </c:pt>
                <c:pt idx="456">
                  <c:v>476</c:v>
                </c:pt>
                <c:pt idx="457">
                  <c:v>476</c:v>
                </c:pt>
                <c:pt idx="458">
                  <c:v>504.9</c:v>
                </c:pt>
                <c:pt idx="459">
                  <c:v>504.9</c:v>
                </c:pt>
                <c:pt idx="460">
                  <c:v>530.4</c:v>
                </c:pt>
                <c:pt idx="461">
                  <c:v>530.4</c:v>
                </c:pt>
                <c:pt idx="462">
                  <c:v>553.35</c:v>
                </c:pt>
                <c:pt idx="463">
                  <c:v>553.35</c:v>
                </c:pt>
                <c:pt idx="464">
                  <c:v>572.04999999999995</c:v>
                </c:pt>
                <c:pt idx="465">
                  <c:v>572.04999999999995</c:v>
                </c:pt>
                <c:pt idx="466">
                  <c:v>588.20000000000005</c:v>
                </c:pt>
                <c:pt idx="467">
                  <c:v>588.20000000000005</c:v>
                </c:pt>
                <c:pt idx="468">
                  <c:v>600.95000000000005</c:v>
                </c:pt>
                <c:pt idx="469">
                  <c:v>600.95000000000005</c:v>
                </c:pt>
                <c:pt idx="470">
                  <c:v>610.29999999999995</c:v>
                </c:pt>
                <c:pt idx="471">
                  <c:v>610.29999999999995</c:v>
                </c:pt>
                <c:pt idx="472">
                  <c:v>617.1</c:v>
                </c:pt>
                <c:pt idx="473">
                  <c:v>617.1</c:v>
                </c:pt>
                <c:pt idx="474">
                  <c:v>619.65</c:v>
                </c:pt>
                <c:pt idx="475">
                  <c:v>619.65</c:v>
                </c:pt>
                <c:pt idx="476">
                  <c:v>618.79999999999995</c:v>
                </c:pt>
                <c:pt idx="477">
                  <c:v>618.79999999999995</c:v>
                </c:pt>
                <c:pt idx="478">
                  <c:v>615.4</c:v>
                </c:pt>
                <c:pt idx="479">
                  <c:v>615.4</c:v>
                </c:pt>
                <c:pt idx="480">
                  <c:v>607.75</c:v>
                </c:pt>
                <c:pt idx="481">
                  <c:v>607.75</c:v>
                </c:pt>
                <c:pt idx="482">
                  <c:v>597.54999999999995</c:v>
                </c:pt>
                <c:pt idx="483">
                  <c:v>597.54999999999995</c:v>
                </c:pt>
                <c:pt idx="484">
                  <c:v>580.54999999999995</c:v>
                </c:pt>
                <c:pt idx="485">
                  <c:v>580.54999999999995</c:v>
                </c:pt>
                <c:pt idx="486">
                  <c:v>566.1</c:v>
                </c:pt>
                <c:pt idx="487">
                  <c:v>566.1</c:v>
                </c:pt>
                <c:pt idx="488">
                  <c:v>476</c:v>
                </c:pt>
                <c:pt idx="489">
                  <c:v>476</c:v>
                </c:pt>
                <c:pt idx="490">
                  <c:v>425.85</c:v>
                </c:pt>
                <c:pt idx="491">
                  <c:v>425.85</c:v>
                </c:pt>
                <c:pt idx="492">
                  <c:v>420.75</c:v>
                </c:pt>
                <c:pt idx="493">
                  <c:v>420.75</c:v>
                </c:pt>
                <c:pt idx="494">
                  <c:v>322.14999999999998</c:v>
                </c:pt>
                <c:pt idx="495">
                  <c:v>322.14999999999998</c:v>
                </c:pt>
                <c:pt idx="496">
                  <c:v>275.39999999999998</c:v>
                </c:pt>
                <c:pt idx="497">
                  <c:v>275.39999999999998</c:v>
                </c:pt>
                <c:pt idx="498">
                  <c:v>249.9</c:v>
                </c:pt>
                <c:pt idx="499">
                  <c:v>249.9</c:v>
                </c:pt>
                <c:pt idx="500">
                  <c:v>232.05</c:v>
                </c:pt>
                <c:pt idx="501">
                  <c:v>232.05</c:v>
                </c:pt>
                <c:pt idx="502">
                  <c:v>214.2</c:v>
                </c:pt>
                <c:pt idx="503">
                  <c:v>214.2</c:v>
                </c:pt>
                <c:pt idx="504">
                  <c:v>168.3</c:v>
                </c:pt>
                <c:pt idx="505">
                  <c:v>168.3</c:v>
                </c:pt>
                <c:pt idx="506">
                  <c:v>143.65</c:v>
                </c:pt>
                <c:pt idx="507">
                  <c:v>143.65</c:v>
                </c:pt>
                <c:pt idx="508">
                  <c:v>118.15</c:v>
                </c:pt>
                <c:pt idx="509">
                  <c:v>118.15</c:v>
                </c:pt>
                <c:pt idx="510">
                  <c:v>97.75</c:v>
                </c:pt>
                <c:pt idx="511">
                  <c:v>97.75</c:v>
                </c:pt>
                <c:pt idx="512">
                  <c:v>68.849999999999994</c:v>
                </c:pt>
                <c:pt idx="513">
                  <c:v>68.849999999999994</c:v>
                </c:pt>
                <c:pt idx="514">
                  <c:v>41.65</c:v>
                </c:pt>
                <c:pt idx="515">
                  <c:v>41.65</c:v>
                </c:pt>
                <c:pt idx="516">
                  <c:v>23.8</c:v>
                </c:pt>
                <c:pt idx="517">
                  <c:v>23.8</c:v>
                </c:pt>
                <c:pt idx="518">
                  <c:v>13.6</c:v>
                </c:pt>
                <c:pt idx="519">
                  <c:v>13.6</c:v>
                </c:pt>
                <c:pt idx="520">
                  <c:v>0.85</c:v>
                </c:pt>
                <c:pt idx="521">
                  <c:v>0.85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0.85</c:v>
                </c:pt>
                <c:pt idx="623">
                  <c:v>0.85</c:v>
                </c:pt>
                <c:pt idx="624">
                  <c:v>10.199999999999999</c:v>
                </c:pt>
                <c:pt idx="625">
                  <c:v>10.199999999999999</c:v>
                </c:pt>
                <c:pt idx="626">
                  <c:v>17.850000000000001</c:v>
                </c:pt>
                <c:pt idx="627">
                  <c:v>17.850000000000001</c:v>
                </c:pt>
                <c:pt idx="628">
                  <c:v>22.1</c:v>
                </c:pt>
                <c:pt idx="629">
                  <c:v>22.1</c:v>
                </c:pt>
                <c:pt idx="630">
                  <c:v>52.7</c:v>
                </c:pt>
                <c:pt idx="631">
                  <c:v>52.7</c:v>
                </c:pt>
                <c:pt idx="632">
                  <c:v>74.8</c:v>
                </c:pt>
                <c:pt idx="633">
                  <c:v>74.8</c:v>
                </c:pt>
                <c:pt idx="634">
                  <c:v>92.65</c:v>
                </c:pt>
                <c:pt idx="635">
                  <c:v>92.65</c:v>
                </c:pt>
                <c:pt idx="636">
                  <c:v>115.6</c:v>
                </c:pt>
                <c:pt idx="637">
                  <c:v>115.6</c:v>
                </c:pt>
                <c:pt idx="638">
                  <c:v>159.80000000000001</c:v>
                </c:pt>
                <c:pt idx="639">
                  <c:v>159.80000000000001</c:v>
                </c:pt>
                <c:pt idx="640">
                  <c:v>184.45</c:v>
                </c:pt>
                <c:pt idx="641">
                  <c:v>184.45</c:v>
                </c:pt>
                <c:pt idx="642">
                  <c:v>201.45</c:v>
                </c:pt>
                <c:pt idx="643">
                  <c:v>201.45</c:v>
                </c:pt>
                <c:pt idx="644">
                  <c:v>235.45</c:v>
                </c:pt>
                <c:pt idx="645">
                  <c:v>235.45</c:v>
                </c:pt>
                <c:pt idx="646">
                  <c:v>241.4</c:v>
                </c:pt>
                <c:pt idx="647">
                  <c:v>241.4</c:v>
                </c:pt>
                <c:pt idx="648">
                  <c:v>214.2</c:v>
                </c:pt>
                <c:pt idx="649">
                  <c:v>214.2</c:v>
                </c:pt>
                <c:pt idx="650">
                  <c:v>214.2</c:v>
                </c:pt>
                <c:pt idx="651">
                  <c:v>214.2</c:v>
                </c:pt>
                <c:pt idx="652">
                  <c:v>213.35</c:v>
                </c:pt>
                <c:pt idx="653">
                  <c:v>213.35</c:v>
                </c:pt>
                <c:pt idx="654">
                  <c:v>164.05</c:v>
                </c:pt>
                <c:pt idx="655">
                  <c:v>164.05</c:v>
                </c:pt>
                <c:pt idx="656">
                  <c:v>154.69999999999999</c:v>
                </c:pt>
                <c:pt idx="657">
                  <c:v>154.69999999999999</c:v>
                </c:pt>
                <c:pt idx="658">
                  <c:v>175.1</c:v>
                </c:pt>
                <c:pt idx="659">
                  <c:v>175.1</c:v>
                </c:pt>
                <c:pt idx="660">
                  <c:v>331.5</c:v>
                </c:pt>
                <c:pt idx="661">
                  <c:v>331.5</c:v>
                </c:pt>
                <c:pt idx="662">
                  <c:v>411.4</c:v>
                </c:pt>
                <c:pt idx="663">
                  <c:v>411.4</c:v>
                </c:pt>
                <c:pt idx="664">
                  <c:v>305.14999999999998</c:v>
                </c:pt>
                <c:pt idx="665">
                  <c:v>305.14999999999998</c:v>
                </c:pt>
                <c:pt idx="666">
                  <c:v>276.25</c:v>
                </c:pt>
                <c:pt idx="667">
                  <c:v>276.25</c:v>
                </c:pt>
                <c:pt idx="668">
                  <c:v>266.89999999999998</c:v>
                </c:pt>
                <c:pt idx="669">
                  <c:v>266.89999999999998</c:v>
                </c:pt>
                <c:pt idx="670">
                  <c:v>223.55</c:v>
                </c:pt>
                <c:pt idx="671">
                  <c:v>223.55</c:v>
                </c:pt>
                <c:pt idx="672">
                  <c:v>248.2</c:v>
                </c:pt>
                <c:pt idx="673">
                  <c:v>248.2</c:v>
                </c:pt>
                <c:pt idx="674">
                  <c:v>277.95</c:v>
                </c:pt>
                <c:pt idx="675">
                  <c:v>277.95</c:v>
                </c:pt>
                <c:pt idx="676">
                  <c:v>243.1</c:v>
                </c:pt>
                <c:pt idx="677">
                  <c:v>243.1</c:v>
                </c:pt>
                <c:pt idx="678">
                  <c:v>204.85</c:v>
                </c:pt>
                <c:pt idx="679">
                  <c:v>204.85</c:v>
                </c:pt>
                <c:pt idx="680">
                  <c:v>219.3</c:v>
                </c:pt>
                <c:pt idx="681">
                  <c:v>219.3</c:v>
                </c:pt>
                <c:pt idx="682">
                  <c:v>229.5</c:v>
                </c:pt>
                <c:pt idx="683">
                  <c:v>229.5</c:v>
                </c:pt>
                <c:pt idx="684">
                  <c:v>219.3</c:v>
                </c:pt>
                <c:pt idx="685">
                  <c:v>219.3</c:v>
                </c:pt>
                <c:pt idx="686">
                  <c:v>203.15</c:v>
                </c:pt>
                <c:pt idx="687">
                  <c:v>203.15</c:v>
                </c:pt>
                <c:pt idx="688">
                  <c:v>178.5</c:v>
                </c:pt>
                <c:pt idx="689">
                  <c:v>178.5</c:v>
                </c:pt>
                <c:pt idx="690">
                  <c:v>176.8</c:v>
                </c:pt>
                <c:pt idx="691">
                  <c:v>176.8</c:v>
                </c:pt>
                <c:pt idx="692">
                  <c:v>159.80000000000001</c:v>
                </c:pt>
                <c:pt idx="693">
                  <c:v>159.80000000000001</c:v>
                </c:pt>
                <c:pt idx="694">
                  <c:v>130.9</c:v>
                </c:pt>
                <c:pt idx="695">
                  <c:v>130.9</c:v>
                </c:pt>
                <c:pt idx="696">
                  <c:v>73.099999999999994</c:v>
                </c:pt>
                <c:pt idx="697">
                  <c:v>73.099999999999994</c:v>
                </c:pt>
                <c:pt idx="698">
                  <c:v>68</c:v>
                </c:pt>
                <c:pt idx="699">
                  <c:v>68</c:v>
                </c:pt>
                <c:pt idx="700">
                  <c:v>58.65</c:v>
                </c:pt>
                <c:pt idx="701">
                  <c:v>58.65</c:v>
                </c:pt>
                <c:pt idx="702">
                  <c:v>34</c:v>
                </c:pt>
                <c:pt idx="703">
                  <c:v>34</c:v>
                </c:pt>
                <c:pt idx="704">
                  <c:v>57.8</c:v>
                </c:pt>
                <c:pt idx="705">
                  <c:v>57.8</c:v>
                </c:pt>
                <c:pt idx="706">
                  <c:v>51</c:v>
                </c:pt>
                <c:pt idx="707">
                  <c:v>51</c:v>
                </c:pt>
                <c:pt idx="708">
                  <c:v>51.85</c:v>
                </c:pt>
                <c:pt idx="709">
                  <c:v>51.85</c:v>
                </c:pt>
                <c:pt idx="710">
                  <c:v>18.7</c:v>
                </c:pt>
                <c:pt idx="711">
                  <c:v>18.7</c:v>
                </c:pt>
                <c:pt idx="712">
                  <c:v>3.4</c:v>
                </c:pt>
                <c:pt idx="713">
                  <c:v>3.4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2.5499999999999998</c:v>
                </c:pt>
                <c:pt idx="815">
                  <c:v>2.5499999999999998</c:v>
                </c:pt>
                <c:pt idx="816">
                  <c:v>16.149999999999999</c:v>
                </c:pt>
                <c:pt idx="817">
                  <c:v>16.149999999999999</c:v>
                </c:pt>
                <c:pt idx="818">
                  <c:v>26.35</c:v>
                </c:pt>
                <c:pt idx="819">
                  <c:v>26.35</c:v>
                </c:pt>
                <c:pt idx="820">
                  <c:v>41.65</c:v>
                </c:pt>
                <c:pt idx="821">
                  <c:v>41.65</c:v>
                </c:pt>
                <c:pt idx="822">
                  <c:v>71.400000000000006</c:v>
                </c:pt>
                <c:pt idx="823">
                  <c:v>71.400000000000006</c:v>
                </c:pt>
                <c:pt idx="824">
                  <c:v>84.15</c:v>
                </c:pt>
                <c:pt idx="825">
                  <c:v>84.15</c:v>
                </c:pt>
                <c:pt idx="826">
                  <c:v>107.1</c:v>
                </c:pt>
                <c:pt idx="827">
                  <c:v>107.1</c:v>
                </c:pt>
                <c:pt idx="828">
                  <c:v>145.35</c:v>
                </c:pt>
                <c:pt idx="829">
                  <c:v>145.35</c:v>
                </c:pt>
                <c:pt idx="830">
                  <c:v>192.95</c:v>
                </c:pt>
                <c:pt idx="831">
                  <c:v>192.95</c:v>
                </c:pt>
                <c:pt idx="832">
                  <c:v>236.3</c:v>
                </c:pt>
                <c:pt idx="833">
                  <c:v>236.3</c:v>
                </c:pt>
                <c:pt idx="834">
                  <c:v>266.05</c:v>
                </c:pt>
                <c:pt idx="835">
                  <c:v>266.05</c:v>
                </c:pt>
                <c:pt idx="836">
                  <c:v>266.89999999999998</c:v>
                </c:pt>
                <c:pt idx="837">
                  <c:v>266.89999999999998</c:v>
                </c:pt>
                <c:pt idx="838">
                  <c:v>329.8</c:v>
                </c:pt>
                <c:pt idx="839">
                  <c:v>329.8</c:v>
                </c:pt>
                <c:pt idx="840">
                  <c:v>399.5</c:v>
                </c:pt>
                <c:pt idx="841">
                  <c:v>399.5</c:v>
                </c:pt>
                <c:pt idx="842">
                  <c:v>487.9</c:v>
                </c:pt>
                <c:pt idx="843">
                  <c:v>487.9</c:v>
                </c:pt>
                <c:pt idx="844">
                  <c:v>523.6</c:v>
                </c:pt>
                <c:pt idx="845">
                  <c:v>523.6</c:v>
                </c:pt>
                <c:pt idx="846">
                  <c:v>545.70000000000005</c:v>
                </c:pt>
                <c:pt idx="847">
                  <c:v>545.70000000000005</c:v>
                </c:pt>
                <c:pt idx="848">
                  <c:v>565.25</c:v>
                </c:pt>
                <c:pt idx="849">
                  <c:v>565.25</c:v>
                </c:pt>
                <c:pt idx="850">
                  <c:v>582.25</c:v>
                </c:pt>
                <c:pt idx="851">
                  <c:v>582.25</c:v>
                </c:pt>
                <c:pt idx="852">
                  <c:v>595</c:v>
                </c:pt>
                <c:pt idx="853">
                  <c:v>595</c:v>
                </c:pt>
                <c:pt idx="854">
                  <c:v>601.79999999999995</c:v>
                </c:pt>
                <c:pt idx="855">
                  <c:v>601.79999999999995</c:v>
                </c:pt>
                <c:pt idx="856">
                  <c:v>610.29999999999995</c:v>
                </c:pt>
                <c:pt idx="857">
                  <c:v>610.29999999999995</c:v>
                </c:pt>
                <c:pt idx="858">
                  <c:v>612.85</c:v>
                </c:pt>
                <c:pt idx="859">
                  <c:v>612.85</c:v>
                </c:pt>
                <c:pt idx="860">
                  <c:v>612</c:v>
                </c:pt>
                <c:pt idx="861">
                  <c:v>612</c:v>
                </c:pt>
                <c:pt idx="862">
                  <c:v>606.9</c:v>
                </c:pt>
                <c:pt idx="863">
                  <c:v>606.9</c:v>
                </c:pt>
                <c:pt idx="864">
                  <c:v>598.4</c:v>
                </c:pt>
                <c:pt idx="865">
                  <c:v>598.4</c:v>
                </c:pt>
                <c:pt idx="866">
                  <c:v>586.5</c:v>
                </c:pt>
                <c:pt idx="867">
                  <c:v>586.5</c:v>
                </c:pt>
                <c:pt idx="868">
                  <c:v>572.04999999999995</c:v>
                </c:pt>
                <c:pt idx="869">
                  <c:v>572.04999999999995</c:v>
                </c:pt>
                <c:pt idx="870">
                  <c:v>554.20000000000005</c:v>
                </c:pt>
                <c:pt idx="871">
                  <c:v>554.20000000000005</c:v>
                </c:pt>
                <c:pt idx="872">
                  <c:v>532.95000000000005</c:v>
                </c:pt>
                <c:pt idx="873">
                  <c:v>532.95000000000005</c:v>
                </c:pt>
                <c:pt idx="874">
                  <c:v>510</c:v>
                </c:pt>
                <c:pt idx="875">
                  <c:v>510</c:v>
                </c:pt>
                <c:pt idx="876">
                  <c:v>482.8</c:v>
                </c:pt>
                <c:pt idx="877">
                  <c:v>482.8</c:v>
                </c:pt>
                <c:pt idx="878">
                  <c:v>351.05</c:v>
                </c:pt>
                <c:pt idx="879">
                  <c:v>351.05</c:v>
                </c:pt>
                <c:pt idx="880">
                  <c:v>303.45</c:v>
                </c:pt>
                <c:pt idx="881">
                  <c:v>303.45</c:v>
                </c:pt>
                <c:pt idx="882">
                  <c:v>267.75</c:v>
                </c:pt>
                <c:pt idx="883">
                  <c:v>267.75</c:v>
                </c:pt>
                <c:pt idx="884">
                  <c:v>226.95</c:v>
                </c:pt>
                <c:pt idx="885">
                  <c:v>226.95</c:v>
                </c:pt>
                <c:pt idx="886">
                  <c:v>221.85</c:v>
                </c:pt>
                <c:pt idx="887">
                  <c:v>221.85</c:v>
                </c:pt>
                <c:pt idx="888">
                  <c:v>230.35</c:v>
                </c:pt>
                <c:pt idx="889">
                  <c:v>230.35</c:v>
                </c:pt>
                <c:pt idx="890">
                  <c:v>203.15</c:v>
                </c:pt>
                <c:pt idx="891">
                  <c:v>203.15</c:v>
                </c:pt>
                <c:pt idx="892">
                  <c:v>167.45</c:v>
                </c:pt>
                <c:pt idx="893">
                  <c:v>167.45</c:v>
                </c:pt>
                <c:pt idx="894">
                  <c:v>133.44999999999999</c:v>
                </c:pt>
                <c:pt idx="895">
                  <c:v>133.44999999999999</c:v>
                </c:pt>
                <c:pt idx="896">
                  <c:v>80.75</c:v>
                </c:pt>
                <c:pt idx="897">
                  <c:v>80.75</c:v>
                </c:pt>
                <c:pt idx="898">
                  <c:v>44.2</c:v>
                </c:pt>
                <c:pt idx="899">
                  <c:v>44.2</c:v>
                </c:pt>
                <c:pt idx="900">
                  <c:v>22.95</c:v>
                </c:pt>
                <c:pt idx="901">
                  <c:v>22.95</c:v>
                </c:pt>
                <c:pt idx="902">
                  <c:v>11.05</c:v>
                </c:pt>
                <c:pt idx="903">
                  <c:v>11.05</c:v>
                </c:pt>
                <c:pt idx="904">
                  <c:v>1.7</c:v>
                </c:pt>
                <c:pt idx="905">
                  <c:v>1.7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1.7</c:v>
                </c:pt>
                <c:pt idx="1007">
                  <c:v>1.7</c:v>
                </c:pt>
                <c:pt idx="1008">
                  <c:v>10.199999999999999</c:v>
                </c:pt>
                <c:pt idx="1009">
                  <c:v>10.199999999999999</c:v>
                </c:pt>
                <c:pt idx="1010">
                  <c:v>16.149999999999999</c:v>
                </c:pt>
                <c:pt idx="1011">
                  <c:v>16.149999999999999</c:v>
                </c:pt>
                <c:pt idx="1012">
                  <c:v>25.5</c:v>
                </c:pt>
                <c:pt idx="1013">
                  <c:v>25.5</c:v>
                </c:pt>
                <c:pt idx="1014">
                  <c:v>37.4</c:v>
                </c:pt>
                <c:pt idx="1015">
                  <c:v>37.4</c:v>
                </c:pt>
                <c:pt idx="1016">
                  <c:v>55.25</c:v>
                </c:pt>
                <c:pt idx="1017">
                  <c:v>55.25</c:v>
                </c:pt>
                <c:pt idx="1018">
                  <c:v>69.7</c:v>
                </c:pt>
                <c:pt idx="1019">
                  <c:v>69.7</c:v>
                </c:pt>
                <c:pt idx="1020">
                  <c:v>74.8</c:v>
                </c:pt>
                <c:pt idx="1021">
                  <c:v>74.8</c:v>
                </c:pt>
                <c:pt idx="1022">
                  <c:v>65.45</c:v>
                </c:pt>
                <c:pt idx="1023">
                  <c:v>65.45</c:v>
                </c:pt>
                <c:pt idx="1024">
                  <c:v>78.2</c:v>
                </c:pt>
                <c:pt idx="1025">
                  <c:v>78.2</c:v>
                </c:pt>
                <c:pt idx="1026">
                  <c:v>62.05</c:v>
                </c:pt>
                <c:pt idx="1027">
                  <c:v>62.05</c:v>
                </c:pt>
                <c:pt idx="1028">
                  <c:v>50.15</c:v>
                </c:pt>
                <c:pt idx="1029">
                  <c:v>50.15</c:v>
                </c:pt>
                <c:pt idx="1030">
                  <c:v>31.45</c:v>
                </c:pt>
                <c:pt idx="1031">
                  <c:v>31.45</c:v>
                </c:pt>
                <c:pt idx="1032">
                  <c:v>42.5</c:v>
                </c:pt>
                <c:pt idx="1033">
                  <c:v>42.5</c:v>
                </c:pt>
                <c:pt idx="1034">
                  <c:v>49.3</c:v>
                </c:pt>
                <c:pt idx="1035">
                  <c:v>49.3</c:v>
                </c:pt>
                <c:pt idx="1036">
                  <c:v>68</c:v>
                </c:pt>
                <c:pt idx="1037">
                  <c:v>68</c:v>
                </c:pt>
                <c:pt idx="1038">
                  <c:v>76.5</c:v>
                </c:pt>
                <c:pt idx="1039">
                  <c:v>76.5</c:v>
                </c:pt>
                <c:pt idx="1040">
                  <c:v>96.05</c:v>
                </c:pt>
                <c:pt idx="1041">
                  <c:v>96.05</c:v>
                </c:pt>
                <c:pt idx="1042">
                  <c:v>84.15</c:v>
                </c:pt>
                <c:pt idx="1043">
                  <c:v>84.15</c:v>
                </c:pt>
                <c:pt idx="1044">
                  <c:v>47.6</c:v>
                </c:pt>
                <c:pt idx="1045">
                  <c:v>47.6</c:v>
                </c:pt>
                <c:pt idx="1046">
                  <c:v>33.15</c:v>
                </c:pt>
                <c:pt idx="1047">
                  <c:v>33.15</c:v>
                </c:pt>
                <c:pt idx="1048">
                  <c:v>104.55</c:v>
                </c:pt>
                <c:pt idx="1049">
                  <c:v>104.55</c:v>
                </c:pt>
                <c:pt idx="1050">
                  <c:v>87.55</c:v>
                </c:pt>
                <c:pt idx="1051">
                  <c:v>87.55</c:v>
                </c:pt>
                <c:pt idx="1052">
                  <c:v>78.2</c:v>
                </c:pt>
                <c:pt idx="1053">
                  <c:v>78.2</c:v>
                </c:pt>
                <c:pt idx="1054">
                  <c:v>55.25</c:v>
                </c:pt>
                <c:pt idx="1055">
                  <c:v>55.25</c:v>
                </c:pt>
                <c:pt idx="1056">
                  <c:v>105.4</c:v>
                </c:pt>
                <c:pt idx="1057">
                  <c:v>105.4</c:v>
                </c:pt>
                <c:pt idx="1058">
                  <c:v>107.1</c:v>
                </c:pt>
                <c:pt idx="1059">
                  <c:v>107.1</c:v>
                </c:pt>
                <c:pt idx="1060">
                  <c:v>103.7</c:v>
                </c:pt>
                <c:pt idx="1061">
                  <c:v>103.7</c:v>
                </c:pt>
                <c:pt idx="1062">
                  <c:v>79.05</c:v>
                </c:pt>
                <c:pt idx="1063">
                  <c:v>79.05</c:v>
                </c:pt>
                <c:pt idx="1064">
                  <c:v>96.9</c:v>
                </c:pt>
                <c:pt idx="1065">
                  <c:v>96.9</c:v>
                </c:pt>
                <c:pt idx="1066">
                  <c:v>83.3</c:v>
                </c:pt>
                <c:pt idx="1067">
                  <c:v>83.3</c:v>
                </c:pt>
                <c:pt idx="1068">
                  <c:v>94.35</c:v>
                </c:pt>
                <c:pt idx="1069">
                  <c:v>94.35</c:v>
                </c:pt>
                <c:pt idx="1070">
                  <c:v>95.2</c:v>
                </c:pt>
                <c:pt idx="1071">
                  <c:v>95.2</c:v>
                </c:pt>
                <c:pt idx="1072">
                  <c:v>79.05</c:v>
                </c:pt>
                <c:pt idx="1073">
                  <c:v>79.05</c:v>
                </c:pt>
                <c:pt idx="1074">
                  <c:v>80.75</c:v>
                </c:pt>
                <c:pt idx="1075">
                  <c:v>80.75</c:v>
                </c:pt>
                <c:pt idx="1076">
                  <c:v>93.5</c:v>
                </c:pt>
                <c:pt idx="1077">
                  <c:v>93.5</c:v>
                </c:pt>
                <c:pt idx="1078">
                  <c:v>104.55</c:v>
                </c:pt>
                <c:pt idx="1079">
                  <c:v>104.55</c:v>
                </c:pt>
                <c:pt idx="1080">
                  <c:v>82.45</c:v>
                </c:pt>
                <c:pt idx="1081">
                  <c:v>82.45</c:v>
                </c:pt>
                <c:pt idx="1082">
                  <c:v>45.05</c:v>
                </c:pt>
                <c:pt idx="1083">
                  <c:v>45.05</c:v>
                </c:pt>
                <c:pt idx="1084">
                  <c:v>33.15</c:v>
                </c:pt>
                <c:pt idx="1085">
                  <c:v>33.15</c:v>
                </c:pt>
                <c:pt idx="1086">
                  <c:v>27.2</c:v>
                </c:pt>
                <c:pt idx="1087">
                  <c:v>27.2</c:v>
                </c:pt>
                <c:pt idx="1088">
                  <c:v>20.399999999999999</c:v>
                </c:pt>
                <c:pt idx="1089">
                  <c:v>20.399999999999999</c:v>
                </c:pt>
                <c:pt idx="1090">
                  <c:v>11.05</c:v>
                </c:pt>
                <c:pt idx="1091">
                  <c:v>11.05</c:v>
                </c:pt>
                <c:pt idx="1092">
                  <c:v>9.35</c:v>
                </c:pt>
                <c:pt idx="1093">
                  <c:v>9.35</c:v>
                </c:pt>
                <c:pt idx="1094">
                  <c:v>5.0999999999999996</c:v>
                </c:pt>
                <c:pt idx="1095">
                  <c:v>5.0999999999999996</c:v>
                </c:pt>
                <c:pt idx="1096">
                  <c:v>0.85</c:v>
                </c:pt>
                <c:pt idx="1097">
                  <c:v>0.85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2.5499999999999998</c:v>
                </c:pt>
                <c:pt idx="1199">
                  <c:v>2.5499999999999998</c:v>
                </c:pt>
                <c:pt idx="1200">
                  <c:v>13.6</c:v>
                </c:pt>
                <c:pt idx="1201">
                  <c:v>13.6</c:v>
                </c:pt>
                <c:pt idx="1202">
                  <c:v>28.05</c:v>
                </c:pt>
                <c:pt idx="1203">
                  <c:v>28.05</c:v>
                </c:pt>
                <c:pt idx="1204">
                  <c:v>49.3</c:v>
                </c:pt>
                <c:pt idx="1205">
                  <c:v>49.3</c:v>
                </c:pt>
                <c:pt idx="1206">
                  <c:v>77.349999999999994</c:v>
                </c:pt>
                <c:pt idx="1207">
                  <c:v>77.349999999999994</c:v>
                </c:pt>
                <c:pt idx="1208">
                  <c:v>108.8</c:v>
                </c:pt>
                <c:pt idx="1209">
                  <c:v>108.8</c:v>
                </c:pt>
                <c:pt idx="1210">
                  <c:v>137.69999999999999</c:v>
                </c:pt>
                <c:pt idx="1211">
                  <c:v>137.69999999999999</c:v>
                </c:pt>
                <c:pt idx="1212">
                  <c:v>166.6</c:v>
                </c:pt>
                <c:pt idx="1213">
                  <c:v>166.6</c:v>
                </c:pt>
                <c:pt idx="1214">
                  <c:v>195.5</c:v>
                </c:pt>
                <c:pt idx="1215">
                  <c:v>195.5</c:v>
                </c:pt>
                <c:pt idx="1216">
                  <c:v>224.4</c:v>
                </c:pt>
                <c:pt idx="1217">
                  <c:v>224.4</c:v>
                </c:pt>
                <c:pt idx="1218">
                  <c:v>251.6</c:v>
                </c:pt>
                <c:pt idx="1219">
                  <c:v>251.6</c:v>
                </c:pt>
                <c:pt idx="1220">
                  <c:v>278.8</c:v>
                </c:pt>
                <c:pt idx="1221">
                  <c:v>278.8</c:v>
                </c:pt>
                <c:pt idx="1222">
                  <c:v>302.60000000000002</c:v>
                </c:pt>
                <c:pt idx="1223">
                  <c:v>302.60000000000002</c:v>
                </c:pt>
                <c:pt idx="1224">
                  <c:v>336.6</c:v>
                </c:pt>
                <c:pt idx="1225">
                  <c:v>336.6</c:v>
                </c:pt>
                <c:pt idx="1226">
                  <c:v>359.55</c:v>
                </c:pt>
                <c:pt idx="1227">
                  <c:v>359.55</c:v>
                </c:pt>
                <c:pt idx="1228">
                  <c:v>379.95</c:v>
                </c:pt>
                <c:pt idx="1229">
                  <c:v>379.95</c:v>
                </c:pt>
                <c:pt idx="1230">
                  <c:v>396.95</c:v>
                </c:pt>
                <c:pt idx="1231">
                  <c:v>396.95</c:v>
                </c:pt>
                <c:pt idx="1232">
                  <c:v>407.15</c:v>
                </c:pt>
                <c:pt idx="1233">
                  <c:v>407.15</c:v>
                </c:pt>
                <c:pt idx="1234">
                  <c:v>416.5</c:v>
                </c:pt>
                <c:pt idx="1235">
                  <c:v>416.5</c:v>
                </c:pt>
                <c:pt idx="1236">
                  <c:v>426.7</c:v>
                </c:pt>
                <c:pt idx="1237">
                  <c:v>426.7</c:v>
                </c:pt>
                <c:pt idx="1238">
                  <c:v>433.5</c:v>
                </c:pt>
                <c:pt idx="1239">
                  <c:v>433.5</c:v>
                </c:pt>
                <c:pt idx="1240">
                  <c:v>438.6</c:v>
                </c:pt>
                <c:pt idx="1241">
                  <c:v>438.6</c:v>
                </c:pt>
                <c:pt idx="1242">
                  <c:v>440.3</c:v>
                </c:pt>
                <c:pt idx="1243">
                  <c:v>440.3</c:v>
                </c:pt>
                <c:pt idx="1244">
                  <c:v>439.45</c:v>
                </c:pt>
                <c:pt idx="1245">
                  <c:v>439.45</c:v>
                </c:pt>
                <c:pt idx="1246">
                  <c:v>430.95</c:v>
                </c:pt>
                <c:pt idx="1247">
                  <c:v>430.95</c:v>
                </c:pt>
                <c:pt idx="1248">
                  <c:v>422.45</c:v>
                </c:pt>
                <c:pt idx="1249">
                  <c:v>422.45</c:v>
                </c:pt>
                <c:pt idx="1250">
                  <c:v>413.95</c:v>
                </c:pt>
                <c:pt idx="1251">
                  <c:v>413.95</c:v>
                </c:pt>
                <c:pt idx="1252">
                  <c:v>402.9</c:v>
                </c:pt>
                <c:pt idx="1253">
                  <c:v>402.9</c:v>
                </c:pt>
                <c:pt idx="1254">
                  <c:v>390.15</c:v>
                </c:pt>
                <c:pt idx="1255">
                  <c:v>390.15</c:v>
                </c:pt>
                <c:pt idx="1256">
                  <c:v>374.85</c:v>
                </c:pt>
                <c:pt idx="1257">
                  <c:v>374.85</c:v>
                </c:pt>
                <c:pt idx="1258">
                  <c:v>357</c:v>
                </c:pt>
                <c:pt idx="1259">
                  <c:v>357</c:v>
                </c:pt>
                <c:pt idx="1260">
                  <c:v>333.2</c:v>
                </c:pt>
                <c:pt idx="1261">
                  <c:v>333.2</c:v>
                </c:pt>
                <c:pt idx="1262">
                  <c:v>309.39999999999998</c:v>
                </c:pt>
                <c:pt idx="1263">
                  <c:v>309.39999999999998</c:v>
                </c:pt>
                <c:pt idx="1264">
                  <c:v>287.3</c:v>
                </c:pt>
                <c:pt idx="1265">
                  <c:v>287.3</c:v>
                </c:pt>
                <c:pt idx="1266">
                  <c:v>263.5</c:v>
                </c:pt>
                <c:pt idx="1267">
                  <c:v>263.5</c:v>
                </c:pt>
                <c:pt idx="1268">
                  <c:v>238.85</c:v>
                </c:pt>
                <c:pt idx="1269">
                  <c:v>238.85</c:v>
                </c:pt>
                <c:pt idx="1270">
                  <c:v>213.35</c:v>
                </c:pt>
                <c:pt idx="1271">
                  <c:v>213.35</c:v>
                </c:pt>
                <c:pt idx="1272">
                  <c:v>185.3</c:v>
                </c:pt>
                <c:pt idx="1273">
                  <c:v>185.3</c:v>
                </c:pt>
                <c:pt idx="1274">
                  <c:v>154.69999999999999</c:v>
                </c:pt>
                <c:pt idx="1275">
                  <c:v>154.69999999999999</c:v>
                </c:pt>
                <c:pt idx="1276">
                  <c:v>125.8</c:v>
                </c:pt>
                <c:pt idx="1277">
                  <c:v>125.8</c:v>
                </c:pt>
                <c:pt idx="1278">
                  <c:v>96.9</c:v>
                </c:pt>
                <c:pt idx="1279">
                  <c:v>96.9</c:v>
                </c:pt>
                <c:pt idx="1280">
                  <c:v>66.3</c:v>
                </c:pt>
                <c:pt idx="1281">
                  <c:v>66.3</c:v>
                </c:pt>
                <c:pt idx="1282">
                  <c:v>19.55</c:v>
                </c:pt>
                <c:pt idx="1283">
                  <c:v>19.55</c:v>
                </c:pt>
                <c:pt idx="1284">
                  <c:v>10.199999999999999</c:v>
                </c:pt>
                <c:pt idx="1285">
                  <c:v>10.199999999999999</c:v>
                </c:pt>
                <c:pt idx="1286">
                  <c:v>6.8</c:v>
                </c:pt>
                <c:pt idx="1287">
                  <c:v>6.8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6.8</c:v>
                </c:pt>
                <c:pt idx="1393">
                  <c:v>6.8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94D-43A3-98C8-B4BC7C598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Data'!$B$2:$B$699</c:f>
              <c:numCache>
                <c:formatCode>0</c:formatCode>
                <c:ptCount val="698"/>
                <c:pt idx="0">
                  <c:v>38.112900000000003</c:v>
                </c:pt>
                <c:pt idx="1">
                  <c:v>38.112907999999997</c:v>
                </c:pt>
                <c:pt idx="2">
                  <c:v>38.112915000000001</c:v>
                </c:pt>
                <c:pt idx="3">
                  <c:v>38.112923000000002</c:v>
                </c:pt>
                <c:pt idx="4">
                  <c:v>38.1372</c:v>
                </c:pt>
                <c:pt idx="5">
                  <c:v>38.1372</c:v>
                </c:pt>
                <c:pt idx="6">
                  <c:v>38.1372</c:v>
                </c:pt>
                <c:pt idx="7">
                  <c:v>38.1372</c:v>
                </c:pt>
                <c:pt idx="8">
                  <c:v>38.1372</c:v>
                </c:pt>
                <c:pt idx="9">
                  <c:v>38.1372</c:v>
                </c:pt>
                <c:pt idx="10">
                  <c:v>38.1372</c:v>
                </c:pt>
                <c:pt idx="11">
                  <c:v>38.1372</c:v>
                </c:pt>
                <c:pt idx="12">
                  <c:v>42.675417000000003</c:v>
                </c:pt>
                <c:pt idx="13">
                  <c:v>42.675417000000003</c:v>
                </c:pt>
                <c:pt idx="14">
                  <c:v>42.675417000000003</c:v>
                </c:pt>
                <c:pt idx="15">
                  <c:v>45.349508</c:v>
                </c:pt>
                <c:pt idx="16">
                  <c:v>49.887725000000003</c:v>
                </c:pt>
                <c:pt idx="17">
                  <c:v>54.425941000000002</c:v>
                </c:pt>
                <c:pt idx="18">
                  <c:v>54.425941000000002</c:v>
                </c:pt>
                <c:pt idx="19">
                  <c:v>54.425941000000002</c:v>
                </c:pt>
                <c:pt idx="20">
                  <c:v>54.425949000000003</c:v>
                </c:pt>
                <c:pt idx="21">
                  <c:v>61.233274000000002</c:v>
                </c:pt>
                <c:pt idx="22">
                  <c:v>68.040599</c:v>
                </c:pt>
                <c:pt idx="23">
                  <c:v>69.420165999999995</c:v>
                </c:pt>
                <c:pt idx="24">
                  <c:v>69.474000000000004</c:v>
                </c:pt>
                <c:pt idx="25">
                  <c:v>68.372557999999998</c:v>
                </c:pt>
                <c:pt idx="26">
                  <c:v>67.090030999999996</c:v>
                </c:pt>
                <c:pt idx="27">
                  <c:v>66.662521999999996</c:v>
                </c:pt>
                <c:pt idx="28">
                  <c:v>66.662521999999996</c:v>
                </c:pt>
                <c:pt idx="29">
                  <c:v>63.644942</c:v>
                </c:pt>
                <c:pt idx="30">
                  <c:v>62.928496000000003</c:v>
                </c:pt>
                <c:pt idx="31">
                  <c:v>61.73442</c:v>
                </c:pt>
                <c:pt idx="32">
                  <c:v>61.336393999999999</c:v>
                </c:pt>
                <c:pt idx="33">
                  <c:v>61.336393999999999</c:v>
                </c:pt>
                <c:pt idx="34">
                  <c:v>61.336393999999999</c:v>
                </c:pt>
                <c:pt idx="35">
                  <c:v>61.336393999999999</c:v>
                </c:pt>
                <c:pt idx="36">
                  <c:v>61.336393999999999</c:v>
                </c:pt>
                <c:pt idx="37">
                  <c:v>61.336393999999999</c:v>
                </c:pt>
                <c:pt idx="38">
                  <c:v>61.336393999999999</c:v>
                </c:pt>
                <c:pt idx="39">
                  <c:v>61.121242000000002</c:v>
                </c:pt>
                <c:pt idx="40">
                  <c:v>60.040973999999999</c:v>
                </c:pt>
                <c:pt idx="41">
                  <c:v>58.960704999999997</c:v>
                </c:pt>
                <c:pt idx="42">
                  <c:v>58.888686999999997</c:v>
                </c:pt>
                <c:pt idx="43">
                  <c:v>58.160682000000001</c:v>
                </c:pt>
                <c:pt idx="44">
                  <c:v>56.947338999999999</c:v>
                </c:pt>
                <c:pt idx="45">
                  <c:v>55.733997000000002</c:v>
                </c:pt>
                <c:pt idx="46">
                  <c:v>55.167771000000002</c:v>
                </c:pt>
                <c:pt idx="47">
                  <c:v>54.620741000000002</c:v>
                </c:pt>
                <c:pt idx="48">
                  <c:v>53.448535</c:v>
                </c:pt>
                <c:pt idx="49">
                  <c:v>52.276327999999999</c:v>
                </c:pt>
                <c:pt idx="50">
                  <c:v>51.494857000000003</c:v>
                </c:pt>
                <c:pt idx="51">
                  <c:v>51.494857000000003</c:v>
                </c:pt>
                <c:pt idx="52">
                  <c:v>51.494857000000003</c:v>
                </c:pt>
                <c:pt idx="53">
                  <c:v>51.494857000000003</c:v>
                </c:pt>
                <c:pt idx="54">
                  <c:v>51.494857000000003</c:v>
                </c:pt>
                <c:pt idx="55">
                  <c:v>51.494857000000003</c:v>
                </c:pt>
                <c:pt idx="56">
                  <c:v>50.572978999999997</c:v>
                </c:pt>
                <c:pt idx="57">
                  <c:v>50.340421999999997</c:v>
                </c:pt>
                <c:pt idx="58">
                  <c:v>49.589143999999997</c:v>
                </c:pt>
                <c:pt idx="59">
                  <c:v>48.337015000000001</c:v>
                </c:pt>
                <c:pt idx="60">
                  <c:v>47.084885</c:v>
                </c:pt>
                <c:pt idx="61">
                  <c:v>46.667507999999998</c:v>
                </c:pt>
                <c:pt idx="62">
                  <c:v>46.667507999999998</c:v>
                </c:pt>
                <c:pt idx="63">
                  <c:v>46.667507999999998</c:v>
                </c:pt>
                <c:pt idx="64">
                  <c:v>46.083835000000001</c:v>
                </c:pt>
                <c:pt idx="65">
                  <c:v>44.989448000000003</c:v>
                </c:pt>
                <c:pt idx="66">
                  <c:v>43.895060999999998</c:v>
                </c:pt>
                <c:pt idx="67">
                  <c:v>42.946592000000003</c:v>
                </c:pt>
                <c:pt idx="68">
                  <c:v>42.946592000000003</c:v>
                </c:pt>
                <c:pt idx="69">
                  <c:v>42.008826999999997</c:v>
                </c:pt>
                <c:pt idx="70">
                  <c:v>40.836620000000003</c:v>
                </c:pt>
                <c:pt idx="71">
                  <c:v>39.664414000000001</c:v>
                </c:pt>
                <c:pt idx="72">
                  <c:v>39.273677999999997</c:v>
                </c:pt>
                <c:pt idx="73">
                  <c:v>38.325209999999998</c:v>
                </c:pt>
                <c:pt idx="74">
                  <c:v>37.230822000000003</c:v>
                </c:pt>
                <c:pt idx="75">
                  <c:v>36.136434999999999</c:v>
                </c:pt>
                <c:pt idx="76">
                  <c:v>35.552762000000001</c:v>
                </c:pt>
                <c:pt idx="77">
                  <c:v>35.456107000000003</c:v>
                </c:pt>
                <c:pt idx="78">
                  <c:v>34.006272000000003</c:v>
                </c:pt>
                <c:pt idx="79">
                  <c:v>32.556438</c:v>
                </c:pt>
                <c:pt idx="80">
                  <c:v>31.879849</c:v>
                </c:pt>
                <c:pt idx="81">
                  <c:v>31.879849</c:v>
                </c:pt>
                <c:pt idx="82">
                  <c:v>28.736536000000001</c:v>
                </c:pt>
                <c:pt idx="83">
                  <c:v>28.736536000000001</c:v>
                </c:pt>
                <c:pt idx="84">
                  <c:v>32.175127000000003</c:v>
                </c:pt>
                <c:pt idx="85">
                  <c:v>31.762167999999999</c:v>
                </c:pt>
                <c:pt idx="86">
                  <c:v>30.523291</c:v>
                </c:pt>
                <c:pt idx="87">
                  <c:v>29.284414000000002</c:v>
                </c:pt>
                <c:pt idx="88">
                  <c:v>28.293312</c:v>
                </c:pt>
                <c:pt idx="89">
                  <c:v>28.293312</c:v>
                </c:pt>
                <c:pt idx="90">
                  <c:v>26.934764000000001</c:v>
                </c:pt>
                <c:pt idx="91">
                  <c:v>26.431833999999998</c:v>
                </c:pt>
                <c:pt idx="92">
                  <c:v>27.482565999999998</c:v>
                </c:pt>
                <c:pt idx="93">
                  <c:v>24.339254</c:v>
                </c:pt>
                <c:pt idx="94">
                  <c:v>26.431833999999998</c:v>
                </c:pt>
                <c:pt idx="95">
                  <c:v>26.431833999999998</c:v>
                </c:pt>
                <c:pt idx="96">
                  <c:v>26.431833999999998</c:v>
                </c:pt>
                <c:pt idx="97">
                  <c:v>26.431833999999998</c:v>
                </c:pt>
                <c:pt idx="98">
                  <c:v>26.431833999999998</c:v>
                </c:pt>
                <c:pt idx="99">
                  <c:v>26.431833999999998</c:v>
                </c:pt>
                <c:pt idx="100">
                  <c:v>26.431833999999998</c:v>
                </c:pt>
                <c:pt idx="101">
                  <c:v>30.970051000000002</c:v>
                </c:pt>
                <c:pt idx="102">
                  <c:v>35.508266999999996</c:v>
                </c:pt>
                <c:pt idx="103">
                  <c:v>35.508266999999996</c:v>
                </c:pt>
                <c:pt idx="104">
                  <c:v>35.508266999999996</c:v>
                </c:pt>
                <c:pt idx="105">
                  <c:v>40.046484</c:v>
                </c:pt>
                <c:pt idx="106">
                  <c:v>40.046491000000003</c:v>
                </c:pt>
                <c:pt idx="107">
                  <c:v>46.853816000000002</c:v>
                </c:pt>
                <c:pt idx="108">
                  <c:v>53.661141000000001</c:v>
                </c:pt>
                <c:pt idx="109">
                  <c:v>58.375886000000001</c:v>
                </c:pt>
                <c:pt idx="110">
                  <c:v>62.770701000000003</c:v>
                </c:pt>
                <c:pt idx="111">
                  <c:v>63.359903000000003</c:v>
                </c:pt>
                <c:pt idx="112">
                  <c:v>63.359903000000003</c:v>
                </c:pt>
                <c:pt idx="113">
                  <c:v>67.898118999999994</c:v>
                </c:pt>
                <c:pt idx="114">
                  <c:v>71.847102000000007</c:v>
                </c:pt>
                <c:pt idx="115">
                  <c:v>74.116249999999994</c:v>
                </c:pt>
                <c:pt idx="116">
                  <c:v>74.116257000000004</c:v>
                </c:pt>
                <c:pt idx="117">
                  <c:v>78.962323999999995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82.133065999999999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75.115208999999993</c:v>
                </c:pt>
                <c:pt idx="136">
                  <c:v>74.144752999999994</c:v>
                </c:pt>
                <c:pt idx="137">
                  <c:v>73.104979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71.200429999999997</c:v>
                </c:pt>
                <c:pt idx="141">
                  <c:v>70.035882999999998</c:v>
                </c:pt>
                <c:pt idx="142">
                  <c:v>68.871335000000002</c:v>
                </c:pt>
                <c:pt idx="143">
                  <c:v>67.972465</c:v>
                </c:pt>
                <c:pt idx="144">
                  <c:v>67.228953000000004</c:v>
                </c:pt>
                <c:pt idx="145">
                  <c:v>65.974751999999995</c:v>
                </c:pt>
                <c:pt idx="146">
                  <c:v>64.720551999999998</c:v>
                </c:pt>
                <c:pt idx="147">
                  <c:v>64.198098000000002</c:v>
                </c:pt>
                <c:pt idx="148">
                  <c:v>63.421733000000003</c:v>
                </c:pt>
                <c:pt idx="149">
                  <c:v>62.323340999999999</c:v>
                </c:pt>
                <c:pt idx="150">
                  <c:v>61.084460999999997</c:v>
                </c:pt>
                <c:pt idx="151">
                  <c:v>60.455826000000002</c:v>
                </c:pt>
                <c:pt idx="152">
                  <c:v>59.491906</c:v>
                </c:pt>
                <c:pt idx="153">
                  <c:v>58.447071000000001</c:v>
                </c:pt>
                <c:pt idx="154">
                  <c:v>57.334856000000002</c:v>
                </c:pt>
                <c:pt idx="155">
                  <c:v>56.436002000000002</c:v>
                </c:pt>
                <c:pt idx="156">
                  <c:v>55.610081999999998</c:v>
                </c:pt>
                <c:pt idx="157">
                  <c:v>54.842058000000002</c:v>
                </c:pt>
                <c:pt idx="158">
                  <c:v>53.603178</c:v>
                </c:pt>
                <c:pt idx="159">
                  <c:v>52.859850000000002</c:v>
                </c:pt>
                <c:pt idx="160">
                  <c:v>52.859850000000002</c:v>
                </c:pt>
                <c:pt idx="161">
                  <c:v>51.807217000000001</c:v>
                </c:pt>
                <c:pt idx="162">
                  <c:v>50.754584999999999</c:v>
                </c:pt>
                <c:pt idx="163">
                  <c:v>49.701953000000003</c:v>
                </c:pt>
                <c:pt idx="164">
                  <c:v>48.930022999999998</c:v>
                </c:pt>
                <c:pt idx="165">
                  <c:v>48.464204000000002</c:v>
                </c:pt>
                <c:pt idx="166">
                  <c:v>47.299655999999999</c:v>
                </c:pt>
                <c:pt idx="167">
                  <c:v>46.135109</c:v>
                </c:pt>
                <c:pt idx="168">
                  <c:v>45.048197999999999</c:v>
                </c:pt>
                <c:pt idx="169">
                  <c:v>44.697321000000002</c:v>
                </c:pt>
                <c:pt idx="170">
                  <c:v>43.644688000000002</c:v>
                </c:pt>
                <c:pt idx="171">
                  <c:v>42.592055999999999</c:v>
                </c:pt>
                <c:pt idx="172">
                  <c:v>41.539423999999997</c:v>
                </c:pt>
                <c:pt idx="173">
                  <c:v>41.118371000000003</c:v>
                </c:pt>
                <c:pt idx="174">
                  <c:v>41.118371000000003</c:v>
                </c:pt>
                <c:pt idx="175">
                  <c:v>41.118371000000003</c:v>
                </c:pt>
                <c:pt idx="176">
                  <c:v>40.083824</c:v>
                </c:pt>
                <c:pt idx="177">
                  <c:v>39.741165000000002</c:v>
                </c:pt>
                <c:pt idx="178">
                  <c:v>38.513094000000002</c:v>
                </c:pt>
                <c:pt idx="179">
                  <c:v>37.285023000000002</c:v>
                </c:pt>
                <c:pt idx="180">
                  <c:v>36.056952000000003</c:v>
                </c:pt>
                <c:pt idx="181">
                  <c:v>35.534433</c:v>
                </c:pt>
                <c:pt idx="182">
                  <c:v>34.698402999999999</c:v>
                </c:pt>
                <c:pt idx="183">
                  <c:v>34.345832999999999</c:v>
                </c:pt>
                <c:pt idx="184">
                  <c:v>31.429359000000002</c:v>
                </c:pt>
                <c:pt idx="185">
                  <c:v>31.16469</c:v>
                </c:pt>
                <c:pt idx="186">
                  <c:v>29.841343999999999</c:v>
                </c:pt>
                <c:pt idx="187">
                  <c:v>28.517997999999999</c:v>
                </c:pt>
                <c:pt idx="188">
                  <c:v>27.547543999999998</c:v>
                </c:pt>
                <c:pt idx="189">
                  <c:v>27.129529000000002</c:v>
                </c:pt>
                <c:pt idx="190">
                  <c:v>26.188995999999999</c:v>
                </c:pt>
                <c:pt idx="191">
                  <c:v>25.686066</c:v>
                </c:pt>
                <c:pt idx="192">
                  <c:v>30.224281999999999</c:v>
                </c:pt>
                <c:pt idx="193">
                  <c:v>37.031607000000001</c:v>
                </c:pt>
                <c:pt idx="194">
                  <c:v>43.838932</c:v>
                </c:pt>
                <c:pt idx="195">
                  <c:v>50.646256999999999</c:v>
                </c:pt>
                <c:pt idx="196">
                  <c:v>57.453581999999997</c:v>
                </c:pt>
                <c:pt idx="197">
                  <c:v>62.578009000000002</c:v>
                </c:pt>
                <c:pt idx="198">
                  <c:v>62.578009000000002</c:v>
                </c:pt>
                <c:pt idx="199">
                  <c:v>62.578009000000002</c:v>
                </c:pt>
                <c:pt idx="200">
                  <c:v>62.578009000000002</c:v>
                </c:pt>
                <c:pt idx="201">
                  <c:v>62.578017000000003</c:v>
                </c:pt>
                <c:pt idx="202">
                  <c:v>69.385341999999994</c:v>
                </c:pt>
                <c:pt idx="203">
                  <c:v>73.192621000000003</c:v>
                </c:pt>
                <c:pt idx="204">
                  <c:v>73.192621000000003</c:v>
                </c:pt>
                <c:pt idx="205">
                  <c:v>73.192621000000003</c:v>
                </c:pt>
                <c:pt idx="206">
                  <c:v>73.192621000000003</c:v>
                </c:pt>
                <c:pt idx="207">
                  <c:v>73.192621000000003</c:v>
                </c:pt>
                <c:pt idx="208">
                  <c:v>75.461729000000005</c:v>
                </c:pt>
                <c:pt idx="209">
                  <c:v>75.461729000000005</c:v>
                </c:pt>
                <c:pt idx="210">
                  <c:v>75.461729000000005</c:v>
                </c:pt>
                <c:pt idx="211">
                  <c:v>75.461752000000004</c:v>
                </c:pt>
                <c:pt idx="212">
                  <c:v>77.547319000000002</c:v>
                </c:pt>
                <c:pt idx="213">
                  <c:v>78.677150999999995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84.045209999999997</c:v>
                </c:pt>
                <c:pt idx="221">
                  <c:v>82.926861000000002</c:v>
                </c:pt>
                <c:pt idx="222">
                  <c:v>82.133065999999999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74.979101</c:v>
                </c:pt>
                <c:pt idx="232">
                  <c:v>73.939327000000006</c:v>
                </c:pt>
                <c:pt idx="233">
                  <c:v>72.899552</c:v>
                </c:pt>
                <c:pt idx="234">
                  <c:v>72.065203999999994</c:v>
                </c:pt>
                <c:pt idx="235">
                  <c:v>71.233384999999998</c:v>
                </c:pt>
                <c:pt idx="236">
                  <c:v>71.035782999999995</c:v>
                </c:pt>
                <c:pt idx="237">
                  <c:v>69.781582999999998</c:v>
                </c:pt>
                <c:pt idx="238">
                  <c:v>68.527382000000003</c:v>
                </c:pt>
                <c:pt idx="239">
                  <c:v>67.972465</c:v>
                </c:pt>
                <c:pt idx="240">
                  <c:v>67.111994999999993</c:v>
                </c:pt>
                <c:pt idx="241">
                  <c:v>65.947447999999994</c:v>
                </c:pt>
                <c:pt idx="242">
                  <c:v>64.782899999999998</c:v>
                </c:pt>
                <c:pt idx="243">
                  <c:v>64.198098000000002</c:v>
                </c:pt>
                <c:pt idx="244">
                  <c:v>63.421733000000003</c:v>
                </c:pt>
                <c:pt idx="245">
                  <c:v>62.680256999999997</c:v>
                </c:pt>
                <c:pt idx="246">
                  <c:v>61.568041000000001</c:v>
                </c:pt>
                <c:pt idx="247">
                  <c:v>60.455826000000002</c:v>
                </c:pt>
                <c:pt idx="248">
                  <c:v>59.491906</c:v>
                </c:pt>
                <c:pt idx="249">
                  <c:v>58.913761999999998</c:v>
                </c:pt>
                <c:pt idx="250">
                  <c:v>57.674881999999997</c:v>
                </c:pt>
                <c:pt idx="251">
                  <c:v>56.436002000000002</c:v>
                </c:pt>
                <c:pt idx="252">
                  <c:v>55.610081999999998</c:v>
                </c:pt>
                <c:pt idx="253">
                  <c:v>54.908327</c:v>
                </c:pt>
                <c:pt idx="254">
                  <c:v>53.855694999999997</c:v>
                </c:pt>
                <c:pt idx="255">
                  <c:v>52.803061999999997</c:v>
                </c:pt>
                <c:pt idx="256">
                  <c:v>51.750430000000001</c:v>
                </c:pt>
                <c:pt idx="257">
                  <c:v>51.680255000000002</c:v>
                </c:pt>
                <c:pt idx="258">
                  <c:v>51.680255000000002</c:v>
                </c:pt>
                <c:pt idx="259">
                  <c:v>51.680255000000002</c:v>
                </c:pt>
                <c:pt idx="260">
                  <c:v>51.136799000000003</c:v>
                </c:pt>
                <c:pt idx="261">
                  <c:v>49.972251999999997</c:v>
                </c:pt>
                <c:pt idx="262">
                  <c:v>48.807704999999999</c:v>
                </c:pt>
                <c:pt idx="263">
                  <c:v>47.798430000000003</c:v>
                </c:pt>
                <c:pt idx="264">
                  <c:v>47.307201999999997</c:v>
                </c:pt>
                <c:pt idx="265">
                  <c:v>46.254570000000001</c:v>
                </c:pt>
                <c:pt idx="266">
                  <c:v>45.201937000000001</c:v>
                </c:pt>
                <c:pt idx="267">
                  <c:v>44.149304999999998</c:v>
                </c:pt>
                <c:pt idx="268">
                  <c:v>43.868603</c:v>
                </c:pt>
                <c:pt idx="269">
                  <c:v>42.667085999999998</c:v>
                </c:pt>
                <c:pt idx="270">
                  <c:v>41.280720000000002</c:v>
                </c:pt>
                <c:pt idx="271">
                  <c:v>39.986778999999999</c:v>
                </c:pt>
                <c:pt idx="272">
                  <c:v>39.505575</c:v>
                </c:pt>
                <c:pt idx="273">
                  <c:v>38.302567000000003</c:v>
                </c:pt>
                <c:pt idx="274">
                  <c:v>37.099558999999999</c:v>
                </c:pt>
                <c:pt idx="275">
                  <c:v>36.056952000000003</c:v>
                </c:pt>
                <c:pt idx="276">
                  <c:v>36.056952000000003</c:v>
                </c:pt>
                <c:pt idx="277">
                  <c:v>36.056952000000003</c:v>
                </c:pt>
                <c:pt idx="278">
                  <c:v>36.056952000000003</c:v>
                </c:pt>
                <c:pt idx="279">
                  <c:v>35.137571999999999</c:v>
                </c:pt>
                <c:pt idx="280">
                  <c:v>33.605272999999997</c:v>
                </c:pt>
                <c:pt idx="281">
                  <c:v>32.175127000000003</c:v>
                </c:pt>
                <c:pt idx="282">
                  <c:v>31.645789000000001</c:v>
                </c:pt>
                <c:pt idx="283">
                  <c:v>30.322443</c:v>
                </c:pt>
                <c:pt idx="284">
                  <c:v>28.999096999999999</c:v>
                </c:pt>
                <c:pt idx="285">
                  <c:v>28.293312</c:v>
                </c:pt>
                <c:pt idx="286">
                  <c:v>28.293312</c:v>
                </c:pt>
                <c:pt idx="287">
                  <c:v>26.281593000000001</c:v>
                </c:pt>
                <c:pt idx="288">
                  <c:v>30.819808999999999</c:v>
                </c:pt>
                <c:pt idx="289">
                  <c:v>30.819808999999999</c:v>
                </c:pt>
                <c:pt idx="290">
                  <c:v>30.819808999999999</c:v>
                </c:pt>
                <c:pt idx="291">
                  <c:v>30.819808999999999</c:v>
                </c:pt>
                <c:pt idx="292">
                  <c:v>30.819808999999999</c:v>
                </c:pt>
                <c:pt idx="293">
                  <c:v>35.358026000000002</c:v>
                </c:pt>
                <c:pt idx="294">
                  <c:v>35.358032999999999</c:v>
                </c:pt>
                <c:pt idx="295">
                  <c:v>35.358032999999999</c:v>
                </c:pt>
                <c:pt idx="296">
                  <c:v>35.358032999999999</c:v>
                </c:pt>
                <c:pt idx="297">
                  <c:v>39.896250000000002</c:v>
                </c:pt>
                <c:pt idx="298">
                  <c:v>46.703575000000001</c:v>
                </c:pt>
                <c:pt idx="299">
                  <c:v>48.525891999999999</c:v>
                </c:pt>
                <c:pt idx="300">
                  <c:v>48.5259</c:v>
                </c:pt>
                <c:pt idx="301">
                  <c:v>55.333224999999999</c:v>
                </c:pt>
                <c:pt idx="302">
                  <c:v>60.318224000000001</c:v>
                </c:pt>
                <c:pt idx="303">
                  <c:v>60.318224000000001</c:v>
                </c:pt>
                <c:pt idx="304">
                  <c:v>60.318224000000001</c:v>
                </c:pt>
                <c:pt idx="305">
                  <c:v>60.318224000000001</c:v>
                </c:pt>
                <c:pt idx="306">
                  <c:v>64.856441000000004</c:v>
                </c:pt>
                <c:pt idx="307">
                  <c:v>65.039809000000005</c:v>
                </c:pt>
                <c:pt idx="308">
                  <c:v>71.847133999999997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66.810885999999996</c:v>
                </c:pt>
                <c:pt idx="336">
                  <c:v>65.556685999999999</c:v>
                </c:pt>
                <c:pt idx="337">
                  <c:v>64.553325999999998</c:v>
                </c:pt>
                <c:pt idx="338">
                  <c:v>63.809916000000001</c:v>
                </c:pt>
                <c:pt idx="339">
                  <c:v>63.000596000000002</c:v>
                </c:pt>
                <c:pt idx="340">
                  <c:v>61.836049000000003</c:v>
                </c:pt>
                <c:pt idx="341">
                  <c:v>60.671500999999999</c:v>
                </c:pt>
                <c:pt idx="342">
                  <c:v>60.085087999999999</c:v>
                </c:pt>
                <c:pt idx="343">
                  <c:v>59.188547999999997</c:v>
                </c:pt>
                <c:pt idx="344">
                  <c:v>58.076332000000001</c:v>
                </c:pt>
                <c:pt idx="345">
                  <c:v>56.964117000000002</c:v>
                </c:pt>
                <c:pt idx="346">
                  <c:v>56.741674000000003</c:v>
                </c:pt>
                <c:pt idx="347">
                  <c:v>56.741674000000003</c:v>
                </c:pt>
                <c:pt idx="348">
                  <c:v>56.741674000000003</c:v>
                </c:pt>
                <c:pt idx="349">
                  <c:v>55.610081999999998</c:v>
                </c:pt>
                <c:pt idx="350">
                  <c:v>55.259203999999997</c:v>
                </c:pt>
                <c:pt idx="351">
                  <c:v>54.206572000000001</c:v>
                </c:pt>
                <c:pt idx="352">
                  <c:v>53.153939999999999</c:v>
                </c:pt>
                <c:pt idx="353">
                  <c:v>52.101308000000003</c:v>
                </c:pt>
                <c:pt idx="354">
                  <c:v>51.680255000000002</c:v>
                </c:pt>
                <c:pt idx="355">
                  <c:v>51.680255000000002</c:v>
                </c:pt>
                <c:pt idx="356">
                  <c:v>50.903450999999997</c:v>
                </c:pt>
                <c:pt idx="357">
                  <c:v>49.887537999999999</c:v>
                </c:pt>
                <c:pt idx="358">
                  <c:v>48.807704999999999</c:v>
                </c:pt>
                <c:pt idx="359">
                  <c:v>47.798430000000003</c:v>
                </c:pt>
                <c:pt idx="360">
                  <c:v>47.307201999999997</c:v>
                </c:pt>
                <c:pt idx="361">
                  <c:v>46.239581000000001</c:v>
                </c:pt>
                <c:pt idx="362">
                  <c:v>45.201937000000001</c:v>
                </c:pt>
                <c:pt idx="363">
                  <c:v>44.149304999999998</c:v>
                </c:pt>
                <c:pt idx="364">
                  <c:v>43.868603</c:v>
                </c:pt>
                <c:pt idx="365">
                  <c:v>42.667085999999998</c:v>
                </c:pt>
                <c:pt idx="366">
                  <c:v>41.280720000000002</c:v>
                </c:pt>
                <c:pt idx="367">
                  <c:v>39.986778999999999</c:v>
                </c:pt>
                <c:pt idx="368">
                  <c:v>39.505575</c:v>
                </c:pt>
                <c:pt idx="369">
                  <c:v>38.302567000000003</c:v>
                </c:pt>
                <c:pt idx="370">
                  <c:v>37.099558999999999</c:v>
                </c:pt>
                <c:pt idx="371">
                  <c:v>36.056952000000003</c:v>
                </c:pt>
                <c:pt idx="372">
                  <c:v>36.056952000000003</c:v>
                </c:pt>
                <c:pt idx="373">
                  <c:v>35.534433</c:v>
                </c:pt>
                <c:pt idx="374">
                  <c:v>34.698402999999999</c:v>
                </c:pt>
                <c:pt idx="375">
                  <c:v>34.195473</c:v>
                </c:pt>
                <c:pt idx="376">
                  <c:v>33.113607999999999</c:v>
                </c:pt>
                <c:pt idx="377">
                  <c:v>32.693846000000001</c:v>
                </c:pt>
                <c:pt idx="378">
                  <c:v>32.412388</c:v>
                </c:pt>
                <c:pt idx="379">
                  <c:v>29.550533999999999</c:v>
                </c:pt>
                <c:pt idx="380">
                  <c:v>30.546847</c:v>
                </c:pt>
                <c:pt idx="381">
                  <c:v>31.026551999999999</c:v>
                </c:pt>
                <c:pt idx="382">
                  <c:v>30.523622</c:v>
                </c:pt>
                <c:pt idx="383">
                  <c:v>31.269390000000001</c:v>
                </c:pt>
                <c:pt idx="384">
                  <c:v>31.269390000000001</c:v>
                </c:pt>
                <c:pt idx="385">
                  <c:v>31.269390000000001</c:v>
                </c:pt>
                <c:pt idx="386">
                  <c:v>35.807606999999997</c:v>
                </c:pt>
                <c:pt idx="387">
                  <c:v>42.614932000000003</c:v>
                </c:pt>
                <c:pt idx="388">
                  <c:v>49.422255999999997</c:v>
                </c:pt>
                <c:pt idx="389">
                  <c:v>49.422255999999997</c:v>
                </c:pt>
                <c:pt idx="390">
                  <c:v>53.960473</c:v>
                </c:pt>
                <c:pt idx="391">
                  <c:v>53.960481000000001</c:v>
                </c:pt>
                <c:pt idx="392">
                  <c:v>53.960487999999998</c:v>
                </c:pt>
                <c:pt idx="393">
                  <c:v>56.440446999999999</c:v>
                </c:pt>
                <c:pt idx="394">
                  <c:v>61.257922000000001</c:v>
                </c:pt>
                <c:pt idx="395">
                  <c:v>65.796138999999997</c:v>
                </c:pt>
                <c:pt idx="396">
                  <c:v>65.796138999999997</c:v>
                </c:pt>
                <c:pt idx="397">
                  <c:v>65.796138999999997</c:v>
                </c:pt>
                <c:pt idx="398">
                  <c:v>65.796138999999997</c:v>
                </c:pt>
                <c:pt idx="399">
                  <c:v>65.796138999999997</c:v>
                </c:pt>
                <c:pt idx="400">
                  <c:v>65.796138999999997</c:v>
                </c:pt>
                <c:pt idx="401">
                  <c:v>70.334355000000002</c:v>
                </c:pt>
                <c:pt idx="402">
                  <c:v>76.420456000000001</c:v>
                </c:pt>
                <c:pt idx="403">
                  <c:v>79.999960999999999</c:v>
                </c:pt>
                <c:pt idx="404">
                  <c:v>79.999967999999996</c:v>
                </c:pt>
                <c:pt idx="405">
                  <c:v>80.958672000000007</c:v>
                </c:pt>
                <c:pt idx="406">
                  <c:v>85.496888999999996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84.049668999999994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75.115208999999993</c:v>
                </c:pt>
                <c:pt idx="423">
                  <c:v>74.789764000000005</c:v>
                </c:pt>
                <c:pt idx="424">
                  <c:v>73.535563999999994</c:v>
                </c:pt>
                <c:pt idx="425">
                  <c:v>72.364976999999996</c:v>
                </c:pt>
                <c:pt idx="426">
                  <c:v>71.976794999999996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68.065085999999994</c:v>
                </c:pt>
                <c:pt idx="431">
                  <c:v>66.810885999999996</c:v>
                </c:pt>
                <c:pt idx="432">
                  <c:v>65.556685999999999</c:v>
                </c:pt>
                <c:pt idx="433">
                  <c:v>64.553325999999998</c:v>
                </c:pt>
                <c:pt idx="434">
                  <c:v>64.553325999999998</c:v>
                </c:pt>
                <c:pt idx="435">
                  <c:v>64.198098000000002</c:v>
                </c:pt>
                <c:pt idx="436">
                  <c:v>63.421733000000003</c:v>
                </c:pt>
                <c:pt idx="437">
                  <c:v>62.323340999999999</c:v>
                </c:pt>
                <c:pt idx="438">
                  <c:v>61.084460999999997</c:v>
                </c:pt>
                <c:pt idx="439">
                  <c:v>60.455826000000002</c:v>
                </c:pt>
                <c:pt idx="440">
                  <c:v>59.491906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56.741674000000003</c:v>
                </c:pt>
                <c:pt idx="444">
                  <c:v>56.741674000000003</c:v>
                </c:pt>
                <c:pt idx="445">
                  <c:v>55.610081999999998</c:v>
                </c:pt>
                <c:pt idx="446">
                  <c:v>54.568199999999997</c:v>
                </c:pt>
                <c:pt idx="447">
                  <c:v>53.560451999999998</c:v>
                </c:pt>
                <c:pt idx="448">
                  <c:v>53.153939999999999</c:v>
                </c:pt>
                <c:pt idx="449">
                  <c:v>52.101308000000003</c:v>
                </c:pt>
                <c:pt idx="450">
                  <c:v>51.680255000000002</c:v>
                </c:pt>
                <c:pt idx="451">
                  <c:v>50.512715</c:v>
                </c:pt>
                <c:pt idx="452">
                  <c:v>49.584069999999997</c:v>
                </c:pt>
                <c:pt idx="453">
                  <c:v>48.419522000000001</c:v>
                </c:pt>
                <c:pt idx="454">
                  <c:v>47.798430000000003</c:v>
                </c:pt>
                <c:pt idx="455">
                  <c:v>47.042132000000002</c:v>
                </c:pt>
                <c:pt idx="456">
                  <c:v>46.044043000000002</c:v>
                </c:pt>
                <c:pt idx="457">
                  <c:v>44.991410999999999</c:v>
                </c:pt>
                <c:pt idx="458">
                  <c:v>43.938778999999997</c:v>
                </c:pt>
                <c:pt idx="459">
                  <c:v>43.747874000000003</c:v>
                </c:pt>
                <c:pt idx="460">
                  <c:v>42.389812999999997</c:v>
                </c:pt>
                <c:pt idx="461">
                  <c:v>41.003447000000001</c:v>
                </c:pt>
                <c:pt idx="462">
                  <c:v>39.986778999999999</c:v>
                </c:pt>
                <c:pt idx="463">
                  <c:v>39.264974000000002</c:v>
                </c:pt>
                <c:pt idx="464">
                  <c:v>38.061965999999998</c:v>
                </c:pt>
                <c:pt idx="465">
                  <c:v>36.858956999999997</c:v>
                </c:pt>
                <c:pt idx="466">
                  <c:v>36.056952000000003</c:v>
                </c:pt>
                <c:pt idx="467">
                  <c:v>35.750492000000001</c:v>
                </c:pt>
                <c:pt idx="468">
                  <c:v>34.218192999999999</c:v>
                </c:pt>
                <c:pt idx="469">
                  <c:v>32.685893999999998</c:v>
                </c:pt>
                <c:pt idx="470">
                  <c:v>32.175127000000003</c:v>
                </c:pt>
                <c:pt idx="471">
                  <c:v>30.851780999999999</c:v>
                </c:pt>
                <c:pt idx="472">
                  <c:v>29.528435000000002</c:v>
                </c:pt>
                <c:pt idx="473">
                  <c:v>28.293312</c:v>
                </c:pt>
                <c:pt idx="474">
                  <c:v>28.293312</c:v>
                </c:pt>
                <c:pt idx="475">
                  <c:v>27.457283</c:v>
                </c:pt>
                <c:pt idx="476">
                  <c:v>26.934764000000001</c:v>
                </c:pt>
                <c:pt idx="477">
                  <c:v>26.431833999999998</c:v>
                </c:pt>
                <c:pt idx="478">
                  <c:v>26.431833999999998</c:v>
                </c:pt>
                <c:pt idx="479">
                  <c:v>26.431833999999998</c:v>
                </c:pt>
                <c:pt idx="480">
                  <c:v>26.431833999999998</c:v>
                </c:pt>
                <c:pt idx="481">
                  <c:v>26.431833999999998</c:v>
                </c:pt>
                <c:pt idx="482">
                  <c:v>26.431833999999998</c:v>
                </c:pt>
                <c:pt idx="483">
                  <c:v>26.431833999999998</c:v>
                </c:pt>
                <c:pt idx="484">
                  <c:v>26.431833999999998</c:v>
                </c:pt>
                <c:pt idx="485">
                  <c:v>29.801068999999998</c:v>
                </c:pt>
                <c:pt idx="486">
                  <c:v>29.801068999999998</c:v>
                </c:pt>
                <c:pt idx="487">
                  <c:v>29.801068999999998</c:v>
                </c:pt>
                <c:pt idx="488">
                  <c:v>29.801068999999998</c:v>
                </c:pt>
                <c:pt idx="489">
                  <c:v>29.801068999999998</c:v>
                </c:pt>
                <c:pt idx="490">
                  <c:v>29.801068999999998</c:v>
                </c:pt>
                <c:pt idx="491">
                  <c:v>29.801068999999998</c:v>
                </c:pt>
                <c:pt idx="492">
                  <c:v>34.339286000000001</c:v>
                </c:pt>
                <c:pt idx="493">
                  <c:v>36.886910999999998</c:v>
                </c:pt>
                <c:pt idx="494">
                  <c:v>43.694235999999997</c:v>
                </c:pt>
                <c:pt idx="495">
                  <c:v>50.501561000000002</c:v>
                </c:pt>
                <c:pt idx="496">
                  <c:v>57.308884999999997</c:v>
                </c:pt>
                <c:pt idx="497">
                  <c:v>57.308884999999997</c:v>
                </c:pt>
                <c:pt idx="498">
                  <c:v>60.501592000000002</c:v>
                </c:pt>
                <c:pt idx="499">
                  <c:v>67.308916999999994</c:v>
                </c:pt>
                <c:pt idx="500">
                  <c:v>71.847133999999997</c:v>
                </c:pt>
                <c:pt idx="501">
                  <c:v>78.654459000000003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79.462857999999997</c:v>
                </c:pt>
                <c:pt idx="515">
                  <c:v>79.350708999999995</c:v>
                </c:pt>
                <c:pt idx="516">
                  <c:v>78.111828000000003</c:v>
                </c:pt>
                <c:pt idx="517">
                  <c:v>76.872947999999994</c:v>
                </c:pt>
                <c:pt idx="518">
                  <c:v>76.294803999999999</c:v>
                </c:pt>
                <c:pt idx="519">
                  <c:v>75.741941999999995</c:v>
                </c:pt>
                <c:pt idx="520">
                  <c:v>75.184201000000002</c:v>
                </c:pt>
                <c:pt idx="521">
                  <c:v>73.902736000000004</c:v>
                </c:pt>
                <c:pt idx="522">
                  <c:v>72.621269999999996</c:v>
                </c:pt>
                <c:pt idx="523">
                  <c:v>72.215676000000002</c:v>
                </c:pt>
                <c:pt idx="524">
                  <c:v>71.095918999999995</c:v>
                </c:pt>
                <c:pt idx="525">
                  <c:v>69.976162000000002</c:v>
                </c:pt>
                <c:pt idx="526">
                  <c:v>68.856404999999995</c:v>
                </c:pt>
                <c:pt idx="527">
                  <c:v>68.483153000000001</c:v>
                </c:pt>
                <c:pt idx="528">
                  <c:v>68.399539000000004</c:v>
                </c:pt>
                <c:pt idx="529">
                  <c:v>67.145339000000007</c:v>
                </c:pt>
                <c:pt idx="530">
                  <c:v>65.891138999999995</c:v>
                </c:pt>
                <c:pt idx="531">
                  <c:v>64.636938999999998</c:v>
                </c:pt>
                <c:pt idx="532">
                  <c:v>64.553325999999998</c:v>
                </c:pt>
                <c:pt idx="533">
                  <c:v>64.553325999999998</c:v>
                </c:pt>
                <c:pt idx="534">
                  <c:v>63.853135000000002</c:v>
                </c:pt>
                <c:pt idx="535">
                  <c:v>63.265469000000003</c:v>
                </c:pt>
                <c:pt idx="536">
                  <c:v>63.265469000000003</c:v>
                </c:pt>
                <c:pt idx="537">
                  <c:v>62.126412999999999</c:v>
                </c:pt>
                <c:pt idx="538">
                  <c:v>60.987357000000003</c:v>
                </c:pt>
                <c:pt idx="539">
                  <c:v>59.848300999999999</c:v>
                </c:pt>
                <c:pt idx="540">
                  <c:v>59.544553000000001</c:v>
                </c:pt>
                <c:pt idx="541">
                  <c:v>59.544553000000001</c:v>
                </c:pt>
                <c:pt idx="542">
                  <c:v>58.883429</c:v>
                </c:pt>
                <c:pt idx="543">
                  <c:v>57.781554</c:v>
                </c:pt>
                <c:pt idx="544">
                  <c:v>56.679679999999998</c:v>
                </c:pt>
                <c:pt idx="545">
                  <c:v>55.871639000000002</c:v>
                </c:pt>
                <c:pt idx="546">
                  <c:v>55.871639000000002</c:v>
                </c:pt>
                <c:pt idx="547">
                  <c:v>55.059803000000002</c:v>
                </c:pt>
                <c:pt idx="548">
                  <c:v>54.045008000000003</c:v>
                </c:pt>
                <c:pt idx="549">
                  <c:v>53.030211999999999</c:v>
                </c:pt>
                <c:pt idx="550">
                  <c:v>52.150722999999999</c:v>
                </c:pt>
                <c:pt idx="551">
                  <c:v>52.150722999999999</c:v>
                </c:pt>
                <c:pt idx="552">
                  <c:v>51.195765999999999</c:v>
                </c:pt>
                <c:pt idx="553">
                  <c:v>50.093890999999999</c:v>
                </c:pt>
                <c:pt idx="554">
                  <c:v>48.992016999999997</c:v>
                </c:pt>
                <c:pt idx="555">
                  <c:v>48.477809000000001</c:v>
                </c:pt>
                <c:pt idx="556">
                  <c:v>47.606957000000001</c:v>
                </c:pt>
                <c:pt idx="557">
                  <c:v>46.419429999999998</c:v>
                </c:pt>
                <c:pt idx="558">
                  <c:v>45.231904</c:v>
                </c:pt>
                <c:pt idx="559">
                  <c:v>44.756892999999998</c:v>
                </c:pt>
                <c:pt idx="560">
                  <c:v>44.481425000000002</c:v>
                </c:pt>
                <c:pt idx="561">
                  <c:v>43.104081999999998</c:v>
                </c:pt>
                <c:pt idx="562">
                  <c:v>41.726739000000002</c:v>
                </c:pt>
                <c:pt idx="563">
                  <c:v>41.083978999999999</c:v>
                </c:pt>
                <c:pt idx="564">
                  <c:v>41.044749000000003</c:v>
                </c:pt>
                <c:pt idx="565">
                  <c:v>39.798462999999998</c:v>
                </c:pt>
                <c:pt idx="566">
                  <c:v>38.421123999999999</c:v>
                </c:pt>
                <c:pt idx="567">
                  <c:v>37.411074999999997</c:v>
                </c:pt>
                <c:pt idx="568">
                  <c:v>37.411074999999997</c:v>
                </c:pt>
                <c:pt idx="569">
                  <c:v>36.740454</c:v>
                </c:pt>
                <c:pt idx="570">
                  <c:v>36.261437999999998</c:v>
                </c:pt>
                <c:pt idx="571">
                  <c:v>35.758507999999999</c:v>
                </c:pt>
                <c:pt idx="572">
                  <c:v>36.104964000000002</c:v>
                </c:pt>
                <c:pt idx="573">
                  <c:v>36.104964000000002</c:v>
                </c:pt>
                <c:pt idx="574">
                  <c:v>34.093243999999999</c:v>
                </c:pt>
                <c:pt idx="575">
                  <c:v>34.093243999999999</c:v>
                </c:pt>
                <c:pt idx="576">
                  <c:v>34.093243999999999</c:v>
                </c:pt>
                <c:pt idx="577">
                  <c:v>38.631461000000002</c:v>
                </c:pt>
                <c:pt idx="578">
                  <c:v>42.055137000000002</c:v>
                </c:pt>
                <c:pt idx="579">
                  <c:v>42.055137000000002</c:v>
                </c:pt>
                <c:pt idx="580">
                  <c:v>42.055137000000002</c:v>
                </c:pt>
                <c:pt idx="581">
                  <c:v>42.055137000000002</c:v>
                </c:pt>
                <c:pt idx="582">
                  <c:v>42.055137000000002</c:v>
                </c:pt>
                <c:pt idx="583">
                  <c:v>42.055137000000002</c:v>
                </c:pt>
                <c:pt idx="584">
                  <c:v>42.055145000000003</c:v>
                </c:pt>
                <c:pt idx="585">
                  <c:v>42.055145000000003</c:v>
                </c:pt>
                <c:pt idx="586">
                  <c:v>42.055145000000003</c:v>
                </c:pt>
                <c:pt idx="587">
                  <c:v>42.055145000000003</c:v>
                </c:pt>
                <c:pt idx="588">
                  <c:v>42.055145000000003</c:v>
                </c:pt>
                <c:pt idx="589">
                  <c:v>42.055152</c:v>
                </c:pt>
                <c:pt idx="590">
                  <c:v>48.862476999999998</c:v>
                </c:pt>
                <c:pt idx="591">
                  <c:v>52.770654</c:v>
                </c:pt>
                <c:pt idx="592">
                  <c:v>52.770660999999997</c:v>
                </c:pt>
                <c:pt idx="593">
                  <c:v>56.723649000000002</c:v>
                </c:pt>
                <c:pt idx="594">
                  <c:v>59.577993999999997</c:v>
                </c:pt>
                <c:pt idx="595">
                  <c:v>65.280107000000001</c:v>
                </c:pt>
                <c:pt idx="596">
                  <c:v>69.578024999999997</c:v>
                </c:pt>
                <c:pt idx="597">
                  <c:v>69.578024999999997</c:v>
                </c:pt>
                <c:pt idx="598">
                  <c:v>74.116242</c:v>
                </c:pt>
                <c:pt idx="599">
                  <c:v>78.654459000000003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80.015491999999995</c:v>
                </c:pt>
                <c:pt idx="611">
                  <c:v>79.045035999999996</c:v>
                </c:pt>
                <c:pt idx="612">
                  <c:v>79.045035999999996</c:v>
                </c:pt>
                <c:pt idx="613">
                  <c:v>78.222514000000004</c:v>
                </c:pt>
                <c:pt idx="614">
                  <c:v>76.851645000000005</c:v>
                </c:pt>
                <c:pt idx="615">
                  <c:v>75.480774999999994</c:v>
                </c:pt>
                <c:pt idx="616">
                  <c:v>75.115208999999993</c:v>
                </c:pt>
                <c:pt idx="617">
                  <c:v>74.425106999999997</c:v>
                </c:pt>
                <c:pt idx="618">
                  <c:v>73.131165999999993</c:v>
                </c:pt>
                <c:pt idx="619">
                  <c:v>71.837224000000006</c:v>
                </c:pt>
                <c:pt idx="620">
                  <c:v>71.233384999999998</c:v>
                </c:pt>
                <c:pt idx="621">
                  <c:v>71.151512999999994</c:v>
                </c:pt>
                <c:pt idx="622">
                  <c:v>69.923441999999994</c:v>
                </c:pt>
                <c:pt idx="623">
                  <c:v>68.695372000000006</c:v>
                </c:pt>
                <c:pt idx="624">
                  <c:v>67.467301000000006</c:v>
                </c:pt>
                <c:pt idx="625">
                  <c:v>67.303557999999995</c:v>
                </c:pt>
                <c:pt idx="626">
                  <c:v>67.103757000000002</c:v>
                </c:pt>
                <c:pt idx="627">
                  <c:v>66.362746000000001</c:v>
                </c:pt>
                <c:pt idx="628">
                  <c:v>65.134675000000001</c:v>
                </c:pt>
                <c:pt idx="629">
                  <c:v>64.353370999999996</c:v>
                </c:pt>
                <c:pt idx="630">
                  <c:v>63.421733000000003</c:v>
                </c:pt>
                <c:pt idx="631">
                  <c:v>62.616427999999999</c:v>
                </c:pt>
                <c:pt idx="632">
                  <c:v>61.451881</c:v>
                </c:pt>
                <c:pt idx="633">
                  <c:v>60.597878999999999</c:v>
                </c:pt>
                <c:pt idx="634">
                  <c:v>59.983134999999997</c:v>
                </c:pt>
                <c:pt idx="635">
                  <c:v>59.491906</c:v>
                </c:pt>
                <c:pt idx="636">
                  <c:v>58.305480000000003</c:v>
                </c:pt>
                <c:pt idx="637">
                  <c:v>57.077409000000003</c:v>
                </c:pt>
                <c:pt idx="638">
                  <c:v>56.668052000000003</c:v>
                </c:pt>
                <c:pt idx="639">
                  <c:v>55.736414000000003</c:v>
                </c:pt>
                <c:pt idx="640">
                  <c:v>54.571866999999997</c:v>
                </c:pt>
                <c:pt idx="641">
                  <c:v>53.407319999999999</c:v>
                </c:pt>
                <c:pt idx="642">
                  <c:v>52.786228000000001</c:v>
                </c:pt>
                <c:pt idx="643">
                  <c:v>52.710653999999998</c:v>
                </c:pt>
                <c:pt idx="644">
                  <c:v>51.57705</c:v>
                </c:pt>
                <c:pt idx="645">
                  <c:v>50.443446000000002</c:v>
                </c:pt>
                <c:pt idx="646">
                  <c:v>49.309842000000003</c:v>
                </c:pt>
                <c:pt idx="647">
                  <c:v>48.856400999999998</c:v>
                </c:pt>
                <c:pt idx="648">
                  <c:v>47.734985000000002</c:v>
                </c:pt>
                <c:pt idx="649">
                  <c:v>46.441043000000001</c:v>
                </c:pt>
                <c:pt idx="650">
                  <c:v>45.147101999999997</c:v>
                </c:pt>
                <c:pt idx="651">
                  <c:v>44.974575999999999</c:v>
                </c:pt>
                <c:pt idx="652">
                  <c:v>44.974575999999999</c:v>
                </c:pt>
                <c:pt idx="653">
                  <c:v>41.831263999999997</c:v>
                </c:pt>
                <c:pt idx="654">
                  <c:v>41.831263999999997</c:v>
                </c:pt>
                <c:pt idx="655">
                  <c:v>42.147190999999999</c:v>
                </c:pt>
                <c:pt idx="656">
                  <c:v>41.083978999999999</c:v>
                </c:pt>
                <c:pt idx="657">
                  <c:v>40.702347000000003</c:v>
                </c:pt>
                <c:pt idx="658">
                  <c:v>39.271225000000001</c:v>
                </c:pt>
                <c:pt idx="659">
                  <c:v>37.840103999999997</c:v>
                </c:pt>
                <c:pt idx="660">
                  <c:v>37.363062999999997</c:v>
                </c:pt>
                <c:pt idx="661">
                  <c:v>37.363062999999997</c:v>
                </c:pt>
                <c:pt idx="662">
                  <c:v>36.056952000000003</c:v>
                </c:pt>
                <c:pt idx="663">
                  <c:v>36.056952000000003</c:v>
                </c:pt>
                <c:pt idx="664">
                  <c:v>35.489730000000002</c:v>
                </c:pt>
                <c:pt idx="665">
                  <c:v>34.034049000000003</c:v>
                </c:pt>
                <c:pt idx="666">
                  <c:v>33.354731999999998</c:v>
                </c:pt>
                <c:pt idx="667">
                  <c:v>31.956565999999999</c:v>
                </c:pt>
                <c:pt idx="668">
                  <c:v>31.956565999999999</c:v>
                </c:pt>
                <c:pt idx="669">
                  <c:v>30.546837</c:v>
                </c:pt>
                <c:pt idx="670">
                  <c:v>30.546837</c:v>
                </c:pt>
                <c:pt idx="671">
                  <c:v>30.546837</c:v>
                </c:pt>
                <c:pt idx="672">
                  <c:v>30.546837</c:v>
                </c:pt>
                <c:pt idx="673">
                  <c:v>31.269390000000001</c:v>
                </c:pt>
                <c:pt idx="674">
                  <c:v>31.269390000000001</c:v>
                </c:pt>
                <c:pt idx="675">
                  <c:v>31.269390000000001</c:v>
                </c:pt>
                <c:pt idx="676">
                  <c:v>31.269390000000001</c:v>
                </c:pt>
                <c:pt idx="677">
                  <c:v>31.493254</c:v>
                </c:pt>
                <c:pt idx="678">
                  <c:v>31.493254</c:v>
                </c:pt>
                <c:pt idx="679">
                  <c:v>31.493254</c:v>
                </c:pt>
                <c:pt idx="680">
                  <c:v>31.493254</c:v>
                </c:pt>
                <c:pt idx="681">
                  <c:v>31.493254</c:v>
                </c:pt>
                <c:pt idx="682">
                  <c:v>31.493254</c:v>
                </c:pt>
                <c:pt idx="683">
                  <c:v>33.762362000000003</c:v>
                </c:pt>
                <c:pt idx="684">
                  <c:v>33.762362000000003</c:v>
                </c:pt>
                <c:pt idx="685">
                  <c:v>38.300578000000002</c:v>
                </c:pt>
                <c:pt idx="686">
                  <c:v>45.107903</c:v>
                </c:pt>
                <c:pt idx="687">
                  <c:v>49.149293999999998</c:v>
                </c:pt>
                <c:pt idx="688">
                  <c:v>49.149293999999998</c:v>
                </c:pt>
                <c:pt idx="689">
                  <c:v>49.156050999999998</c:v>
                </c:pt>
                <c:pt idx="690">
                  <c:v>55.963375999999997</c:v>
                </c:pt>
                <c:pt idx="691">
                  <c:v>55.963375999999997</c:v>
                </c:pt>
                <c:pt idx="692">
                  <c:v>60.501592000000002</c:v>
                </c:pt>
                <c:pt idx="693">
                  <c:v>65.039809000000005</c:v>
                </c:pt>
                <c:pt idx="694">
                  <c:v>71.847133999999997</c:v>
                </c:pt>
                <c:pt idx="695">
                  <c:v>78.654459000000003</c:v>
                </c:pt>
                <c:pt idx="696">
                  <c:v>85.461782999999997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683-4773-AB6D-527D025CD5CC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Data'!$D$2:$D$699</c:f>
              <c:numCache>
                <c:formatCode>0</c:formatCode>
                <c:ptCount val="698"/>
                <c:pt idx="0">
                  <c:v>59.166550000000001</c:v>
                </c:pt>
                <c:pt idx="1">
                  <c:v>59.166550000000001</c:v>
                </c:pt>
                <c:pt idx="2">
                  <c:v>61.197262000000002</c:v>
                </c:pt>
                <c:pt idx="3">
                  <c:v>61.593879000000001</c:v>
                </c:pt>
                <c:pt idx="4">
                  <c:v>66.124971000000002</c:v>
                </c:pt>
                <c:pt idx="5">
                  <c:v>67.108429000000001</c:v>
                </c:pt>
                <c:pt idx="6">
                  <c:v>68.160830000000004</c:v>
                </c:pt>
                <c:pt idx="7">
                  <c:v>69.622450000000001</c:v>
                </c:pt>
                <c:pt idx="8">
                  <c:v>70.352400000000003</c:v>
                </c:pt>
                <c:pt idx="9">
                  <c:v>70.769589999999994</c:v>
                </c:pt>
                <c:pt idx="10">
                  <c:v>71.033450000000002</c:v>
                </c:pt>
                <c:pt idx="11">
                  <c:v>71.033450000000002</c:v>
                </c:pt>
                <c:pt idx="12">
                  <c:v>71.822837000000007</c:v>
                </c:pt>
                <c:pt idx="13">
                  <c:v>71.822837000000007</c:v>
                </c:pt>
                <c:pt idx="14">
                  <c:v>72.699061</c:v>
                </c:pt>
                <c:pt idx="15">
                  <c:v>72.699061</c:v>
                </c:pt>
                <c:pt idx="16">
                  <c:v>74.272142000000002</c:v>
                </c:pt>
                <c:pt idx="17">
                  <c:v>76.569415000000006</c:v>
                </c:pt>
                <c:pt idx="18">
                  <c:v>79.999964000000006</c:v>
                </c:pt>
                <c:pt idx="19">
                  <c:v>81.208151999999998</c:v>
                </c:pt>
                <c:pt idx="20">
                  <c:v>83.457453000000001</c:v>
                </c:pt>
                <c:pt idx="21">
                  <c:v>83.457453000000001</c:v>
                </c:pt>
                <c:pt idx="22">
                  <c:v>83.457453000000001</c:v>
                </c:pt>
                <c:pt idx="23">
                  <c:v>83.753180999999998</c:v>
                </c:pt>
                <c:pt idx="24">
                  <c:v>83.753180999999998</c:v>
                </c:pt>
                <c:pt idx="25">
                  <c:v>84.944114999999996</c:v>
                </c:pt>
                <c:pt idx="26">
                  <c:v>84.472617</c:v>
                </c:pt>
                <c:pt idx="27">
                  <c:v>84.267004</c:v>
                </c:pt>
                <c:pt idx="28">
                  <c:v>83.952498000000006</c:v>
                </c:pt>
                <c:pt idx="29">
                  <c:v>82.945093</c:v>
                </c:pt>
                <c:pt idx="30">
                  <c:v>81.946483000000001</c:v>
                </c:pt>
                <c:pt idx="31">
                  <c:v>81.383944999999997</c:v>
                </c:pt>
                <c:pt idx="32">
                  <c:v>80.637225999999998</c:v>
                </c:pt>
                <c:pt idx="33">
                  <c:v>79.447945000000004</c:v>
                </c:pt>
                <c:pt idx="34">
                  <c:v>78.668379999999999</c:v>
                </c:pt>
                <c:pt idx="35">
                  <c:v>77.74145</c:v>
                </c:pt>
                <c:pt idx="36">
                  <c:v>77.272293000000005</c:v>
                </c:pt>
                <c:pt idx="37">
                  <c:v>76.143232999999995</c:v>
                </c:pt>
                <c:pt idx="38">
                  <c:v>75.122356999999994</c:v>
                </c:pt>
                <c:pt idx="39">
                  <c:v>74.419856999999993</c:v>
                </c:pt>
                <c:pt idx="40">
                  <c:v>74.362078999999994</c:v>
                </c:pt>
                <c:pt idx="41">
                  <c:v>73.760729999999995</c:v>
                </c:pt>
                <c:pt idx="42">
                  <c:v>72.658569</c:v>
                </c:pt>
                <c:pt idx="43">
                  <c:v>71.883902000000006</c:v>
                </c:pt>
                <c:pt idx="44">
                  <c:v>71.555462000000006</c:v>
                </c:pt>
                <c:pt idx="45">
                  <c:v>71.216588000000002</c:v>
                </c:pt>
                <c:pt idx="46">
                  <c:v>70.512677999999994</c:v>
                </c:pt>
                <c:pt idx="47">
                  <c:v>69.689423000000005</c:v>
                </c:pt>
                <c:pt idx="48">
                  <c:v>70.056259999999995</c:v>
                </c:pt>
                <c:pt idx="49">
                  <c:v>70.056259999999995</c:v>
                </c:pt>
                <c:pt idx="50">
                  <c:v>70.056259999999995</c:v>
                </c:pt>
                <c:pt idx="51">
                  <c:v>69.695257999999995</c:v>
                </c:pt>
                <c:pt idx="52">
                  <c:v>69.285967999999997</c:v>
                </c:pt>
                <c:pt idx="53">
                  <c:v>68.997585999999998</c:v>
                </c:pt>
                <c:pt idx="54">
                  <c:v>68.209663000000006</c:v>
                </c:pt>
                <c:pt idx="55">
                  <c:v>67.377117999999996</c:v>
                </c:pt>
                <c:pt idx="56">
                  <c:v>66.444434999999999</c:v>
                </c:pt>
                <c:pt idx="57">
                  <c:v>65.430149</c:v>
                </c:pt>
                <c:pt idx="58">
                  <c:v>64.874042000000003</c:v>
                </c:pt>
                <c:pt idx="59">
                  <c:v>64.577450999999996</c:v>
                </c:pt>
                <c:pt idx="60">
                  <c:v>64.053285000000002</c:v>
                </c:pt>
                <c:pt idx="61">
                  <c:v>62.852452</c:v>
                </c:pt>
                <c:pt idx="62">
                  <c:v>61.651618999999997</c:v>
                </c:pt>
                <c:pt idx="63">
                  <c:v>60.776080999999998</c:v>
                </c:pt>
                <c:pt idx="64">
                  <c:v>60.776080999999998</c:v>
                </c:pt>
                <c:pt idx="65">
                  <c:v>60.424419</c:v>
                </c:pt>
                <c:pt idx="66">
                  <c:v>59.417262999999998</c:v>
                </c:pt>
                <c:pt idx="67">
                  <c:v>58.304842999999998</c:v>
                </c:pt>
                <c:pt idx="68">
                  <c:v>57.465938999999999</c:v>
                </c:pt>
                <c:pt idx="69">
                  <c:v>56.646394000000001</c:v>
                </c:pt>
                <c:pt idx="70">
                  <c:v>55.982745999999999</c:v>
                </c:pt>
                <c:pt idx="71">
                  <c:v>54.861223000000003</c:v>
                </c:pt>
                <c:pt idx="72">
                  <c:v>53.83325</c:v>
                </c:pt>
                <c:pt idx="73">
                  <c:v>53.250976000000001</c:v>
                </c:pt>
                <c:pt idx="74">
                  <c:v>52.530577000000001</c:v>
                </c:pt>
                <c:pt idx="75">
                  <c:v>51.332386999999997</c:v>
                </c:pt>
                <c:pt idx="76">
                  <c:v>50.407608000000003</c:v>
                </c:pt>
                <c:pt idx="77">
                  <c:v>49.410003000000003</c:v>
                </c:pt>
                <c:pt idx="78">
                  <c:v>48.522629999999999</c:v>
                </c:pt>
                <c:pt idx="79">
                  <c:v>47.840460999999998</c:v>
                </c:pt>
                <c:pt idx="80">
                  <c:v>46.592131999999999</c:v>
                </c:pt>
                <c:pt idx="81">
                  <c:v>45.825982000000003</c:v>
                </c:pt>
                <c:pt idx="82">
                  <c:v>45.570599000000001</c:v>
                </c:pt>
                <c:pt idx="83">
                  <c:v>44.472797</c:v>
                </c:pt>
                <c:pt idx="84">
                  <c:v>43.437955000000002</c:v>
                </c:pt>
                <c:pt idx="85">
                  <c:v>43.299278999999999</c:v>
                </c:pt>
                <c:pt idx="86">
                  <c:v>48.481243999999997</c:v>
                </c:pt>
                <c:pt idx="87">
                  <c:v>50.840406000000002</c:v>
                </c:pt>
                <c:pt idx="88">
                  <c:v>50.370139000000002</c:v>
                </c:pt>
                <c:pt idx="89">
                  <c:v>49.543855999999998</c:v>
                </c:pt>
                <c:pt idx="90">
                  <c:v>53.481433000000003</c:v>
                </c:pt>
                <c:pt idx="91">
                  <c:v>60.288758000000001</c:v>
                </c:pt>
                <c:pt idx="92">
                  <c:v>67.096082999999993</c:v>
                </c:pt>
                <c:pt idx="93">
                  <c:v>73.192643000000004</c:v>
                </c:pt>
                <c:pt idx="94">
                  <c:v>77.479488000000003</c:v>
                </c:pt>
                <c:pt idx="95">
                  <c:v>78.712829999999997</c:v>
                </c:pt>
                <c:pt idx="96">
                  <c:v>79.733514</c:v>
                </c:pt>
                <c:pt idx="97">
                  <c:v>83.923833000000002</c:v>
                </c:pt>
                <c:pt idx="98">
                  <c:v>84.538184999999999</c:v>
                </c:pt>
                <c:pt idx="99">
                  <c:v>84.538184999999999</c:v>
                </c:pt>
                <c:pt idx="100">
                  <c:v>84.999953000000005</c:v>
                </c:pt>
                <c:pt idx="101">
                  <c:v>84.999953000000005</c:v>
                </c:pt>
                <c:pt idx="102">
                  <c:v>84.999953000000005</c:v>
                </c:pt>
                <c:pt idx="103">
                  <c:v>85.445196999999993</c:v>
                </c:pt>
                <c:pt idx="104">
                  <c:v>85.528818999999999</c:v>
                </c:pt>
                <c:pt idx="105">
                  <c:v>86.663408000000004</c:v>
                </c:pt>
                <c:pt idx="106">
                  <c:v>86.663408000000004</c:v>
                </c:pt>
                <c:pt idx="107">
                  <c:v>86.663408000000004</c:v>
                </c:pt>
                <c:pt idx="108">
                  <c:v>87.797922999999997</c:v>
                </c:pt>
                <c:pt idx="109">
                  <c:v>88.932478000000003</c:v>
                </c:pt>
                <c:pt idx="110">
                  <c:v>89.538169999999994</c:v>
                </c:pt>
                <c:pt idx="111">
                  <c:v>89.538169999999994</c:v>
                </c:pt>
                <c:pt idx="112">
                  <c:v>89.538169999999994</c:v>
                </c:pt>
                <c:pt idx="113">
                  <c:v>89.999965000000003</c:v>
                </c:pt>
                <c:pt idx="114">
                  <c:v>89.999965000000003</c:v>
                </c:pt>
                <c:pt idx="115">
                  <c:v>89.999965000000003</c:v>
                </c:pt>
                <c:pt idx="116">
                  <c:v>89.999983999999998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88.233379999999997</c:v>
                </c:pt>
                <c:pt idx="124">
                  <c:v>87.188522000000006</c:v>
                </c:pt>
                <c:pt idx="125">
                  <c:v>86.894459999999995</c:v>
                </c:pt>
                <c:pt idx="126">
                  <c:v>85.409522999999993</c:v>
                </c:pt>
                <c:pt idx="127">
                  <c:v>84.207318000000001</c:v>
                </c:pt>
                <c:pt idx="128">
                  <c:v>82.923288999999997</c:v>
                </c:pt>
                <c:pt idx="129">
                  <c:v>81.875107999999997</c:v>
                </c:pt>
                <c:pt idx="130">
                  <c:v>81.794218000000001</c:v>
                </c:pt>
                <c:pt idx="131">
                  <c:v>81.171577999999997</c:v>
                </c:pt>
                <c:pt idx="132">
                  <c:v>80.042518000000001</c:v>
                </c:pt>
                <c:pt idx="133">
                  <c:v>79.682540000000003</c:v>
                </c:pt>
                <c:pt idx="134">
                  <c:v>79.340110999999993</c:v>
                </c:pt>
                <c:pt idx="135">
                  <c:v>78.476417999999995</c:v>
                </c:pt>
                <c:pt idx="136">
                  <c:v>77.827764000000002</c:v>
                </c:pt>
                <c:pt idx="137">
                  <c:v>77.092834999999994</c:v>
                </c:pt>
                <c:pt idx="138">
                  <c:v>76.749902000000006</c:v>
                </c:pt>
                <c:pt idx="139">
                  <c:v>76.035381000000001</c:v>
                </c:pt>
                <c:pt idx="140">
                  <c:v>75.350562999999994</c:v>
                </c:pt>
                <c:pt idx="141">
                  <c:v>74.376142999999999</c:v>
                </c:pt>
                <c:pt idx="142">
                  <c:v>73.288572000000002</c:v>
                </c:pt>
                <c:pt idx="143">
                  <c:v>72.428954000000004</c:v>
                </c:pt>
                <c:pt idx="144">
                  <c:v>71.875230000000002</c:v>
                </c:pt>
                <c:pt idx="145">
                  <c:v>71.651206000000002</c:v>
                </c:pt>
                <c:pt idx="146">
                  <c:v>71.465836999999993</c:v>
                </c:pt>
                <c:pt idx="147">
                  <c:v>70.909729999999996</c:v>
                </c:pt>
                <c:pt idx="148">
                  <c:v>70.866011999999998</c:v>
                </c:pt>
                <c:pt idx="149">
                  <c:v>70.866011999999998</c:v>
                </c:pt>
                <c:pt idx="150">
                  <c:v>70.284619000000006</c:v>
                </c:pt>
                <c:pt idx="151">
                  <c:v>69.315629999999999</c:v>
                </c:pt>
                <c:pt idx="152">
                  <c:v>68.152844000000002</c:v>
                </c:pt>
                <c:pt idx="153">
                  <c:v>67.930815999999993</c:v>
                </c:pt>
                <c:pt idx="154">
                  <c:v>67.555177999999998</c:v>
                </c:pt>
                <c:pt idx="155">
                  <c:v>66.665801000000002</c:v>
                </c:pt>
                <c:pt idx="156">
                  <c:v>65.458342999999999</c:v>
                </c:pt>
                <c:pt idx="157">
                  <c:v>65.133375999999998</c:v>
                </c:pt>
                <c:pt idx="158">
                  <c:v>64.977081999999996</c:v>
                </c:pt>
                <c:pt idx="159">
                  <c:v>64.390978000000004</c:v>
                </c:pt>
                <c:pt idx="160">
                  <c:v>63.294210999999997</c:v>
                </c:pt>
                <c:pt idx="161">
                  <c:v>62.926430000000003</c:v>
                </c:pt>
                <c:pt idx="162">
                  <c:v>62.926430000000003</c:v>
                </c:pt>
                <c:pt idx="163">
                  <c:v>62.926430000000003</c:v>
                </c:pt>
                <c:pt idx="164">
                  <c:v>62.926430000000003</c:v>
                </c:pt>
                <c:pt idx="165">
                  <c:v>62.598114000000002</c:v>
                </c:pt>
                <c:pt idx="166">
                  <c:v>61.934465000000003</c:v>
                </c:pt>
                <c:pt idx="167">
                  <c:v>60.804997999999998</c:v>
                </c:pt>
                <c:pt idx="168">
                  <c:v>59.784970000000001</c:v>
                </c:pt>
                <c:pt idx="169">
                  <c:v>59.202696000000003</c:v>
                </c:pt>
                <c:pt idx="170">
                  <c:v>58.482297000000003</c:v>
                </c:pt>
                <c:pt idx="171">
                  <c:v>57.284106000000001</c:v>
                </c:pt>
                <c:pt idx="172">
                  <c:v>56.130707000000001</c:v>
                </c:pt>
                <c:pt idx="173">
                  <c:v>55.361722999999998</c:v>
                </c:pt>
                <c:pt idx="174">
                  <c:v>54.474350000000001</c:v>
                </c:pt>
                <c:pt idx="175">
                  <c:v>53.938198999999997</c:v>
                </c:pt>
                <c:pt idx="176">
                  <c:v>52.669119000000002</c:v>
                </c:pt>
                <c:pt idx="177">
                  <c:v>51.902968999999999</c:v>
                </c:pt>
                <c:pt idx="178">
                  <c:v>51.647585999999997</c:v>
                </c:pt>
                <c:pt idx="179">
                  <c:v>52.982840000000003</c:v>
                </c:pt>
                <c:pt idx="180">
                  <c:v>54.530250000000002</c:v>
                </c:pt>
                <c:pt idx="181">
                  <c:v>54.298411999999999</c:v>
                </c:pt>
                <c:pt idx="182">
                  <c:v>57.649603999999997</c:v>
                </c:pt>
                <c:pt idx="183">
                  <c:v>59.131659999999997</c:v>
                </c:pt>
                <c:pt idx="184">
                  <c:v>58.344607000000003</c:v>
                </c:pt>
                <c:pt idx="185">
                  <c:v>59.601545999999999</c:v>
                </c:pt>
                <c:pt idx="186">
                  <c:v>58.929673000000001</c:v>
                </c:pt>
                <c:pt idx="187">
                  <c:v>59.223374</c:v>
                </c:pt>
                <c:pt idx="188">
                  <c:v>62.186973000000002</c:v>
                </c:pt>
                <c:pt idx="189">
                  <c:v>67.859744000000006</c:v>
                </c:pt>
                <c:pt idx="190">
                  <c:v>74.373811000000003</c:v>
                </c:pt>
                <c:pt idx="191">
                  <c:v>77.090670000000003</c:v>
                </c:pt>
                <c:pt idx="192">
                  <c:v>78.050331</c:v>
                </c:pt>
                <c:pt idx="193">
                  <c:v>78.913139000000001</c:v>
                </c:pt>
                <c:pt idx="194">
                  <c:v>78.913139000000001</c:v>
                </c:pt>
                <c:pt idx="195">
                  <c:v>79.265703999999999</c:v>
                </c:pt>
                <c:pt idx="196">
                  <c:v>79.999930000000006</c:v>
                </c:pt>
                <c:pt idx="197">
                  <c:v>81.023915000000002</c:v>
                </c:pt>
                <c:pt idx="198">
                  <c:v>82.140800999999996</c:v>
                </c:pt>
                <c:pt idx="199">
                  <c:v>82.140800999999996</c:v>
                </c:pt>
                <c:pt idx="200">
                  <c:v>82.140800999999996</c:v>
                </c:pt>
                <c:pt idx="201">
                  <c:v>82.140800999999996</c:v>
                </c:pt>
                <c:pt idx="202">
                  <c:v>82.798664000000002</c:v>
                </c:pt>
                <c:pt idx="203">
                  <c:v>82.798664000000002</c:v>
                </c:pt>
                <c:pt idx="204">
                  <c:v>83.678272000000007</c:v>
                </c:pt>
                <c:pt idx="205">
                  <c:v>85.164527000000007</c:v>
                </c:pt>
                <c:pt idx="206">
                  <c:v>87.323673999999997</c:v>
                </c:pt>
                <c:pt idx="207">
                  <c:v>87.730896000000001</c:v>
                </c:pt>
                <c:pt idx="208">
                  <c:v>88.351568999999998</c:v>
                </c:pt>
                <c:pt idx="209">
                  <c:v>89.458523999999997</c:v>
                </c:pt>
                <c:pt idx="210">
                  <c:v>89.999953000000005</c:v>
                </c:pt>
                <c:pt idx="211">
                  <c:v>89.999964000000006</c:v>
                </c:pt>
                <c:pt idx="212">
                  <c:v>89.999967999999996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88.233379999999997</c:v>
                </c:pt>
                <c:pt idx="220">
                  <c:v>87.188522000000006</c:v>
                </c:pt>
                <c:pt idx="221">
                  <c:v>86.591341</c:v>
                </c:pt>
                <c:pt idx="222">
                  <c:v>85.295745999999994</c:v>
                </c:pt>
                <c:pt idx="223">
                  <c:v>84.135536000000002</c:v>
                </c:pt>
                <c:pt idx="224">
                  <c:v>83.249848999999998</c:v>
                </c:pt>
                <c:pt idx="225">
                  <c:v>82.615690000000001</c:v>
                </c:pt>
                <c:pt idx="226">
                  <c:v>81.814913000000004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79.682540000000003</c:v>
                </c:pt>
                <c:pt idx="230">
                  <c:v>79.340110999999993</c:v>
                </c:pt>
                <c:pt idx="231">
                  <c:v>78.713238000000004</c:v>
                </c:pt>
                <c:pt idx="232">
                  <c:v>77.632969000000003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76.517560000000003</c:v>
                </c:pt>
                <c:pt idx="236">
                  <c:v>75.906463000000002</c:v>
                </c:pt>
                <c:pt idx="237">
                  <c:v>74.926238999999995</c:v>
                </c:pt>
                <c:pt idx="238">
                  <c:v>73.780801999999994</c:v>
                </c:pt>
                <c:pt idx="239">
                  <c:v>73.062394999999995</c:v>
                </c:pt>
                <c:pt idx="240">
                  <c:v>72.375558999999996</c:v>
                </c:pt>
                <c:pt idx="241">
                  <c:v>72.069028000000003</c:v>
                </c:pt>
                <c:pt idx="242">
                  <c:v>71.404707000000002</c:v>
                </c:pt>
                <c:pt idx="243">
                  <c:v>70.698961999999995</c:v>
                </c:pt>
                <c:pt idx="244">
                  <c:v>70.161147</c:v>
                </c:pt>
                <c:pt idx="245">
                  <c:v>70.161147</c:v>
                </c:pt>
                <c:pt idx="246">
                  <c:v>69.579753999999994</c:v>
                </c:pt>
                <c:pt idx="247">
                  <c:v>68.610765999999998</c:v>
                </c:pt>
                <c:pt idx="248">
                  <c:v>67.447979000000004</c:v>
                </c:pt>
                <c:pt idx="249">
                  <c:v>66.750308000000004</c:v>
                </c:pt>
                <c:pt idx="250">
                  <c:v>66.064592000000005</c:v>
                </c:pt>
                <c:pt idx="251">
                  <c:v>65.271576999999994</c:v>
                </c:pt>
                <c:pt idx="252">
                  <c:v>64.437211000000005</c:v>
                </c:pt>
                <c:pt idx="253">
                  <c:v>64.398392999999999</c:v>
                </c:pt>
                <c:pt idx="254">
                  <c:v>63.816119</c:v>
                </c:pt>
                <c:pt idx="255">
                  <c:v>63.198757999999998</c:v>
                </c:pt>
                <c:pt idx="256">
                  <c:v>62.401898000000003</c:v>
                </c:pt>
                <c:pt idx="257">
                  <c:v>61.875582000000001</c:v>
                </c:pt>
                <c:pt idx="258">
                  <c:v>61.349266</c:v>
                </c:pt>
                <c:pt idx="259">
                  <c:v>60.998387999999998</c:v>
                </c:pt>
                <c:pt idx="260">
                  <c:v>60.998387999999998</c:v>
                </c:pt>
                <c:pt idx="261">
                  <c:v>60.765478999999999</c:v>
                </c:pt>
                <c:pt idx="262">
                  <c:v>60.183205000000001</c:v>
                </c:pt>
                <c:pt idx="263">
                  <c:v>59.600932</c:v>
                </c:pt>
                <c:pt idx="264">
                  <c:v>59.057476000000001</c:v>
                </c:pt>
                <c:pt idx="265">
                  <c:v>58.601179999999999</c:v>
                </c:pt>
                <c:pt idx="266">
                  <c:v>57.527670000000001</c:v>
                </c:pt>
                <c:pt idx="267">
                  <c:v>56.454160999999999</c:v>
                </c:pt>
                <c:pt idx="268">
                  <c:v>55.636007999999997</c:v>
                </c:pt>
                <c:pt idx="269">
                  <c:v>55.377153999999997</c:v>
                </c:pt>
                <c:pt idx="270">
                  <c:v>54.215530999999999</c:v>
                </c:pt>
                <c:pt idx="271">
                  <c:v>52.762771999999998</c:v>
                </c:pt>
                <c:pt idx="272">
                  <c:v>51.696635000000001</c:v>
                </c:pt>
                <c:pt idx="273">
                  <c:v>50.993746000000002</c:v>
                </c:pt>
                <c:pt idx="274">
                  <c:v>49.715260999999998</c:v>
                </c:pt>
                <c:pt idx="275">
                  <c:v>48.436776000000002</c:v>
                </c:pt>
                <c:pt idx="276">
                  <c:v>47.822741000000001</c:v>
                </c:pt>
                <c:pt idx="277">
                  <c:v>47.561481999999998</c:v>
                </c:pt>
                <c:pt idx="278">
                  <c:v>46.356414000000001</c:v>
                </c:pt>
                <c:pt idx="279">
                  <c:v>45.317895999999998</c:v>
                </c:pt>
                <c:pt idx="280">
                  <c:v>47.324652999999998</c:v>
                </c:pt>
                <c:pt idx="281">
                  <c:v>47.324652999999998</c:v>
                </c:pt>
                <c:pt idx="282">
                  <c:v>45.752997000000001</c:v>
                </c:pt>
                <c:pt idx="283">
                  <c:v>45.752997000000001</c:v>
                </c:pt>
                <c:pt idx="284">
                  <c:v>45.752997000000001</c:v>
                </c:pt>
                <c:pt idx="285">
                  <c:v>49.156660000000002</c:v>
                </c:pt>
                <c:pt idx="286">
                  <c:v>52.560321999999999</c:v>
                </c:pt>
                <c:pt idx="287">
                  <c:v>57.890312999999999</c:v>
                </c:pt>
                <c:pt idx="288">
                  <c:v>62.216380999999998</c:v>
                </c:pt>
                <c:pt idx="289">
                  <c:v>64.485489000000001</c:v>
                </c:pt>
                <c:pt idx="290">
                  <c:v>65.620042999999995</c:v>
                </c:pt>
                <c:pt idx="291">
                  <c:v>65.620042999999995</c:v>
                </c:pt>
                <c:pt idx="292">
                  <c:v>65.620042999999995</c:v>
                </c:pt>
                <c:pt idx="293">
                  <c:v>65.620042999999995</c:v>
                </c:pt>
                <c:pt idx="294">
                  <c:v>66.950660999999997</c:v>
                </c:pt>
                <c:pt idx="295">
                  <c:v>70.354324000000005</c:v>
                </c:pt>
                <c:pt idx="296">
                  <c:v>71.131815000000003</c:v>
                </c:pt>
                <c:pt idx="297">
                  <c:v>71.131815000000003</c:v>
                </c:pt>
                <c:pt idx="298">
                  <c:v>72.536489000000003</c:v>
                </c:pt>
                <c:pt idx="299">
                  <c:v>75.104692</c:v>
                </c:pt>
                <c:pt idx="300">
                  <c:v>75.461763000000005</c:v>
                </c:pt>
                <c:pt idx="301">
                  <c:v>77.373801</c:v>
                </c:pt>
                <c:pt idx="302">
                  <c:v>78.192659000000006</c:v>
                </c:pt>
                <c:pt idx="303">
                  <c:v>78.654459000000003</c:v>
                </c:pt>
                <c:pt idx="304">
                  <c:v>79.999967999999996</c:v>
                </c:pt>
                <c:pt idx="305">
                  <c:v>83.192651999999995</c:v>
                </c:pt>
                <c:pt idx="306">
                  <c:v>85.461768000000006</c:v>
                </c:pt>
                <c:pt idx="307">
                  <c:v>89.999964000000006</c:v>
                </c:pt>
                <c:pt idx="308">
                  <c:v>89.999967999999996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89.559935999999993</c:v>
                </c:pt>
                <c:pt idx="315">
                  <c:v>87.869521000000006</c:v>
                </c:pt>
                <c:pt idx="316">
                  <c:v>87.188522000000006</c:v>
                </c:pt>
                <c:pt idx="317">
                  <c:v>86.053308000000001</c:v>
                </c:pt>
                <c:pt idx="318">
                  <c:v>84.784813999999997</c:v>
                </c:pt>
                <c:pt idx="319">
                  <c:v>83.376221999999999</c:v>
                </c:pt>
                <c:pt idx="320">
                  <c:v>82.822896999999998</c:v>
                </c:pt>
                <c:pt idx="321">
                  <c:v>81.862393999999995</c:v>
                </c:pt>
                <c:pt idx="322">
                  <c:v>81.787182000000001</c:v>
                </c:pt>
                <c:pt idx="323">
                  <c:v>81.367030999999997</c:v>
                </c:pt>
                <c:pt idx="324">
                  <c:v>80.416372999999993</c:v>
                </c:pt>
                <c:pt idx="325">
                  <c:v>79.913909000000004</c:v>
                </c:pt>
                <c:pt idx="326">
                  <c:v>79.164664000000002</c:v>
                </c:pt>
                <c:pt idx="327">
                  <c:v>78.476417999999995</c:v>
                </c:pt>
                <c:pt idx="328">
                  <c:v>77.780231000000001</c:v>
                </c:pt>
                <c:pt idx="329">
                  <c:v>77.020515000000003</c:v>
                </c:pt>
                <c:pt idx="330">
                  <c:v>76.109137000000004</c:v>
                </c:pt>
                <c:pt idx="331">
                  <c:v>75.155061000000003</c:v>
                </c:pt>
                <c:pt idx="332">
                  <c:v>75.012512999999998</c:v>
                </c:pt>
                <c:pt idx="333">
                  <c:v>74.496977000000001</c:v>
                </c:pt>
                <c:pt idx="334">
                  <c:v>73.332429000000005</c:v>
                </c:pt>
                <c:pt idx="335">
                  <c:v>72.585704000000007</c:v>
                </c:pt>
                <c:pt idx="336">
                  <c:v>71.958603999999994</c:v>
                </c:pt>
                <c:pt idx="337">
                  <c:v>71.651206000000002</c:v>
                </c:pt>
                <c:pt idx="338">
                  <c:v>71.651206000000002</c:v>
                </c:pt>
                <c:pt idx="339">
                  <c:v>71.263610999999997</c:v>
                </c:pt>
                <c:pt idx="340">
                  <c:v>70.682218000000006</c:v>
                </c:pt>
                <c:pt idx="341">
                  <c:v>70.272926999999996</c:v>
                </c:pt>
                <c:pt idx="342">
                  <c:v>70.272926999999996</c:v>
                </c:pt>
                <c:pt idx="343">
                  <c:v>70.272926999999996</c:v>
                </c:pt>
                <c:pt idx="344">
                  <c:v>70.272926999999996</c:v>
                </c:pt>
                <c:pt idx="345">
                  <c:v>69.902189000000007</c:v>
                </c:pt>
                <c:pt idx="346">
                  <c:v>69.334164999999999</c:v>
                </c:pt>
                <c:pt idx="347">
                  <c:v>68.307794999999999</c:v>
                </c:pt>
                <c:pt idx="348">
                  <c:v>67.825834999999998</c:v>
                </c:pt>
                <c:pt idx="349">
                  <c:v>67.286164999999997</c:v>
                </c:pt>
                <c:pt idx="350">
                  <c:v>66.077826000000002</c:v>
                </c:pt>
                <c:pt idx="351">
                  <c:v>64.869488000000004</c:v>
                </c:pt>
                <c:pt idx="352">
                  <c:v>64.203738999999999</c:v>
                </c:pt>
                <c:pt idx="353">
                  <c:v>63.829588000000001</c:v>
                </c:pt>
                <c:pt idx="354">
                  <c:v>62.861342</c:v>
                </c:pt>
                <c:pt idx="355">
                  <c:v>61.787832000000002</c:v>
                </c:pt>
                <c:pt idx="356">
                  <c:v>60.714322000000003</c:v>
                </c:pt>
                <c:pt idx="357">
                  <c:v>60.223094000000003</c:v>
                </c:pt>
                <c:pt idx="358">
                  <c:v>59.793284999999997</c:v>
                </c:pt>
                <c:pt idx="359">
                  <c:v>58.997844999999998</c:v>
                </c:pt>
                <c:pt idx="360">
                  <c:v>57.973987000000001</c:v>
                </c:pt>
                <c:pt idx="361">
                  <c:v>57.281368000000001</c:v>
                </c:pt>
                <c:pt idx="362">
                  <c:v>56.764291999999998</c:v>
                </c:pt>
                <c:pt idx="363">
                  <c:v>55.694529000000003</c:v>
                </c:pt>
                <c:pt idx="364">
                  <c:v>54.511338000000002</c:v>
                </c:pt>
                <c:pt idx="365">
                  <c:v>53.799962999999998</c:v>
                </c:pt>
                <c:pt idx="366">
                  <c:v>52.618473000000002</c:v>
                </c:pt>
                <c:pt idx="367">
                  <c:v>52.045535000000001</c:v>
                </c:pt>
                <c:pt idx="368">
                  <c:v>50.842072999999999</c:v>
                </c:pt>
                <c:pt idx="369">
                  <c:v>50.562800000000003</c:v>
                </c:pt>
                <c:pt idx="370">
                  <c:v>49.775747000000003</c:v>
                </c:pt>
                <c:pt idx="371">
                  <c:v>47.693862000000003</c:v>
                </c:pt>
                <c:pt idx="372">
                  <c:v>47.431511</c:v>
                </c:pt>
                <c:pt idx="373">
                  <c:v>46.775635000000001</c:v>
                </c:pt>
                <c:pt idx="374">
                  <c:v>46.390120000000003</c:v>
                </c:pt>
                <c:pt idx="375">
                  <c:v>47.758285000000001</c:v>
                </c:pt>
                <c:pt idx="376">
                  <c:v>49.330655</c:v>
                </c:pt>
                <c:pt idx="377">
                  <c:v>48.343919</c:v>
                </c:pt>
                <c:pt idx="378">
                  <c:v>51.117939</c:v>
                </c:pt>
                <c:pt idx="379">
                  <c:v>54.521600999999997</c:v>
                </c:pt>
                <c:pt idx="380">
                  <c:v>59.557020000000001</c:v>
                </c:pt>
                <c:pt idx="381">
                  <c:v>66.364345</c:v>
                </c:pt>
                <c:pt idx="382">
                  <c:v>70.500843000000003</c:v>
                </c:pt>
                <c:pt idx="383">
                  <c:v>72.769952000000004</c:v>
                </c:pt>
                <c:pt idx="384">
                  <c:v>72.769952000000004</c:v>
                </c:pt>
                <c:pt idx="385">
                  <c:v>72.769952000000004</c:v>
                </c:pt>
                <c:pt idx="386">
                  <c:v>72.769952000000004</c:v>
                </c:pt>
                <c:pt idx="387">
                  <c:v>74.848868999999993</c:v>
                </c:pt>
                <c:pt idx="388">
                  <c:v>78.675297999999998</c:v>
                </c:pt>
                <c:pt idx="389">
                  <c:v>79.387082000000007</c:v>
                </c:pt>
                <c:pt idx="390">
                  <c:v>79.999967999999996</c:v>
                </c:pt>
                <c:pt idx="391">
                  <c:v>81.275200999999996</c:v>
                </c:pt>
                <c:pt idx="392">
                  <c:v>83.166073999999995</c:v>
                </c:pt>
                <c:pt idx="393">
                  <c:v>84.038584</c:v>
                </c:pt>
                <c:pt idx="394">
                  <c:v>84.295426000000006</c:v>
                </c:pt>
                <c:pt idx="395">
                  <c:v>84.427999</c:v>
                </c:pt>
                <c:pt idx="396">
                  <c:v>86.134538000000006</c:v>
                </c:pt>
                <c:pt idx="397">
                  <c:v>87.730891999999997</c:v>
                </c:pt>
                <c:pt idx="398">
                  <c:v>88.136844999999994</c:v>
                </c:pt>
                <c:pt idx="399">
                  <c:v>88.576800000000006</c:v>
                </c:pt>
                <c:pt idx="400">
                  <c:v>89.665175000000005</c:v>
                </c:pt>
                <c:pt idx="401">
                  <c:v>89.999956999999995</c:v>
                </c:pt>
                <c:pt idx="402">
                  <c:v>89.999956999999995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89.663032999999999</c:v>
                </c:pt>
                <c:pt idx="411">
                  <c:v>87.979099000000005</c:v>
                </c:pt>
                <c:pt idx="412">
                  <c:v>87.188522000000006</c:v>
                </c:pt>
                <c:pt idx="413">
                  <c:v>86.803771999999995</c:v>
                </c:pt>
                <c:pt idx="414">
                  <c:v>85.107816999999997</c:v>
                </c:pt>
                <c:pt idx="415">
                  <c:v>84.094719999999995</c:v>
                </c:pt>
                <c:pt idx="416">
                  <c:v>83.249848999999998</c:v>
                </c:pt>
                <c:pt idx="417">
                  <c:v>82.205887000000004</c:v>
                </c:pt>
                <c:pt idx="418">
                  <c:v>81.821578000000002</c:v>
                </c:pt>
                <c:pt idx="419">
                  <c:v>81.367030999999997</c:v>
                </c:pt>
                <c:pt idx="420">
                  <c:v>80.309764000000001</c:v>
                </c:pt>
                <c:pt idx="421">
                  <c:v>79.682540000000003</c:v>
                </c:pt>
                <c:pt idx="422">
                  <c:v>79.005133999999998</c:v>
                </c:pt>
                <c:pt idx="423">
                  <c:v>78.476417999999995</c:v>
                </c:pt>
                <c:pt idx="424">
                  <c:v>77.706429999999997</c:v>
                </c:pt>
                <c:pt idx="425">
                  <c:v>76.705081000000007</c:v>
                </c:pt>
                <c:pt idx="426">
                  <c:v>76.109137000000004</c:v>
                </c:pt>
                <c:pt idx="427">
                  <c:v>75.155061000000003</c:v>
                </c:pt>
                <c:pt idx="428">
                  <c:v>74.470434999999995</c:v>
                </c:pt>
                <c:pt idx="429">
                  <c:v>73.443759999999997</c:v>
                </c:pt>
                <c:pt idx="430">
                  <c:v>72.691764000000006</c:v>
                </c:pt>
                <c:pt idx="431">
                  <c:v>72.180192000000005</c:v>
                </c:pt>
                <c:pt idx="432">
                  <c:v>71.667587999999995</c:v>
                </c:pt>
                <c:pt idx="433">
                  <c:v>71.651206000000002</c:v>
                </c:pt>
                <c:pt idx="434">
                  <c:v>71.651206000000002</c:v>
                </c:pt>
                <c:pt idx="435">
                  <c:v>71.229660999999993</c:v>
                </c:pt>
                <c:pt idx="436">
                  <c:v>70.643557999999999</c:v>
                </c:pt>
                <c:pt idx="437">
                  <c:v>70.448189999999997</c:v>
                </c:pt>
                <c:pt idx="438">
                  <c:v>69.866797000000005</c:v>
                </c:pt>
                <c:pt idx="439">
                  <c:v>69.285404</c:v>
                </c:pt>
                <c:pt idx="440">
                  <c:v>68.152844000000002</c:v>
                </c:pt>
                <c:pt idx="441">
                  <c:v>67.455172000000005</c:v>
                </c:pt>
                <c:pt idx="442">
                  <c:v>66.769457000000003</c:v>
                </c:pt>
                <c:pt idx="443">
                  <c:v>66.344703999999993</c:v>
                </c:pt>
                <c:pt idx="444">
                  <c:v>65.718639999999994</c:v>
                </c:pt>
                <c:pt idx="445">
                  <c:v>65.092574999999997</c:v>
                </c:pt>
                <c:pt idx="446">
                  <c:v>64.675197999999995</c:v>
                </c:pt>
                <c:pt idx="447">
                  <c:v>64.675197999999995</c:v>
                </c:pt>
                <c:pt idx="448">
                  <c:v>64.383362000000005</c:v>
                </c:pt>
                <c:pt idx="449">
                  <c:v>63.836168000000001</c:v>
                </c:pt>
                <c:pt idx="450">
                  <c:v>63.216014999999999</c:v>
                </c:pt>
                <c:pt idx="451">
                  <c:v>62.194586999999999</c:v>
                </c:pt>
                <c:pt idx="452">
                  <c:v>61.647393999999998</c:v>
                </c:pt>
                <c:pt idx="453">
                  <c:v>60.631318</c:v>
                </c:pt>
                <c:pt idx="454">
                  <c:v>59.899296</c:v>
                </c:pt>
                <c:pt idx="455">
                  <c:v>59.078752000000001</c:v>
                </c:pt>
                <c:pt idx="456">
                  <c:v>58.297280999999998</c:v>
                </c:pt>
                <c:pt idx="457">
                  <c:v>57.236942999999997</c:v>
                </c:pt>
                <c:pt idx="458">
                  <c:v>56.25994</c:v>
                </c:pt>
                <c:pt idx="459">
                  <c:v>55.722093999999998</c:v>
                </c:pt>
                <c:pt idx="460">
                  <c:v>54.890825999999997</c:v>
                </c:pt>
                <c:pt idx="461">
                  <c:v>53.828797999999999</c:v>
                </c:pt>
                <c:pt idx="462">
                  <c:v>52.792862</c:v>
                </c:pt>
                <c:pt idx="463">
                  <c:v>51.825830000000003</c:v>
                </c:pt>
                <c:pt idx="464">
                  <c:v>50.838562000000003</c:v>
                </c:pt>
                <c:pt idx="465">
                  <c:v>49.887537999999999</c:v>
                </c:pt>
                <c:pt idx="466">
                  <c:v>49.533164999999997</c:v>
                </c:pt>
                <c:pt idx="467">
                  <c:v>48.647233</c:v>
                </c:pt>
                <c:pt idx="468">
                  <c:v>47.798589999999997</c:v>
                </c:pt>
                <c:pt idx="469">
                  <c:v>46.478265</c:v>
                </c:pt>
                <c:pt idx="470">
                  <c:v>46.114151999999997</c:v>
                </c:pt>
                <c:pt idx="471">
                  <c:v>45.327098999999997</c:v>
                </c:pt>
                <c:pt idx="472">
                  <c:v>44.987611999999999</c:v>
                </c:pt>
                <c:pt idx="473">
                  <c:v>44.412793000000001</c:v>
                </c:pt>
                <c:pt idx="474">
                  <c:v>45.364345</c:v>
                </c:pt>
                <c:pt idx="475">
                  <c:v>45.267242000000003</c:v>
                </c:pt>
                <c:pt idx="476">
                  <c:v>44.924281000000001</c:v>
                </c:pt>
                <c:pt idx="477">
                  <c:v>44.924281000000001</c:v>
                </c:pt>
                <c:pt idx="478">
                  <c:v>44.924281000000001</c:v>
                </c:pt>
                <c:pt idx="479">
                  <c:v>44.924281000000001</c:v>
                </c:pt>
                <c:pt idx="480">
                  <c:v>47.148944999999998</c:v>
                </c:pt>
                <c:pt idx="481">
                  <c:v>49.156047000000001</c:v>
                </c:pt>
                <c:pt idx="482">
                  <c:v>54.828817999999998</c:v>
                </c:pt>
                <c:pt idx="483">
                  <c:v>59.270699999999998</c:v>
                </c:pt>
                <c:pt idx="484">
                  <c:v>59.270699999999998</c:v>
                </c:pt>
                <c:pt idx="485">
                  <c:v>59.270699999999998</c:v>
                </c:pt>
                <c:pt idx="486">
                  <c:v>60.501589000000003</c:v>
                </c:pt>
                <c:pt idx="487">
                  <c:v>61.187973</c:v>
                </c:pt>
                <c:pt idx="488">
                  <c:v>61.187973</c:v>
                </c:pt>
                <c:pt idx="489">
                  <c:v>64.578006000000002</c:v>
                </c:pt>
                <c:pt idx="490">
                  <c:v>69.116237999999996</c:v>
                </c:pt>
                <c:pt idx="491">
                  <c:v>70.250776000000002</c:v>
                </c:pt>
                <c:pt idx="492">
                  <c:v>72.519889000000006</c:v>
                </c:pt>
                <c:pt idx="493">
                  <c:v>74.788996999999995</c:v>
                </c:pt>
                <c:pt idx="494">
                  <c:v>74.788996999999995</c:v>
                </c:pt>
                <c:pt idx="495">
                  <c:v>76.385350000000003</c:v>
                </c:pt>
                <c:pt idx="496">
                  <c:v>80.461764000000002</c:v>
                </c:pt>
                <c:pt idx="497">
                  <c:v>80.461764000000002</c:v>
                </c:pt>
                <c:pt idx="498">
                  <c:v>82.730872000000005</c:v>
                </c:pt>
                <c:pt idx="499">
                  <c:v>86.596333999999999</c:v>
                </c:pt>
                <c:pt idx="500">
                  <c:v>88.865446000000006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89.329661000000002</c:v>
                </c:pt>
                <c:pt idx="509">
                  <c:v>87.914658000000003</c:v>
                </c:pt>
                <c:pt idx="510">
                  <c:v>87.914658000000003</c:v>
                </c:pt>
                <c:pt idx="511">
                  <c:v>87.281880000000001</c:v>
                </c:pt>
                <c:pt idx="512">
                  <c:v>87.106891000000005</c:v>
                </c:pt>
                <c:pt idx="513">
                  <c:v>86.228273000000002</c:v>
                </c:pt>
                <c:pt idx="514">
                  <c:v>85.155805999999998</c:v>
                </c:pt>
                <c:pt idx="515">
                  <c:v>84.119743999999997</c:v>
                </c:pt>
                <c:pt idx="516">
                  <c:v>83.584303000000006</c:v>
                </c:pt>
                <c:pt idx="517">
                  <c:v>83.071717000000007</c:v>
                </c:pt>
                <c:pt idx="518">
                  <c:v>82.993056999999993</c:v>
                </c:pt>
                <c:pt idx="519">
                  <c:v>82.419163999999995</c:v>
                </c:pt>
                <c:pt idx="520">
                  <c:v>81.995890000000003</c:v>
                </c:pt>
                <c:pt idx="521">
                  <c:v>81.514933999999997</c:v>
                </c:pt>
                <c:pt idx="522">
                  <c:v>80.953839000000002</c:v>
                </c:pt>
                <c:pt idx="523">
                  <c:v>80.416372999999993</c:v>
                </c:pt>
                <c:pt idx="524">
                  <c:v>80.416372999999993</c:v>
                </c:pt>
                <c:pt idx="525">
                  <c:v>80.043120999999999</c:v>
                </c:pt>
                <c:pt idx="526">
                  <c:v>79.042492999999993</c:v>
                </c:pt>
                <c:pt idx="527">
                  <c:v>77.931676999999993</c:v>
                </c:pt>
                <c:pt idx="528">
                  <c:v>76.932837000000006</c:v>
                </c:pt>
                <c:pt idx="529">
                  <c:v>76.639004</c:v>
                </c:pt>
                <c:pt idx="530">
                  <c:v>76.270583000000002</c:v>
                </c:pt>
                <c:pt idx="531">
                  <c:v>75.208890999999994</c:v>
                </c:pt>
                <c:pt idx="532">
                  <c:v>74.067618999999993</c:v>
                </c:pt>
                <c:pt idx="533">
                  <c:v>73.007429999999999</c:v>
                </c:pt>
                <c:pt idx="534">
                  <c:v>72.813631999999998</c:v>
                </c:pt>
                <c:pt idx="535">
                  <c:v>72.813631999999998</c:v>
                </c:pt>
                <c:pt idx="536">
                  <c:v>72.629987</c:v>
                </c:pt>
                <c:pt idx="537">
                  <c:v>72.079049999999995</c:v>
                </c:pt>
                <c:pt idx="538">
                  <c:v>71.111103</c:v>
                </c:pt>
                <c:pt idx="539">
                  <c:v>70.448189999999997</c:v>
                </c:pt>
                <c:pt idx="540">
                  <c:v>70.272751999999997</c:v>
                </c:pt>
                <c:pt idx="541">
                  <c:v>69.436358999999996</c:v>
                </c:pt>
                <c:pt idx="542">
                  <c:v>68.393248999999997</c:v>
                </c:pt>
                <c:pt idx="543">
                  <c:v>67.350138999999999</c:v>
                </c:pt>
                <c:pt idx="544">
                  <c:v>66.622819000000007</c:v>
                </c:pt>
                <c:pt idx="545">
                  <c:v>66.305215000000004</c:v>
                </c:pt>
                <c:pt idx="546">
                  <c:v>65.394723999999997</c:v>
                </c:pt>
                <c:pt idx="547">
                  <c:v>64.345631999999995</c:v>
                </c:pt>
                <c:pt idx="548">
                  <c:v>63.29654</c:v>
                </c:pt>
                <c:pt idx="549">
                  <c:v>62.84545</c:v>
                </c:pt>
                <c:pt idx="550">
                  <c:v>62.604143999999998</c:v>
                </c:pt>
                <c:pt idx="551">
                  <c:v>61.708080000000002</c:v>
                </c:pt>
                <c:pt idx="552">
                  <c:v>60.674202999999999</c:v>
                </c:pt>
                <c:pt idx="553">
                  <c:v>59.640326999999999</c:v>
                </c:pt>
                <c:pt idx="554">
                  <c:v>59.020077999999998</c:v>
                </c:pt>
                <c:pt idx="555">
                  <c:v>58.342809000000003</c:v>
                </c:pt>
                <c:pt idx="556">
                  <c:v>57.096994000000002</c:v>
                </c:pt>
                <c:pt idx="557">
                  <c:v>55.851179000000002</c:v>
                </c:pt>
                <c:pt idx="558">
                  <c:v>58.277735</c:v>
                </c:pt>
                <c:pt idx="559">
                  <c:v>59.624983</c:v>
                </c:pt>
                <c:pt idx="560">
                  <c:v>58.437134</c:v>
                </c:pt>
                <c:pt idx="561">
                  <c:v>57.154176</c:v>
                </c:pt>
                <c:pt idx="562">
                  <c:v>56.692053999999999</c:v>
                </c:pt>
                <c:pt idx="563">
                  <c:v>56.692053999999999</c:v>
                </c:pt>
                <c:pt idx="564">
                  <c:v>56.211741000000004</c:v>
                </c:pt>
                <c:pt idx="565">
                  <c:v>58.370699000000002</c:v>
                </c:pt>
                <c:pt idx="566">
                  <c:v>61.119390000000003</c:v>
                </c:pt>
                <c:pt idx="567">
                  <c:v>64.348393999999999</c:v>
                </c:pt>
                <c:pt idx="568">
                  <c:v>67.121260000000007</c:v>
                </c:pt>
                <c:pt idx="569">
                  <c:v>66.975371999999993</c:v>
                </c:pt>
                <c:pt idx="570">
                  <c:v>71.310046999999997</c:v>
                </c:pt>
                <c:pt idx="571">
                  <c:v>73.860077000000004</c:v>
                </c:pt>
                <c:pt idx="572">
                  <c:v>76.955365999999998</c:v>
                </c:pt>
                <c:pt idx="573">
                  <c:v>81.493582000000004</c:v>
                </c:pt>
                <c:pt idx="574">
                  <c:v>84.897244999999998</c:v>
                </c:pt>
                <c:pt idx="575">
                  <c:v>84.897248000000005</c:v>
                </c:pt>
                <c:pt idx="576">
                  <c:v>84.897248000000005</c:v>
                </c:pt>
                <c:pt idx="577">
                  <c:v>86.031802999999996</c:v>
                </c:pt>
                <c:pt idx="578">
                  <c:v>86.031802999999996</c:v>
                </c:pt>
                <c:pt idx="579">
                  <c:v>86.031802999999996</c:v>
                </c:pt>
                <c:pt idx="580">
                  <c:v>86.031802999999996</c:v>
                </c:pt>
                <c:pt idx="581">
                  <c:v>86.031806000000003</c:v>
                </c:pt>
                <c:pt idx="582">
                  <c:v>86.031809999999993</c:v>
                </c:pt>
                <c:pt idx="583">
                  <c:v>87.147676000000004</c:v>
                </c:pt>
                <c:pt idx="584">
                  <c:v>87.147679999999994</c:v>
                </c:pt>
                <c:pt idx="585">
                  <c:v>87.147683999999998</c:v>
                </c:pt>
                <c:pt idx="586">
                  <c:v>87.147715000000005</c:v>
                </c:pt>
                <c:pt idx="587">
                  <c:v>87.147715000000005</c:v>
                </c:pt>
                <c:pt idx="588">
                  <c:v>87.147715000000005</c:v>
                </c:pt>
                <c:pt idx="589">
                  <c:v>87.147715000000005</c:v>
                </c:pt>
                <c:pt idx="590">
                  <c:v>87.147715000000005</c:v>
                </c:pt>
                <c:pt idx="591">
                  <c:v>87.147715000000005</c:v>
                </c:pt>
                <c:pt idx="592">
                  <c:v>88.282268999999999</c:v>
                </c:pt>
                <c:pt idx="593">
                  <c:v>89.416769000000002</c:v>
                </c:pt>
                <c:pt idx="594">
                  <c:v>89.416769000000002</c:v>
                </c:pt>
                <c:pt idx="595">
                  <c:v>89.416769000000002</c:v>
                </c:pt>
                <c:pt idx="596">
                  <c:v>89.538143000000005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88.917175999999998</c:v>
                </c:pt>
                <c:pt idx="618">
                  <c:v>88.594261000000003</c:v>
                </c:pt>
                <c:pt idx="619">
                  <c:v>88.594261000000003</c:v>
                </c:pt>
                <c:pt idx="620">
                  <c:v>88.594261000000003</c:v>
                </c:pt>
                <c:pt idx="621">
                  <c:v>88.594261000000003</c:v>
                </c:pt>
                <c:pt idx="622">
                  <c:v>88.594261000000003</c:v>
                </c:pt>
                <c:pt idx="623">
                  <c:v>87.022301999999996</c:v>
                </c:pt>
                <c:pt idx="624">
                  <c:v>86.415767000000002</c:v>
                </c:pt>
                <c:pt idx="625">
                  <c:v>85.809231999999994</c:v>
                </c:pt>
                <c:pt idx="626">
                  <c:v>85.647488999999993</c:v>
                </c:pt>
                <c:pt idx="627">
                  <c:v>85.524681999999999</c:v>
                </c:pt>
                <c:pt idx="628">
                  <c:v>84.910646</c:v>
                </c:pt>
                <c:pt idx="629">
                  <c:v>84.296610999999999</c:v>
                </c:pt>
                <c:pt idx="630">
                  <c:v>83.682575</c:v>
                </c:pt>
                <c:pt idx="631">
                  <c:v>83.604939000000002</c:v>
                </c:pt>
                <c:pt idx="632">
                  <c:v>83.022665000000003</c:v>
                </c:pt>
                <c:pt idx="633">
                  <c:v>82.440391000000005</c:v>
                </c:pt>
                <c:pt idx="634">
                  <c:v>81.858118000000005</c:v>
                </c:pt>
                <c:pt idx="635">
                  <c:v>81.741663000000003</c:v>
                </c:pt>
                <c:pt idx="636">
                  <c:v>81.496048999999999</c:v>
                </c:pt>
                <c:pt idx="637">
                  <c:v>80.882013000000001</c:v>
                </c:pt>
                <c:pt idx="638">
                  <c:v>80.267977999999999</c:v>
                </c:pt>
                <c:pt idx="639">
                  <c:v>79.776750000000007</c:v>
                </c:pt>
                <c:pt idx="640">
                  <c:v>79.582657999999995</c:v>
                </c:pt>
                <c:pt idx="641">
                  <c:v>79.000384999999994</c:v>
                </c:pt>
                <c:pt idx="642">
                  <c:v>78.418110999999996</c:v>
                </c:pt>
                <c:pt idx="643">
                  <c:v>77.835836999999998</c:v>
                </c:pt>
                <c:pt idx="644">
                  <c:v>77.835836999999998</c:v>
                </c:pt>
                <c:pt idx="645">
                  <c:v>77.467416</c:v>
                </c:pt>
                <c:pt idx="646">
                  <c:v>76.853380999999999</c:v>
                </c:pt>
                <c:pt idx="647">
                  <c:v>76.239345</c:v>
                </c:pt>
                <c:pt idx="648">
                  <c:v>75.870924000000002</c:v>
                </c:pt>
                <c:pt idx="649">
                  <c:v>75.569004000000007</c:v>
                </c:pt>
                <c:pt idx="650">
                  <c:v>74.922032999999999</c:v>
                </c:pt>
                <c:pt idx="651">
                  <c:v>74.222059000000002</c:v>
                </c:pt>
                <c:pt idx="652">
                  <c:v>73.081947999999997</c:v>
                </c:pt>
                <c:pt idx="653">
                  <c:v>72.309005999999997</c:v>
                </c:pt>
                <c:pt idx="654">
                  <c:v>71.387685000000005</c:v>
                </c:pt>
                <c:pt idx="655">
                  <c:v>70.717827999999997</c:v>
                </c:pt>
                <c:pt idx="656">
                  <c:v>70.494541999999996</c:v>
                </c:pt>
                <c:pt idx="657">
                  <c:v>72.104489999999998</c:v>
                </c:pt>
                <c:pt idx="658">
                  <c:v>71.900182999999998</c:v>
                </c:pt>
                <c:pt idx="659">
                  <c:v>71.173750999999996</c:v>
                </c:pt>
                <c:pt idx="660">
                  <c:v>71.173750999999996</c:v>
                </c:pt>
                <c:pt idx="661">
                  <c:v>71.173754000000002</c:v>
                </c:pt>
                <c:pt idx="662">
                  <c:v>72.440098000000006</c:v>
                </c:pt>
                <c:pt idx="663">
                  <c:v>72.440098000000006</c:v>
                </c:pt>
                <c:pt idx="664">
                  <c:v>72.440098000000006</c:v>
                </c:pt>
                <c:pt idx="665">
                  <c:v>72.440098000000006</c:v>
                </c:pt>
                <c:pt idx="666">
                  <c:v>72.440098000000006</c:v>
                </c:pt>
                <c:pt idx="667">
                  <c:v>72.440098000000006</c:v>
                </c:pt>
                <c:pt idx="668">
                  <c:v>72.440098000000006</c:v>
                </c:pt>
                <c:pt idx="669">
                  <c:v>72.440098000000006</c:v>
                </c:pt>
                <c:pt idx="670">
                  <c:v>72.440098000000006</c:v>
                </c:pt>
                <c:pt idx="671">
                  <c:v>72.440098000000006</c:v>
                </c:pt>
                <c:pt idx="672">
                  <c:v>72.440098000000006</c:v>
                </c:pt>
                <c:pt idx="673">
                  <c:v>72.440098000000006</c:v>
                </c:pt>
                <c:pt idx="674">
                  <c:v>73.096495000000004</c:v>
                </c:pt>
                <c:pt idx="675">
                  <c:v>74.116242</c:v>
                </c:pt>
                <c:pt idx="676">
                  <c:v>74.116242</c:v>
                </c:pt>
                <c:pt idx="677">
                  <c:v>75.250795999999994</c:v>
                </c:pt>
                <c:pt idx="678">
                  <c:v>75.250795999999994</c:v>
                </c:pt>
                <c:pt idx="679">
                  <c:v>77.448545999999993</c:v>
                </c:pt>
                <c:pt idx="680">
                  <c:v>79.116049000000004</c:v>
                </c:pt>
                <c:pt idx="681">
                  <c:v>80.923567000000006</c:v>
                </c:pt>
                <c:pt idx="682">
                  <c:v>80.923567000000006</c:v>
                </c:pt>
                <c:pt idx="683">
                  <c:v>83.192674999999994</c:v>
                </c:pt>
                <c:pt idx="684">
                  <c:v>86.596338000000003</c:v>
                </c:pt>
                <c:pt idx="685">
                  <c:v>87.730891999999997</c:v>
                </c:pt>
                <c:pt idx="686">
                  <c:v>87.730891999999997</c:v>
                </c:pt>
                <c:pt idx="687">
                  <c:v>87.730891999999997</c:v>
                </c:pt>
                <c:pt idx="688">
                  <c:v>87.730891999999997</c:v>
                </c:pt>
                <c:pt idx="689">
                  <c:v>87.730891999999997</c:v>
                </c:pt>
                <c:pt idx="690">
                  <c:v>87.730891999999997</c:v>
                </c:pt>
                <c:pt idx="691">
                  <c:v>87.730891999999997</c:v>
                </c:pt>
                <c:pt idx="692">
                  <c:v>88.865446000000006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683-4773-AB6D-527D025CD5CC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Data'!$E$2:$E$699</c:f>
              <c:numCache>
                <c:formatCode>General</c:formatCode>
                <c:ptCount val="69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  <c:pt idx="696">
                  <c:v>174</c:v>
                </c:pt>
                <c:pt idx="697">
                  <c:v>174.25</c:v>
                </c:pt>
              </c:numCache>
            </c:numRef>
          </c:xVal>
          <c:yVal>
            <c:numRef>
              <c:f>'Chart Data'!$F$2:$F$699</c:f>
              <c:numCache>
                <c:formatCode>0</c:formatCode>
                <c:ptCount val="698"/>
                <c:pt idx="0">
                  <c:v>77.433000000000007</c:v>
                </c:pt>
                <c:pt idx="1">
                  <c:v>77.433000000000007</c:v>
                </c:pt>
                <c:pt idx="2">
                  <c:v>79.660341000000003</c:v>
                </c:pt>
                <c:pt idx="3">
                  <c:v>80</c:v>
                </c:pt>
                <c:pt idx="4">
                  <c:v>83.192635999999993</c:v>
                </c:pt>
                <c:pt idx="5">
                  <c:v>83.192635999999993</c:v>
                </c:pt>
                <c:pt idx="6">
                  <c:v>83.192635999999993</c:v>
                </c:pt>
                <c:pt idx="7">
                  <c:v>83.192635999999993</c:v>
                </c:pt>
                <c:pt idx="8">
                  <c:v>84.533174000000002</c:v>
                </c:pt>
                <c:pt idx="9">
                  <c:v>85.461752000000004</c:v>
                </c:pt>
                <c:pt idx="10">
                  <c:v>89.999967999999996</c:v>
                </c:pt>
                <c:pt idx="11">
                  <c:v>89.999967999999996</c:v>
                </c:pt>
                <c:pt idx="12">
                  <c:v>89.999967999999996</c:v>
                </c:pt>
                <c:pt idx="13">
                  <c:v>89.999967999999996</c:v>
                </c:pt>
                <c:pt idx="14">
                  <c:v>89.999967999999996</c:v>
                </c:pt>
                <c:pt idx="15">
                  <c:v>89.999967999999996</c:v>
                </c:pt>
                <c:pt idx="16">
                  <c:v>89.999967999999996</c:v>
                </c:pt>
                <c:pt idx="17">
                  <c:v>89.999967999999996</c:v>
                </c:pt>
                <c:pt idx="18">
                  <c:v>89.999967999999996</c:v>
                </c:pt>
                <c:pt idx="19">
                  <c:v>89.999967999999996</c:v>
                </c:pt>
                <c:pt idx="20">
                  <c:v>89.999967999999996</c:v>
                </c:pt>
                <c:pt idx="21">
                  <c:v>89.999967999999996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88.413675999999995</c:v>
                </c:pt>
                <c:pt idx="30">
                  <c:v>88.123569000000003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86.133786999999998</c:v>
                </c:pt>
                <c:pt idx="38">
                  <c:v>86.133786999999998</c:v>
                </c:pt>
                <c:pt idx="39">
                  <c:v>86.133786999999998</c:v>
                </c:pt>
                <c:pt idx="40">
                  <c:v>86.133786999999998</c:v>
                </c:pt>
                <c:pt idx="41">
                  <c:v>86.133786999999998</c:v>
                </c:pt>
                <c:pt idx="42">
                  <c:v>89.999960999999999</c:v>
                </c:pt>
                <c:pt idx="43">
                  <c:v>89.999960999999999</c:v>
                </c:pt>
                <c:pt idx="44">
                  <c:v>89.999960999999999</c:v>
                </c:pt>
                <c:pt idx="45">
                  <c:v>89.999960999999999</c:v>
                </c:pt>
                <c:pt idx="46">
                  <c:v>89.999960999999999</c:v>
                </c:pt>
                <c:pt idx="47">
                  <c:v>89.999960999999999</c:v>
                </c:pt>
                <c:pt idx="48">
                  <c:v>89.999960999999999</c:v>
                </c:pt>
                <c:pt idx="49">
                  <c:v>89.999960999999999</c:v>
                </c:pt>
                <c:pt idx="50">
                  <c:v>89.999960999999999</c:v>
                </c:pt>
                <c:pt idx="51">
                  <c:v>89.999960999999999</c:v>
                </c:pt>
                <c:pt idx="52">
                  <c:v>89.999960999999999</c:v>
                </c:pt>
                <c:pt idx="53">
                  <c:v>89.999960999999999</c:v>
                </c:pt>
                <c:pt idx="54">
                  <c:v>89.999960999999999</c:v>
                </c:pt>
                <c:pt idx="55">
                  <c:v>89.999960999999999</c:v>
                </c:pt>
                <c:pt idx="56">
                  <c:v>89.999960999999999</c:v>
                </c:pt>
                <c:pt idx="57">
                  <c:v>89.999960999999999</c:v>
                </c:pt>
                <c:pt idx="58">
                  <c:v>89.999960999999999</c:v>
                </c:pt>
                <c:pt idx="59">
                  <c:v>89.999960999999999</c:v>
                </c:pt>
                <c:pt idx="60">
                  <c:v>89.999960999999999</c:v>
                </c:pt>
                <c:pt idx="61">
                  <c:v>89.999967999999996</c:v>
                </c:pt>
                <c:pt idx="62">
                  <c:v>89.999967999999996</c:v>
                </c:pt>
                <c:pt idx="63">
                  <c:v>89.999967999999996</c:v>
                </c:pt>
                <c:pt idx="64">
                  <c:v>89.999967999999996</c:v>
                </c:pt>
                <c:pt idx="65">
                  <c:v>89.999967999999996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87.914658000000003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89.999967999999996</c:v>
                </c:pt>
                <c:pt idx="137">
                  <c:v>89.999967999999996</c:v>
                </c:pt>
                <c:pt idx="138">
                  <c:v>90</c:v>
                </c:pt>
                <c:pt idx="139">
                  <c:v>90</c:v>
                </c:pt>
                <c:pt idx="140">
                  <c:v>90</c:v>
                </c:pt>
                <c:pt idx="141">
                  <c:v>90</c:v>
                </c:pt>
                <c:pt idx="142">
                  <c:v>90</c:v>
                </c:pt>
                <c:pt idx="143">
                  <c:v>90</c:v>
                </c:pt>
                <c:pt idx="144">
                  <c:v>90</c:v>
                </c:pt>
                <c:pt idx="145">
                  <c:v>90</c:v>
                </c:pt>
                <c:pt idx="146">
                  <c:v>90</c:v>
                </c:pt>
                <c:pt idx="147">
                  <c:v>90</c:v>
                </c:pt>
                <c:pt idx="148">
                  <c:v>90</c:v>
                </c:pt>
                <c:pt idx="149">
                  <c:v>90</c:v>
                </c:pt>
                <c:pt idx="150">
                  <c:v>90</c:v>
                </c:pt>
                <c:pt idx="151">
                  <c:v>90</c:v>
                </c:pt>
                <c:pt idx="152">
                  <c:v>90</c:v>
                </c:pt>
                <c:pt idx="153">
                  <c:v>90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87.188522000000006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87.730846</c:v>
                </c:pt>
                <c:pt idx="241">
                  <c:v>87.730846</c:v>
                </c:pt>
                <c:pt idx="242">
                  <c:v>87.730846</c:v>
                </c:pt>
                <c:pt idx="243">
                  <c:v>87.730846</c:v>
                </c:pt>
                <c:pt idx="244">
                  <c:v>87.730846</c:v>
                </c:pt>
                <c:pt idx="245">
                  <c:v>87.730846</c:v>
                </c:pt>
                <c:pt idx="246">
                  <c:v>87.730846</c:v>
                </c:pt>
                <c:pt idx="247">
                  <c:v>87.730846</c:v>
                </c:pt>
                <c:pt idx="248">
                  <c:v>87.730846</c:v>
                </c:pt>
                <c:pt idx="249">
                  <c:v>87.730846</c:v>
                </c:pt>
                <c:pt idx="250">
                  <c:v>87.730846</c:v>
                </c:pt>
                <c:pt idx="251">
                  <c:v>87.730846</c:v>
                </c:pt>
                <c:pt idx="252">
                  <c:v>87.730846</c:v>
                </c:pt>
                <c:pt idx="253">
                  <c:v>87.730846</c:v>
                </c:pt>
                <c:pt idx="254">
                  <c:v>87.730846</c:v>
                </c:pt>
                <c:pt idx="255">
                  <c:v>87.730846</c:v>
                </c:pt>
                <c:pt idx="256">
                  <c:v>87.730846</c:v>
                </c:pt>
                <c:pt idx="257">
                  <c:v>87.730853999999994</c:v>
                </c:pt>
                <c:pt idx="258">
                  <c:v>89.999908000000005</c:v>
                </c:pt>
                <c:pt idx="259">
                  <c:v>89.999915000000001</c:v>
                </c:pt>
                <c:pt idx="260">
                  <c:v>89.999922999999995</c:v>
                </c:pt>
                <c:pt idx="261">
                  <c:v>89.999922999999995</c:v>
                </c:pt>
                <c:pt idx="262">
                  <c:v>89.999922999999995</c:v>
                </c:pt>
                <c:pt idx="263">
                  <c:v>89.999922999999995</c:v>
                </c:pt>
                <c:pt idx="264">
                  <c:v>89.999922999999995</c:v>
                </c:pt>
                <c:pt idx="265">
                  <c:v>89.999922999999995</c:v>
                </c:pt>
                <c:pt idx="266">
                  <c:v>89.999922999999995</c:v>
                </c:pt>
                <c:pt idx="267">
                  <c:v>89.999922999999995</c:v>
                </c:pt>
                <c:pt idx="268">
                  <c:v>89.999922999999995</c:v>
                </c:pt>
                <c:pt idx="269">
                  <c:v>89.999922999999995</c:v>
                </c:pt>
                <c:pt idx="270">
                  <c:v>89.999922999999995</c:v>
                </c:pt>
                <c:pt idx="271">
                  <c:v>89.999922999999995</c:v>
                </c:pt>
                <c:pt idx="272">
                  <c:v>89.999922999999995</c:v>
                </c:pt>
                <c:pt idx="273">
                  <c:v>89.999922999999995</c:v>
                </c:pt>
                <c:pt idx="274">
                  <c:v>89.999922999999995</c:v>
                </c:pt>
                <c:pt idx="275">
                  <c:v>89.999922999999995</c:v>
                </c:pt>
                <c:pt idx="276">
                  <c:v>89.999922999999995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87.730891999999997</c:v>
                </c:pt>
                <c:pt idx="331">
                  <c:v>87.730891999999997</c:v>
                </c:pt>
                <c:pt idx="332">
                  <c:v>87.730891999999997</c:v>
                </c:pt>
                <c:pt idx="333">
                  <c:v>87.730891999999997</c:v>
                </c:pt>
                <c:pt idx="334">
                  <c:v>87.730891999999997</c:v>
                </c:pt>
                <c:pt idx="335">
                  <c:v>87.730891999999997</c:v>
                </c:pt>
                <c:pt idx="336">
                  <c:v>87.730891999999997</c:v>
                </c:pt>
                <c:pt idx="337">
                  <c:v>87.730891999999997</c:v>
                </c:pt>
                <c:pt idx="338">
                  <c:v>87.730891999999997</c:v>
                </c:pt>
                <c:pt idx="339">
                  <c:v>87.730891999999997</c:v>
                </c:pt>
                <c:pt idx="340">
                  <c:v>87.730891999999997</c:v>
                </c:pt>
                <c:pt idx="341">
                  <c:v>89.076408999999998</c:v>
                </c:pt>
                <c:pt idx="342">
                  <c:v>89.999967999999996</c:v>
                </c:pt>
                <c:pt idx="343">
                  <c:v>89.999967999999996</c:v>
                </c:pt>
                <c:pt idx="344">
                  <c:v>89.999967999999996</c:v>
                </c:pt>
                <c:pt idx="345">
                  <c:v>89.999967999999996</c:v>
                </c:pt>
                <c:pt idx="346">
                  <c:v>89.999967999999996</c:v>
                </c:pt>
                <c:pt idx="347">
                  <c:v>89.999967999999996</c:v>
                </c:pt>
                <c:pt idx="348">
                  <c:v>89.999967999999996</c:v>
                </c:pt>
                <c:pt idx="349">
                  <c:v>89.999967999999996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90</c:v>
                </c:pt>
                <c:pt idx="427">
                  <c:v>90</c:v>
                </c:pt>
                <c:pt idx="428">
                  <c:v>90</c:v>
                </c:pt>
                <c:pt idx="429">
                  <c:v>90</c:v>
                </c:pt>
                <c:pt idx="430">
                  <c:v>90</c:v>
                </c:pt>
                <c:pt idx="431">
                  <c:v>90</c:v>
                </c:pt>
                <c:pt idx="432">
                  <c:v>90</c:v>
                </c:pt>
                <c:pt idx="433">
                  <c:v>90</c:v>
                </c:pt>
                <c:pt idx="434">
                  <c:v>90</c:v>
                </c:pt>
                <c:pt idx="435">
                  <c:v>90</c:v>
                </c:pt>
                <c:pt idx="436">
                  <c:v>90</c:v>
                </c:pt>
                <c:pt idx="437">
                  <c:v>90</c:v>
                </c:pt>
                <c:pt idx="438">
                  <c:v>90</c:v>
                </c:pt>
                <c:pt idx="439">
                  <c:v>90</c:v>
                </c:pt>
                <c:pt idx="440">
                  <c:v>90</c:v>
                </c:pt>
                <c:pt idx="441">
                  <c:v>90</c:v>
                </c:pt>
                <c:pt idx="442">
                  <c:v>90</c:v>
                </c:pt>
                <c:pt idx="443">
                  <c:v>90</c:v>
                </c:pt>
                <c:pt idx="444">
                  <c:v>90</c:v>
                </c:pt>
                <c:pt idx="445">
                  <c:v>90</c:v>
                </c:pt>
                <c:pt idx="446">
                  <c:v>90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  <c:pt idx="696">
                  <c:v>90</c:v>
                </c:pt>
                <c:pt idx="697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683-4773-AB6D-527D025CD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4.2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240.0001</c:v>
                </c:pt>
                <c:pt idx="1">
                  <c:v>240.0001</c:v>
                </c:pt>
                <c:pt idx="2">
                  <c:v>255.48983799999999</c:v>
                </c:pt>
                <c:pt idx="3">
                  <c:v>255.48983799999999</c:v>
                </c:pt>
                <c:pt idx="4">
                  <c:v>432.21052600000002</c:v>
                </c:pt>
                <c:pt idx="5">
                  <c:v>432.21052600000002</c:v>
                </c:pt>
                <c:pt idx="6">
                  <c:v>270</c:v>
                </c:pt>
                <c:pt idx="7">
                  <c:v>270</c:v>
                </c:pt>
                <c:pt idx="8">
                  <c:v>329.99990000000003</c:v>
                </c:pt>
                <c:pt idx="9">
                  <c:v>329.99990000000003</c:v>
                </c:pt>
                <c:pt idx="10">
                  <c:v>647.34773800000005</c:v>
                </c:pt>
                <c:pt idx="11">
                  <c:v>647.34773800000005</c:v>
                </c:pt>
                <c:pt idx="12">
                  <c:v>582.98163899999997</c:v>
                </c:pt>
                <c:pt idx="13">
                  <c:v>582.98163899999997</c:v>
                </c:pt>
                <c:pt idx="14">
                  <c:v>690</c:v>
                </c:pt>
                <c:pt idx="15">
                  <c:v>690</c:v>
                </c:pt>
                <c:pt idx="16">
                  <c:v>608.66058399999997</c:v>
                </c:pt>
                <c:pt idx="17">
                  <c:v>608.66058399999997</c:v>
                </c:pt>
                <c:pt idx="18">
                  <c:v>684.48426800000004</c:v>
                </c:pt>
                <c:pt idx="19">
                  <c:v>684.48426800000004</c:v>
                </c:pt>
                <c:pt idx="20">
                  <c:v>768.88167599999997</c:v>
                </c:pt>
                <c:pt idx="21">
                  <c:v>768.88167599999997</c:v>
                </c:pt>
                <c:pt idx="22">
                  <c:v>839.94373199999995</c:v>
                </c:pt>
                <c:pt idx="23">
                  <c:v>839.94373199999995</c:v>
                </c:pt>
                <c:pt idx="24">
                  <c:v>690</c:v>
                </c:pt>
                <c:pt idx="25">
                  <c:v>690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200.82</c:v>
                </c:pt>
                <c:pt idx="51">
                  <c:v>200.82</c:v>
                </c:pt>
                <c:pt idx="52">
                  <c:v>150</c:v>
                </c:pt>
                <c:pt idx="53">
                  <c:v>150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60</c:v>
                </c:pt>
                <c:pt idx="71">
                  <c:v>60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60</c:v>
                </c:pt>
                <c:pt idx="89">
                  <c:v>60</c:v>
                </c:pt>
                <c:pt idx="90">
                  <c:v>60</c:v>
                </c:pt>
                <c:pt idx="91">
                  <c:v>60</c:v>
                </c:pt>
                <c:pt idx="92">
                  <c:v>0</c:v>
                </c:pt>
                <c:pt idx="93">
                  <c:v>0</c:v>
                </c:pt>
                <c:pt idx="94">
                  <c:v>57.41433</c:v>
                </c:pt>
                <c:pt idx="95">
                  <c:v>57.41433</c:v>
                </c:pt>
                <c:pt idx="96">
                  <c:v>125.084338</c:v>
                </c:pt>
                <c:pt idx="97">
                  <c:v>125.084338</c:v>
                </c:pt>
                <c:pt idx="98">
                  <c:v>137.430623</c:v>
                </c:pt>
                <c:pt idx="99">
                  <c:v>137.430623</c:v>
                </c:pt>
                <c:pt idx="100">
                  <c:v>86.538645000000002</c:v>
                </c:pt>
                <c:pt idx="101">
                  <c:v>86.538645000000002</c:v>
                </c:pt>
                <c:pt idx="102">
                  <c:v>12.210105</c:v>
                </c:pt>
                <c:pt idx="103">
                  <c:v>12.210105</c:v>
                </c:pt>
                <c:pt idx="104">
                  <c:v>180</c:v>
                </c:pt>
                <c:pt idx="105">
                  <c:v>180</c:v>
                </c:pt>
                <c:pt idx="106">
                  <c:v>57.218933</c:v>
                </c:pt>
                <c:pt idx="107">
                  <c:v>57.218933</c:v>
                </c:pt>
                <c:pt idx="108">
                  <c:v>150.0001</c:v>
                </c:pt>
                <c:pt idx="109">
                  <c:v>150.0001</c:v>
                </c:pt>
                <c:pt idx="110">
                  <c:v>42.210946999999997</c:v>
                </c:pt>
                <c:pt idx="111">
                  <c:v>42.210946999999997</c:v>
                </c:pt>
                <c:pt idx="112">
                  <c:v>36.898052999999997</c:v>
                </c:pt>
                <c:pt idx="113">
                  <c:v>36.898052999999997</c:v>
                </c:pt>
                <c:pt idx="114">
                  <c:v>72.210947000000004</c:v>
                </c:pt>
                <c:pt idx="115">
                  <c:v>72.210947000000004</c:v>
                </c:pt>
                <c:pt idx="116">
                  <c:v>60</c:v>
                </c:pt>
                <c:pt idx="117">
                  <c:v>60</c:v>
                </c:pt>
                <c:pt idx="118">
                  <c:v>59.9998</c:v>
                </c:pt>
                <c:pt idx="119">
                  <c:v>59.9998</c:v>
                </c:pt>
                <c:pt idx="120">
                  <c:v>59.999899999999997</c:v>
                </c:pt>
                <c:pt idx="121">
                  <c:v>59.999899999999997</c:v>
                </c:pt>
                <c:pt idx="122">
                  <c:v>1E-4</c:v>
                </c:pt>
                <c:pt idx="123">
                  <c:v>1E-4</c:v>
                </c:pt>
                <c:pt idx="124">
                  <c:v>55.158842</c:v>
                </c:pt>
                <c:pt idx="125">
                  <c:v>55.158842</c:v>
                </c:pt>
                <c:pt idx="126">
                  <c:v>46.901000000000003</c:v>
                </c:pt>
                <c:pt idx="127">
                  <c:v>46.901000000000003</c:v>
                </c:pt>
                <c:pt idx="128">
                  <c:v>23.99</c:v>
                </c:pt>
                <c:pt idx="129">
                  <c:v>23.99</c:v>
                </c:pt>
                <c:pt idx="130">
                  <c:v>4.8419999999999996</c:v>
                </c:pt>
                <c:pt idx="131">
                  <c:v>4.8419999999999996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60.000100000000003</c:v>
                </c:pt>
                <c:pt idx="169">
                  <c:v>60.000100000000003</c:v>
                </c:pt>
                <c:pt idx="170">
                  <c:v>1E-4</c:v>
                </c:pt>
                <c:pt idx="171">
                  <c:v>1E-4</c:v>
                </c:pt>
                <c:pt idx="172">
                  <c:v>1E-4</c:v>
                </c:pt>
                <c:pt idx="173">
                  <c:v>1E-4</c:v>
                </c:pt>
                <c:pt idx="174">
                  <c:v>60</c:v>
                </c:pt>
                <c:pt idx="175">
                  <c:v>60</c:v>
                </c:pt>
                <c:pt idx="176">
                  <c:v>210</c:v>
                </c:pt>
                <c:pt idx="177">
                  <c:v>210</c:v>
                </c:pt>
                <c:pt idx="178">
                  <c:v>420</c:v>
                </c:pt>
                <c:pt idx="179">
                  <c:v>420</c:v>
                </c:pt>
                <c:pt idx="180">
                  <c:v>534.39650500000005</c:v>
                </c:pt>
                <c:pt idx="181">
                  <c:v>534.39650500000005</c:v>
                </c:pt>
                <c:pt idx="182">
                  <c:v>652.751352</c:v>
                </c:pt>
                <c:pt idx="183">
                  <c:v>652.751352</c:v>
                </c:pt>
                <c:pt idx="184">
                  <c:v>658.27929700000004</c:v>
                </c:pt>
                <c:pt idx="185">
                  <c:v>658.27929700000004</c:v>
                </c:pt>
                <c:pt idx="186">
                  <c:v>763.85263399999997</c:v>
                </c:pt>
                <c:pt idx="187">
                  <c:v>763.85263399999997</c:v>
                </c:pt>
                <c:pt idx="188">
                  <c:v>840</c:v>
                </c:pt>
                <c:pt idx="189">
                  <c:v>840</c:v>
                </c:pt>
                <c:pt idx="190">
                  <c:v>840</c:v>
                </c:pt>
                <c:pt idx="191">
                  <c:v>840</c:v>
                </c:pt>
                <c:pt idx="192">
                  <c:v>867.43012799999997</c:v>
                </c:pt>
                <c:pt idx="193">
                  <c:v>867.43012799999997</c:v>
                </c:pt>
                <c:pt idx="194">
                  <c:v>882.21022600000003</c:v>
                </c:pt>
                <c:pt idx="195">
                  <c:v>882.21022600000003</c:v>
                </c:pt>
                <c:pt idx="196">
                  <c:v>828.745859</c:v>
                </c:pt>
                <c:pt idx="197">
                  <c:v>828.745859</c:v>
                </c:pt>
                <c:pt idx="198">
                  <c:v>200</c:v>
                </c:pt>
                <c:pt idx="199">
                  <c:v>200</c:v>
                </c:pt>
                <c:pt idx="200">
                  <c:v>200</c:v>
                </c:pt>
                <c:pt idx="201">
                  <c:v>200</c:v>
                </c:pt>
                <c:pt idx="202">
                  <c:v>200</c:v>
                </c:pt>
                <c:pt idx="203">
                  <c:v>200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253.99548300000001</c:v>
                </c:pt>
                <c:pt idx="209">
                  <c:v>253.99548300000001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216.64410799999999</c:v>
                </c:pt>
                <c:pt idx="219">
                  <c:v>216.64410799999999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205.94752199999999</c:v>
                </c:pt>
                <c:pt idx="225">
                  <c:v>205.94752199999999</c:v>
                </c:pt>
                <c:pt idx="226">
                  <c:v>200</c:v>
                </c:pt>
                <c:pt idx="227">
                  <c:v>200</c:v>
                </c:pt>
                <c:pt idx="228">
                  <c:v>200</c:v>
                </c:pt>
                <c:pt idx="229">
                  <c:v>200</c:v>
                </c:pt>
                <c:pt idx="230">
                  <c:v>200</c:v>
                </c:pt>
                <c:pt idx="231">
                  <c:v>200</c:v>
                </c:pt>
                <c:pt idx="232">
                  <c:v>290.91696400000001</c:v>
                </c:pt>
                <c:pt idx="233">
                  <c:v>290.91696400000001</c:v>
                </c:pt>
                <c:pt idx="234">
                  <c:v>200</c:v>
                </c:pt>
                <c:pt idx="235">
                  <c:v>200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1E-4</c:v>
                </c:pt>
                <c:pt idx="281">
                  <c:v>1E-4</c:v>
                </c:pt>
                <c:pt idx="282">
                  <c:v>56.471792000000001</c:v>
                </c:pt>
                <c:pt idx="283">
                  <c:v>56.471792000000001</c:v>
                </c:pt>
                <c:pt idx="284">
                  <c:v>60</c:v>
                </c:pt>
                <c:pt idx="285">
                  <c:v>60</c:v>
                </c:pt>
                <c:pt idx="286">
                  <c:v>0</c:v>
                </c:pt>
                <c:pt idx="287">
                  <c:v>0</c:v>
                </c:pt>
                <c:pt idx="288">
                  <c:v>17.134229000000001</c:v>
                </c:pt>
                <c:pt idx="289">
                  <c:v>17.134229000000001</c:v>
                </c:pt>
                <c:pt idx="290">
                  <c:v>60</c:v>
                </c:pt>
                <c:pt idx="291">
                  <c:v>60</c:v>
                </c:pt>
                <c:pt idx="292">
                  <c:v>60</c:v>
                </c:pt>
                <c:pt idx="293">
                  <c:v>60</c:v>
                </c:pt>
                <c:pt idx="294">
                  <c:v>21.576826000000001</c:v>
                </c:pt>
                <c:pt idx="295">
                  <c:v>21.576826000000001</c:v>
                </c:pt>
                <c:pt idx="296">
                  <c:v>0</c:v>
                </c:pt>
                <c:pt idx="297">
                  <c:v>0</c:v>
                </c:pt>
                <c:pt idx="298">
                  <c:v>46.055197</c:v>
                </c:pt>
                <c:pt idx="299">
                  <c:v>46.055197</c:v>
                </c:pt>
                <c:pt idx="300">
                  <c:v>1E-4</c:v>
                </c:pt>
                <c:pt idx="301">
                  <c:v>1E-4</c:v>
                </c:pt>
                <c:pt idx="302">
                  <c:v>1E-4</c:v>
                </c:pt>
                <c:pt idx="303">
                  <c:v>1E-4</c:v>
                </c:pt>
                <c:pt idx="304">
                  <c:v>75.338689000000002</c:v>
                </c:pt>
                <c:pt idx="305">
                  <c:v>75.338689000000002</c:v>
                </c:pt>
                <c:pt idx="306">
                  <c:v>60</c:v>
                </c:pt>
                <c:pt idx="307">
                  <c:v>60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34.095058000000002</c:v>
                </c:pt>
                <c:pt idx="313">
                  <c:v>34.095058000000002</c:v>
                </c:pt>
                <c:pt idx="314">
                  <c:v>1E-4</c:v>
                </c:pt>
                <c:pt idx="315">
                  <c:v>1E-4</c:v>
                </c:pt>
                <c:pt idx="316">
                  <c:v>4.2099999999999999E-4</c:v>
                </c:pt>
                <c:pt idx="317">
                  <c:v>4.2099999999999999E-4</c:v>
                </c:pt>
                <c:pt idx="318">
                  <c:v>4.2099999999999999E-4</c:v>
                </c:pt>
                <c:pt idx="319">
                  <c:v>4.2099999999999999E-4</c:v>
                </c:pt>
                <c:pt idx="320">
                  <c:v>18.681000000000001</c:v>
                </c:pt>
                <c:pt idx="321">
                  <c:v>18.681000000000001</c:v>
                </c:pt>
                <c:pt idx="322">
                  <c:v>4.0960000000000001</c:v>
                </c:pt>
                <c:pt idx="323">
                  <c:v>4.0960000000000001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30</c:v>
                </c:pt>
                <c:pt idx="347">
                  <c:v>30</c:v>
                </c:pt>
                <c:pt idx="348">
                  <c:v>0</c:v>
                </c:pt>
                <c:pt idx="349">
                  <c:v>0</c:v>
                </c:pt>
                <c:pt idx="350">
                  <c:v>60</c:v>
                </c:pt>
                <c:pt idx="351">
                  <c:v>60</c:v>
                </c:pt>
                <c:pt idx="352">
                  <c:v>60</c:v>
                </c:pt>
                <c:pt idx="353">
                  <c:v>60</c:v>
                </c:pt>
                <c:pt idx="354">
                  <c:v>0</c:v>
                </c:pt>
                <c:pt idx="355">
                  <c:v>0</c:v>
                </c:pt>
                <c:pt idx="356">
                  <c:v>1E-4</c:v>
                </c:pt>
                <c:pt idx="357">
                  <c:v>1E-4</c:v>
                </c:pt>
                <c:pt idx="358">
                  <c:v>120</c:v>
                </c:pt>
                <c:pt idx="359">
                  <c:v>120</c:v>
                </c:pt>
                <c:pt idx="360">
                  <c:v>150</c:v>
                </c:pt>
                <c:pt idx="361">
                  <c:v>150</c:v>
                </c:pt>
                <c:pt idx="362">
                  <c:v>68.837042999999994</c:v>
                </c:pt>
                <c:pt idx="363">
                  <c:v>68.837042999999994</c:v>
                </c:pt>
                <c:pt idx="364">
                  <c:v>150</c:v>
                </c:pt>
                <c:pt idx="365">
                  <c:v>150</c:v>
                </c:pt>
                <c:pt idx="366">
                  <c:v>227.13454999999999</c:v>
                </c:pt>
                <c:pt idx="367">
                  <c:v>227.13454999999999</c:v>
                </c:pt>
                <c:pt idx="368">
                  <c:v>274.24348900000001</c:v>
                </c:pt>
                <c:pt idx="369">
                  <c:v>274.24348900000001</c:v>
                </c:pt>
                <c:pt idx="370">
                  <c:v>402.21094699999998</c:v>
                </c:pt>
                <c:pt idx="371">
                  <c:v>402.21094699999998</c:v>
                </c:pt>
                <c:pt idx="372">
                  <c:v>372.78574600000002</c:v>
                </c:pt>
                <c:pt idx="373">
                  <c:v>372.78574600000002</c:v>
                </c:pt>
                <c:pt idx="374">
                  <c:v>600</c:v>
                </c:pt>
                <c:pt idx="375">
                  <c:v>600</c:v>
                </c:pt>
                <c:pt idx="376">
                  <c:v>750</c:v>
                </c:pt>
                <c:pt idx="377">
                  <c:v>750</c:v>
                </c:pt>
                <c:pt idx="378">
                  <c:v>840</c:v>
                </c:pt>
                <c:pt idx="379">
                  <c:v>840</c:v>
                </c:pt>
                <c:pt idx="380">
                  <c:v>870</c:v>
                </c:pt>
                <c:pt idx="381">
                  <c:v>870</c:v>
                </c:pt>
                <c:pt idx="382">
                  <c:v>300.00049999999999</c:v>
                </c:pt>
                <c:pt idx="383">
                  <c:v>300.00049999999999</c:v>
                </c:pt>
                <c:pt idx="384">
                  <c:v>216.54160300000001</c:v>
                </c:pt>
                <c:pt idx="385">
                  <c:v>216.54160300000001</c:v>
                </c:pt>
                <c:pt idx="386">
                  <c:v>240</c:v>
                </c:pt>
                <c:pt idx="387">
                  <c:v>240</c:v>
                </c:pt>
                <c:pt idx="388">
                  <c:v>180</c:v>
                </c:pt>
                <c:pt idx="389">
                  <c:v>180</c:v>
                </c:pt>
                <c:pt idx="390">
                  <c:v>200</c:v>
                </c:pt>
                <c:pt idx="391">
                  <c:v>200</c:v>
                </c:pt>
                <c:pt idx="392">
                  <c:v>240.00030000000001</c:v>
                </c:pt>
                <c:pt idx="393">
                  <c:v>240.00030000000001</c:v>
                </c:pt>
                <c:pt idx="394">
                  <c:v>441.07561900000002</c:v>
                </c:pt>
                <c:pt idx="395">
                  <c:v>441.07561900000002</c:v>
                </c:pt>
                <c:pt idx="396">
                  <c:v>320.60383999999999</c:v>
                </c:pt>
                <c:pt idx="397">
                  <c:v>320.60383999999999</c:v>
                </c:pt>
                <c:pt idx="398">
                  <c:v>400.85112299999997</c:v>
                </c:pt>
                <c:pt idx="399">
                  <c:v>400.85112299999997</c:v>
                </c:pt>
                <c:pt idx="400">
                  <c:v>220.89252400000001</c:v>
                </c:pt>
                <c:pt idx="401">
                  <c:v>220.89252400000001</c:v>
                </c:pt>
                <c:pt idx="402">
                  <c:v>200</c:v>
                </c:pt>
                <c:pt idx="403">
                  <c:v>200</c:v>
                </c:pt>
                <c:pt idx="404">
                  <c:v>200</c:v>
                </c:pt>
                <c:pt idx="405">
                  <c:v>200</c:v>
                </c:pt>
                <c:pt idx="406">
                  <c:v>246.12071399999999</c:v>
                </c:pt>
                <c:pt idx="407">
                  <c:v>246.12071399999999</c:v>
                </c:pt>
                <c:pt idx="408">
                  <c:v>210.00020000000001</c:v>
                </c:pt>
                <c:pt idx="409">
                  <c:v>210.00020000000001</c:v>
                </c:pt>
                <c:pt idx="410">
                  <c:v>230.21349699999999</c:v>
                </c:pt>
                <c:pt idx="411">
                  <c:v>230.21349699999999</c:v>
                </c:pt>
                <c:pt idx="412">
                  <c:v>210</c:v>
                </c:pt>
                <c:pt idx="413">
                  <c:v>210</c:v>
                </c:pt>
                <c:pt idx="414">
                  <c:v>300</c:v>
                </c:pt>
                <c:pt idx="415">
                  <c:v>300</c:v>
                </c:pt>
                <c:pt idx="416">
                  <c:v>234.422616</c:v>
                </c:pt>
                <c:pt idx="417">
                  <c:v>234.422616</c:v>
                </c:pt>
                <c:pt idx="418">
                  <c:v>234.42127400000001</c:v>
                </c:pt>
                <c:pt idx="419">
                  <c:v>234.42127400000001</c:v>
                </c:pt>
                <c:pt idx="420">
                  <c:v>200</c:v>
                </c:pt>
                <c:pt idx="421">
                  <c:v>200</c:v>
                </c:pt>
                <c:pt idx="422">
                  <c:v>413.08430700000002</c:v>
                </c:pt>
                <c:pt idx="423">
                  <c:v>413.08430700000002</c:v>
                </c:pt>
                <c:pt idx="424">
                  <c:v>583.67255699999998</c:v>
                </c:pt>
                <c:pt idx="425">
                  <c:v>583.67255699999998</c:v>
                </c:pt>
                <c:pt idx="426">
                  <c:v>312.40381400000001</c:v>
                </c:pt>
                <c:pt idx="427">
                  <c:v>312.40381400000001</c:v>
                </c:pt>
                <c:pt idx="428">
                  <c:v>282.21211099999999</c:v>
                </c:pt>
                <c:pt idx="429">
                  <c:v>282.21211099999999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1E-4</c:v>
                </c:pt>
                <c:pt idx="463">
                  <c:v>1E-4</c:v>
                </c:pt>
                <c:pt idx="464">
                  <c:v>30</c:v>
                </c:pt>
                <c:pt idx="465">
                  <c:v>30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46.055197</c:v>
                </c:pt>
                <c:pt idx="471">
                  <c:v>46.055197</c:v>
                </c:pt>
                <c:pt idx="472">
                  <c:v>14.261365</c:v>
                </c:pt>
                <c:pt idx="473">
                  <c:v>14.261365</c:v>
                </c:pt>
                <c:pt idx="474">
                  <c:v>0</c:v>
                </c:pt>
                <c:pt idx="475">
                  <c:v>0</c:v>
                </c:pt>
                <c:pt idx="476">
                  <c:v>60.000100000000003</c:v>
                </c:pt>
                <c:pt idx="477">
                  <c:v>60.000100000000003</c:v>
                </c:pt>
                <c:pt idx="478">
                  <c:v>106.05519700000001</c:v>
                </c:pt>
                <c:pt idx="479">
                  <c:v>106.05519700000001</c:v>
                </c:pt>
                <c:pt idx="480">
                  <c:v>1E-4</c:v>
                </c:pt>
                <c:pt idx="481">
                  <c:v>1E-4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47.134450000000001</c:v>
                </c:pt>
                <c:pt idx="489">
                  <c:v>47.134450000000001</c:v>
                </c:pt>
                <c:pt idx="490">
                  <c:v>60</c:v>
                </c:pt>
                <c:pt idx="491">
                  <c:v>60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1E-4</c:v>
                </c:pt>
                <c:pt idx="497">
                  <c:v>1E-4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64.167384999999996</c:v>
                </c:pt>
                <c:pt idx="503">
                  <c:v>64.167384999999996</c:v>
                </c:pt>
                <c:pt idx="504">
                  <c:v>115.519935</c:v>
                </c:pt>
                <c:pt idx="505">
                  <c:v>115.519935</c:v>
                </c:pt>
                <c:pt idx="506">
                  <c:v>96.59</c:v>
                </c:pt>
                <c:pt idx="507">
                  <c:v>96.59</c:v>
                </c:pt>
                <c:pt idx="508">
                  <c:v>40.234316</c:v>
                </c:pt>
                <c:pt idx="509">
                  <c:v>40.234316</c:v>
                </c:pt>
                <c:pt idx="510">
                  <c:v>44.188000000000002</c:v>
                </c:pt>
                <c:pt idx="511">
                  <c:v>44.188000000000002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60</c:v>
                </c:pt>
                <c:pt idx="547">
                  <c:v>60</c:v>
                </c:pt>
                <c:pt idx="548">
                  <c:v>78.366720999999998</c:v>
                </c:pt>
                <c:pt idx="549">
                  <c:v>78.366720999999998</c:v>
                </c:pt>
                <c:pt idx="550">
                  <c:v>90</c:v>
                </c:pt>
                <c:pt idx="551">
                  <c:v>90</c:v>
                </c:pt>
                <c:pt idx="552">
                  <c:v>89.999799999999993</c:v>
                </c:pt>
                <c:pt idx="553">
                  <c:v>89.999799999999993</c:v>
                </c:pt>
                <c:pt idx="554">
                  <c:v>47.003034</c:v>
                </c:pt>
                <c:pt idx="555">
                  <c:v>47.003034</c:v>
                </c:pt>
                <c:pt idx="556">
                  <c:v>60.000100000000003</c:v>
                </c:pt>
                <c:pt idx="557">
                  <c:v>60.000100000000003</c:v>
                </c:pt>
                <c:pt idx="558">
                  <c:v>60</c:v>
                </c:pt>
                <c:pt idx="559">
                  <c:v>60</c:v>
                </c:pt>
                <c:pt idx="560">
                  <c:v>60.000100000000003</c:v>
                </c:pt>
                <c:pt idx="561">
                  <c:v>60.000100000000003</c:v>
                </c:pt>
                <c:pt idx="562">
                  <c:v>264.42085300000002</c:v>
                </c:pt>
                <c:pt idx="563">
                  <c:v>264.42085300000002</c:v>
                </c:pt>
                <c:pt idx="564">
                  <c:v>330.00009999999997</c:v>
                </c:pt>
                <c:pt idx="565">
                  <c:v>330.00009999999997</c:v>
                </c:pt>
                <c:pt idx="566">
                  <c:v>480</c:v>
                </c:pt>
                <c:pt idx="567">
                  <c:v>480</c:v>
                </c:pt>
                <c:pt idx="568">
                  <c:v>674.70584599999995</c:v>
                </c:pt>
                <c:pt idx="569">
                  <c:v>674.70584599999995</c:v>
                </c:pt>
                <c:pt idx="570">
                  <c:v>741.48577299999999</c:v>
                </c:pt>
                <c:pt idx="571">
                  <c:v>741.48577299999999</c:v>
                </c:pt>
                <c:pt idx="572">
                  <c:v>687.16422699999998</c:v>
                </c:pt>
                <c:pt idx="573">
                  <c:v>687.16422699999998</c:v>
                </c:pt>
                <c:pt idx="574">
                  <c:v>648.22691899999995</c:v>
                </c:pt>
                <c:pt idx="575">
                  <c:v>648.22691899999995</c:v>
                </c:pt>
                <c:pt idx="576">
                  <c:v>754.70662300000004</c:v>
                </c:pt>
                <c:pt idx="577">
                  <c:v>754.70662300000004</c:v>
                </c:pt>
                <c:pt idx="578">
                  <c:v>710.71106599999996</c:v>
                </c:pt>
                <c:pt idx="579">
                  <c:v>710.71106599999996</c:v>
                </c:pt>
                <c:pt idx="580">
                  <c:v>596.53781400000003</c:v>
                </c:pt>
                <c:pt idx="581">
                  <c:v>596.53781400000003</c:v>
                </c:pt>
                <c:pt idx="582">
                  <c:v>574.58377299999995</c:v>
                </c:pt>
                <c:pt idx="583">
                  <c:v>574.58377299999995</c:v>
                </c:pt>
                <c:pt idx="584">
                  <c:v>240.000621</c:v>
                </c:pt>
                <c:pt idx="585">
                  <c:v>240.000621</c:v>
                </c:pt>
                <c:pt idx="586">
                  <c:v>455.085396</c:v>
                </c:pt>
                <c:pt idx="587">
                  <c:v>455.085396</c:v>
                </c:pt>
                <c:pt idx="588">
                  <c:v>484.70910300000003</c:v>
                </c:pt>
                <c:pt idx="589">
                  <c:v>484.70910300000003</c:v>
                </c:pt>
                <c:pt idx="590">
                  <c:v>450.00009999999997</c:v>
                </c:pt>
                <c:pt idx="591">
                  <c:v>450.00009999999997</c:v>
                </c:pt>
                <c:pt idx="592">
                  <c:v>106.025038</c:v>
                </c:pt>
                <c:pt idx="593">
                  <c:v>106.025038</c:v>
                </c:pt>
                <c:pt idx="594">
                  <c:v>174.64869999999999</c:v>
                </c:pt>
                <c:pt idx="595">
                  <c:v>174.64869999999999</c:v>
                </c:pt>
                <c:pt idx="596">
                  <c:v>180.00020000000001</c:v>
                </c:pt>
                <c:pt idx="597">
                  <c:v>180.00020000000001</c:v>
                </c:pt>
                <c:pt idx="598">
                  <c:v>200</c:v>
                </c:pt>
                <c:pt idx="599">
                  <c:v>200</c:v>
                </c:pt>
                <c:pt idx="600">
                  <c:v>200</c:v>
                </c:pt>
                <c:pt idx="601">
                  <c:v>200</c:v>
                </c:pt>
                <c:pt idx="602">
                  <c:v>168.666033</c:v>
                </c:pt>
                <c:pt idx="603">
                  <c:v>168.666033</c:v>
                </c:pt>
                <c:pt idx="604">
                  <c:v>173.52618000000001</c:v>
                </c:pt>
                <c:pt idx="605">
                  <c:v>173.52618000000001</c:v>
                </c:pt>
                <c:pt idx="606">
                  <c:v>199.999776</c:v>
                </c:pt>
                <c:pt idx="607">
                  <c:v>199.999776</c:v>
                </c:pt>
                <c:pt idx="608">
                  <c:v>200</c:v>
                </c:pt>
                <c:pt idx="609">
                  <c:v>200</c:v>
                </c:pt>
                <c:pt idx="610">
                  <c:v>120.000687</c:v>
                </c:pt>
                <c:pt idx="611">
                  <c:v>120.000687</c:v>
                </c:pt>
                <c:pt idx="612">
                  <c:v>132.21136799999999</c:v>
                </c:pt>
                <c:pt idx="613">
                  <c:v>132.21136799999999</c:v>
                </c:pt>
                <c:pt idx="614">
                  <c:v>190.191068</c:v>
                </c:pt>
                <c:pt idx="615">
                  <c:v>190.191068</c:v>
                </c:pt>
                <c:pt idx="616">
                  <c:v>200</c:v>
                </c:pt>
                <c:pt idx="617">
                  <c:v>200</c:v>
                </c:pt>
                <c:pt idx="618">
                  <c:v>200</c:v>
                </c:pt>
                <c:pt idx="619">
                  <c:v>200</c:v>
                </c:pt>
                <c:pt idx="620">
                  <c:v>200</c:v>
                </c:pt>
                <c:pt idx="621">
                  <c:v>200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60</c:v>
                </c:pt>
                <c:pt idx="653">
                  <c:v>60</c:v>
                </c:pt>
                <c:pt idx="654">
                  <c:v>16.055296999999999</c:v>
                </c:pt>
                <c:pt idx="655">
                  <c:v>16.055296999999999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1E-4</c:v>
                </c:pt>
                <c:pt idx="667">
                  <c:v>1E-4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17.134129000000001</c:v>
                </c:pt>
                <c:pt idx="673">
                  <c:v>17.134129000000001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2.0000000000000001E-4</c:v>
                </c:pt>
                <c:pt idx="679">
                  <c:v>2.0000000000000001E-4</c:v>
                </c:pt>
                <c:pt idx="680">
                  <c:v>1E-4</c:v>
                </c:pt>
                <c:pt idx="681">
                  <c:v>1E-4</c:v>
                </c:pt>
                <c:pt idx="682">
                  <c:v>53.811571000000001</c:v>
                </c:pt>
                <c:pt idx="683">
                  <c:v>53.811571000000001</c:v>
                </c:pt>
                <c:pt idx="684">
                  <c:v>0</c:v>
                </c:pt>
                <c:pt idx="685">
                  <c:v>0</c:v>
                </c:pt>
                <c:pt idx="686">
                  <c:v>60</c:v>
                </c:pt>
                <c:pt idx="687">
                  <c:v>60</c:v>
                </c:pt>
                <c:pt idx="688">
                  <c:v>53.322679000000001</c:v>
                </c:pt>
                <c:pt idx="689">
                  <c:v>53.322679000000001</c:v>
                </c:pt>
                <c:pt idx="690">
                  <c:v>0</c:v>
                </c:pt>
                <c:pt idx="691">
                  <c:v>0</c:v>
                </c:pt>
                <c:pt idx="692">
                  <c:v>1E-4</c:v>
                </c:pt>
                <c:pt idx="693">
                  <c:v>1E-4</c:v>
                </c:pt>
                <c:pt idx="694">
                  <c:v>90</c:v>
                </c:pt>
                <c:pt idx="695">
                  <c:v>90</c:v>
                </c:pt>
                <c:pt idx="696">
                  <c:v>28.306629999999998</c:v>
                </c:pt>
                <c:pt idx="697">
                  <c:v>28.306629999999998</c:v>
                </c:pt>
                <c:pt idx="698">
                  <c:v>56.472313</c:v>
                </c:pt>
                <c:pt idx="699">
                  <c:v>56.472313</c:v>
                </c:pt>
                <c:pt idx="700">
                  <c:v>60.000421000000003</c:v>
                </c:pt>
                <c:pt idx="701">
                  <c:v>60.000421000000003</c:v>
                </c:pt>
                <c:pt idx="702">
                  <c:v>0</c:v>
                </c:pt>
                <c:pt idx="703">
                  <c:v>0</c:v>
                </c:pt>
                <c:pt idx="704">
                  <c:v>20.504999999999999</c:v>
                </c:pt>
                <c:pt idx="705">
                  <c:v>20.504999999999999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60</c:v>
                </c:pt>
                <c:pt idx="745">
                  <c:v>60</c:v>
                </c:pt>
                <c:pt idx="746">
                  <c:v>69.126290999999995</c:v>
                </c:pt>
                <c:pt idx="747">
                  <c:v>69.126290999999995</c:v>
                </c:pt>
                <c:pt idx="748">
                  <c:v>90</c:v>
                </c:pt>
                <c:pt idx="749">
                  <c:v>90</c:v>
                </c:pt>
                <c:pt idx="750">
                  <c:v>90</c:v>
                </c:pt>
                <c:pt idx="751">
                  <c:v>90</c:v>
                </c:pt>
                <c:pt idx="752">
                  <c:v>97.680373000000003</c:v>
                </c:pt>
                <c:pt idx="753">
                  <c:v>97.680373000000003</c:v>
                </c:pt>
                <c:pt idx="754">
                  <c:v>257.78905300000002</c:v>
                </c:pt>
                <c:pt idx="755">
                  <c:v>257.78905300000002</c:v>
                </c:pt>
                <c:pt idx="756">
                  <c:v>390</c:v>
                </c:pt>
                <c:pt idx="757">
                  <c:v>390</c:v>
                </c:pt>
                <c:pt idx="758">
                  <c:v>600</c:v>
                </c:pt>
                <c:pt idx="759">
                  <c:v>600</c:v>
                </c:pt>
                <c:pt idx="760">
                  <c:v>732.21002599999997</c:v>
                </c:pt>
                <c:pt idx="761">
                  <c:v>732.21002599999997</c:v>
                </c:pt>
                <c:pt idx="762">
                  <c:v>240.00059999999999</c:v>
                </c:pt>
                <c:pt idx="763">
                  <c:v>240.00059999999999</c:v>
                </c:pt>
                <c:pt idx="764">
                  <c:v>373.85253399999999</c:v>
                </c:pt>
                <c:pt idx="765">
                  <c:v>373.85253399999999</c:v>
                </c:pt>
                <c:pt idx="766">
                  <c:v>325.83702</c:v>
                </c:pt>
                <c:pt idx="767">
                  <c:v>325.83702</c:v>
                </c:pt>
                <c:pt idx="768">
                  <c:v>300</c:v>
                </c:pt>
                <c:pt idx="769">
                  <c:v>300</c:v>
                </c:pt>
                <c:pt idx="770">
                  <c:v>378.00003299999997</c:v>
                </c:pt>
                <c:pt idx="771">
                  <c:v>378.00003299999997</c:v>
                </c:pt>
                <c:pt idx="772">
                  <c:v>233.24635799999999</c:v>
                </c:pt>
                <c:pt idx="773">
                  <c:v>233.24635799999999</c:v>
                </c:pt>
                <c:pt idx="774">
                  <c:v>240.0001</c:v>
                </c:pt>
                <c:pt idx="775">
                  <c:v>240.0001</c:v>
                </c:pt>
                <c:pt idx="776">
                  <c:v>391.11907300000001</c:v>
                </c:pt>
                <c:pt idx="777">
                  <c:v>391.11907300000001</c:v>
                </c:pt>
                <c:pt idx="778">
                  <c:v>310.24419699999999</c:v>
                </c:pt>
                <c:pt idx="779">
                  <c:v>310.24419699999999</c:v>
                </c:pt>
                <c:pt idx="780">
                  <c:v>259.51029399999999</c:v>
                </c:pt>
                <c:pt idx="781">
                  <c:v>259.51029399999999</c:v>
                </c:pt>
                <c:pt idx="782">
                  <c:v>360</c:v>
                </c:pt>
                <c:pt idx="783">
                  <c:v>360</c:v>
                </c:pt>
                <c:pt idx="784">
                  <c:v>200</c:v>
                </c:pt>
                <c:pt idx="785">
                  <c:v>200</c:v>
                </c:pt>
                <c:pt idx="786">
                  <c:v>330.00009999999997</c:v>
                </c:pt>
                <c:pt idx="787">
                  <c:v>330.00009999999997</c:v>
                </c:pt>
                <c:pt idx="788">
                  <c:v>200</c:v>
                </c:pt>
                <c:pt idx="789">
                  <c:v>200</c:v>
                </c:pt>
                <c:pt idx="790">
                  <c:v>249.641997</c:v>
                </c:pt>
                <c:pt idx="791">
                  <c:v>249.641997</c:v>
                </c:pt>
                <c:pt idx="792">
                  <c:v>404.42177400000003</c:v>
                </c:pt>
                <c:pt idx="793">
                  <c:v>404.42177400000003</c:v>
                </c:pt>
                <c:pt idx="794">
                  <c:v>209.323317</c:v>
                </c:pt>
                <c:pt idx="795">
                  <c:v>209.323317</c:v>
                </c:pt>
                <c:pt idx="796">
                  <c:v>252.210947</c:v>
                </c:pt>
                <c:pt idx="797">
                  <c:v>252.210947</c:v>
                </c:pt>
                <c:pt idx="798">
                  <c:v>245.68007</c:v>
                </c:pt>
                <c:pt idx="799">
                  <c:v>245.68007</c:v>
                </c:pt>
                <c:pt idx="800">
                  <c:v>235.652151</c:v>
                </c:pt>
                <c:pt idx="801">
                  <c:v>235.652151</c:v>
                </c:pt>
                <c:pt idx="802">
                  <c:v>732.21042599999998</c:v>
                </c:pt>
                <c:pt idx="803">
                  <c:v>732.21042599999998</c:v>
                </c:pt>
                <c:pt idx="804">
                  <c:v>719.673044</c:v>
                </c:pt>
                <c:pt idx="805">
                  <c:v>719.673044</c:v>
                </c:pt>
                <c:pt idx="806">
                  <c:v>540.00062100000002</c:v>
                </c:pt>
                <c:pt idx="807">
                  <c:v>540.00062100000002</c:v>
                </c:pt>
                <c:pt idx="808">
                  <c:v>569.99907900000005</c:v>
                </c:pt>
                <c:pt idx="809">
                  <c:v>569.99907900000005</c:v>
                </c:pt>
                <c:pt idx="810">
                  <c:v>594.42189499999995</c:v>
                </c:pt>
                <c:pt idx="811">
                  <c:v>594.42189499999995</c:v>
                </c:pt>
                <c:pt idx="812">
                  <c:v>300.00126299999999</c:v>
                </c:pt>
                <c:pt idx="813">
                  <c:v>300.00126299999999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28.13439</c:v>
                </c:pt>
                <c:pt idx="841">
                  <c:v>28.13439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2.0000000000000001E-4</c:v>
                </c:pt>
                <c:pt idx="849">
                  <c:v>2.0000000000000001E-4</c:v>
                </c:pt>
                <c:pt idx="850">
                  <c:v>0</c:v>
                </c:pt>
                <c:pt idx="851">
                  <c:v>0</c:v>
                </c:pt>
                <c:pt idx="852">
                  <c:v>17.134550000000001</c:v>
                </c:pt>
                <c:pt idx="853">
                  <c:v>17.134550000000001</c:v>
                </c:pt>
                <c:pt idx="854">
                  <c:v>46.054775999999997</c:v>
                </c:pt>
                <c:pt idx="855">
                  <c:v>46.054775999999997</c:v>
                </c:pt>
                <c:pt idx="856">
                  <c:v>60.000100000000003</c:v>
                </c:pt>
                <c:pt idx="857">
                  <c:v>60.000100000000003</c:v>
                </c:pt>
                <c:pt idx="858">
                  <c:v>29.9999</c:v>
                </c:pt>
                <c:pt idx="859">
                  <c:v>29.9999</c:v>
                </c:pt>
                <c:pt idx="860">
                  <c:v>2.0000000000000001E-4</c:v>
                </c:pt>
                <c:pt idx="861">
                  <c:v>2.0000000000000001E-4</c:v>
                </c:pt>
                <c:pt idx="862">
                  <c:v>15.340939000000001</c:v>
                </c:pt>
                <c:pt idx="863">
                  <c:v>15.340939000000001</c:v>
                </c:pt>
                <c:pt idx="864">
                  <c:v>12.210626</c:v>
                </c:pt>
                <c:pt idx="865">
                  <c:v>12.210626</c:v>
                </c:pt>
                <c:pt idx="866">
                  <c:v>47.134450000000001</c:v>
                </c:pt>
                <c:pt idx="867">
                  <c:v>47.134450000000001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30</c:v>
                </c:pt>
                <c:pt idx="873">
                  <c:v>30</c:v>
                </c:pt>
                <c:pt idx="874">
                  <c:v>0</c:v>
                </c:pt>
                <c:pt idx="875">
                  <c:v>0</c:v>
                </c:pt>
                <c:pt idx="876">
                  <c:v>1E-4</c:v>
                </c:pt>
                <c:pt idx="877">
                  <c:v>1E-4</c:v>
                </c:pt>
                <c:pt idx="878">
                  <c:v>59.999578999999997</c:v>
                </c:pt>
                <c:pt idx="879">
                  <c:v>59.999578999999997</c:v>
                </c:pt>
                <c:pt idx="880">
                  <c:v>150</c:v>
                </c:pt>
                <c:pt idx="881">
                  <c:v>150</c:v>
                </c:pt>
                <c:pt idx="882">
                  <c:v>1E-4</c:v>
                </c:pt>
                <c:pt idx="883">
                  <c:v>1E-4</c:v>
                </c:pt>
                <c:pt idx="884">
                  <c:v>76.055197000000007</c:v>
                </c:pt>
                <c:pt idx="885">
                  <c:v>76.055197000000007</c:v>
                </c:pt>
                <c:pt idx="886">
                  <c:v>26.472213</c:v>
                </c:pt>
                <c:pt idx="887">
                  <c:v>26.472213</c:v>
                </c:pt>
                <c:pt idx="888">
                  <c:v>10.552899999999999</c:v>
                </c:pt>
                <c:pt idx="889">
                  <c:v>10.552899999999999</c:v>
                </c:pt>
                <c:pt idx="890">
                  <c:v>60</c:v>
                </c:pt>
                <c:pt idx="891">
                  <c:v>60</c:v>
                </c:pt>
                <c:pt idx="892">
                  <c:v>30</c:v>
                </c:pt>
                <c:pt idx="893">
                  <c:v>30</c:v>
                </c:pt>
                <c:pt idx="894">
                  <c:v>29.9999</c:v>
                </c:pt>
                <c:pt idx="895">
                  <c:v>29.9999</c:v>
                </c:pt>
                <c:pt idx="896">
                  <c:v>19.446999999999999</c:v>
                </c:pt>
                <c:pt idx="897">
                  <c:v>19.446999999999999</c:v>
                </c:pt>
                <c:pt idx="898">
                  <c:v>8.4199999999999998E-4</c:v>
                </c:pt>
                <c:pt idx="899">
                  <c:v>8.4199999999999998E-4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30</c:v>
                </c:pt>
                <c:pt idx="931">
                  <c:v>30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60</c:v>
                </c:pt>
                <c:pt idx="941">
                  <c:v>60</c:v>
                </c:pt>
                <c:pt idx="942">
                  <c:v>90</c:v>
                </c:pt>
                <c:pt idx="943">
                  <c:v>90</c:v>
                </c:pt>
                <c:pt idx="944">
                  <c:v>90</c:v>
                </c:pt>
                <c:pt idx="945">
                  <c:v>90</c:v>
                </c:pt>
                <c:pt idx="946">
                  <c:v>179.63930099999999</c:v>
                </c:pt>
                <c:pt idx="947">
                  <c:v>179.63930099999999</c:v>
                </c:pt>
                <c:pt idx="948">
                  <c:v>354.706005</c:v>
                </c:pt>
                <c:pt idx="949">
                  <c:v>354.706005</c:v>
                </c:pt>
                <c:pt idx="950">
                  <c:v>480.00009999999997</c:v>
                </c:pt>
                <c:pt idx="951">
                  <c:v>480.00009999999997</c:v>
                </c:pt>
                <c:pt idx="952">
                  <c:v>540.00009999999997</c:v>
                </c:pt>
                <c:pt idx="953">
                  <c:v>540.00009999999997</c:v>
                </c:pt>
                <c:pt idx="954">
                  <c:v>668.31378700000005</c:v>
                </c:pt>
                <c:pt idx="955">
                  <c:v>668.31378700000005</c:v>
                </c:pt>
                <c:pt idx="956">
                  <c:v>805.41298800000004</c:v>
                </c:pt>
                <c:pt idx="957">
                  <c:v>805.41298800000004</c:v>
                </c:pt>
                <c:pt idx="958">
                  <c:v>810.43806600000005</c:v>
                </c:pt>
                <c:pt idx="959">
                  <c:v>810.43806600000005</c:v>
                </c:pt>
                <c:pt idx="960">
                  <c:v>540.00009999999997</c:v>
                </c:pt>
                <c:pt idx="961">
                  <c:v>540.00009999999997</c:v>
                </c:pt>
                <c:pt idx="962">
                  <c:v>407.15938899999998</c:v>
                </c:pt>
                <c:pt idx="963">
                  <c:v>407.15938899999998</c:v>
                </c:pt>
                <c:pt idx="964">
                  <c:v>485.86390299999999</c:v>
                </c:pt>
                <c:pt idx="965">
                  <c:v>485.86390299999999</c:v>
                </c:pt>
                <c:pt idx="966">
                  <c:v>481.88634000000002</c:v>
                </c:pt>
                <c:pt idx="967">
                  <c:v>481.88634000000002</c:v>
                </c:pt>
                <c:pt idx="968">
                  <c:v>468.12571000000003</c:v>
                </c:pt>
                <c:pt idx="969">
                  <c:v>468.12571000000003</c:v>
                </c:pt>
                <c:pt idx="970">
                  <c:v>767.790616</c:v>
                </c:pt>
                <c:pt idx="971">
                  <c:v>767.790616</c:v>
                </c:pt>
                <c:pt idx="972">
                  <c:v>690.00019999999995</c:v>
                </c:pt>
                <c:pt idx="973">
                  <c:v>690.00019999999995</c:v>
                </c:pt>
                <c:pt idx="974">
                  <c:v>531.12429899999995</c:v>
                </c:pt>
                <c:pt idx="975">
                  <c:v>531.12429899999995</c:v>
                </c:pt>
                <c:pt idx="976">
                  <c:v>510.00052099999999</c:v>
                </c:pt>
                <c:pt idx="977">
                  <c:v>510.00052099999999</c:v>
                </c:pt>
                <c:pt idx="978">
                  <c:v>493.05510099999998</c:v>
                </c:pt>
                <c:pt idx="979">
                  <c:v>493.05510099999998</c:v>
                </c:pt>
                <c:pt idx="980">
                  <c:v>421.76907299999999</c:v>
                </c:pt>
                <c:pt idx="981">
                  <c:v>421.76907299999999</c:v>
                </c:pt>
                <c:pt idx="982">
                  <c:v>240.000021</c:v>
                </c:pt>
                <c:pt idx="983">
                  <c:v>240.000021</c:v>
                </c:pt>
                <c:pt idx="984">
                  <c:v>188.163071</c:v>
                </c:pt>
                <c:pt idx="985">
                  <c:v>188.163071</c:v>
                </c:pt>
                <c:pt idx="986">
                  <c:v>283.84210100000001</c:v>
                </c:pt>
                <c:pt idx="987">
                  <c:v>283.84210100000001</c:v>
                </c:pt>
                <c:pt idx="988">
                  <c:v>4.0000000000000002E-4</c:v>
                </c:pt>
                <c:pt idx="989">
                  <c:v>4.0000000000000002E-4</c:v>
                </c:pt>
                <c:pt idx="990">
                  <c:v>108.70089299999999</c:v>
                </c:pt>
                <c:pt idx="991">
                  <c:v>108.70089299999999</c:v>
                </c:pt>
                <c:pt idx="992">
                  <c:v>106.735006</c:v>
                </c:pt>
                <c:pt idx="993">
                  <c:v>106.735006</c:v>
                </c:pt>
                <c:pt idx="994">
                  <c:v>111.78708899999999</c:v>
                </c:pt>
                <c:pt idx="995">
                  <c:v>111.78708899999999</c:v>
                </c:pt>
                <c:pt idx="996">
                  <c:v>180.57626300000001</c:v>
                </c:pt>
                <c:pt idx="997">
                  <c:v>180.57626300000001</c:v>
                </c:pt>
                <c:pt idx="998">
                  <c:v>148.67756800000001</c:v>
                </c:pt>
                <c:pt idx="999">
                  <c:v>148.67756800000001</c:v>
                </c:pt>
                <c:pt idx="1000">
                  <c:v>180.00042099999999</c:v>
                </c:pt>
                <c:pt idx="1001">
                  <c:v>180.00042099999999</c:v>
                </c:pt>
                <c:pt idx="1002">
                  <c:v>200</c:v>
                </c:pt>
                <c:pt idx="1003">
                  <c:v>200</c:v>
                </c:pt>
                <c:pt idx="1004">
                  <c:v>84.368998000000005</c:v>
                </c:pt>
                <c:pt idx="1005">
                  <c:v>84.368998000000005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46.055297000000003</c:v>
                </c:pt>
                <c:pt idx="1121">
                  <c:v>46.055297000000003</c:v>
                </c:pt>
                <c:pt idx="1122">
                  <c:v>24.132247</c:v>
                </c:pt>
                <c:pt idx="1123">
                  <c:v>24.132247</c:v>
                </c:pt>
                <c:pt idx="1124">
                  <c:v>30.0001</c:v>
                </c:pt>
                <c:pt idx="1125">
                  <c:v>30.0001</c:v>
                </c:pt>
                <c:pt idx="1126">
                  <c:v>60</c:v>
                </c:pt>
                <c:pt idx="1127">
                  <c:v>60</c:v>
                </c:pt>
                <c:pt idx="1128">
                  <c:v>106.05487599999999</c:v>
                </c:pt>
                <c:pt idx="1129">
                  <c:v>106.05487599999999</c:v>
                </c:pt>
                <c:pt idx="1130">
                  <c:v>120</c:v>
                </c:pt>
                <c:pt idx="1131">
                  <c:v>120</c:v>
                </c:pt>
                <c:pt idx="1132">
                  <c:v>0</c:v>
                </c:pt>
                <c:pt idx="1133">
                  <c:v>0</c:v>
                </c:pt>
                <c:pt idx="1134">
                  <c:v>30</c:v>
                </c:pt>
                <c:pt idx="1135">
                  <c:v>30</c:v>
                </c:pt>
                <c:pt idx="1136">
                  <c:v>30</c:v>
                </c:pt>
                <c:pt idx="1137">
                  <c:v>30</c:v>
                </c:pt>
                <c:pt idx="1138">
                  <c:v>0</c:v>
                </c:pt>
                <c:pt idx="1139">
                  <c:v>0</c:v>
                </c:pt>
                <c:pt idx="1140">
                  <c:v>60</c:v>
                </c:pt>
                <c:pt idx="1141">
                  <c:v>60</c:v>
                </c:pt>
                <c:pt idx="1142">
                  <c:v>60.000100000000003</c:v>
                </c:pt>
                <c:pt idx="1143">
                  <c:v>60.000100000000003</c:v>
                </c:pt>
                <c:pt idx="1144">
                  <c:v>384.93358000000001</c:v>
                </c:pt>
                <c:pt idx="1145">
                  <c:v>384.93358000000001</c:v>
                </c:pt>
                <c:pt idx="1146">
                  <c:v>330.00029999999998</c:v>
                </c:pt>
                <c:pt idx="1147">
                  <c:v>330.00029999999998</c:v>
                </c:pt>
                <c:pt idx="1148">
                  <c:v>551.45115599999997</c:v>
                </c:pt>
                <c:pt idx="1149">
                  <c:v>551.45115599999997</c:v>
                </c:pt>
                <c:pt idx="1150">
                  <c:v>570</c:v>
                </c:pt>
                <c:pt idx="1151">
                  <c:v>570</c:v>
                </c:pt>
                <c:pt idx="1152">
                  <c:v>360</c:v>
                </c:pt>
                <c:pt idx="1153">
                  <c:v>360</c:v>
                </c:pt>
                <c:pt idx="1154">
                  <c:v>390.55937299999999</c:v>
                </c:pt>
                <c:pt idx="1155">
                  <c:v>390.55937299999999</c:v>
                </c:pt>
                <c:pt idx="1156">
                  <c:v>261.65582899999998</c:v>
                </c:pt>
                <c:pt idx="1157">
                  <c:v>261.65582899999998</c:v>
                </c:pt>
                <c:pt idx="1158">
                  <c:v>86.670856999999998</c:v>
                </c:pt>
                <c:pt idx="1159">
                  <c:v>86.670856999999998</c:v>
                </c:pt>
                <c:pt idx="1160">
                  <c:v>197.13507100000001</c:v>
                </c:pt>
                <c:pt idx="1161">
                  <c:v>197.13507100000001</c:v>
                </c:pt>
                <c:pt idx="1162">
                  <c:v>240</c:v>
                </c:pt>
                <c:pt idx="1163">
                  <c:v>240</c:v>
                </c:pt>
                <c:pt idx="1164">
                  <c:v>387.57722100000001</c:v>
                </c:pt>
                <c:pt idx="1165">
                  <c:v>387.57722100000001</c:v>
                </c:pt>
                <c:pt idx="1166">
                  <c:v>420</c:v>
                </c:pt>
                <c:pt idx="1167">
                  <c:v>420</c:v>
                </c:pt>
                <c:pt idx="1168">
                  <c:v>69.174467000000007</c:v>
                </c:pt>
                <c:pt idx="1169">
                  <c:v>69.174467000000007</c:v>
                </c:pt>
                <c:pt idx="1170">
                  <c:v>44.164230000000003</c:v>
                </c:pt>
                <c:pt idx="1171">
                  <c:v>44.164230000000003</c:v>
                </c:pt>
                <c:pt idx="1172">
                  <c:v>90</c:v>
                </c:pt>
                <c:pt idx="1173">
                  <c:v>90</c:v>
                </c:pt>
                <c:pt idx="1174">
                  <c:v>119.9999</c:v>
                </c:pt>
                <c:pt idx="1175">
                  <c:v>119.9999</c:v>
                </c:pt>
                <c:pt idx="1176">
                  <c:v>462.21134699999999</c:v>
                </c:pt>
                <c:pt idx="1177">
                  <c:v>462.21134699999999</c:v>
                </c:pt>
                <c:pt idx="1178">
                  <c:v>702.21084699999994</c:v>
                </c:pt>
                <c:pt idx="1179">
                  <c:v>702.21084699999994</c:v>
                </c:pt>
                <c:pt idx="1180">
                  <c:v>493.61956800000002</c:v>
                </c:pt>
                <c:pt idx="1181">
                  <c:v>493.61956800000002</c:v>
                </c:pt>
                <c:pt idx="1182">
                  <c:v>282.78562499999998</c:v>
                </c:pt>
                <c:pt idx="1183">
                  <c:v>282.78562499999998</c:v>
                </c:pt>
                <c:pt idx="1184">
                  <c:v>340.09463199999999</c:v>
                </c:pt>
                <c:pt idx="1185">
                  <c:v>340.09463199999999</c:v>
                </c:pt>
                <c:pt idx="1186">
                  <c:v>462.21104700000001</c:v>
                </c:pt>
                <c:pt idx="1187">
                  <c:v>462.21104700000001</c:v>
                </c:pt>
                <c:pt idx="1188">
                  <c:v>480</c:v>
                </c:pt>
                <c:pt idx="1189">
                  <c:v>480</c:v>
                </c:pt>
                <c:pt idx="1190">
                  <c:v>222.78572500000001</c:v>
                </c:pt>
                <c:pt idx="1191">
                  <c:v>222.78572500000001</c:v>
                </c:pt>
                <c:pt idx="1192">
                  <c:v>197.789153</c:v>
                </c:pt>
                <c:pt idx="1193">
                  <c:v>197.789153</c:v>
                </c:pt>
                <c:pt idx="1194">
                  <c:v>252.210947</c:v>
                </c:pt>
                <c:pt idx="1195">
                  <c:v>252.210947</c:v>
                </c:pt>
                <c:pt idx="1196">
                  <c:v>205.41265300000001</c:v>
                </c:pt>
                <c:pt idx="1197">
                  <c:v>205.41265300000001</c:v>
                </c:pt>
                <c:pt idx="1198">
                  <c:v>522.21084699999994</c:v>
                </c:pt>
                <c:pt idx="1199">
                  <c:v>522.21084699999994</c:v>
                </c:pt>
                <c:pt idx="1200">
                  <c:v>265.897175</c:v>
                </c:pt>
                <c:pt idx="1201">
                  <c:v>265.897175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1E-4</c:v>
                </c:pt>
                <c:pt idx="1313">
                  <c:v>1E-4</c:v>
                </c:pt>
                <c:pt idx="1314">
                  <c:v>0</c:v>
                </c:pt>
                <c:pt idx="1315">
                  <c:v>0</c:v>
                </c:pt>
                <c:pt idx="1316">
                  <c:v>1E-4</c:v>
                </c:pt>
                <c:pt idx="1317">
                  <c:v>1E-4</c:v>
                </c:pt>
                <c:pt idx="1318">
                  <c:v>30.5594</c:v>
                </c:pt>
                <c:pt idx="1319">
                  <c:v>30.5594</c:v>
                </c:pt>
                <c:pt idx="1320">
                  <c:v>230.74524</c:v>
                </c:pt>
                <c:pt idx="1321">
                  <c:v>230.74524</c:v>
                </c:pt>
                <c:pt idx="1322">
                  <c:v>410.44239199999998</c:v>
                </c:pt>
                <c:pt idx="1323">
                  <c:v>410.44239199999998</c:v>
                </c:pt>
                <c:pt idx="1324">
                  <c:v>285.86364800000001</c:v>
                </c:pt>
                <c:pt idx="1325">
                  <c:v>285.86364800000001</c:v>
                </c:pt>
                <c:pt idx="1326">
                  <c:v>312.21114699999998</c:v>
                </c:pt>
                <c:pt idx="1327">
                  <c:v>312.21114699999998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30.0001</c:v>
                </c:pt>
                <c:pt idx="1345">
                  <c:v>30.0001</c:v>
                </c:pt>
                <c:pt idx="1346">
                  <c:v>47.788531999999996</c:v>
                </c:pt>
                <c:pt idx="1347">
                  <c:v>47.788531999999996</c:v>
                </c:pt>
                <c:pt idx="1348">
                  <c:v>60.000520999999999</c:v>
                </c:pt>
                <c:pt idx="1349">
                  <c:v>60.000520999999999</c:v>
                </c:pt>
                <c:pt idx="1350">
                  <c:v>1E-4</c:v>
                </c:pt>
                <c:pt idx="1351">
                  <c:v>1E-4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90</c:v>
                </c:pt>
                <c:pt idx="1359">
                  <c:v>90</c:v>
                </c:pt>
                <c:pt idx="1360">
                  <c:v>420</c:v>
                </c:pt>
                <c:pt idx="1361">
                  <c:v>420</c:v>
                </c:pt>
                <c:pt idx="1362">
                  <c:v>527.78905299999997</c:v>
                </c:pt>
                <c:pt idx="1363">
                  <c:v>527.78905299999997</c:v>
                </c:pt>
                <c:pt idx="1364">
                  <c:v>420</c:v>
                </c:pt>
                <c:pt idx="1365">
                  <c:v>420</c:v>
                </c:pt>
                <c:pt idx="1366">
                  <c:v>192.210947</c:v>
                </c:pt>
                <c:pt idx="1367">
                  <c:v>192.210947</c:v>
                </c:pt>
                <c:pt idx="1368">
                  <c:v>104.831169</c:v>
                </c:pt>
                <c:pt idx="1369">
                  <c:v>104.831169</c:v>
                </c:pt>
                <c:pt idx="1370">
                  <c:v>313.41989000000001</c:v>
                </c:pt>
                <c:pt idx="1371">
                  <c:v>313.41989000000001</c:v>
                </c:pt>
                <c:pt idx="1372">
                  <c:v>342.21124700000001</c:v>
                </c:pt>
                <c:pt idx="1373">
                  <c:v>342.21124700000001</c:v>
                </c:pt>
                <c:pt idx="1374">
                  <c:v>582.92641400000002</c:v>
                </c:pt>
                <c:pt idx="1375">
                  <c:v>582.92641400000002</c:v>
                </c:pt>
                <c:pt idx="1376">
                  <c:v>591.85150199999998</c:v>
                </c:pt>
                <c:pt idx="1377">
                  <c:v>591.85150199999998</c:v>
                </c:pt>
                <c:pt idx="1378">
                  <c:v>617.78947400000004</c:v>
                </c:pt>
                <c:pt idx="1379">
                  <c:v>617.78947400000004</c:v>
                </c:pt>
                <c:pt idx="1380">
                  <c:v>673.79645800000003</c:v>
                </c:pt>
                <c:pt idx="1381">
                  <c:v>673.79645800000003</c:v>
                </c:pt>
                <c:pt idx="1382">
                  <c:v>720.00042099999996</c:v>
                </c:pt>
                <c:pt idx="1383">
                  <c:v>720.00042099999996</c:v>
                </c:pt>
                <c:pt idx="1384">
                  <c:v>785.57768399999998</c:v>
                </c:pt>
                <c:pt idx="1385">
                  <c:v>785.57768399999998</c:v>
                </c:pt>
                <c:pt idx="1386">
                  <c:v>750</c:v>
                </c:pt>
                <c:pt idx="1387">
                  <c:v>750</c:v>
                </c:pt>
                <c:pt idx="1388">
                  <c:v>324.42325799999998</c:v>
                </c:pt>
                <c:pt idx="1389">
                  <c:v>324.42325799999998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BD-4523-982C-6D25E0112637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200</c:v>
                </c:pt>
                <c:pt idx="25">
                  <c:v>200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196.57</c:v>
                </c:pt>
                <c:pt idx="51">
                  <c:v>196.57</c:v>
                </c:pt>
                <c:pt idx="52">
                  <c:v>141.5</c:v>
                </c:pt>
                <c:pt idx="53">
                  <c:v>141.5</c:v>
                </c:pt>
                <c:pt idx="54">
                  <c:v>35.35</c:v>
                </c:pt>
                <c:pt idx="55">
                  <c:v>35.35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200</c:v>
                </c:pt>
                <c:pt idx="197">
                  <c:v>200</c:v>
                </c:pt>
                <c:pt idx="198">
                  <c:v>200</c:v>
                </c:pt>
                <c:pt idx="199">
                  <c:v>200</c:v>
                </c:pt>
                <c:pt idx="200">
                  <c:v>200</c:v>
                </c:pt>
                <c:pt idx="201">
                  <c:v>200</c:v>
                </c:pt>
                <c:pt idx="202">
                  <c:v>200</c:v>
                </c:pt>
                <c:pt idx="203">
                  <c:v>200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253.99548300000001</c:v>
                </c:pt>
                <c:pt idx="209">
                  <c:v>253.99548300000001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216.64410799999999</c:v>
                </c:pt>
                <c:pt idx="219">
                  <c:v>216.64410799999999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205.94752199999999</c:v>
                </c:pt>
                <c:pt idx="225">
                  <c:v>205.94752199999999</c:v>
                </c:pt>
                <c:pt idx="226">
                  <c:v>200</c:v>
                </c:pt>
                <c:pt idx="227">
                  <c:v>200</c:v>
                </c:pt>
                <c:pt idx="228">
                  <c:v>200</c:v>
                </c:pt>
                <c:pt idx="229">
                  <c:v>200</c:v>
                </c:pt>
                <c:pt idx="230">
                  <c:v>200</c:v>
                </c:pt>
                <c:pt idx="231">
                  <c:v>200</c:v>
                </c:pt>
                <c:pt idx="232">
                  <c:v>290.91696400000001</c:v>
                </c:pt>
                <c:pt idx="233">
                  <c:v>290.91696400000001</c:v>
                </c:pt>
                <c:pt idx="234">
                  <c:v>200</c:v>
                </c:pt>
                <c:pt idx="235">
                  <c:v>200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69.883927999999997</c:v>
                </c:pt>
                <c:pt idx="381">
                  <c:v>69.883927999999997</c:v>
                </c:pt>
                <c:pt idx="382">
                  <c:v>300.00049999999999</c:v>
                </c:pt>
                <c:pt idx="383">
                  <c:v>300.00049999999999</c:v>
                </c:pt>
                <c:pt idx="384">
                  <c:v>216.54160300000001</c:v>
                </c:pt>
                <c:pt idx="385">
                  <c:v>216.54160300000001</c:v>
                </c:pt>
                <c:pt idx="386">
                  <c:v>240</c:v>
                </c:pt>
                <c:pt idx="387">
                  <c:v>240</c:v>
                </c:pt>
                <c:pt idx="388">
                  <c:v>180</c:v>
                </c:pt>
                <c:pt idx="389">
                  <c:v>180</c:v>
                </c:pt>
                <c:pt idx="390">
                  <c:v>200</c:v>
                </c:pt>
                <c:pt idx="391">
                  <c:v>200</c:v>
                </c:pt>
                <c:pt idx="392">
                  <c:v>240.00030000000001</c:v>
                </c:pt>
                <c:pt idx="393">
                  <c:v>240.00030000000001</c:v>
                </c:pt>
                <c:pt idx="394">
                  <c:v>441.07561900000002</c:v>
                </c:pt>
                <c:pt idx="395">
                  <c:v>441.07561900000002</c:v>
                </c:pt>
                <c:pt idx="396">
                  <c:v>320.60383999999999</c:v>
                </c:pt>
                <c:pt idx="397">
                  <c:v>320.60383999999999</c:v>
                </c:pt>
                <c:pt idx="398">
                  <c:v>400.85112299999997</c:v>
                </c:pt>
                <c:pt idx="399">
                  <c:v>400.85112299999997</c:v>
                </c:pt>
                <c:pt idx="400">
                  <c:v>220.89252400000001</c:v>
                </c:pt>
                <c:pt idx="401">
                  <c:v>220.89252400000001</c:v>
                </c:pt>
                <c:pt idx="402">
                  <c:v>200</c:v>
                </c:pt>
                <c:pt idx="403">
                  <c:v>200</c:v>
                </c:pt>
                <c:pt idx="404">
                  <c:v>200</c:v>
                </c:pt>
                <c:pt idx="405">
                  <c:v>200</c:v>
                </c:pt>
                <c:pt idx="406">
                  <c:v>246.12071399999999</c:v>
                </c:pt>
                <c:pt idx="407">
                  <c:v>246.12071399999999</c:v>
                </c:pt>
                <c:pt idx="408">
                  <c:v>210.00020000000001</c:v>
                </c:pt>
                <c:pt idx="409">
                  <c:v>210.00020000000001</c:v>
                </c:pt>
                <c:pt idx="410">
                  <c:v>230.21349699999999</c:v>
                </c:pt>
                <c:pt idx="411">
                  <c:v>230.21349699999999</c:v>
                </c:pt>
                <c:pt idx="412">
                  <c:v>210</c:v>
                </c:pt>
                <c:pt idx="413">
                  <c:v>210</c:v>
                </c:pt>
                <c:pt idx="414">
                  <c:v>300</c:v>
                </c:pt>
                <c:pt idx="415">
                  <c:v>300</c:v>
                </c:pt>
                <c:pt idx="416">
                  <c:v>234.422616</c:v>
                </c:pt>
                <c:pt idx="417">
                  <c:v>234.422616</c:v>
                </c:pt>
                <c:pt idx="418">
                  <c:v>234.42127400000001</c:v>
                </c:pt>
                <c:pt idx="419">
                  <c:v>234.42127400000001</c:v>
                </c:pt>
                <c:pt idx="420">
                  <c:v>200</c:v>
                </c:pt>
                <c:pt idx="421">
                  <c:v>200</c:v>
                </c:pt>
                <c:pt idx="422">
                  <c:v>413.08430700000002</c:v>
                </c:pt>
                <c:pt idx="423">
                  <c:v>413.08430700000002</c:v>
                </c:pt>
                <c:pt idx="424">
                  <c:v>583.67255699999998</c:v>
                </c:pt>
                <c:pt idx="425">
                  <c:v>583.67255699999998</c:v>
                </c:pt>
                <c:pt idx="426">
                  <c:v>312.40381400000001</c:v>
                </c:pt>
                <c:pt idx="427">
                  <c:v>312.40381400000001</c:v>
                </c:pt>
                <c:pt idx="428">
                  <c:v>282.21211099999999</c:v>
                </c:pt>
                <c:pt idx="429">
                  <c:v>282.21211099999999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130.67373799999999</c:v>
                </c:pt>
                <c:pt idx="597">
                  <c:v>130.67373799999999</c:v>
                </c:pt>
                <c:pt idx="598">
                  <c:v>200</c:v>
                </c:pt>
                <c:pt idx="599">
                  <c:v>200</c:v>
                </c:pt>
                <c:pt idx="600">
                  <c:v>200</c:v>
                </c:pt>
                <c:pt idx="601">
                  <c:v>200</c:v>
                </c:pt>
                <c:pt idx="602">
                  <c:v>168.666033</c:v>
                </c:pt>
                <c:pt idx="603">
                  <c:v>168.666033</c:v>
                </c:pt>
                <c:pt idx="604">
                  <c:v>173.52618000000001</c:v>
                </c:pt>
                <c:pt idx="605">
                  <c:v>173.52618000000001</c:v>
                </c:pt>
                <c:pt idx="606">
                  <c:v>199.999776</c:v>
                </c:pt>
                <c:pt idx="607">
                  <c:v>199.999776</c:v>
                </c:pt>
                <c:pt idx="608">
                  <c:v>200</c:v>
                </c:pt>
                <c:pt idx="609">
                  <c:v>200</c:v>
                </c:pt>
                <c:pt idx="610">
                  <c:v>120.000687</c:v>
                </c:pt>
                <c:pt idx="611">
                  <c:v>120.000687</c:v>
                </c:pt>
                <c:pt idx="612">
                  <c:v>132.21136799999999</c:v>
                </c:pt>
                <c:pt idx="613">
                  <c:v>132.21136799999999</c:v>
                </c:pt>
                <c:pt idx="614">
                  <c:v>190.191068</c:v>
                </c:pt>
                <c:pt idx="615">
                  <c:v>190.191068</c:v>
                </c:pt>
                <c:pt idx="616">
                  <c:v>200</c:v>
                </c:pt>
                <c:pt idx="617">
                  <c:v>200</c:v>
                </c:pt>
                <c:pt idx="618">
                  <c:v>200</c:v>
                </c:pt>
                <c:pt idx="619">
                  <c:v>200</c:v>
                </c:pt>
                <c:pt idx="620">
                  <c:v>200</c:v>
                </c:pt>
                <c:pt idx="621">
                  <c:v>200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143.81352999999999</c:v>
                </c:pt>
                <c:pt idx="761">
                  <c:v>143.81352999999999</c:v>
                </c:pt>
                <c:pt idx="762">
                  <c:v>240.00059999999999</c:v>
                </c:pt>
                <c:pt idx="763">
                  <c:v>240.00059999999999</c:v>
                </c:pt>
                <c:pt idx="764">
                  <c:v>373.85253399999999</c:v>
                </c:pt>
                <c:pt idx="765">
                  <c:v>373.85253399999999</c:v>
                </c:pt>
                <c:pt idx="766">
                  <c:v>325.83702</c:v>
                </c:pt>
                <c:pt idx="767">
                  <c:v>325.83702</c:v>
                </c:pt>
                <c:pt idx="768">
                  <c:v>300</c:v>
                </c:pt>
                <c:pt idx="769">
                  <c:v>300</c:v>
                </c:pt>
                <c:pt idx="770">
                  <c:v>378.00003299999997</c:v>
                </c:pt>
                <c:pt idx="771">
                  <c:v>378.00003299999997</c:v>
                </c:pt>
                <c:pt idx="772">
                  <c:v>233.24635799999999</c:v>
                </c:pt>
                <c:pt idx="773">
                  <c:v>233.24635799999999</c:v>
                </c:pt>
                <c:pt idx="774">
                  <c:v>240.0001</c:v>
                </c:pt>
                <c:pt idx="775">
                  <c:v>240.0001</c:v>
                </c:pt>
                <c:pt idx="776">
                  <c:v>391.11907300000001</c:v>
                </c:pt>
                <c:pt idx="777">
                  <c:v>391.11907300000001</c:v>
                </c:pt>
                <c:pt idx="778">
                  <c:v>310.24419699999999</c:v>
                </c:pt>
                <c:pt idx="779">
                  <c:v>310.24419699999999</c:v>
                </c:pt>
                <c:pt idx="780">
                  <c:v>259.51029399999999</c:v>
                </c:pt>
                <c:pt idx="781">
                  <c:v>259.51029399999999</c:v>
                </c:pt>
                <c:pt idx="782">
                  <c:v>360</c:v>
                </c:pt>
                <c:pt idx="783">
                  <c:v>360</c:v>
                </c:pt>
                <c:pt idx="784">
                  <c:v>200</c:v>
                </c:pt>
                <c:pt idx="785">
                  <c:v>200</c:v>
                </c:pt>
                <c:pt idx="786">
                  <c:v>330.00009999999997</c:v>
                </c:pt>
                <c:pt idx="787">
                  <c:v>330.00009999999997</c:v>
                </c:pt>
                <c:pt idx="788">
                  <c:v>200</c:v>
                </c:pt>
                <c:pt idx="789">
                  <c:v>200</c:v>
                </c:pt>
                <c:pt idx="790">
                  <c:v>249.641997</c:v>
                </c:pt>
                <c:pt idx="791">
                  <c:v>249.641997</c:v>
                </c:pt>
                <c:pt idx="792">
                  <c:v>404.42177400000003</c:v>
                </c:pt>
                <c:pt idx="793">
                  <c:v>404.42177400000003</c:v>
                </c:pt>
                <c:pt idx="794">
                  <c:v>209.323317</c:v>
                </c:pt>
                <c:pt idx="795">
                  <c:v>209.323317</c:v>
                </c:pt>
                <c:pt idx="796">
                  <c:v>252.210947</c:v>
                </c:pt>
                <c:pt idx="797">
                  <c:v>252.210947</c:v>
                </c:pt>
                <c:pt idx="798">
                  <c:v>245.68007</c:v>
                </c:pt>
                <c:pt idx="799">
                  <c:v>245.68007</c:v>
                </c:pt>
                <c:pt idx="800">
                  <c:v>235.652151</c:v>
                </c:pt>
                <c:pt idx="801">
                  <c:v>235.652151</c:v>
                </c:pt>
                <c:pt idx="802">
                  <c:v>732.21042599999998</c:v>
                </c:pt>
                <c:pt idx="803">
                  <c:v>732.21042599999998</c:v>
                </c:pt>
                <c:pt idx="804">
                  <c:v>719.673044</c:v>
                </c:pt>
                <c:pt idx="805">
                  <c:v>719.673044</c:v>
                </c:pt>
                <c:pt idx="806">
                  <c:v>540.00062100000002</c:v>
                </c:pt>
                <c:pt idx="807">
                  <c:v>540.00062100000002</c:v>
                </c:pt>
                <c:pt idx="808">
                  <c:v>569.99907900000005</c:v>
                </c:pt>
                <c:pt idx="809">
                  <c:v>569.99907900000005</c:v>
                </c:pt>
                <c:pt idx="810">
                  <c:v>594.42189499999995</c:v>
                </c:pt>
                <c:pt idx="811">
                  <c:v>594.42189499999995</c:v>
                </c:pt>
                <c:pt idx="812">
                  <c:v>300.00126299999999</c:v>
                </c:pt>
                <c:pt idx="813">
                  <c:v>300.00126299999999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108.700472</c:v>
                </c:pt>
                <c:pt idx="991">
                  <c:v>108.700472</c:v>
                </c:pt>
                <c:pt idx="992">
                  <c:v>106.735006</c:v>
                </c:pt>
                <c:pt idx="993">
                  <c:v>106.735006</c:v>
                </c:pt>
                <c:pt idx="994">
                  <c:v>111.78708899999999</c:v>
                </c:pt>
                <c:pt idx="995">
                  <c:v>111.78708899999999</c:v>
                </c:pt>
                <c:pt idx="996">
                  <c:v>180.57626300000001</c:v>
                </c:pt>
                <c:pt idx="997">
                  <c:v>180.57626300000001</c:v>
                </c:pt>
                <c:pt idx="998">
                  <c:v>148.67756800000001</c:v>
                </c:pt>
                <c:pt idx="999">
                  <c:v>148.67756800000001</c:v>
                </c:pt>
                <c:pt idx="1000">
                  <c:v>180.00042099999999</c:v>
                </c:pt>
                <c:pt idx="1001">
                  <c:v>180.00042099999999</c:v>
                </c:pt>
                <c:pt idx="1002">
                  <c:v>200</c:v>
                </c:pt>
                <c:pt idx="1003">
                  <c:v>200</c:v>
                </c:pt>
                <c:pt idx="1004">
                  <c:v>84.368998000000005</c:v>
                </c:pt>
                <c:pt idx="1005">
                  <c:v>84.368998000000005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0BD-4523-982C-6D25E0112637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4.25</c:v>
                </c:pt>
                <c:pt idx="51">
                  <c:v>4.25</c:v>
                </c:pt>
                <c:pt idx="52">
                  <c:v>8.5</c:v>
                </c:pt>
                <c:pt idx="53">
                  <c:v>8.5</c:v>
                </c:pt>
                <c:pt idx="54">
                  <c:v>24.65</c:v>
                </c:pt>
                <c:pt idx="55">
                  <c:v>24.65</c:v>
                </c:pt>
                <c:pt idx="56">
                  <c:v>38.25</c:v>
                </c:pt>
                <c:pt idx="57">
                  <c:v>38.25</c:v>
                </c:pt>
                <c:pt idx="58">
                  <c:v>87.55</c:v>
                </c:pt>
                <c:pt idx="59">
                  <c:v>87.55</c:v>
                </c:pt>
                <c:pt idx="60">
                  <c:v>160.65</c:v>
                </c:pt>
                <c:pt idx="61">
                  <c:v>160.65</c:v>
                </c:pt>
                <c:pt idx="62">
                  <c:v>182.75</c:v>
                </c:pt>
                <c:pt idx="63">
                  <c:v>182.75</c:v>
                </c:pt>
                <c:pt idx="64">
                  <c:v>260.10000000000002</c:v>
                </c:pt>
                <c:pt idx="65">
                  <c:v>260.10000000000002</c:v>
                </c:pt>
                <c:pt idx="66">
                  <c:v>295.8</c:v>
                </c:pt>
                <c:pt idx="67">
                  <c:v>295.8</c:v>
                </c:pt>
                <c:pt idx="68">
                  <c:v>329.8</c:v>
                </c:pt>
                <c:pt idx="69">
                  <c:v>329.8</c:v>
                </c:pt>
                <c:pt idx="70">
                  <c:v>361.25</c:v>
                </c:pt>
                <c:pt idx="71">
                  <c:v>361.25</c:v>
                </c:pt>
                <c:pt idx="72">
                  <c:v>390.15</c:v>
                </c:pt>
                <c:pt idx="73">
                  <c:v>390.15</c:v>
                </c:pt>
                <c:pt idx="74">
                  <c:v>417.35</c:v>
                </c:pt>
                <c:pt idx="75">
                  <c:v>417.35</c:v>
                </c:pt>
                <c:pt idx="76">
                  <c:v>440.3</c:v>
                </c:pt>
                <c:pt idx="77">
                  <c:v>440.3</c:v>
                </c:pt>
                <c:pt idx="78">
                  <c:v>460.7</c:v>
                </c:pt>
                <c:pt idx="79">
                  <c:v>460.7</c:v>
                </c:pt>
                <c:pt idx="80">
                  <c:v>478.55</c:v>
                </c:pt>
                <c:pt idx="81">
                  <c:v>478.55</c:v>
                </c:pt>
                <c:pt idx="82">
                  <c:v>493</c:v>
                </c:pt>
                <c:pt idx="83">
                  <c:v>493</c:v>
                </c:pt>
                <c:pt idx="84">
                  <c:v>504.05</c:v>
                </c:pt>
                <c:pt idx="85">
                  <c:v>504.05</c:v>
                </c:pt>
                <c:pt idx="86">
                  <c:v>511.7</c:v>
                </c:pt>
                <c:pt idx="87">
                  <c:v>511.7</c:v>
                </c:pt>
                <c:pt idx="88">
                  <c:v>509.15</c:v>
                </c:pt>
                <c:pt idx="89">
                  <c:v>509.15</c:v>
                </c:pt>
                <c:pt idx="90">
                  <c:v>379.1</c:v>
                </c:pt>
                <c:pt idx="91">
                  <c:v>379.1</c:v>
                </c:pt>
                <c:pt idx="92">
                  <c:v>262.64999999999998</c:v>
                </c:pt>
                <c:pt idx="93">
                  <c:v>262.64999999999998</c:v>
                </c:pt>
                <c:pt idx="94">
                  <c:v>130.9</c:v>
                </c:pt>
                <c:pt idx="95">
                  <c:v>130.9</c:v>
                </c:pt>
                <c:pt idx="96">
                  <c:v>157.25</c:v>
                </c:pt>
                <c:pt idx="97">
                  <c:v>157.25</c:v>
                </c:pt>
                <c:pt idx="98">
                  <c:v>65.45</c:v>
                </c:pt>
                <c:pt idx="99">
                  <c:v>65.45</c:v>
                </c:pt>
                <c:pt idx="100">
                  <c:v>25.5</c:v>
                </c:pt>
                <c:pt idx="101">
                  <c:v>25.5</c:v>
                </c:pt>
                <c:pt idx="102">
                  <c:v>76.5</c:v>
                </c:pt>
                <c:pt idx="103">
                  <c:v>76.5</c:v>
                </c:pt>
                <c:pt idx="104">
                  <c:v>354.45</c:v>
                </c:pt>
                <c:pt idx="105">
                  <c:v>354.45</c:v>
                </c:pt>
                <c:pt idx="106">
                  <c:v>413.95</c:v>
                </c:pt>
                <c:pt idx="107">
                  <c:v>413.95</c:v>
                </c:pt>
                <c:pt idx="108">
                  <c:v>362.95</c:v>
                </c:pt>
                <c:pt idx="109">
                  <c:v>362.95</c:v>
                </c:pt>
                <c:pt idx="110">
                  <c:v>92.65</c:v>
                </c:pt>
                <c:pt idx="111">
                  <c:v>92.65</c:v>
                </c:pt>
                <c:pt idx="112">
                  <c:v>206.55</c:v>
                </c:pt>
                <c:pt idx="113">
                  <c:v>206.55</c:v>
                </c:pt>
                <c:pt idx="114">
                  <c:v>237.15</c:v>
                </c:pt>
                <c:pt idx="115">
                  <c:v>237.15</c:v>
                </c:pt>
                <c:pt idx="116">
                  <c:v>190.4</c:v>
                </c:pt>
                <c:pt idx="117">
                  <c:v>190.4</c:v>
                </c:pt>
                <c:pt idx="118">
                  <c:v>209.1</c:v>
                </c:pt>
                <c:pt idx="119">
                  <c:v>209.1</c:v>
                </c:pt>
                <c:pt idx="120">
                  <c:v>181.9</c:v>
                </c:pt>
                <c:pt idx="121">
                  <c:v>181.9</c:v>
                </c:pt>
                <c:pt idx="122">
                  <c:v>157.25</c:v>
                </c:pt>
                <c:pt idx="123">
                  <c:v>157.25</c:v>
                </c:pt>
                <c:pt idx="124">
                  <c:v>119</c:v>
                </c:pt>
                <c:pt idx="125">
                  <c:v>119</c:v>
                </c:pt>
                <c:pt idx="126">
                  <c:v>81.599999999999994</c:v>
                </c:pt>
                <c:pt idx="127">
                  <c:v>81.599999999999994</c:v>
                </c:pt>
                <c:pt idx="128">
                  <c:v>42.5</c:v>
                </c:pt>
                <c:pt idx="129">
                  <c:v>42.5</c:v>
                </c:pt>
                <c:pt idx="130">
                  <c:v>12.75</c:v>
                </c:pt>
                <c:pt idx="131">
                  <c:v>12.75</c:v>
                </c:pt>
                <c:pt idx="132">
                  <c:v>0.85</c:v>
                </c:pt>
                <c:pt idx="133">
                  <c:v>0.85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3.4</c:v>
                </c:pt>
                <c:pt idx="243">
                  <c:v>3.4</c:v>
                </c:pt>
                <c:pt idx="244">
                  <c:v>12.75</c:v>
                </c:pt>
                <c:pt idx="245">
                  <c:v>12.75</c:v>
                </c:pt>
                <c:pt idx="246">
                  <c:v>34.85</c:v>
                </c:pt>
                <c:pt idx="247">
                  <c:v>34.85</c:v>
                </c:pt>
                <c:pt idx="248">
                  <c:v>52.7</c:v>
                </c:pt>
                <c:pt idx="249">
                  <c:v>52.7</c:v>
                </c:pt>
                <c:pt idx="250">
                  <c:v>79.05</c:v>
                </c:pt>
                <c:pt idx="251">
                  <c:v>79.05</c:v>
                </c:pt>
                <c:pt idx="252">
                  <c:v>127.5</c:v>
                </c:pt>
                <c:pt idx="253">
                  <c:v>127.5</c:v>
                </c:pt>
                <c:pt idx="254">
                  <c:v>118.15</c:v>
                </c:pt>
                <c:pt idx="255">
                  <c:v>118.15</c:v>
                </c:pt>
                <c:pt idx="256">
                  <c:v>118.15</c:v>
                </c:pt>
                <c:pt idx="257">
                  <c:v>118.15</c:v>
                </c:pt>
                <c:pt idx="258">
                  <c:v>162.35</c:v>
                </c:pt>
                <c:pt idx="259">
                  <c:v>162.35</c:v>
                </c:pt>
                <c:pt idx="260">
                  <c:v>134.30000000000001</c:v>
                </c:pt>
                <c:pt idx="261">
                  <c:v>134.30000000000001</c:v>
                </c:pt>
                <c:pt idx="262">
                  <c:v>191.25</c:v>
                </c:pt>
                <c:pt idx="263">
                  <c:v>191.25</c:v>
                </c:pt>
                <c:pt idx="264">
                  <c:v>228.65</c:v>
                </c:pt>
                <c:pt idx="265">
                  <c:v>228.65</c:v>
                </c:pt>
                <c:pt idx="266">
                  <c:v>205.7</c:v>
                </c:pt>
                <c:pt idx="267">
                  <c:v>205.7</c:v>
                </c:pt>
                <c:pt idx="268">
                  <c:v>255</c:v>
                </c:pt>
                <c:pt idx="269">
                  <c:v>255</c:v>
                </c:pt>
                <c:pt idx="270">
                  <c:v>311.10000000000002</c:v>
                </c:pt>
                <c:pt idx="271">
                  <c:v>311.10000000000002</c:v>
                </c:pt>
                <c:pt idx="272">
                  <c:v>291.55</c:v>
                </c:pt>
                <c:pt idx="273">
                  <c:v>291.55</c:v>
                </c:pt>
                <c:pt idx="274">
                  <c:v>319.60000000000002</c:v>
                </c:pt>
                <c:pt idx="275">
                  <c:v>319.60000000000002</c:v>
                </c:pt>
                <c:pt idx="276">
                  <c:v>348.5</c:v>
                </c:pt>
                <c:pt idx="277">
                  <c:v>348.5</c:v>
                </c:pt>
                <c:pt idx="278">
                  <c:v>236.3</c:v>
                </c:pt>
                <c:pt idx="279">
                  <c:v>236.3</c:v>
                </c:pt>
                <c:pt idx="280">
                  <c:v>151.30000000000001</c:v>
                </c:pt>
                <c:pt idx="281">
                  <c:v>151.30000000000001</c:v>
                </c:pt>
                <c:pt idx="282">
                  <c:v>161.5</c:v>
                </c:pt>
                <c:pt idx="283">
                  <c:v>161.5</c:v>
                </c:pt>
                <c:pt idx="284">
                  <c:v>218.45</c:v>
                </c:pt>
                <c:pt idx="285">
                  <c:v>218.45</c:v>
                </c:pt>
                <c:pt idx="286">
                  <c:v>200.6</c:v>
                </c:pt>
                <c:pt idx="287">
                  <c:v>200.6</c:v>
                </c:pt>
                <c:pt idx="288">
                  <c:v>141.94999999999999</c:v>
                </c:pt>
                <c:pt idx="289">
                  <c:v>141.94999999999999</c:v>
                </c:pt>
                <c:pt idx="290">
                  <c:v>124.95</c:v>
                </c:pt>
                <c:pt idx="291">
                  <c:v>124.95</c:v>
                </c:pt>
                <c:pt idx="292">
                  <c:v>122.4</c:v>
                </c:pt>
                <c:pt idx="293">
                  <c:v>122.4</c:v>
                </c:pt>
                <c:pt idx="294">
                  <c:v>147.05000000000001</c:v>
                </c:pt>
                <c:pt idx="295">
                  <c:v>147.05000000000001</c:v>
                </c:pt>
                <c:pt idx="296">
                  <c:v>173.4</c:v>
                </c:pt>
                <c:pt idx="297">
                  <c:v>173.4</c:v>
                </c:pt>
                <c:pt idx="298">
                  <c:v>246.5</c:v>
                </c:pt>
                <c:pt idx="299">
                  <c:v>246.5</c:v>
                </c:pt>
                <c:pt idx="300">
                  <c:v>241.4</c:v>
                </c:pt>
                <c:pt idx="301">
                  <c:v>241.4</c:v>
                </c:pt>
                <c:pt idx="302">
                  <c:v>173.4</c:v>
                </c:pt>
                <c:pt idx="303">
                  <c:v>173.4</c:v>
                </c:pt>
                <c:pt idx="304">
                  <c:v>127.5</c:v>
                </c:pt>
                <c:pt idx="305">
                  <c:v>127.5</c:v>
                </c:pt>
                <c:pt idx="306">
                  <c:v>113.05</c:v>
                </c:pt>
                <c:pt idx="307">
                  <c:v>113.05</c:v>
                </c:pt>
                <c:pt idx="308">
                  <c:v>110.5</c:v>
                </c:pt>
                <c:pt idx="309">
                  <c:v>110.5</c:v>
                </c:pt>
                <c:pt idx="310">
                  <c:v>76.5</c:v>
                </c:pt>
                <c:pt idx="311">
                  <c:v>76.5</c:v>
                </c:pt>
                <c:pt idx="312">
                  <c:v>58.65</c:v>
                </c:pt>
                <c:pt idx="313">
                  <c:v>58.65</c:v>
                </c:pt>
                <c:pt idx="314">
                  <c:v>68.849999999999994</c:v>
                </c:pt>
                <c:pt idx="315">
                  <c:v>68.849999999999994</c:v>
                </c:pt>
                <c:pt idx="316">
                  <c:v>36.549999999999997</c:v>
                </c:pt>
                <c:pt idx="317">
                  <c:v>36.549999999999997</c:v>
                </c:pt>
                <c:pt idx="318">
                  <c:v>11.05</c:v>
                </c:pt>
                <c:pt idx="319">
                  <c:v>11.05</c:v>
                </c:pt>
                <c:pt idx="320">
                  <c:v>6.8</c:v>
                </c:pt>
                <c:pt idx="321">
                  <c:v>6.8</c:v>
                </c:pt>
                <c:pt idx="322">
                  <c:v>6.8</c:v>
                </c:pt>
                <c:pt idx="323">
                  <c:v>6.8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6.8</c:v>
                </c:pt>
                <c:pt idx="435">
                  <c:v>6.8</c:v>
                </c:pt>
                <c:pt idx="436">
                  <c:v>35.700000000000003</c:v>
                </c:pt>
                <c:pt idx="437">
                  <c:v>35.700000000000003</c:v>
                </c:pt>
                <c:pt idx="438">
                  <c:v>70.55</c:v>
                </c:pt>
                <c:pt idx="439">
                  <c:v>70.55</c:v>
                </c:pt>
                <c:pt idx="440">
                  <c:v>108.8</c:v>
                </c:pt>
                <c:pt idx="441">
                  <c:v>108.8</c:v>
                </c:pt>
                <c:pt idx="442">
                  <c:v>148.75</c:v>
                </c:pt>
                <c:pt idx="443">
                  <c:v>148.75</c:v>
                </c:pt>
                <c:pt idx="444">
                  <c:v>170</c:v>
                </c:pt>
                <c:pt idx="445">
                  <c:v>170</c:v>
                </c:pt>
                <c:pt idx="446">
                  <c:v>227.8</c:v>
                </c:pt>
                <c:pt idx="447">
                  <c:v>227.8</c:v>
                </c:pt>
                <c:pt idx="448">
                  <c:v>266.05</c:v>
                </c:pt>
                <c:pt idx="449">
                  <c:v>266.05</c:v>
                </c:pt>
                <c:pt idx="450">
                  <c:v>302.60000000000002</c:v>
                </c:pt>
                <c:pt idx="451">
                  <c:v>302.60000000000002</c:v>
                </c:pt>
                <c:pt idx="452">
                  <c:v>337.45</c:v>
                </c:pt>
                <c:pt idx="453">
                  <c:v>337.45</c:v>
                </c:pt>
                <c:pt idx="454">
                  <c:v>371.45</c:v>
                </c:pt>
                <c:pt idx="455">
                  <c:v>371.45</c:v>
                </c:pt>
                <c:pt idx="456">
                  <c:v>402.05</c:v>
                </c:pt>
                <c:pt idx="457">
                  <c:v>402.05</c:v>
                </c:pt>
                <c:pt idx="458">
                  <c:v>430.1</c:v>
                </c:pt>
                <c:pt idx="459">
                  <c:v>430.1</c:v>
                </c:pt>
                <c:pt idx="460">
                  <c:v>451.35</c:v>
                </c:pt>
                <c:pt idx="461">
                  <c:v>451.35</c:v>
                </c:pt>
                <c:pt idx="462">
                  <c:v>476.85</c:v>
                </c:pt>
                <c:pt idx="463">
                  <c:v>476.85</c:v>
                </c:pt>
                <c:pt idx="464">
                  <c:v>475.15</c:v>
                </c:pt>
                <c:pt idx="465">
                  <c:v>475.15</c:v>
                </c:pt>
                <c:pt idx="466">
                  <c:v>457.3</c:v>
                </c:pt>
                <c:pt idx="467">
                  <c:v>457.3</c:v>
                </c:pt>
                <c:pt idx="468">
                  <c:v>335.75</c:v>
                </c:pt>
                <c:pt idx="469">
                  <c:v>335.75</c:v>
                </c:pt>
                <c:pt idx="470">
                  <c:v>359.55</c:v>
                </c:pt>
                <c:pt idx="471">
                  <c:v>359.55</c:v>
                </c:pt>
                <c:pt idx="472">
                  <c:v>333.2</c:v>
                </c:pt>
                <c:pt idx="473">
                  <c:v>333.2</c:v>
                </c:pt>
                <c:pt idx="474">
                  <c:v>336.6</c:v>
                </c:pt>
                <c:pt idx="475">
                  <c:v>336.6</c:v>
                </c:pt>
                <c:pt idx="476">
                  <c:v>345.1</c:v>
                </c:pt>
                <c:pt idx="477">
                  <c:v>345.1</c:v>
                </c:pt>
                <c:pt idx="478">
                  <c:v>382.5</c:v>
                </c:pt>
                <c:pt idx="479">
                  <c:v>382.5</c:v>
                </c:pt>
                <c:pt idx="480">
                  <c:v>322.14999999999998</c:v>
                </c:pt>
                <c:pt idx="481">
                  <c:v>322.14999999999998</c:v>
                </c:pt>
                <c:pt idx="482">
                  <c:v>256.7</c:v>
                </c:pt>
                <c:pt idx="483">
                  <c:v>256.7</c:v>
                </c:pt>
                <c:pt idx="484">
                  <c:v>233.75</c:v>
                </c:pt>
                <c:pt idx="485">
                  <c:v>233.75</c:v>
                </c:pt>
                <c:pt idx="486">
                  <c:v>283.89999999999998</c:v>
                </c:pt>
                <c:pt idx="487">
                  <c:v>283.89999999999998</c:v>
                </c:pt>
                <c:pt idx="488">
                  <c:v>392.7</c:v>
                </c:pt>
                <c:pt idx="489">
                  <c:v>392.7</c:v>
                </c:pt>
                <c:pt idx="490">
                  <c:v>392.7</c:v>
                </c:pt>
                <c:pt idx="491">
                  <c:v>392.7</c:v>
                </c:pt>
                <c:pt idx="492">
                  <c:v>359.55</c:v>
                </c:pt>
                <c:pt idx="493">
                  <c:v>359.55</c:v>
                </c:pt>
                <c:pt idx="494">
                  <c:v>345.1</c:v>
                </c:pt>
                <c:pt idx="495">
                  <c:v>345.1</c:v>
                </c:pt>
                <c:pt idx="496">
                  <c:v>310.25</c:v>
                </c:pt>
                <c:pt idx="497">
                  <c:v>310.25</c:v>
                </c:pt>
                <c:pt idx="498">
                  <c:v>248.2</c:v>
                </c:pt>
                <c:pt idx="499">
                  <c:v>248.2</c:v>
                </c:pt>
                <c:pt idx="500">
                  <c:v>251.6</c:v>
                </c:pt>
                <c:pt idx="501">
                  <c:v>251.6</c:v>
                </c:pt>
                <c:pt idx="502">
                  <c:v>186.15</c:v>
                </c:pt>
                <c:pt idx="503">
                  <c:v>186.15</c:v>
                </c:pt>
                <c:pt idx="504">
                  <c:v>113.9</c:v>
                </c:pt>
                <c:pt idx="505">
                  <c:v>113.9</c:v>
                </c:pt>
                <c:pt idx="506">
                  <c:v>117.3</c:v>
                </c:pt>
                <c:pt idx="507">
                  <c:v>117.3</c:v>
                </c:pt>
                <c:pt idx="508">
                  <c:v>91.8</c:v>
                </c:pt>
                <c:pt idx="509">
                  <c:v>91.8</c:v>
                </c:pt>
                <c:pt idx="510">
                  <c:v>68</c:v>
                </c:pt>
                <c:pt idx="511">
                  <c:v>68</c:v>
                </c:pt>
                <c:pt idx="512">
                  <c:v>28.9</c:v>
                </c:pt>
                <c:pt idx="513">
                  <c:v>28.9</c:v>
                </c:pt>
                <c:pt idx="514">
                  <c:v>6.8</c:v>
                </c:pt>
                <c:pt idx="515">
                  <c:v>6.8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8.5</c:v>
                </c:pt>
                <c:pt idx="629">
                  <c:v>8.5</c:v>
                </c:pt>
                <c:pt idx="630">
                  <c:v>11.9</c:v>
                </c:pt>
                <c:pt idx="631">
                  <c:v>11.9</c:v>
                </c:pt>
                <c:pt idx="632">
                  <c:v>28.05</c:v>
                </c:pt>
                <c:pt idx="633">
                  <c:v>28.05</c:v>
                </c:pt>
                <c:pt idx="634">
                  <c:v>30.6</c:v>
                </c:pt>
                <c:pt idx="635">
                  <c:v>30.6</c:v>
                </c:pt>
                <c:pt idx="636">
                  <c:v>48.45</c:v>
                </c:pt>
                <c:pt idx="637">
                  <c:v>48.45</c:v>
                </c:pt>
                <c:pt idx="638">
                  <c:v>73.099999999999994</c:v>
                </c:pt>
                <c:pt idx="639">
                  <c:v>73.099999999999994</c:v>
                </c:pt>
                <c:pt idx="640">
                  <c:v>57.8</c:v>
                </c:pt>
                <c:pt idx="641">
                  <c:v>57.8</c:v>
                </c:pt>
                <c:pt idx="642">
                  <c:v>73.95</c:v>
                </c:pt>
                <c:pt idx="643">
                  <c:v>73.95</c:v>
                </c:pt>
                <c:pt idx="644">
                  <c:v>71.400000000000006</c:v>
                </c:pt>
                <c:pt idx="645">
                  <c:v>71.400000000000006</c:v>
                </c:pt>
                <c:pt idx="646">
                  <c:v>82.45</c:v>
                </c:pt>
                <c:pt idx="647">
                  <c:v>82.45</c:v>
                </c:pt>
                <c:pt idx="648">
                  <c:v>90.1</c:v>
                </c:pt>
                <c:pt idx="649">
                  <c:v>90.1</c:v>
                </c:pt>
                <c:pt idx="650">
                  <c:v>76.5</c:v>
                </c:pt>
                <c:pt idx="651">
                  <c:v>76.5</c:v>
                </c:pt>
                <c:pt idx="652">
                  <c:v>100.3</c:v>
                </c:pt>
                <c:pt idx="653">
                  <c:v>100.3</c:v>
                </c:pt>
                <c:pt idx="654">
                  <c:v>105.4</c:v>
                </c:pt>
                <c:pt idx="655">
                  <c:v>105.4</c:v>
                </c:pt>
                <c:pt idx="656">
                  <c:v>116.45</c:v>
                </c:pt>
                <c:pt idx="657">
                  <c:v>116.45</c:v>
                </c:pt>
                <c:pt idx="658">
                  <c:v>96.9</c:v>
                </c:pt>
                <c:pt idx="659">
                  <c:v>96.9</c:v>
                </c:pt>
                <c:pt idx="660">
                  <c:v>104.55</c:v>
                </c:pt>
                <c:pt idx="661">
                  <c:v>104.55</c:v>
                </c:pt>
                <c:pt idx="662">
                  <c:v>158.1</c:v>
                </c:pt>
                <c:pt idx="663">
                  <c:v>158.1</c:v>
                </c:pt>
                <c:pt idx="664">
                  <c:v>145.35</c:v>
                </c:pt>
                <c:pt idx="665">
                  <c:v>145.35</c:v>
                </c:pt>
                <c:pt idx="666">
                  <c:v>142.80000000000001</c:v>
                </c:pt>
                <c:pt idx="667">
                  <c:v>142.80000000000001</c:v>
                </c:pt>
                <c:pt idx="668">
                  <c:v>130.05000000000001</c:v>
                </c:pt>
                <c:pt idx="669">
                  <c:v>130.05000000000001</c:v>
                </c:pt>
                <c:pt idx="670">
                  <c:v>103.7</c:v>
                </c:pt>
                <c:pt idx="671">
                  <c:v>103.7</c:v>
                </c:pt>
                <c:pt idx="672">
                  <c:v>74.8</c:v>
                </c:pt>
                <c:pt idx="673">
                  <c:v>74.8</c:v>
                </c:pt>
                <c:pt idx="674">
                  <c:v>139.4</c:v>
                </c:pt>
                <c:pt idx="675">
                  <c:v>139.4</c:v>
                </c:pt>
                <c:pt idx="676">
                  <c:v>173.4</c:v>
                </c:pt>
                <c:pt idx="677">
                  <c:v>173.4</c:v>
                </c:pt>
                <c:pt idx="678">
                  <c:v>85</c:v>
                </c:pt>
                <c:pt idx="679">
                  <c:v>85</c:v>
                </c:pt>
                <c:pt idx="680">
                  <c:v>79.05</c:v>
                </c:pt>
                <c:pt idx="681">
                  <c:v>79.05</c:v>
                </c:pt>
                <c:pt idx="682">
                  <c:v>60.35</c:v>
                </c:pt>
                <c:pt idx="683">
                  <c:v>60.35</c:v>
                </c:pt>
                <c:pt idx="684">
                  <c:v>85</c:v>
                </c:pt>
                <c:pt idx="685">
                  <c:v>85</c:v>
                </c:pt>
                <c:pt idx="686">
                  <c:v>84.15</c:v>
                </c:pt>
                <c:pt idx="687">
                  <c:v>84.15</c:v>
                </c:pt>
                <c:pt idx="688">
                  <c:v>79.05</c:v>
                </c:pt>
                <c:pt idx="689">
                  <c:v>79.05</c:v>
                </c:pt>
                <c:pt idx="690">
                  <c:v>56.95</c:v>
                </c:pt>
                <c:pt idx="691">
                  <c:v>56.95</c:v>
                </c:pt>
                <c:pt idx="692">
                  <c:v>57.8</c:v>
                </c:pt>
                <c:pt idx="693">
                  <c:v>57.8</c:v>
                </c:pt>
                <c:pt idx="694">
                  <c:v>61.2</c:v>
                </c:pt>
                <c:pt idx="695">
                  <c:v>61.2</c:v>
                </c:pt>
                <c:pt idx="696">
                  <c:v>47.6</c:v>
                </c:pt>
                <c:pt idx="697">
                  <c:v>47.6</c:v>
                </c:pt>
                <c:pt idx="698">
                  <c:v>33.15</c:v>
                </c:pt>
                <c:pt idx="699">
                  <c:v>33.15</c:v>
                </c:pt>
                <c:pt idx="700">
                  <c:v>17.850000000000001</c:v>
                </c:pt>
                <c:pt idx="701">
                  <c:v>17.850000000000001</c:v>
                </c:pt>
                <c:pt idx="702">
                  <c:v>10.199999999999999</c:v>
                </c:pt>
                <c:pt idx="703">
                  <c:v>10.199999999999999</c:v>
                </c:pt>
                <c:pt idx="704">
                  <c:v>8.5</c:v>
                </c:pt>
                <c:pt idx="705">
                  <c:v>8.5</c:v>
                </c:pt>
                <c:pt idx="706">
                  <c:v>2.5499999999999998</c:v>
                </c:pt>
                <c:pt idx="707">
                  <c:v>2.5499999999999998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2.5499999999999998</c:v>
                </c:pt>
                <c:pt idx="819">
                  <c:v>2.5499999999999998</c:v>
                </c:pt>
                <c:pt idx="820">
                  <c:v>22.1</c:v>
                </c:pt>
                <c:pt idx="821">
                  <c:v>22.1</c:v>
                </c:pt>
                <c:pt idx="822">
                  <c:v>56.95</c:v>
                </c:pt>
                <c:pt idx="823">
                  <c:v>56.95</c:v>
                </c:pt>
                <c:pt idx="824">
                  <c:v>91.8</c:v>
                </c:pt>
                <c:pt idx="825">
                  <c:v>91.8</c:v>
                </c:pt>
                <c:pt idx="826">
                  <c:v>128.35</c:v>
                </c:pt>
                <c:pt idx="827">
                  <c:v>128.35</c:v>
                </c:pt>
                <c:pt idx="828">
                  <c:v>160.65</c:v>
                </c:pt>
                <c:pt idx="829">
                  <c:v>160.65</c:v>
                </c:pt>
                <c:pt idx="830">
                  <c:v>198.05</c:v>
                </c:pt>
                <c:pt idx="831">
                  <c:v>198.05</c:v>
                </c:pt>
                <c:pt idx="832">
                  <c:v>240.55</c:v>
                </c:pt>
                <c:pt idx="833">
                  <c:v>240.55</c:v>
                </c:pt>
                <c:pt idx="834">
                  <c:v>276.25</c:v>
                </c:pt>
                <c:pt idx="835">
                  <c:v>276.25</c:v>
                </c:pt>
                <c:pt idx="836">
                  <c:v>311.10000000000002</c:v>
                </c:pt>
                <c:pt idx="837">
                  <c:v>311.10000000000002</c:v>
                </c:pt>
                <c:pt idx="838">
                  <c:v>344.25</c:v>
                </c:pt>
                <c:pt idx="839">
                  <c:v>344.25</c:v>
                </c:pt>
                <c:pt idx="840">
                  <c:v>376.55</c:v>
                </c:pt>
                <c:pt idx="841">
                  <c:v>376.55</c:v>
                </c:pt>
                <c:pt idx="842">
                  <c:v>405.45</c:v>
                </c:pt>
                <c:pt idx="843">
                  <c:v>405.45</c:v>
                </c:pt>
                <c:pt idx="844">
                  <c:v>430.95</c:v>
                </c:pt>
                <c:pt idx="845">
                  <c:v>430.95</c:v>
                </c:pt>
                <c:pt idx="846">
                  <c:v>451.35</c:v>
                </c:pt>
                <c:pt idx="847">
                  <c:v>451.35</c:v>
                </c:pt>
                <c:pt idx="848">
                  <c:v>469.2</c:v>
                </c:pt>
                <c:pt idx="849">
                  <c:v>469.2</c:v>
                </c:pt>
                <c:pt idx="850">
                  <c:v>484.5</c:v>
                </c:pt>
                <c:pt idx="851">
                  <c:v>484.5</c:v>
                </c:pt>
                <c:pt idx="852">
                  <c:v>496.4</c:v>
                </c:pt>
                <c:pt idx="853">
                  <c:v>496.4</c:v>
                </c:pt>
                <c:pt idx="854">
                  <c:v>504.9</c:v>
                </c:pt>
                <c:pt idx="855">
                  <c:v>504.9</c:v>
                </c:pt>
                <c:pt idx="856">
                  <c:v>510</c:v>
                </c:pt>
                <c:pt idx="857">
                  <c:v>510</c:v>
                </c:pt>
                <c:pt idx="858">
                  <c:v>511.7</c:v>
                </c:pt>
                <c:pt idx="859">
                  <c:v>511.7</c:v>
                </c:pt>
                <c:pt idx="860">
                  <c:v>510</c:v>
                </c:pt>
                <c:pt idx="861">
                  <c:v>510</c:v>
                </c:pt>
                <c:pt idx="862">
                  <c:v>504.9</c:v>
                </c:pt>
                <c:pt idx="863">
                  <c:v>504.9</c:v>
                </c:pt>
                <c:pt idx="864">
                  <c:v>496.4</c:v>
                </c:pt>
                <c:pt idx="865">
                  <c:v>496.4</c:v>
                </c:pt>
                <c:pt idx="866">
                  <c:v>484.5</c:v>
                </c:pt>
                <c:pt idx="867">
                  <c:v>484.5</c:v>
                </c:pt>
                <c:pt idx="868">
                  <c:v>469.2</c:v>
                </c:pt>
                <c:pt idx="869">
                  <c:v>469.2</c:v>
                </c:pt>
                <c:pt idx="870">
                  <c:v>451.35</c:v>
                </c:pt>
                <c:pt idx="871">
                  <c:v>451.35</c:v>
                </c:pt>
                <c:pt idx="872">
                  <c:v>430.1</c:v>
                </c:pt>
                <c:pt idx="873">
                  <c:v>430.1</c:v>
                </c:pt>
                <c:pt idx="874">
                  <c:v>405.45</c:v>
                </c:pt>
                <c:pt idx="875">
                  <c:v>405.45</c:v>
                </c:pt>
                <c:pt idx="876">
                  <c:v>378.25</c:v>
                </c:pt>
                <c:pt idx="877">
                  <c:v>378.25</c:v>
                </c:pt>
                <c:pt idx="878">
                  <c:v>349.35</c:v>
                </c:pt>
                <c:pt idx="879">
                  <c:v>349.35</c:v>
                </c:pt>
                <c:pt idx="880">
                  <c:v>311.10000000000002</c:v>
                </c:pt>
                <c:pt idx="881">
                  <c:v>311.10000000000002</c:v>
                </c:pt>
                <c:pt idx="882">
                  <c:v>283.05</c:v>
                </c:pt>
                <c:pt idx="883">
                  <c:v>283.05</c:v>
                </c:pt>
                <c:pt idx="884">
                  <c:v>248.2</c:v>
                </c:pt>
                <c:pt idx="885">
                  <c:v>248.2</c:v>
                </c:pt>
                <c:pt idx="886">
                  <c:v>206.55</c:v>
                </c:pt>
                <c:pt idx="887">
                  <c:v>206.55</c:v>
                </c:pt>
                <c:pt idx="888">
                  <c:v>175.1</c:v>
                </c:pt>
                <c:pt idx="889">
                  <c:v>175.1</c:v>
                </c:pt>
                <c:pt idx="890">
                  <c:v>138.55000000000001</c:v>
                </c:pt>
                <c:pt idx="891">
                  <c:v>138.55000000000001</c:v>
                </c:pt>
                <c:pt idx="892">
                  <c:v>96.9</c:v>
                </c:pt>
                <c:pt idx="893">
                  <c:v>96.9</c:v>
                </c:pt>
                <c:pt idx="894">
                  <c:v>67.150000000000006</c:v>
                </c:pt>
                <c:pt idx="895">
                  <c:v>67.150000000000006</c:v>
                </c:pt>
                <c:pt idx="896">
                  <c:v>27.2</c:v>
                </c:pt>
                <c:pt idx="897">
                  <c:v>27.2</c:v>
                </c:pt>
                <c:pt idx="898">
                  <c:v>5.95</c:v>
                </c:pt>
                <c:pt idx="899">
                  <c:v>5.95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0.85</c:v>
                </c:pt>
                <c:pt idx="1011">
                  <c:v>0.85</c:v>
                </c:pt>
                <c:pt idx="1012">
                  <c:v>11.05</c:v>
                </c:pt>
                <c:pt idx="1013">
                  <c:v>11.05</c:v>
                </c:pt>
                <c:pt idx="1014">
                  <c:v>16.149999999999999</c:v>
                </c:pt>
                <c:pt idx="1015">
                  <c:v>16.149999999999999</c:v>
                </c:pt>
                <c:pt idx="1016">
                  <c:v>30.6</c:v>
                </c:pt>
                <c:pt idx="1017">
                  <c:v>30.6</c:v>
                </c:pt>
                <c:pt idx="1018">
                  <c:v>39.950000000000003</c:v>
                </c:pt>
                <c:pt idx="1019">
                  <c:v>39.950000000000003</c:v>
                </c:pt>
                <c:pt idx="1020">
                  <c:v>83.3</c:v>
                </c:pt>
                <c:pt idx="1021">
                  <c:v>83.3</c:v>
                </c:pt>
                <c:pt idx="1022">
                  <c:v>155.55000000000001</c:v>
                </c:pt>
                <c:pt idx="1023">
                  <c:v>155.55000000000001</c:v>
                </c:pt>
                <c:pt idx="1024">
                  <c:v>220.15</c:v>
                </c:pt>
                <c:pt idx="1025">
                  <c:v>220.15</c:v>
                </c:pt>
                <c:pt idx="1026">
                  <c:v>256.7</c:v>
                </c:pt>
                <c:pt idx="1027">
                  <c:v>256.7</c:v>
                </c:pt>
                <c:pt idx="1028">
                  <c:v>293.25</c:v>
                </c:pt>
                <c:pt idx="1029">
                  <c:v>293.25</c:v>
                </c:pt>
                <c:pt idx="1030">
                  <c:v>320.45</c:v>
                </c:pt>
                <c:pt idx="1031">
                  <c:v>320.45</c:v>
                </c:pt>
                <c:pt idx="1032">
                  <c:v>277.10000000000002</c:v>
                </c:pt>
                <c:pt idx="1033">
                  <c:v>277.10000000000002</c:v>
                </c:pt>
                <c:pt idx="1034">
                  <c:v>252.45</c:v>
                </c:pt>
                <c:pt idx="1035">
                  <c:v>252.45</c:v>
                </c:pt>
                <c:pt idx="1036">
                  <c:v>356.15</c:v>
                </c:pt>
                <c:pt idx="1037">
                  <c:v>356.15</c:v>
                </c:pt>
                <c:pt idx="1038">
                  <c:v>440.3</c:v>
                </c:pt>
                <c:pt idx="1039">
                  <c:v>440.3</c:v>
                </c:pt>
                <c:pt idx="1040">
                  <c:v>459</c:v>
                </c:pt>
                <c:pt idx="1041">
                  <c:v>459</c:v>
                </c:pt>
                <c:pt idx="1042">
                  <c:v>475.15</c:v>
                </c:pt>
                <c:pt idx="1043">
                  <c:v>475.15</c:v>
                </c:pt>
                <c:pt idx="1044">
                  <c:v>487.9</c:v>
                </c:pt>
                <c:pt idx="1045">
                  <c:v>487.9</c:v>
                </c:pt>
                <c:pt idx="1046">
                  <c:v>497.25</c:v>
                </c:pt>
                <c:pt idx="1047">
                  <c:v>497.25</c:v>
                </c:pt>
                <c:pt idx="1048">
                  <c:v>504.05</c:v>
                </c:pt>
                <c:pt idx="1049">
                  <c:v>504.05</c:v>
                </c:pt>
                <c:pt idx="1050">
                  <c:v>506.6</c:v>
                </c:pt>
                <c:pt idx="1051">
                  <c:v>506.6</c:v>
                </c:pt>
                <c:pt idx="1052">
                  <c:v>506.6</c:v>
                </c:pt>
                <c:pt idx="1053">
                  <c:v>506.6</c:v>
                </c:pt>
                <c:pt idx="1054">
                  <c:v>502.35</c:v>
                </c:pt>
                <c:pt idx="1055">
                  <c:v>502.35</c:v>
                </c:pt>
                <c:pt idx="1056">
                  <c:v>495.55</c:v>
                </c:pt>
                <c:pt idx="1057">
                  <c:v>495.55</c:v>
                </c:pt>
                <c:pt idx="1058">
                  <c:v>485.35</c:v>
                </c:pt>
                <c:pt idx="1059">
                  <c:v>485.35</c:v>
                </c:pt>
                <c:pt idx="1060">
                  <c:v>470.9</c:v>
                </c:pt>
                <c:pt idx="1061">
                  <c:v>470.9</c:v>
                </c:pt>
                <c:pt idx="1062">
                  <c:v>453.9</c:v>
                </c:pt>
                <c:pt idx="1063">
                  <c:v>453.9</c:v>
                </c:pt>
                <c:pt idx="1064">
                  <c:v>433.5</c:v>
                </c:pt>
                <c:pt idx="1065">
                  <c:v>433.5</c:v>
                </c:pt>
                <c:pt idx="1066">
                  <c:v>410.55</c:v>
                </c:pt>
                <c:pt idx="1067">
                  <c:v>410.55</c:v>
                </c:pt>
                <c:pt idx="1068">
                  <c:v>385.05</c:v>
                </c:pt>
                <c:pt idx="1069">
                  <c:v>385.05</c:v>
                </c:pt>
                <c:pt idx="1070">
                  <c:v>357</c:v>
                </c:pt>
                <c:pt idx="1071">
                  <c:v>357</c:v>
                </c:pt>
                <c:pt idx="1072">
                  <c:v>319.60000000000002</c:v>
                </c:pt>
                <c:pt idx="1073">
                  <c:v>319.60000000000002</c:v>
                </c:pt>
                <c:pt idx="1074">
                  <c:v>293.25</c:v>
                </c:pt>
                <c:pt idx="1075">
                  <c:v>293.25</c:v>
                </c:pt>
                <c:pt idx="1076">
                  <c:v>258.39999999999998</c:v>
                </c:pt>
                <c:pt idx="1077">
                  <c:v>258.39999999999998</c:v>
                </c:pt>
                <c:pt idx="1078">
                  <c:v>221.85</c:v>
                </c:pt>
                <c:pt idx="1079">
                  <c:v>221.85</c:v>
                </c:pt>
                <c:pt idx="1080">
                  <c:v>184.45</c:v>
                </c:pt>
                <c:pt idx="1081">
                  <c:v>184.45</c:v>
                </c:pt>
                <c:pt idx="1082">
                  <c:v>146.19999999999999</c:v>
                </c:pt>
                <c:pt idx="1083">
                  <c:v>146.19999999999999</c:v>
                </c:pt>
                <c:pt idx="1084">
                  <c:v>108.8</c:v>
                </c:pt>
                <c:pt idx="1085">
                  <c:v>108.8</c:v>
                </c:pt>
                <c:pt idx="1086">
                  <c:v>72.25</c:v>
                </c:pt>
                <c:pt idx="1087">
                  <c:v>72.25</c:v>
                </c:pt>
                <c:pt idx="1088">
                  <c:v>32.299999999999997</c:v>
                </c:pt>
                <c:pt idx="1089">
                  <c:v>32.299999999999997</c:v>
                </c:pt>
                <c:pt idx="1090">
                  <c:v>6.8</c:v>
                </c:pt>
                <c:pt idx="1091">
                  <c:v>6.8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2.5499999999999998</c:v>
                </c:pt>
                <c:pt idx="1203">
                  <c:v>2.5499999999999998</c:v>
                </c:pt>
                <c:pt idx="1204">
                  <c:v>19.55</c:v>
                </c:pt>
                <c:pt idx="1205">
                  <c:v>19.55</c:v>
                </c:pt>
                <c:pt idx="1206">
                  <c:v>50.15</c:v>
                </c:pt>
                <c:pt idx="1207">
                  <c:v>50.15</c:v>
                </c:pt>
                <c:pt idx="1208">
                  <c:v>83.3</c:v>
                </c:pt>
                <c:pt idx="1209">
                  <c:v>83.3</c:v>
                </c:pt>
                <c:pt idx="1210">
                  <c:v>119</c:v>
                </c:pt>
                <c:pt idx="1211">
                  <c:v>119</c:v>
                </c:pt>
                <c:pt idx="1212">
                  <c:v>139.4</c:v>
                </c:pt>
                <c:pt idx="1213">
                  <c:v>139.4</c:v>
                </c:pt>
                <c:pt idx="1214">
                  <c:v>181.05</c:v>
                </c:pt>
                <c:pt idx="1215">
                  <c:v>181.05</c:v>
                </c:pt>
                <c:pt idx="1216">
                  <c:v>227.8</c:v>
                </c:pt>
                <c:pt idx="1217">
                  <c:v>227.8</c:v>
                </c:pt>
                <c:pt idx="1218">
                  <c:v>262.64999999999998</c:v>
                </c:pt>
                <c:pt idx="1219">
                  <c:v>262.64999999999998</c:v>
                </c:pt>
                <c:pt idx="1220">
                  <c:v>297.5</c:v>
                </c:pt>
                <c:pt idx="1221">
                  <c:v>297.5</c:v>
                </c:pt>
                <c:pt idx="1222">
                  <c:v>330.65</c:v>
                </c:pt>
                <c:pt idx="1223">
                  <c:v>330.65</c:v>
                </c:pt>
                <c:pt idx="1224">
                  <c:v>362.1</c:v>
                </c:pt>
                <c:pt idx="1225">
                  <c:v>362.1</c:v>
                </c:pt>
                <c:pt idx="1226">
                  <c:v>385.9</c:v>
                </c:pt>
                <c:pt idx="1227">
                  <c:v>385.9</c:v>
                </c:pt>
                <c:pt idx="1228">
                  <c:v>415.65</c:v>
                </c:pt>
                <c:pt idx="1229">
                  <c:v>415.65</c:v>
                </c:pt>
                <c:pt idx="1230">
                  <c:v>436.9</c:v>
                </c:pt>
                <c:pt idx="1231">
                  <c:v>436.9</c:v>
                </c:pt>
                <c:pt idx="1232">
                  <c:v>454.75</c:v>
                </c:pt>
                <c:pt idx="1233">
                  <c:v>454.75</c:v>
                </c:pt>
                <c:pt idx="1234">
                  <c:v>466.65</c:v>
                </c:pt>
                <c:pt idx="1235">
                  <c:v>466.65</c:v>
                </c:pt>
                <c:pt idx="1236">
                  <c:v>445.4</c:v>
                </c:pt>
                <c:pt idx="1237">
                  <c:v>445.4</c:v>
                </c:pt>
                <c:pt idx="1238">
                  <c:v>395.25</c:v>
                </c:pt>
                <c:pt idx="1239">
                  <c:v>395.25</c:v>
                </c:pt>
                <c:pt idx="1240">
                  <c:v>357</c:v>
                </c:pt>
                <c:pt idx="1241">
                  <c:v>357</c:v>
                </c:pt>
                <c:pt idx="1242">
                  <c:v>348.5</c:v>
                </c:pt>
                <c:pt idx="1243">
                  <c:v>348.5</c:v>
                </c:pt>
                <c:pt idx="1244">
                  <c:v>269.45</c:v>
                </c:pt>
                <c:pt idx="1245">
                  <c:v>269.45</c:v>
                </c:pt>
                <c:pt idx="1246">
                  <c:v>229.5</c:v>
                </c:pt>
                <c:pt idx="1247">
                  <c:v>229.5</c:v>
                </c:pt>
                <c:pt idx="1248">
                  <c:v>226.1</c:v>
                </c:pt>
                <c:pt idx="1249">
                  <c:v>226.1</c:v>
                </c:pt>
                <c:pt idx="1250">
                  <c:v>317.89999999999998</c:v>
                </c:pt>
                <c:pt idx="1251">
                  <c:v>317.89999999999998</c:v>
                </c:pt>
                <c:pt idx="1252">
                  <c:v>385.9</c:v>
                </c:pt>
                <c:pt idx="1253">
                  <c:v>385.9</c:v>
                </c:pt>
                <c:pt idx="1254">
                  <c:v>269.45</c:v>
                </c:pt>
                <c:pt idx="1255">
                  <c:v>269.45</c:v>
                </c:pt>
                <c:pt idx="1256">
                  <c:v>257.55</c:v>
                </c:pt>
                <c:pt idx="1257">
                  <c:v>257.55</c:v>
                </c:pt>
                <c:pt idx="1258">
                  <c:v>246.5</c:v>
                </c:pt>
                <c:pt idx="1259">
                  <c:v>246.5</c:v>
                </c:pt>
                <c:pt idx="1260">
                  <c:v>202.3</c:v>
                </c:pt>
                <c:pt idx="1261">
                  <c:v>202.3</c:v>
                </c:pt>
                <c:pt idx="1262">
                  <c:v>170</c:v>
                </c:pt>
                <c:pt idx="1263">
                  <c:v>170</c:v>
                </c:pt>
                <c:pt idx="1264">
                  <c:v>193.8</c:v>
                </c:pt>
                <c:pt idx="1265">
                  <c:v>193.8</c:v>
                </c:pt>
                <c:pt idx="1266">
                  <c:v>222.7</c:v>
                </c:pt>
                <c:pt idx="1267">
                  <c:v>222.7</c:v>
                </c:pt>
                <c:pt idx="1268">
                  <c:v>207.4</c:v>
                </c:pt>
                <c:pt idx="1269">
                  <c:v>207.4</c:v>
                </c:pt>
                <c:pt idx="1270">
                  <c:v>171.7</c:v>
                </c:pt>
                <c:pt idx="1271">
                  <c:v>171.7</c:v>
                </c:pt>
                <c:pt idx="1272">
                  <c:v>147.9</c:v>
                </c:pt>
                <c:pt idx="1273">
                  <c:v>147.9</c:v>
                </c:pt>
                <c:pt idx="1274">
                  <c:v>98.6</c:v>
                </c:pt>
                <c:pt idx="1275">
                  <c:v>98.6</c:v>
                </c:pt>
                <c:pt idx="1276">
                  <c:v>61.2</c:v>
                </c:pt>
                <c:pt idx="1277">
                  <c:v>61.2</c:v>
                </c:pt>
                <c:pt idx="1278">
                  <c:v>38.25</c:v>
                </c:pt>
                <c:pt idx="1279">
                  <c:v>38.25</c:v>
                </c:pt>
                <c:pt idx="1280">
                  <c:v>22.1</c:v>
                </c:pt>
                <c:pt idx="1281">
                  <c:v>22.1</c:v>
                </c:pt>
                <c:pt idx="1282">
                  <c:v>5.0999999999999996</c:v>
                </c:pt>
                <c:pt idx="1283">
                  <c:v>5.0999999999999996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0BD-4523-982C-6D25E0112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38.112900000000003</c:v>
                </c:pt>
                <c:pt idx="6">
                  <c:v>38.112900000000003</c:v>
                </c:pt>
                <c:pt idx="7">
                  <c:v>38.112900000000003</c:v>
                </c:pt>
                <c:pt idx="8">
                  <c:v>42.651116999999999</c:v>
                </c:pt>
                <c:pt idx="9">
                  <c:v>49.458441000000001</c:v>
                </c:pt>
                <c:pt idx="10">
                  <c:v>55.429732999999999</c:v>
                </c:pt>
                <c:pt idx="11">
                  <c:v>55.429732999999999</c:v>
                </c:pt>
                <c:pt idx="12">
                  <c:v>55.429732999999999</c:v>
                </c:pt>
                <c:pt idx="13">
                  <c:v>59.967950000000002</c:v>
                </c:pt>
                <c:pt idx="14">
                  <c:v>59.967956999999998</c:v>
                </c:pt>
                <c:pt idx="15">
                  <c:v>59.967956999999998</c:v>
                </c:pt>
                <c:pt idx="16">
                  <c:v>59.967956999999998</c:v>
                </c:pt>
                <c:pt idx="17">
                  <c:v>59.967956999999998</c:v>
                </c:pt>
                <c:pt idx="18">
                  <c:v>59.967956999999998</c:v>
                </c:pt>
                <c:pt idx="19">
                  <c:v>59.967956999999998</c:v>
                </c:pt>
                <c:pt idx="20">
                  <c:v>62.275499000000003</c:v>
                </c:pt>
                <c:pt idx="21">
                  <c:v>62.513311000000002</c:v>
                </c:pt>
                <c:pt idx="22">
                  <c:v>65.713871999999995</c:v>
                </c:pt>
                <c:pt idx="23">
                  <c:v>65.713879000000006</c:v>
                </c:pt>
                <c:pt idx="24">
                  <c:v>68.022829999999999</c:v>
                </c:pt>
                <c:pt idx="25">
                  <c:v>70.641666000000001</c:v>
                </c:pt>
                <c:pt idx="26">
                  <c:v>69.359138999999999</c:v>
                </c:pt>
                <c:pt idx="27">
                  <c:v>68.931629999999998</c:v>
                </c:pt>
                <c:pt idx="28">
                  <c:v>68.931629999999998</c:v>
                </c:pt>
                <c:pt idx="29">
                  <c:v>67.276950999999997</c:v>
                </c:pt>
                <c:pt idx="30">
                  <c:v>66.560505000000006</c:v>
                </c:pt>
                <c:pt idx="31">
                  <c:v>65.366427999999999</c:v>
                </c:pt>
                <c:pt idx="32">
                  <c:v>64.968402999999995</c:v>
                </c:pt>
                <c:pt idx="33">
                  <c:v>63.705973999999998</c:v>
                </c:pt>
                <c:pt idx="34">
                  <c:v>62.611870000000003</c:v>
                </c:pt>
                <c:pt idx="35">
                  <c:v>62.108939999999997</c:v>
                </c:pt>
                <c:pt idx="36">
                  <c:v>64.622558999999995</c:v>
                </c:pt>
                <c:pt idx="37">
                  <c:v>63.268013000000003</c:v>
                </c:pt>
                <c:pt idx="38">
                  <c:v>62.545589</c:v>
                </c:pt>
                <c:pt idx="39">
                  <c:v>62.042659</c:v>
                </c:pt>
                <c:pt idx="40">
                  <c:v>62.042659</c:v>
                </c:pt>
                <c:pt idx="41">
                  <c:v>62.042659</c:v>
                </c:pt>
                <c:pt idx="42">
                  <c:v>62.042659</c:v>
                </c:pt>
                <c:pt idx="43">
                  <c:v>62.042659</c:v>
                </c:pt>
                <c:pt idx="44">
                  <c:v>62.042659</c:v>
                </c:pt>
                <c:pt idx="45">
                  <c:v>65.990517999999994</c:v>
                </c:pt>
                <c:pt idx="46">
                  <c:v>65.990517999999994</c:v>
                </c:pt>
                <c:pt idx="47">
                  <c:v>65.990517999999994</c:v>
                </c:pt>
                <c:pt idx="48">
                  <c:v>65.990517999999994</c:v>
                </c:pt>
                <c:pt idx="49">
                  <c:v>64.974463</c:v>
                </c:pt>
                <c:pt idx="50">
                  <c:v>63.809916000000001</c:v>
                </c:pt>
                <c:pt idx="51">
                  <c:v>63.421733000000003</c:v>
                </c:pt>
                <c:pt idx="52">
                  <c:v>62.309517999999997</c:v>
                </c:pt>
                <c:pt idx="53">
                  <c:v>61.197302999999998</c:v>
                </c:pt>
                <c:pt idx="54">
                  <c:v>60.085087999999999</c:v>
                </c:pt>
                <c:pt idx="55">
                  <c:v>59.491906</c:v>
                </c:pt>
                <c:pt idx="56">
                  <c:v>58.500802</c:v>
                </c:pt>
                <c:pt idx="57">
                  <c:v>57.261921999999998</c:v>
                </c:pt>
                <c:pt idx="58">
                  <c:v>56.023041999999997</c:v>
                </c:pt>
                <c:pt idx="59">
                  <c:v>55.610081999999998</c:v>
                </c:pt>
                <c:pt idx="60">
                  <c:v>54.476478</c:v>
                </c:pt>
                <c:pt idx="61">
                  <c:v>53.342874000000002</c:v>
                </c:pt>
                <c:pt idx="62">
                  <c:v>52.209269999999997</c:v>
                </c:pt>
                <c:pt idx="63">
                  <c:v>51.680255000000002</c:v>
                </c:pt>
                <c:pt idx="64">
                  <c:v>51.680255000000002</c:v>
                </c:pt>
                <c:pt idx="65">
                  <c:v>51.680255000000002</c:v>
                </c:pt>
                <c:pt idx="66">
                  <c:v>51.680255000000002</c:v>
                </c:pt>
                <c:pt idx="67">
                  <c:v>50.748617000000003</c:v>
                </c:pt>
                <c:pt idx="68">
                  <c:v>49.584069999999997</c:v>
                </c:pt>
                <c:pt idx="69">
                  <c:v>48.419522000000001</c:v>
                </c:pt>
                <c:pt idx="70">
                  <c:v>47.798430000000003</c:v>
                </c:pt>
                <c:pt idx="71">
                  <c:v>47.096674999999998</c:v>
                </c:pt>
                <c:pt idx="72">
                  <c:v>46.044043000000002</c:v>
                </c:pt>
                <c:pt idx="73">
                  <c:v>44.991410999999999</c:v>
                </c:pt>
                <c:pt idx="74">
                  <c:v>43.938778999999997</c:v>
                </c:pt>
                <c:pt idx="75">
                  <c:v>43.776178999999999</c:v>
                </c:pt>
                <c:pt idx="76">
                  <c:v>42.389812999999997</c:v>
                </c:pt>
                <c:pt idx="77">
                  <c:v>41.003447000000001</c:v>
                </c:pt>
                <c:pt idx="78">
                  <c:v>39.986778999999999</c:v>
                </c:pt>
                <c:pt idx="79">
                  <c:v>39.264974000000002</c:v>
                </c:pt>
                <c:pt idx="80">
                  <c:v>38.061965999999998</c:v>
                </c:pt>
                <c:pt idx="81">
                  <c:v>36.858956999999997</c:v>
                </c:pt>
                <c:pt idx="82">
                  <c:v>36.056952000000003</c:v>
                </c:pt>
                <c:pt idx="83">
                  <c:v>36.056952000000003</c:v>
                </c:pt>
                <c:pt idx="84">
                  <c:v>36.056952000000003</c:v>
                </c:pt>
                <c:pt idx="85">
                  <c:v>34.728959000000003</c:v>
                </c:pt>
                <c:pt idx="86">
                  <c:v>33.196660000000001</c:v>
                </c:pt>
                <c:pt idx="87">
                  <c:v>32.175127000000003</c:v>
                </c:pt>
                <c:pt idx="88">
                  <c:v>32.175127000000003</c:v>
                </c:pt>
                <c:pt idx="89">
                  <c:v>29.031815000000002</c:v>
                </c:pt>
                <c:pt idx="90">
                  <c:v>32.412388</c:v>
                </c:pt>
                <c:pt idx="91">
                  <c:v>31.295427</c:v>
                </c:pt>
                <c:pt idx="92">
                  <c:v>29.972082</c:v>
                </c:pt>
                <c:pt idx="93">
                  <c:v>28.286047</c:v>
                </c:pt>
                <c:pt idx="94">
                  <c:v>28.286047</c:v>
                </c:pt>
                <c:pt idx="95">
                  <c:v>27.254577000000001</c:v>
                </c:pt>
                <c:pt idx="96">
                  <c:v>27.254577000000001</c:v>
                </c:pt>
                <c:pt idx="97">
                  <c:v>27.254577000000001</c:v>
                </c:pt>
                <c:pt idx="98">
                  <c:v>27.254577000000001</c:v>
                </c:pt>
                <c:pt idx="99">
                  <c:v>27.254577000000001</c:v>
                </c:pt>
                <c:pt idx="100">
                  <c:v>27.254577000000001</c:v>
                </c:pt>
                <c:pt idx="101">
                  <c:v>28.286054</c:v>
                </c:pt>
                <c:pt idx="102">
                  <c:v>31.792801000000001</c:v>
                </c:pt>
                <c:pt idx="103">
                  <c:v>36.073210000000003</c:v>
                </c:pt>
                <c:pt idx="104">
                  <c:v>36.073210000000003</c:v>
                </c:pt>
                <c:pt idx="105">
                  <c:v>36.073210000000003</c:v>
                </c:pt>
                <c:pt idx="106">
                  <c:v>36.073210000000003</c:v>
                </c:pt>
                <c:pt idx="107">
                  <c:v>40.611426999999999</c:v>
                </c:pt>
                <c:pt idx="108">
                  <c:v>45.846271999999999</c:v>
                </c:pt>
                <c:pt idx="109">
                  <c:v>50.384489000000002</c:v>
                </c:pt>
                <c:pt idx="110">
                  <c:v>50.384489000000002</c:v>
                </c:pt>
                <c:pt idx="111">
                  <c:v>54.922705000000001</c:v>
                </c:pt>
                <c:pt idx="112">
                  <c:v>61.730029999999999</c:v>
                </c:pt>
                <c:pt idx="113">
                  <c:v>66.385317999999998</c:v>
                </c:pt>
                <c:pt idx="114">
                  <c:v>68.679231999999999</c:v>
                </c:pt>
                <c:pt idx="115">
                  <c:v>73.217448000000005</c:v>
                </c:pt>
                <c:pt idx="116">
                  <c:v>73.217455999999999</c:v>
                </c:pt>
                <c:pt idx="117">
                  <c:v>78.654459000000003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84.045209999999997</c:v>
                </c:pt>
                <c:pt idx="125">
                  <c:v>82.926861000000002</c:v>
                </c:pt>
                <c:pt idx="126">
                  <c:v>82.109739000000005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75.115208999999993</c:v>
                </c:pt>
                <c:pt idx="135">
                  <c:v>75.115208999999993</c:v>
                </c:pt>
                <c:pt idx="136">
                  <c:v>74.144752999999994</c:v>
                </c:pt>
                <c:pt idx="137">
                  <c:v>73.104979</c:v>
                </c:pt>
                <c:pt idx="138">
                  <c:v>72.065203999999994</c:v>
                </c:pt>
                <c:pt idx="139">
                  <c:v>71.233384999999998</c:v>
                </c:pt>
                <c:pt idx="140">
                  <c:v>71.200429999999997</c:v>
                </c:pt>
                <c:pt idx="141">
                  <c:v>70.035882999999998</c:v>
                </c:pt>
                <c:pt idx="142">
                  <c:v>68.871335000000002</c:v>
                </c:pt>
                <c:pt idx="143">
                  <c:v>67.972465</c:v>
                </c:pt>
                <c:pt idx="144">
                  <c:v>67.303557999999995</c:v>
                </c:pt>
                <c:pt idx="145">
                  <c:v>66.527192999999997</c:v>
                </c:pt>
                <c:pt idx="146">
                  <c:v>65.362645999999998</c:v>
                </c:pt>
                <c:pt idx="147">
                  <c:v>64.198098000000002</c:v>
                </c:pt>
                <c:pt idx="148">
                  <c:v>63.421733000000003</c:v>
                </c:pt>
                <c:pt idx="149">
                  <c:v>63.124816000000003</c:v>
                </c:pt>
                <c:pt idx="150">
                  <c:v>61.962029999999999</c:v>
                </c:pt>
                <c:pt idx="151">
                  <c:v>60.954281999999999</c:v>
                </c:pt>
                <c:pt idx="152">
                  <c:v>60.671500999999999</c:v>
                </c:pt>
                <c:pt idx="153">
                  <c:v>59.785628000000003</c:v>
                </c:pt>
                <c:pt idx="154">
                  <c:v>58.533498000000002</c:v>
                </c:pt>
                <c:pt idx="155">
                  <c:v>57.281368000000001</c:v>
                </c:pt>
                <c:pt idx="156">
                  <c:v>56.741674000000003</c:v>
                </c:pt>
                <c:pt idx="157">
                  <c:v>55.730986999999999</c:v>
                </c:pt>
                <c:pt idx="158">
                  <c:v>54.568199999999997</c:v>
                </c:pt>
                <c:pt idx="159">
                  <c:v>53.560451999999998</c:v>
                </c:pt>
                <c:pt idx="160">
                  <c:v>53.560451999999998</c:v>
                </c:pt>
                <c:pt idx="161">
                  <c:v>52.857128000000003</c:v>
                </c:pt>
                <c:pt idx="162">
                  <c:v>51.684922</c:v>
                </c:pt>
                <c:pt idx="163">
                  <c:v>50.512715</c:v>
                </c:pt>
                <c:pt idx="164">
                  <c:v>49.887537999999999</c:v>
                </c:pt>
                <c:pt idx="165">
                  <c:v>49.230905999999997</c:v>
                </c:pt>
                <c:pt idx="166">
                  <c:v>48.136519</c:v>
                </c:pt>
                <c:pt idx="167">
                  <c:v>47.042132000000002</c:v>
                </c:pt>
                <c:pt idx="168">
                  <c:v>46.166621999999997</c:v>
                </c:pt>
                <c:pt idx="169">
                  <c:v>46.166621999999997</c:v>
                </c:pt>
                <c:pt idx="170">
                  <c:v>45.091622999999998</c:v>
                </c:pt>
                <c:pt idx="171">
                  <c:v>43.747874000000003</c:v>
                </c:pt>
                <c:pt idx="172">
                  <c:v>42.493707999999998</c:v>
                </c:pt>
                <c:pt idx="173">
                  <c:v>42.008372000000001</c:v>
                </c:pt>
                <c:pt idx="174">
                  <c:v>40.795029</c:v>
                </c:pt>
                <c:pt idx="175">
                  <c:v>39.581687000000002</c:v>
                </c:pt>
                <c:pt idx="176">
                  <c:v>38.772792000000003</c:v>
                </c:pt>
                <c:pt idx="177">
                  <c:v>38.772792000000003</c:v>
                </c:pt>
                <c:pt idx="178">
                  <c:v>37.198686000000002</c:v>
                </c:pt>
                <c:pt idx="179">
                  <c:v>35.624580999999999</c:v>
                </c:pt>
                <c:pt idx="180">
                  <c:v>35.099879000000001</c:v>
                </c:pt>
                <c:pt idx="181">
                  <c:v>33.788127000000003</c:v>
                </c:pt>
                <c:pt idx="182">
                  <c:v>32.476376000000002</c:v>
                </c:pt>
                <c:pt idx="183">
                  <c:v>31.426974999999999</c:v>
                </c:pt>
                <c:pt idx="184">
                  <c:v>31.426974999999999</c:v>
                </c:pt>
                <c:pt idx="185">
                  <c:v>30.277336999999999</c:v>
                </c:pt>
                <c:pt idx="186">
                  <c:v>29.774407</c:v>
                </c:pt>
                <c:pt idx="187">
                  <c:v>29.424894999999999</c:v>
                </c:pt>
                <c:pt idx="188">
                  <c:v>28.999096999999999</c:v>
                </c:pt>
                <c:pt idx="189">
                  <c:v>26.281583000000001</c:v>
                </c:pt>
                <c:pt idx="190">
                  <c:v>28.293312</c:v>
                </c:pt>
                <c:pt idx="191">
                  <c:v>26.281593000000001</c:v>
                </c:pt>
                <c:pt idx="192">
                  <c:v>26.281593000000001</c:v>
                </c:pt>
                <c:pt idx="193">
                  <c:v>26.281593000000001</c:v>
                </c:pt>
                <c:pt idx="194">
                  <c:v>26.281593000000001</c:v>
                </c:pt>
                <c:pt idx="195">
                  <c:v>26.281593000000001</c:v>
                </c:pt>
                <c:pt idx="196">
                  <c:v>26.281593000000001</c:v>
                </c:pt>
                <c:pt idx="197">
                  <c:v>30.819808999999999</c:v>
                </c:pt>
                <c:pt idx="198">
                  <c:v>37.627133999999998</c:v>
                </c:pt>
                <c:pt idx="199">
                  <c:v>38.335273000000001</c:v>
                </c:pt>
                <c:pt idx="200">
                  <c:v>41.42512</c:v>
                </c:pt>
                <c:pt idx="201">
                  <c:v>41.42512</c:v>
                </c:pt>
                <c:pt idx="202">
                  <c:v>41.42512</c:v>
                </c:pt>
                <c:pt idx="203">
                  <c:v>43.694228000000003</c:v>
                </c:pt>
                <c:pt idx="204">
                  <c:v>43.694228000000003</c:v>
                </c:pt>
                <c:pt idx="205">
                  <c:v>48.232444999999998</c:v>
                </c:pt>
                <c:pt idx="206">
                  <c:v>52.770660999999997</c:v>
                </c:pt>
                <c:pt idx="207">
                  <c:v>59.577986000000003</c:v>
                </c:pt>
                <c:pt idx="208">
                  <c:v>62.239763000000004</c:v>
                </c:pt>
                <c:pt idx="209">
                  <c:v>64.508870999999999</c:v>
                </c:pt>
                <c:pt idx="210">
                  <c:v>64.508870999999999</c:v>
                </c:pt>
                <c:pt idx="211">
                  <c:v>67.308916999999994</c:v>
                </c:pt>
                <c:pt idx="212">
                  <c:v>74.116242</c:v>
                </c:pt>
                <c:pt idx="213">
                  <c:v>79.999967999999996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84.049668999999994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75.045890999999997</c:v>
                </c:pt>
                <c:pt idx="231">
                  <c:v>74.006117000000003</c:v>
                </c:pt>
                <c:pt idx="232">
                  <c:v>72.966341999999997</c:v>
                </c:pt>
                <c:pt idx="233">
                  <c:v>71.926568000000003</c:v>
                </c:pt>
                <c:pt idx="234">
                  <c:v>71.233384999999998</c:v>
                </c:pt>
                <c:pt idx="235">
                  <c:v>71.233384999999998</c:v>
                </c:pt>
                <c:pt idx="236">
                  <c:v>70.062798000000001</c:v>
                </c:pt>
                <c:pt idx="237">
                  <c:v>68.808598000000003</c:v>
                </c:pt>
                <c:pt idx="238">
                  <c:v>67.554398000000006</c:v>
                </c:pt>
                <c:pt idx="239">
                  <c:v>67.303557999999995</c:v>
                </c:pt>
                <c:pt idx="240">
                  <c:v>66.139009999999999</c:v>
                </c:pt>
                <c:pt idx="241">
                  <c:v>64.974463</c:v>
                </c:pt>
                <c:pt idx="242">
                  <c:v>63.809916000000001</c:v>
                </c:pt>
                <c:pt idx="243">
                  <c:v>63.421733000000003</c:v>
                </c:pt>
                <c:pt idx="244">
                  <c:v>62.309517999999997</c:v>
                </c:pt>
                <c:pt idx="245">
                  <c:v>61.197302999999998</c:v>
                </c:pt>
                <c:pt idx="246">
                  <c:v>60.085087999999999</c:v>
                </c:pt>
                <c:pt idx="247">
                  <c:v>59.491906</c:v>
                </c:pt>
                <c:pt idx="248">
                  <c:v>59.491906</c:v>
                </c:pt>
                <c:pt idx="249">
                  <c:v>58.913761999999998</c:v>
                </c:pt>
                <c:pt idx="250">
                  <c:v>57.674881999999997</c:v>
                </c:pt>
                <c:pt idx="251">
                  <c:v>56.436002000000002</c:v>
                </c:pt>
                <c:pt idx="252">
                  <c:v>55.610081999999998</c:v>
                </c:pt>
                <c:pt idx="253">
                  <c:v>54.908327</c:v>
                </c:pt>
                <c:pt idx="254">
                  <c:v>53.855694999999997</c:v>
                </c:pt>
                <c:pt idx="255">
                  <c:v>52.803061999999997</c:v>
                </c:pt>
                <c:pt idx="256">
                  <c:v>51.750430000000001</c:v>
                </c:pt>
                <c:pt idx="257">
                  <c:v>51.524982000000001</c:v>
                </c:pt>
                <c:pt idx="258">
                  <c:v>50.360433999999998</c:v>
                </c:pt>
                <c:pt idx="259">
                  <c:v>49.195886999999999</c:v>
                </c:pt>
                <c:pt idx="260">
                  <c:v>48.03134</c:v>
                </c:pt>
                <c:pt idx="261">
                  <c:v>47.798430000000003</c:v>
                </c:pt>
                <c:pt idx="262">
                  <c:v>46.745798000000001</c:v>
                </c:pt>
                <c:pt idx="263">
                  <c:v>45.693165999999998</c:v>
                </c:pt>
                <c:pt idx="264">
                  <c:v>44.640534000000002</c:v>
                </c:pt>
                <c:pt idx="265">
                  <c:v>43.868603</c:v>
                </c:pt>
                <c:pt idx="266">
                  <c:v>43.417228000000001</c:v>
                </c:pt>
                <c:pt idx="267">
                  <c:v>42.063102999999998</c:v>
                </c:pt>
                <c:pt idx="268">
                  <c:v>40.708978999999999</c:v>
                </c:pt>
                <c:pt idx="269">
                  <c:v>39.986778999999999</c:v>
                </c:pt>
                <c:pt idx="270">
                  <c:v>39.079895999999998</c:v>
                </c:pt>
                <c:pt idx="271">
                  <c:v>37.946292</c:v>
                </c:pt>
                <c:pt idx="272">
                  <c:v>36.812688000000001</c:v>
                </c:pt>
                <c:pt idx="273">
                  <c:v>36.056952000000003</c:v>
                </c:pt>
                <c:pt idx="274">
                  <c:v>36.056952000000003</c:v>
                </c:pt>
                <c:pt idx="275">
                  <c:v>35.750492000000001</c:v>
                </c:pt>
                <c:pt idx="276">
                  <c:v>34.218192999999999</c:v>
                </c:pt>
                <c:pt idx="277">
                  <c:v>32.685893999999998</c:v>
                </c:pt>
                <c:pt idx="278">
                  <c:v>32.175127000000003</c:v>
                </c:pt>
                <c:pt idx="279">
                  <c:v>30.851780999999999</c:v>
                </c:pt>
                <c:pt idx="280">
                  <c:v>29.528435000000002</c:v>
                </c:pt>
                <c:pt idx="281">
                  <c:v>28.293312</c:v>
                </c:pt>
                <c:pt idx="282">
                  <c:v>28.293312</c:v>
                </c:pt>
                <c:pt idx="283">
                  <c:v>27.457283</c:v>
                </c:pt>
                <c:pt idx="284">
                  <c:v>26.934764000000001</c:v>
                </c:pt>
                <c:pt idx="285">
                  <c:v>26.431833999999998</c:v>
                </c:pt>
                <c:pt idx="286">
                  <c:v>26.188995999999999</c:v>
                </c:pt>
                <c:pt idx="287">
                  <c:v>25.686066</c:v>
                </c:pt>
                <c:pt idx="288">
                  <c:v>30.224281999999999</c:v>
                </c:pt>
                <c:pt idx="289">
                  <c:v>37.031607000000001</c:v>
                </c:pt>
                <c:pt idx="290">
                  <c:v>37.031615000000002</c:v>
                </c:pt>
                <c:pt idx="291">
                  <c:v>37.031615000000002</c:v>
                </c:pt>
                <c:pt idx="292">
                  <c:v>37.773246999999998</c:v>
                </c:pt>
                <c:pt idx="293">
                  <c:v>44.580571999999997</c:v>
                </c:pt>
                <c:pt idx="294">
                  <c:v>51.387897000000002</c:v>
                </c:pt>
                <c:pt idx="295">
                  <c:v>58.195220999999997</c:v>
                </c:pt>
                <c:pt idx="296">
                  <c:v>58.195228999999998</c:v>
                </c:pt>
                <c:pt idx="297">
                  <c:v>58.195228999999998</c:v>
                </c:pt>
                <c:pt idx="298">
                  <c:v>58.195228999999998</c:v>
                </c:pt>
                <c:pt idx="299">
                  <c:v>62.733446000000001</c:v>
                </c:pt>
                <c:pt idx="300">
                  <c:v>67.585319999999996</c:v>
                </c:pt>
                <c:pt idx="301">
                  <c:v>67.585319999999996</c:v>
                </c:pt>
                <c:pt idx="302">
                  <c:v>67.585319999999996</c:v>
                </c:pt>
                <c:pt idx="303">
                  <c:v>67.585319999999996</c:v>
                </c:pt>
                <c:pt idx="304">
                  <c:v>67.585319999999996</c:v>
                </c:pt>
                <c:pt idx="305">
                  <c:v>67.585319999999996</c:v>
                </c:pt>
                <c:pt idx="306">
                  <c:v>67.585319999999996</c:v>
                </c:pt>
                <c:pt idx="307">
                  <c:v>72.123536999999999</c:v>
                </c:pt>
                <c:pt idx="308">
                  <c:v>78.930862000000005</c:v>
                </c:pt>
                <c:pt idx="309">
                  <c:v>81.494653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82.109739000000005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71.233384999999998</c:v>
                </c:pt>
                <c:pt idx="332">
                  <c:v>70.062798000000001</c:v>
                </c:pt>
                <c:pt idx="333">
                  <c:v>68.808598000000003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62.309517999999997</c:v>
                </c:pt>
                <c:pt idx="341">
                  <c:v>61.197302999999998</c:v>
                </c:pt>
                <c:pt idx="342">
                  <c:v>60.085087999999999</c:v>
                </c:pt>
                <c:pt idx="343">
                  <c:v>59.491906</c:v>
                </c:pt>
                <c:pt idx="344">
                  <c:v>59.491906</c:v>
                </c:pt>
                <c:pt idx="345">
                  <c:v>58.913761999999998</c:v>
                </c:pt>
                <c:pt idx="346">
                  <c:v>57.674881999999997</c:v>
                </c:pt>
                <c:pt idx="347">
                  <c:v>56.436002000000002</c:v>
                </c:pt>
                <c:pt idx="348">
                  <c:v>55.610081999999998</c:v>
                </c:pt>
                <c:pt idx="349">
                  <c:v>55.610081999999998</c:v>
                </c:pt>
                <c:pt idx="350">
                  <c:v>55.259203999999997</c:v>
                </c:pt>
                <c:pt idx="351">
                  <c:v>54.206572000000001</c:v>
                </c:pt>
                <c:pt idx="352">
                  <c:v>53.153939999999999</c:v>
                </c:pt>
                <c:pt idx="353">
                  <c:v>52.101308000000003</c:v>
                </c:pt>
                <c:pt idx="354">
                  <c:v>51.680255000000002</c:v>
                </c:pt>
                <c:pt idx="355">
                  <c:v>51.680255000000002</c:v>
                </c:pt>
                <c:pt idx="356">
                  <c:v>50.903450999999997</c:v>
                </c:pt>
                <c:pt idx="357">
                  <c:v>49.887537999999999</c:v>
                </c:pt>
                <c:pt idx="358">
                  <c:v>49.140549</c:v>
                </c:pt>
                <c:pt idx="359">
                  <c:v>48.428356000000001</c:v>
                </c:pt>
                <c:pt idx="360">
                  <c:v>47.333967999999999</c:v>
                </c:pt>
                <c:pt idx="361">
                  <c:v>46.239581000000001</c:v>
                </c:pt>
                <c:pt idx="362">
                  <c:v>45.436380999999997</c:v>
                </c:pt>
                <c:pt idx="363">
                  <c:v>45.048197999999999</c:v>
                </c:pt>
                <c:pt idx="364">
                  <c:v>43.935983</c:v>
                </c:pt>
                <c:pt idx="365">
                  <c:v>42.672874999999998</c:v>
                </c:pt>
                <c:pt idx="366">
                  <c:v>41.711553000000002</c:v>
                </c:pt>
                <c:pt idx="367">
                  <c:v>41.037697999999999</c:v>
                </c:pt>
                <c:pt idx="368">
                  <c:v>39.824356000000002</c:v>
                </c:pt>
                <c:pt idx="369">
                  <c:v>38.772792000000003</c:v>
                </c:pt>
                <c:pt idx="370">
                  <c:v>37.968046000000001</c:v>
                </c:pt>
                <c:pt idx="371">
                  <c:v>37.236547000000002</c:v>
                </c:pt>
                <c:pt idx="372">
                  <c:v>36.056952000000003</c:v>
                </c:pt>
                <c:pt idx="373">
                  <c:v>35.189762000000002</c:v>
                </c:pt>
                <c:pt idx="374">
                  <c:v>33.961691000000002</c:v>
                </c:pt>
                <c:pt idx="375">
                  <c:v>33.306719999999999</c:v>
                </c:pt>
                <c:pt idx="376">
                  <c:v>33.306719999999999</c:v>
                </c:pt>
                <c:pt idx="377">
                  <c:v>31.978726999999999</c:v>
                </c:pt>
                <c:pt idx="378">
                  <c:v>30.446428000000001</c:v>
                </c:pt>
                <c:pt idx="379">
                  <c:v>29.424894999999999</c:v>
                </c:pt>
                <c:pt idx="380">
                  <c:v>29.031815000000002</c:v>
                </c:pt>
                <c:pt idx="381">
                  <c:v>26.281583000000001</c:v>
                </c:pt>
                <c:pt idx="382">
                  <c:v>30.819800000000001</c:v>
                </c:pt>
                <c:pt idx="383">
                  <c:v>30.523622</c:v>
                </c:pt>
                <c:pt idx="384">
                  <c:v>30.523622</c:v>
                </c:pt>
                <c:pt idx="385">
                  <c:v>35.061838000000002</c:v>
                </c:pt>
                <c:pt idx="386">
                  <c:v>41.482596000000001</c:v>
                </c:pt>
                <c:pt idx="387">
                  <c:v>41.869171000000001</c:v>
                </c:pt>
                <c:pt idx="388">
                  <c:v>41.869171000000001</c:v>
                </c:pt>
                <c:pt idx="389">
                  <c:v>44.138278999999997</c:v>
                </c:pt>
                <c:pt idx="390">
                  <c:v>44.138278999999997</c:v>
                </c:pt>
                <c:pt idx="391">
                  <c:v>44.138278999999997</c:v>
                </c:pt>
                <c:pt idx="392">
                  <c:v>45.963321000000001</c:v>
                </c:pt>
                <c:pt idx="393">
                  <c:v>46.886958</c:v>
                </c:pt>
                <c:pt idx="394">
                  <c:v>46.886958</c:v>
                </c:pt>
                <c:pt idx="395">
                  <c:v>46.886958</c:v>
                </c:pt>
                <c:pt idx="396">
                  <c:v>49.156066000000003</c:v>
                </c:pt>
                <c:pt idx="397">
                  <c:v>50.127251000000001</c:v>
                </c:pt>
                <c:pt idx="398">
                  <c:v>50.127251000000001</c:v>
                </c:pt>
                <c:pt idx="399">
                  <c:v>50.127251000000001</c:v>
                </c:pt>
                <c:pt idx="400">
                  <c:v>50.127251000000001</c:v>
                </c:pt>
                <c:pt idx="401">
                  <c:v>52.770668999999998</c:v>
                </c:pt>
                <c:pt idx="402">
                  <c:v>59.577993999999997</c:v>
                </c:pt>
                <c:pt idx="403">
                  <c:v>66.385317999999998</c:v>
                </c:pt>
                <c:pt idx="404">
                  <c:v>73.192643000000004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84.045209999999997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71.233384999999998</c:v>
                </c:pt>
                <c:pt idx="428">
                  <c:v>70.062798000000001</c:v>
                </c:pt>
                <c:pt idx="429">
                  <c:v>68.808598000000003</c:v>
                </c:pt>
                <c:pt idx="430">
                  <c:v>67.554398000000006</c:v>
                </c:pt>
                <c:pt idx="431">
                  <c:v>67.303557999999995</c:v>
                </c:pt>
                <c:pt idx="432">
                  <c:v>66.139009999999999</c:v>
                </c:pt>
                <c:pt idx="433">
                  <c:v>64.974463</c:v>
                </c:pt>
                <c:pt idx="434">
                  <c:v>63.809916000000001</c:v>
                </c:pt>
                <c:pt idx="435">
                  <c:v>63.421733000000003</c:v>
                </c:pt>
                <c:pt idx="436">
                  <c:v>62.309517999999997</c:v>
                </c:pt>
                <c:pt idx="437">
                  <c:v>61.197302999999998</c:v>
                </c:pt>
                <c:pt idx="438">
                  <c:v>60.085087999999999</c:v>
                </c:pt>
                <c:pt idx="439">
                  <c:v>59.491906</c:v>
                </c:pt>
                <c:pt idx="440">
                  <c:v>59.491906</c:v>
                </c:pt>
                <c:pt idx="441">
                  <c:v>58.447071000000001</c:v>
                </c:pt>
                <c:pt idx="442">
                  <c:v>57.334856000000002</c:v>
                </c:pt>
                <c:pt idx="443">
                  <c:v>56.436002000000002</c:v>
                </c:pt>
                <c:pt idx="444">
                  <c:v>55.610081999999998</c:v>
                </c:pt>
                <c:pt idx="445">
                  <c:v>54.908327</c:v>
                </c:pt>
                <c:pt idx="446">
                  <c:v>53.855694999999997</c:v>
                </c:pt>
                <c:pt idx="447">
                  <c:v>52.803061999999997</c:v>
                </c:pt>
                <c:pt idx="448">
                  <c:v>51.750430000000001</c:v>
                </c:pt>
                <c:pt idx="449">
                  <c:v>51.524982000000001</c:v>
                </c:pt>
                <c:pt idx="450">
                  <c:v>50.360433999999998</c:v>
                </c:pt>
                <c:pt idx="451">
                  <c:v>49.195886999999999</c:v>
                </c:pt>
                <c:pt idx="452">
                  <c:v>48.03134</c:v>
                </c:pt>
                <c:pt idx="453">
                  <c:v>47.798430000000003</c:v>
                </c:pt>
                <c:pt idx="454">
                  <c:v>46.745798000000001</c:v>
                </c:pt>
                <c:pt idx="455">
                  <c:v>45.693165999999998</c:v>
                </c:pt>
                <c:pt idx="456">
                  <c:v>44.640534000000002</c:v>
                </c:pt>
                <c:pt idx="457">
                  <c:v>43.868603</c:v>
                </c:pt>
                <c:pt idx="458">
                  <c:v>43.417228000000001</c:v>
                </c:pt>
                <c:pt idx="459">
                  <c:v>42.063102999999998</c:v>
                </c:pt>
                <c:pt idx="460">
                  <c:v>40.708978999999999</c:v>
                </c:pt>
                <c:pt idx="461">
                  <c:v>39.986778999999999</c:v>
                </c:pt>
                <c:pt idx="462">
                  <c:v>39.079895999999998</c:v>
                </c:pt>
                <c:pt idx="463">
                  <c:v>37.946292</c:v>
                </c:pt>
                <c:pt idx="464">
                  <c:v>36.812688000000001</c:v>
                </c:pt>
                <c:pt idx="465">
                  <c:v>36.056952000000003</c:v>
                </c:pt>
                <c:pt idx="466">
                  <c:v>35.239725</c:v>
                </c:pt>
                <c:pt idx="467">
                  <c:v>33.707425999999998</c:v>
                </c:pt>
                <c:pt idx="468">
                  <c:v>32.175127000000003</c:v>
                </c:pt>
                <c:pt idx="469">
                  <c:v>31.762167999999999</c:v>
                </c:pt>
                <c:pt idx="470">
                  <c:v>30.523291</c:v>
                </c:pt>
                <c:pt idx="471">
                  <c:v>29.284414000000002</c:v>
                </c:pt>
                <c:pt idx="472">
                  <c:v>28.293312</c:v>
                </c:pt>
                <c:pt idx="473">
                  <c:v>28.293312</c:v>
                </c:pt>
                <c:pt idx="474">
                  <c:v>26.934764000000001</c:v>
                </c:pt>
                <c:pt idx="475">
                  <c:v>26.431833999999998</c:v>
                </c:pt>
                <c:pt idx="476">
                  <c:v>28.999096999999999</c:v>
                </c:pt>
                <c:pt idx="477">
                  <c:v>28.293312</c:v>
                </c:pt>
                <c:pt idx="478">
                  <c:v>28.293312</c:v>
                </c:pt>
                <c:pt idx="479">
                  <c:v>26.281593000000001</c:v>
                </c:pt>
                <c:pt idx="480">
                  <c:v>30.819808999999999</c:v>
                </c:pt>
                <c:pt idx="481">
                  <c:v>30.819808999999999</c:v>
                </c:pt>
                <c:pt idx="482">
                  <c:v>30.819808999999999</c:v>
                </c:pt>
                <c:pt idx="483">
                  <c:v>30.819808999999999</c:v>
                </c:pt>
                <c:pt idx="484">
                  <c:v>30.819808999999999</c:v>
                </c:pt>
                <c:pt idx="485">
                  <c:v>35.358026000000002</c:v>
                </c:pt>
                <c:pt idx="486">
                  <c:v>42.165351000000001</c:v>
                </c:pt>
                <c:pt idx="487">
                  <c:v>48.972675000000002</c:v>
                </c:pt>
                <c:pt idx="488">
                  <c:v>55.78</c:v>
                </c:pt>
                <c:pt idx="489">
                  <c:v>62.587325</c:v>
                </c:pt>
                <c:pt idx="490">
                  <c:v>69.394649999999999</c:v>
                </c:pt>
                <c:pt idx="491">
                  <c:v>70.923550000000006</c:v>
                </c:pt>
                <c:pt idx="492">
                  <c:v>73.192605</c:v>
                </c:pt>
                <c:pt idx="493">
                  <c:v>73.192605</c:v>
                </c:pt>
                <c:pt idx="494">
                  <c:v>76.229118999999997</c:v>
                </c:pt>
                <c:pt idx="495">
                  <c:v>76.229125999999994</c:v>
                </c:pt>
                <c:pt idx="496">
                  <c:v>77.730860000000007</c:v>
                </c:pt>
                <c:pt idx="497">
                  <c:v>78.654459000000003</c:v>
                </c:pt>
                <c:pt idx="498">
                  <c:v>79.757615999999999</c:v>
                </c:pt>
                <c:pt idx="499">
                  <c:v>79.757615999999999</c:v>
                </c:pt>
                <c:pt idx="500">
                  <c:v>80.923567000000006</c:v>
                </c:pt>
                <c:pt idx="501">
                  <c:v>85.461776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79.229884999999996</c:v>
                </c:pt>
                <c:pt idx="514">
                  <c:v>79.045035999999996</c:v>
                </c:pt>
                <c:pt idx="515">
                  <c:v>78.695717999999999</c:v>
                </c:pt>
                <c:pt idx="516">
                  <c:v>77.385776000000007</c:v>
                </c:pt>
                <c:pt idx="517">
                  <c:v>76.075834</c:v>
                </c:pt>
                <c:pt idx="518">
                  <c:v>75.115208999999993</c:v>
                </c:pt>
                <c:pt idx="519">
                  <c:v>75.115208999999993</c:v>
                </c:pt>
                <c:pt idx="520">
                  <c:v>75.110579000000001</c:v>
                </c:pt>
                <c:pt idx="521">
                  <c:v>73.829114000000004</c:v>
                </c:pt>
                <c:pt idx="522">
                  <c:v>72.547647999999995</c:v>
                </c:pt>
                <c:pt idx="523">
                  <c:v>72.291354999999996</c:v>
                </c:pt>
                <c:pt idx="524">
                  <c:v>72.291354999999996</c:v>
                </c:pt>
                <c:pt idx="525">
                  <c:v>71.320424000000003</c:v>
                </c:pt>
                <c:pt idx="526">
                  <c:v>70.498715000000004</c:v>
                </c:pt>
                <c:pt idx="527">
                  <c:v>69.378957999999997</c:v>
                </c:pt>
                <c:pt idx="528">
                  <c:v>68.483153000000001</c:v>
                </c:pt>
                <c:pt idx="529">
                  <c:v>68.426749000000001</c:v>
                </c:pt>
                <c:pt idx="530">
                  <c:v>67.186443999999995</c:v>
                </c:pt>
                <c:pt idx="531">
                  <c:v>66.518238999999994</c:v>
                </c:pt>
                <c:pt idx="532">
                  <c:v>65.290167999999994</c:v>
                </c:pt>
                <c:pt idx="533">
                  <c:v>64.553325999999998</c:v>
                </c:pt>
                <c:pt idx="534">
                  <c:v>63.853135000000002</c:v>
                </c:pt>
                <c:pt idx="535">
                  <c:v>63.265469000000003</c:v>
                </c:pt>
                <c:pt idx="536">
                  <c:v>63.265469000000003</c:v>
                </c:pt>
                <c:pt idx="537">
                  <c:v>62.126412999999999</c:v>
                </c:pt>
                <c:pt idx="538">
                  <c:v>60.987357000000003</c:v>
                </c:pt>
                <c:pt idx="539">
                  <c:v>59.848300999999999</c:v>
                </c:pt>
                <c:pt idx="540">
                  <c:v>59.544553000000001</c:v>
                </c:pt>
                <c:pt idx="541">
                  <c:v>58.516137000000001</c:v>
                </c:pt>
                <c:pt idx="542">
                  <c:v>57.414262999999998</c:v>
                </c:pt>
                <c:pt idx="543">
                  <c:v>56.312389000000003</c:v>
                </c:pt>
                <c:pt idx="544">
                  <c:v>55.871639000000002</c:v>
                </c:pt>
                <c:pt idx="545">
                  <c:v>55.672305000000001</c:v>
                </c:pt>
                <c:pt idx="546">
                  <c:v>54.675631000000003</c:v>
                </c:pt>
                <c:pt idx="547">
                  <c:v>53.678956999999997</c:v>
                </c:pt>
                <c:pt idx="548">
                  <c:v>52.682282999999998</c:v>
                </c:pt>
                <c:pt idx="549">
                  <c:v>52.150722999999999</c:v>
                </c:pt>
                <c:pt idx="550">
                  <c:v>52.150722999999999</c:v>
                </c:pt>
                <c:pt idx="551">
                  <c:v>52.150722999999999</c:v>
                </c:pt>
                <c:pt idx="552">
                  <c:v>51.680255000000002</c:v>
                </c:pt>
                <c:pt idx="553">
                  <c:v>51.447398999999997</c:v>
                </c:pt>
                <c:pt idx="554">
                  <c:v>50.275193000000002</c:v>
                </c:pt>
                <c:pt idx="555">
                  <c:v>49.102986000000001</c:v>
                </c:pt>
                <c:pt idx="556">
                  <c:v>48.477809000000001</c:v>
                </c:pt>
                <c:pt idx="557">
                  <c:v>48.312435000000001</c:v>
                </c:pt>
                <c:pt idx="558">
                  <c:v>47.072130000000001</c:v>
                </c:pt>
                <c:pt idx="559">
                  <c:v>45.831825000000002</c:v>
                </c:pt>
                <c:pt idx="560">
                  <c:v>44.756892999999998</c:v>
                </c:pt>
                <c:pt idx="561">
                  <c:v>44.756892999999998</c:v>
                </c:pt>
                <c:pt idx="562">
                  <c:v>44.756892999999998</c:v>
                </c:pt>
                <c:pt idx="563">
                  <c:v>43.955933000000002</c:v>
                </c:pt>
                <c:pt idx="564">
                  <c:v>43.760590000000001</c:v>
                </c:pt>
                <c:pt idx="565">
                  <c:v>43.567278999999999</c:v>
                </c:pt>
                <c:pt idx="566">
                  <c:v>42.117443999999999</c:v>
                </c:pt>
                <c:pt idx="567">
                  <c:v>40.667610000000003</c:v>
                </c:pt>
                <c:pt idx="568">
                  <c:v>40.087676000000002</c:v>
                </c:pt>
                <c:pt idx="569">
                  <c:v>39.986778999999999</c:v>
                </c:pt>
                <c:pt idx="570">
                  <c:v>36.944364</c:v>
                </c:pt>
                <c:pt idx="571">
                  <c:v>36.843466999999997</c:v>
                </c:pt>
                <c:pt idx="572">
                  <c:v>36.843466999999997</c:v>
                </c:pt>
                <c:pt idx="573">
                  <c:v>36.843466999999997</c:v>
                </c:pt>
                <c:pt idx="574">
                  <c:v>36.843466999999997</c:v>
                </c:pt>
                <c:pt idx="575">
                  <c:v>36.843466999999997</c:v>
                </c:pt>
                <c:pt idx="576">
                  <c:v>36.843466999999997</c:v>
                </c:pt>
                <c:pt idx="577">
                  <c:v>36.843466999999997</c:v>
                </c:pt>
                <c:pt idx="578">
                  <c:v>36.843466999999997</c:v>
                </c:pt>
                <c:pt idx="579">
                  <c:v>36.843466999999997</c:v>
                </c:pt>
                <c:pt idx="580">
                  <c:v>36.843466999999997</c:v>
                </c:pt>
                <c:pt idx="581">
                  <c:v>36.843466999999997</c:v>
                </c:pt>
                <c:pt idx="582">
                  <c:v>36.843466999999997</c:v>
                </c:pt>
                <c:pt idx="583">
                  <c:v>36.843466999999997</c:v>
                </c:pt>
                <c:pt idx="584">
                  <c:v>36.843466999999997</c:v>
                </c:pt>
                <c:pt idx="585">
                  <c:v>36.843466999999997</c:v>
                </c:pt>
                <c:pt idx="586">
                  <c:v>36.843466999999997</c:v>
                </c:pt>
                <c:pt idx="587">
                  <c:v>36.843466999999997</c:v>
                </c:pt>
                <c:pt idx="588">
                  <c:v>36.843466999999997</c:v>
                </c:pt>
                <c:pt idx="589">
                  <c:v>41.381683000000002</c:v>
                </c:pt>
                <c:pt idx="590">
                  <c:v>46.545349000000002</c:v>
                </c:pt>
                <c:pt idx="591">
                  <c:v>51.083565999999998</c:v>
                </c:pt>
                <c:pt idx="592">
                  <c:v>55.963352999999998</c:v>
                </c:pt>
                <c:pt idx="593">
                  <c:v>59.577993999999997</c:v>
                </c:pt>
                <c:pt idx="594">
                  <c:v>66.385317999999998</c:v>
                </c:pt>
                <c:pt idx="595">
                  <c:v>73.117673999999994</c:v>
                </c:pt>
                <c:pt idx="596">
                  <c:v>73.117673999999994</c:v>
                </c:pt>
                <c:pt idx="597">
                  <c:v>77.655889999999999</c:v>
                </c:pt>
                <c:pt idx="598">
                  <c:v>80.923567000000006</c:v>
                </c:pt>
                <c:pt idx="599">
                  <c:v>80.923567000000006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82.926861000000002</c:v>
                </c:pt>
                <c:pt idx="608">
                  <c:v>81.624459999999999</c:v>
                </c:pt>
                <c:pt idx="609">
                  <c:v>80.176629000000005</c:v>
                </c:pt>
                <c:pt idx="610">
                  <c:v>79.885491999999999</c:v>
                </c:pt>
                <c:pt idx="611">
                  <c:v>78.429807999999994</c:v>
                </c:pt>
                <c:pt idx="612">
                  <c:v>76.974124000000003</c:v>
                </c:pt>
                <c:pt idx="613">
                  <c:v>76.294803999999999</c:v>
                </c:pt>
                <c:pt idx="614">
                  <c:v>76.294803999999999</c:v>
                </c:pt>
                <c:pt idx="615">
                  <c:v>75.198108000000005</c:v>
                </c:pt>
                <c:pt idx="616">
                  <c:v>73.827237999999994</c:v>
                </c:pt>
                <c:pt idx="617">
                  <c:v>72.456368999999995</c:v>
                </c:pt>
                <c:pt idx="618">
                  <c:v>72.192452000000003</c:v>
                </c:pt>
                <c:pt idx="619">
                  <c:v>70.898510000000002</c:v>
                </c:pt>
                <c:pt idx="620">
                  <c:v>69.604568999999998</c:v>
                </c:pt>
                <c:pt idx="621">
                  <c:v>68.483153000000001</c:v>
                </c:pt>
                <c:pt idx="622">
                  <c:v>68.483153000000001</c:v>
                </c:pt>
                <c:pt idx="623">
                  <c:v>67.746309999999994</c:v>
                </c:pt>
                <c:pt idx="624">
                  <c:v>66.518238999999994</c:v>
                </c:pt>
                <c:pt idx="625">
                  <c:v>65.290167999999994</c:v>
                </c:pt>
                <c:pt idx="626">
                  <c:v>64.553325999999998</c:v>
                </c:pt>
                <c:pt idx="627">
                  <c:v>64.553325999999998</c:v>
                </c:pt>
                <c:pt idx="628">
                  <c:v>64.475689000000003</c:v>
                </c:pt>
                <c:pt idx="629">
                  <c:v>63.311141999999997</c:v>
                </c:pt>
                <c:pt idx="630">
                  <c:v>62.146594999999998</c:v>
                </c:pt>
                <c:pt idx="631">
                  <c:v>60.982047000000001</c:v>
                </c:pt>
                <c:pt idx="632">
                  <c:v>60.671500999999999</c:v>
                </c:pt>
                <c:pt idx="633">
                  <c:v>60.262143999999999</c:v>
                </c:pt>
                <c:pt idx="634">
                  <c:v>59.034072999999999</c:v>
                </c:pt>
                <c:pt idx="635">
                  <c:v>57.806001999999999</c:v>
                </c:pt>
                <c:pt idx="636">
                  <c:v>56.741674000000003</c:v>
                </c:pt>
                <c:pt idx="637">
                  <c:v>56.431128000000001</c:v>
                </c:pt>
                <c:pt idx="638">
                  <c:v>55.266581000000002</c:v>
                </c:pt>
                <c:pt idx="639">
                  <c:v>54.102034000000003</c:v>
                </c:pt>
                <c:pt idx="640">
                  <c:v>52.937486</c:v>
                </c:pt>
                <c:pt idx="641">
                  <c:v>52.859850000000002</c:v>
                </c:pt>
                <c:pt idx="642">
                  <c:v>52.255260999999997</c:v>
                </c:pt>
                <c:pt idx="643">
                  <c:v>51.121656999999999</c:v>
                </c:pt>
                <c:pt idx="644">
                  <c:v>49.988053000000001</c:v>
                </c:pt>
                <c:pt idx="645">
                  <c:v>48.930022999999998</c:v>
                </c:pt>
                <c:pt idx="646">
                  <c:v>48.464204000000002</c:v>
                </c:pt>
                <c:pt idx="647">
                  <c:v>47.299655999999999</c:v>
                </c:pt>
                <c:pt idx="648">
                  <c:v>46.135109</c:v>
                </c:pt>
                <c:pt idx="649">
                  <c:v>45.048197999999999</c:v>
                </c:pt>
                <c:pt idx="650">
                  <c:v>45.048197999999999</c:v>
                </c:pt>
                <c:pt idx="651">
                  <c:v>44.262233000000002</c:v>
                </c:pt>
                <c:pt idx="652">
                  <c:v>42.952289999999998</c:v>
                </c:pt>
                <c:pt idx="653">
                  <c:v>41.642347999999998</c:v>
                </c:pt>
                <c:pt idx="654">
                  <c:v>41.118371000000003</c:v>
                </c:pt>
                <c:pt idx="655">
                  <c:v>39.759732999999997</c:v>
                </c:pt>
                <c:pt idx="656">
                  <c:v>38.304048000000002</c:v>
                </c:pt>
                <c:pt idx="657">
                  <c:v>37.236547000000002</c:v>
                </c:pt>
                <c:pt idx="658">
                  <c:v>36.675142999999998</c:v>
                </c:pt>
                <c:pt idx="659">
                  <c:v>35.271633000000001</c:v>
                </c:pt>
                <c:pt idx="660">
                  <c:v>33.868122999999997</c:v>
                </c:pt>
                <c:pt idx="661">
                  <c:v>33.306719999999999</c:v>
                </c:pt>
                <c:pt idx="662">
                  <c:v>33.306719999999999</c:v>
                </c:pt>
                <c:pt idx="663">
                  <c:v>33.306719999999999</c:v>
                </c:pt>
                <c:pt idx="664">
                  <c:v>33.209679999999999</c:v>
                </c:pt>
                <c:pt idx="665">
                  <c:v>31.948170999999999</c:v>
                </c:pt>
                <c:pt idx="666">
                  <c:v>31.445240999999999</c:v>
                </c:pt>
                <c:pt idx="667">
                  <c:v>31.445240999999999</c:v>
                </c:pt>
                <c:pt idx="668">
                  <c:v>31.445240999999999</c:v>
                </c:pt>
                <c:pt idx="669">
                  <c:v>31.445240999999999</c:v>
                </c:pt>
                <c:pt idx="670">
                  <c:v>31.419632</c:v>
                </c:pt>
                <c:pt idx="671">
                  <c:v>31.419632</c:v>
                </c:pt>
                <c:pt idx="672">
                  <c:v>31.419632</c:v>
                </c:pt>
                <c:pt idx="673">
                  <c:v>31.419632</c:v>
                </c:pt>
                <c:pt idx="674">
                  <c:v>31.419632</c:v>
                </c:pt>
                <c:pt idx="675">
                  <c:v>31.419632</c:v>
                </c:pt>
                <c:pt idx="676">
                  <c:v>31.419632</c:v>
                </c:pt>
                <c:pt idx="677">
                  <c:v>31.419632</c:v>
                </c:pt>
                <c:pt idx="678">
                  <c:v>31.419632</c:v>
                </c:pt>
                <c:pt idx="679">
                  <c:v>31.419632</c:v>
                </c:pt>
                <c:pt idx="680">
                  <c:v>31.419632</c:v>
                </c:pt>
                <c:pt idx="681">
                  <c:v>31.445249</c:v>
                </c:pt>
                <c:pt idx="682">
                  <c:v>31.445249</c:v>
                </c:pt>
                <c:pt idx="683">
                  <c:v>31.445249</c:v>
                </c:pt>
                <c:pt idx="684">
                  <c:v>33.688740000000003</c:v>
                </c:pt>
                <c:pt idx="685">
                  <c:v>35.983472999999996</c:v>
                </c:pt>
                <c:pt idx="686">
                  <c:v>37.810502</c:v>
                </c:pt>
                <c:pt idx="687">
                  <c:v>37.810510000000001</c:v>
                </c:pt>
                <c:pt idx="688">
                  <c:v>44.617834000000002</c:v>
                </c:pt>
                <c:pt idx="689">
                  <c:v>51.425159000000001</c:v>
                </c:pt>
                <c:pt idx="690">
                  <c:v>58.232483999999999</c:v>
                </c:pt>
                <c:pt idx="691">
                  <c:v>65.039809000000005</c:v>
                </c:pt>
                <c:pt idx="692">
                  <c:v>71.847133999999997</c:v>
                </c:pt>
                <c:pt idx="693">
                  <c:v>78.654459000000003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1E2-4847-8678-89C2E3E47CBE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60.062703999999997</c:v>
                </c:pt>
                <c:pt idx="2">
                  <c:v>60.062703999999997</c:v>
                </c:pt>
                <c:pt idx="3">
                  <c:v>63.050471000000002</c:v>
                </c:pt>
                <c:pt idx="4">
                  <c:v>65.094650000000001</c:v>
                </c:pt>
                <c:pt idx="5">
                  <c:v>65.094650000000001</c:v>
                </c:pt>
                <c:pt idx="6">
                  <c:v>67.347554000000002</c:v>
                </c:pt>
                <c:pt idx="7">
                  <c:v>67.347554000000002</c:v>
                </c:pt>
                <c:pt idx="8">
                  <c:v>69.401653999999994</c:v>
                </c:pt>
                <c:pt idx="9">
                  <c:v>69.547236999999996</c:v>
                </c:pt>
                <c:pt idx="10">
                  <c:v>71.805789000000004</c:v>
                </c:pt>
                <c:pt idx="11">
                  <c:v>76.322490999999999</c:v>
                </c:pt>
                <c:pt idx="12">
                  <c:v>78.693344999999994</c:v>
                </c:pt>
                <c:pt idx="13">
                  <c:v>82.701098999999999</c:v>
                </c:pt>
                <c:pt idx="14">
                  <c:v>84.226319000000004</c:v>
                </c:pt>
                <c:pt idx="15">
                  <c:v>84.226322999999994</c:v>
                </c:pt>
                <c:pt idx="16">
                  <c:v>84.735744999999994</c:v>
                </c:pt>
                <c:pt idx="17">
                  <c:v>85.461764000000002</c:v>
                </c:pt>
                <c:pt idx="18">
                  <c:v>85.558221000000003</c:v>
                </c:pt>
                <c:pt idx="19">
                  <c:v>86.899666999999994</c:v>
                </c:pt>
                <c:pt idx="20">
                  <c:v>88.171375999999995</c:v>
                </c:pt>
                <c:pt idx="21">
                  <c:v>88.822906000000003</c:v>
                </c:pt>
                <c:pt idx="22">
                  <c:v>88.822906000000003</c:v>
                </c:pt>
                <c:pt idx="23">
                  <c:v>89.538201000000001</c:v>
                </c:pt>
                <c:pt idx="24">
                  <c:v>89.201233999999999</c:v>
                </c:pt>
                <c:pt idx="25">
                  <c:v>88.822906000000003</c:v>
                </c:pt>
                <c:pt idx="26">
                  <c:v>88.802211</c:v>
                </c:pt>
                <c:pt idx="27">
                  <c:v>87.696077000000002</c:v>
                </c:pt>
                <c:pt idx="28">
                  <c:v>86.451317000000003</c:v>
                </c:pt>
                <c:pt idx="29">
                  <c:v>84.841514000000004</c:v>
                </c:pt>
                <c:pt idx="30">
                  <c:v>83.136297999999996</c:v>
                </c:pt>
                <c:pt idx="31">
                  <c:v>82.850746999999998</c:v>
                </c:pt>
                <c:pt idx="32">
                  <c:v>82.086816999999996</c:v>
                </c:pt>
                <c:pt idx="33">
                  <c:v>81.664237999999997</c:v>
                </c:pt>
                <c:pt idx="34">
                  <c:v>80.738709</c:v>
                </c:pt>
                <c:pt idx="35">
                  <c:v>79.908662000000007</c:v>
                </c:pt>
                <c:pt idx="36">
                  <c:v>79.534875999999997</c:v>
                </c:pt>
                <c:pt idx="37">
                  <c:v>78.604678000000007</c:v>
                </c:pt>
                <c:pt idx="38">
                  <c:v>77.8399</c:v>
                </c:pt>
                <c:pt idx="39">
                  <c:v>76.911681000000002</c:v>
                </c:pt>
                <c:pt idx="40">
                  <c:v>76.342406999999994</c:v>
                </c:pt>
                <c:pt idx="41">
                  <c:v>75.915068000000005</c:v>
                </c:pt>
                <c:pt idx="42">
                  <c:v>75.224125000000001</c:v>
                </c:pt>
                <c:pt idx="43">
                  <c:v>74.625803000000005</c:v>
                </c:pt>
                <c:pt idx="44">
                  <c:v>73.416428999999994</c:v>
                </c:pt>
                <c:pt idx="45">
                  <c:v>72.291354999999996</c:v>
                </c:pt>
                <c:pt idx="46">
                  <c:v>72.069028000000003</c:v>
                </c:pt>
                <c:pt idx="47">
                  <c:v>71.664580999999998</c:v>
                </c:pt>
                <c:pt idx="48">
                  <c:v>72.063252000000006</c:v>
                </c:pt>
                <c:pt idx="49">
                  <c:v>71.477879999999999</c:v>
                </c:pt>
                <c:pt idx="50">
                  <c:v>70.884444000000002</c:v>
                </c:pt>
                <c:pt idx="51">
                  <c:v>70.204864999999998</c:v>
                </c:pt>
                <c:pt idx="52">
                  <c:v>70.161147</c:v>
                </c:pt>
                <c:pt idx="53">
                  <c:v>70.090821000000005</c:v>
                </c:pt>
                <c:pt idx="54">
                  <c:v>69.426186000000001</c:v>
                </c:pt>
                <c:pt idx="55">
                  <c:v>68.830291000000003</c:v>
                </c:pt>
                <c:pt idx="56">
                  <c:v>68.830291000000003</c:v>
                </c:pt>
                <c:pt idx="57">
                  <c:v>68.308014</c:v>
                </c:pt>
                <c:pt idx="58">
                  <c:v>68.308014</c:v>
                </c:pt>
                <c:pt idx="59">
                  <c:v>67.825834999999998</c:v>
                </c:pt>
                <c:pt idx="60">
                  <c:v>67.495467000000005</c:v>
                </c:pt>
                <c:pt idx="61">
                  <c:v>66.375174999999999</c:v>
                </c:pt>
                <c:pt idx="62">
                  <c:v>65.129670000000004</c:v>
                </c:pt>
                <c:pt idx="63">
                  <c:v>64.131940999999998</c:v>
                </c:pt>
                <c:pt idx="64">
                  <c:v>64.048466000000005</c:v>
                </c:pt>
                <c:pt idx="65">
                  <c:v>63.522150000000003</c:v>
                </c:pt>
                <c:pt idx="66">
                  <c:v>62.995834000000002</c:v>
                </c:pt>
                <c:pt idx="67">
                  <c:v>62.469517000000003</c:v>
                </c:pt>
                <c:pt idx="68">
                  <c:v>62.083551999999997</c:v>
                </c:pt>
                <c:pt idx="69">
                  <c:v>61.350949999999997</c:v>
                </c:pt>
                <c:pt idx="70">
                  <c:v>60.182574000000002</c:v>
                </c:pt>
                <c:pt idx="71">
                  <c:v>59.446599999999997</c:v>
                </c:pt>
                <c:pt idx="72">
                  <c:v>58.884936000000003</c:v>
                </c:pt>
                <c:pt idx="73">
                  <c:v>57.976641999999998</c:v>
                </c:pt>
                <c:pt idx="74">
                  <c:v>56.752386000000001</c:v>
                </c:pt>
                <c:pt idx="75">
                  <c:v>55.892926000000003</c:v>
                </c:pt>
                <c:pt idx="76">
                  <c:v>55.437682000000002</c:v>
                </c:pt>
                <c:pt idx="77">
                  <c:v>54.382930000000002</c:v>
                </c:pt>
                <c:pt idx="78">
                  <c:v>53.507351999999997</c:v>
                </c:pt>
                <c:pt idx="79">
                  <c:v>53.277794999999998</c:v>
                </c:pt>
                <c:pt idx="80">
                  <c:v>53.146135000000001</c:v>
                </c:pt>
                <c:pt idx="81">
                  <c:v>52.620353000000001</c:v>
                </c:pt>
                <c:pt idx="82">
                  <c:v>52.217979999999997</c:v>
                </c:pt>
                <c:pt idx="83">
                  <c:v>51.892305</c:v>
                </c:pt>
                <c:pt idx="84">
                  <c:v>50.874690000000001</c:v>
                </c:pt>
                <c:pt idx="85">
                  <c:v>49.683379000000002</c:v>
                </c:pt>
                <c:pt idx="86">
                  <c:v>48.772120000000001</c:v>
                </c:pt>
                <c:pt idx="87">
                  <c:v>47.585746999999998</c:v>
                </c:pt>
                <c:pt idx="88">
                  <c:v>46.924073999999997</c:v>
                </c:pt>
                <c:pt idx="89">
                  <c:v>49.121355000000001</c:v>
                </c:pt>
                <c:pt idx="90">
                  <c:v>49.123137</c:v>
                </c:pt>
                <c:pt idx="91">
                  <c:v>51.256286000000003</c:v>
                </c:pt>
                <c:pt idx="92">
                  <c:v>57.867846</c:v>
                </c:pt>
                <c:pt idx="93">
                  <c:v>64.675171000000006</c:v>
                </c:pt>
                <c:pt idx="94">
                  <c:v>71.435744</c:v>
                </c:pt>
                <c:pt idx="95">
                  <c:v>75.609376999999995</c:v>
                </c:pt>
                <c:pt idx="96">
                  <c:v>75.609376999999995</c:v>
                </c:pt>
                <c:pt idx="97">
                  <c:v>77.209029999999998</c:v>
                </c:pt>
                <c:pt idx="98">
                  <c:v>79.514587000000006</c:v>
                </c:pt>
                <c:pt idx="99">
                  <c:v>83.703205999999994</c:v>
                </c:pt>
                <c:pt idx="100">
                  <c:v>83.703205999999994</c:v>
                </c:pt>
                <c:pt idx="101">
                  <c:v>84.577871999999999</c:v>
                </c:pt>
                <c:pt idx="102">
                  <c:v>85.870153999999999</c:v>
                </c:pt>
                <c:pt idx="103">
                  <c:v>85.870153999999999</c:v>
                </c:pt>
                <c:pt idx="104">
                  <c:v>85.870153999999999</c:v>
                </c:pt>
                <c:pt idx="105">
                  <c:v>85.870153999999999</c:v>
                </c:pt>
                <c:pt idx="106">
                  <c:v>86.786859000000007</c:v>
                </c:pt>
                <c:pt idx="107">
                  <c:v>86.846980000000002</c:v>
                </c:pt>
                <c:pt idx="108">
                  <c:v>88.549919000000003</c:v>
                </c:pt>
                <c:pt idx="109">
                  <c:v>89.538193000000007</c:v>
                </c:pt>
                <c:pt idx="110">
                  <c:v>89.538193000000007</c:v>
                </c:pt>
                <c:pt idx="111">
                  <c:v>89.538193000000007</c:v>
                </c:pt>
                <c:pt idx="112">
                  <c:v>89.538193000000007</c:v>
                </c:pt>
                <c:pt idx="113">
                  <c:v>89.999964000000006</c:v>
                </c:pt>
                <c:pt idx="114">
                  <c:v>89.999964000000006</c:v>
                </c:pt>
                <c:pt idx="115">
                  <c:v>89.999967999999996</c:v>
                </c:pt>
                <c:pt idx="116">
                  <c:v>89.999983999999998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87.869521000000006</c:v>
                </c:pt>
                <c:pt idx="124">
                  <c:v>87.188522000000006</c:v>
                </c:pt>
                <c:pt idx="125">
                  <c:v>86.473376000000002</c:v>
                </c:pt>
                <c:pt idx="126">
                  <c:v>84.784813999999997</c:v>
                </c:pt>
                <c:pt idx="127">
                  <c:v>83.894940000000005</c:v>
                </c:pt>
                <c:pt idx="128">
                  <c:v>82.923288999999997</c:v>
                </c:pt>
                <c:pt idx="129">
                  <c:v>81.875107999999997</c:v>
                </c:pt>
                <c:pt idx="130">
                  <c:v>81.746736999999996</c:v>
                </c:pt>
                <c:pt idx="131">
                  <c:v>80.851870000000005</c:v>
                </c:pt>
                <c:pt idx="132">
                  <c:v>79.820531000000003</c:v>
                </c:pt>
                <c:pt idx="133">
                  <c:v>79.462857999999997</c:v>
                </c:pt>
                <c:pt idx="134">
                  <c:v>79.120441999999997</c:v>
                </c:pt>
                <c:pt idx="135">
                  <c:v>78.591881999999998</c:v>
                </c:pt>
                <c:pt idx="136">
                  <c:v>77.549786999999995</c:v>
                </c:pt>
                <c:pt idx="137">
                  <c:v>76.917572000000007</c:v>
                </c:pt>
                <c:pt idx="138">
                  <c:v>76.749902000000006</c:v>
                </c:pt>
                <c:pt idx="139">
                  <c:v>76.224120999999997</c:v>
                </c:pt>
                <c:pt idx="140">
                  <c:v>76.145973999999995</c:v>
                </c:pt>
                <c:pt idx="141">
                  <c:v>75.711689000000007</c:v>
                </c:pt>
                <c:pt idx="142">
                  <c:v>75.234483999999995</c:v>
                </c:pt>
                <c:pt idx="143">
                  <c:v>74.378696000000005</c:v>
                </c:pt>
                <c:pt idx="144">
                  <c:v>73.210318999999998</c:v>
                </c:pt>
                <c:pt idx="145">
                  <c:v>72.459764000000007</c:v>
                </c:pt>
                <c:pt idx="146">
                  <c:v>71.487634999999997</c:v>
                </c:pt>
                <c:pt idx="147">
                  <c:v>70.909729999999996</c:v>
                </c:pt>
                <c:pt idx="148">
                  <c:v>70.353622000000001</c:v>
                </c:pt>
                <c:pt idx="149">
                  <c:v>70.208569999999995</c:v>
                </c:pt>
                <c:pt idx="150">
                  <c:v>69.251537999999996</c:v>
                </c:pt>
                <c:pt idx="151">
                  <c:v>68.523506999999995</c:v>
                </c:pt>
                <c:pt idx="152">
                  <c:v>67.446561000000003</c:v>
                </c:pt>
                <c:pt idx="153">
                  <c:v>66.710842999999997</c:v>
                </c:pt>
                <c:pt idx="154">
                  <c:v>66.136015999999998</c:v>
                </c:pt>
                <c:pt idx="155">
                  <c:v>65.509951000000001</c:v>
                </c:pt>
                <c:pt idx="156">
                  <c:v>64.883886000000004</c:v>
                </c:pt>
                <c:pt idx="157">
                  <c:v>64.675197999999995</c:v>
                </c:pt>
                <c:pt idx="158">
                  <c:v>64.128005000000002</c:v>
                </c:pt>
                <c:pt idx="159">
                  <c:v>64.013378000000003</c:v>
                </c:pt>
                <c:pt idx="160">
                  <c:v>63.195225000000001</c:v>
                </c:pt>
                <c:pt idx="161">
                  <c:v>62.121715999999999</c:v>
                </c:pt>
                <c:pt idx="162">
                  <c:v>61.272221999999999</c:v>
                </c:pt>
                <c:pt idx="163">
                  <c:v>60.223094000000003</c:v>
                </c:pt>
                <c:pt idx="164">
                  <c:v>59.951366</c:v>
                </c:pt>
                <c:pt idx="165">
                  <c:v>58.900210000000001</c:v>
                </c:pt>
                <c:pt idx="166">
                  <c:v>57.880440999999998</c:v>
                </c:pt>
                <c:pt idx="167">
                  <c:v>56.771872000000002</c:v>
                </c:pt>
                <c:pt idx="168">
                  <c:v>56.576504</c:v>
                </c:pt>
                <c:pt idx="169">
                  <c:v>56.102269</c:v>
                </c:pt>
                <c:pt idx="170">
                  <c:v>55.555076</c:v>
                </c:pt>
                <c:pt idx="171">
                  <c:v>55.007882000000002</c:v>
                </c:pt>
                <c:pt idx="172">
                  <c:v>54.716045999999999</c:v>
                </c:pt>
                <c:pt idx="173">
                  <c:v>54.667718000000001</c:v>
                </c:pt>
                <c:pt idx="174">
                  <c:v>53.942801000000003</c:v>
                </c:pt>
                <c:pt idx="175">
                  <c:v>53.217883999999998</c:v>
                </c:pt>
                <c:pt idx="176">
                  <c:v>54.618113999999998</c:v>
                </c:pt>
                <c:pt idx="177">
                  <c:v>55.198225000000001</c:v>
                </c:pt>
                <c:pt idx="178">
                  <c:v>54.843851999999998</c:v>
                </c:pt>
                <c:pt idx="179">
                  <c:v>54.179402000000003</c:v>
                </c:pt>
                <c:pt idx="180">
                  <c:v>53.514952999999998</c:v>
                </c:pt>
                <c:pt idx="181">
                  <c:v>53.337766999999999</c:v>
                </c:pt>
                <c:pt idx="182">
                  <c:v>53.883904000000001</c:v>
                </c:pt>
                <c:pt idx="183">
                  <c:v>56.405619999999999</c:v>
                </c:pt>
                <c:pt idx="184">
                  <c:v>58.018853</c:v>
                </c:pt>
                <c:pt idx="185">
                  <c:v>58.619272000000002</c:v>
                </c:pt>
                <c:pt idx="186">
                  <c:v>63.421733000000003</c:v>
                </c:pt>
                <c:pt idx="187">
                  <c:v>67.070111999999995</c:v>
                </c:pt>
                <c:pt idx="188">
                  <c:v>70.222309999999993</c:v>
                </c:pt>
                <c:pt idx="189">
                  <c:v>75.895081000000005</c:v>
                </c:pt>
                <c:pt idx="190">
                  <c:v>79.162021999999993</c:v>
                </c:pt>
                <c:pt idx="191">
                  <c:v>79.162021999999993</c:v>
                </c:pt>
                <c:pt idx="192">
                  <c:v>79.162021999999993</c:v>
                </c:pt>
                <c:pt idx="193">
                  <c:v>80.515502999999995</c:v>
                </c:pt>
                <c:pt idx="194">
                  <c:v>80.515502999999995</c:v>
                </c:pt>
                <c:pt idx="195">
                  <c:v>80.515502999999995</c:v>
                </c:pt>
                <c:pt idx="196">
                  <c:v>82.784611999999996</c:v>
                </c:pt>
                <c:pt idx="197">
                  <c:v>82.784611999999996</c:v>
                </c:pt>
                <c:pt idx="198">
                  <c:v>82.784611999999996</c:v>
                </c:pt>
                <c:pt idx="199">
                  <c:v>82.784611999999996</c:v>
                </c:pt>
                <c:pt idx="200">
                  <c:v>82.784611999999996</c:v>
                </c:pt>
                <c:pt idx="201">
                  <c:v>84.538169999999994</c:v>
                </c:pt>
                <c:pt idx="202">
                  <c:v>84.999960999999999</c:v>
                </c:pt>
                <c:pt idx="203">
                  <c:v>84.999964000000006</c:v>
                </c:pt>
                <c:pt idx="204">
                  <c:v>87.269096000000005</c:v>
                </c:pt>
                <c:pt idx="205">
                  <c:v>87.269096000000005</c:v>
                </c:pt>
                <c:pt idx="206">
                  <c:v>88.185379999999995</c:v>
                </c:pt>
                <c:pt idx="207">
                  <c:v>88.185379999999995</c:v>
                </c:pt>
                <c:pt idx="208">
                  <c:v>88.185379999999995</c:v>
                </c:pt>
                <c:pt idx="209">
                  <c:v>88.185379999999995</c:v>
                </c:pt>
                <c:pt idx="210">
                  <c:v>89.538201000000001</c:v>
                </c:pt>
                <c:pt idx="211">
                  <c:v>89.538201000000001</c:v>
                </c:pt>
                <c:pt idx="212">
                  <c:v>89.538201000000001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88.233379999999997</c:v>
                </c:pt>
                <c:pt idx="220">
                  <c:v>87.188522000000006</c:v>
                </c:pt>
                <c:pt idx="221">
                  <c:v>86.382688999999999</c:v>
                </c:pt>
                <c:pt idx="222">
                  <c:v>85.295745999999994</c:v>
                </c:pt>
                <c:pt idx="223">
                  <c:v>84.094719999999995</c:v>
                </c:pt>
                <c:pt idx="224">
                  <c:v>83.014011999999994</c:v>
                </c:pt>
                <c:pt idx="225">
                  <c:v>82.094935000000007</c:v>
                </c:pt>
                <c:pt idx="226">
                  <c:v>81.774096999999998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79.682540000000003</c:v>
                </c:pt>
                <c:pt idx="230">
                  <c:v>79.320787999999993</c:v>
                </c:pt>
                <c:pt idx="231">
                  <c:v>78.529188000000005</c:v>
                </c:pt>
                <c:pt idx="232">
                  <c:v>77.632969000000003</c:v>
                </c:pt>
                <c:pt idx="233">
                  <c:v>77.092834999999994</c:v>
                </c:pt>
                <c:pt idx="234">
                  <c:v>76.925165000000007</c:v>
                </c:pt>
                <c:pt idx="235">
                  <c:v>76.517560000000003</c:v>
                </c:pt>
                <c:pt idx="236">
                  <c:v>75.906463000000002</c:v>
                </c:pt>
                <c:pt idx="237">
                  <c:v>75.077691000000002</c:v>
                </c:pt>
                <c:pt idx="238">
                  <c:v>74.070042999999998</c:v>
                </c:pt>
                <c:pt idx="239">
                  <c:v>73.210425000000001</c:v>
                </c:pt>
                <c:pt idx="240">
                  <c:v>72.264396000000005</c:v>
                </c:pt>
                <c:pt idx="241">
                  <c:v>72.069028000000003</c:v>
                </c:pt>
                <c:pt idx="242">
                  <c:v>71.538095999999996</c:v>
                </c:pt>
                <c:pt idx="243">
                  <c:v>70.955821999999998</c:v>
                </c:pt>
                <c:pt idx="244">
                  <c:v>70.373548</c:v>
                </c:pt>
                <c:pt idx="245">
                  <c:v>70.239278999999996</c:v>
                </c:pt>
                <c:pt idx="246">
                  <c:v>69.657886000000005</c:v>
                </c:pt>
                <c:pt idx="247">
                  <c:v>69.076492999999999</c:v>
                </c:pt>
                <c:pt idx="248">
                  <c:v>68.495099999999994</c:v>
                </c:pt>
                <c:pt idx="249">
                  <c:v>68.378821000000002</c:v>
                </c:pt>
                <c:pt idx="250">
                  <c:v>68.189004999999995</c:v>
                </c:pt>
                <c:pt idx="251">
                  <c:v>68.294786999999999</c:v>
                </c:pt>
                <c:pt idx="252">
                  <c:v>67.544881000000004</c:v>
                </c:pt>
                <c:pt idx="253">
                  <c:v>66.407380000000003</c:v>
                </c:pt>
                <c:pt idx="254">
                  <c:v>65.714765999999997</c:v>
                </c:pt>
                <c:pt idx="255">
                  <c:v>64.745073000000005</c:v>
                </c:pt>
                <c:pt idx="256">
                  <c:v>64.311937999999998</c:v>
                </c:pt>
                <c:pt idx="257">
                  <c:v>63.413082000000003</c:v>
                </c:pt>
                <c:pt idx="258">
                  <c:v>62.354120999999999</c:v>
                </c:pt>
                <c:pt idx="259">
                  <c:v>61.465409000000001</c:v>
                </c:pt>
                <c:pt idx="260">
                  <c:v>60.906858999999997</c:v>
                </c:pt>
                <c:pt idx="261">
                  <c:v>60.552219999999998</c:v>
                </c:pt>
                <c:pt idx="262">
                  <c:v>60.005026000000001</c:v>
                </c:pt>
                <c:pt idx="263">
                  <c:v>59.457833000000001</c:v>
                </c:pt>
                <c:pt idx="264">
                  <c:v>59.020077999999998</c:v>
                </c:pt>
                <c:pt idx="265">
                  <c:v>59.020077999999998</c:v>
                </c:pt>
                <c:pt idx="266">
                  <c:v>58.017885</c:v>
                </c:pt>
                <c:pt idx="267">
                  <c:v>57.163612999999998</c:v>
                </c:pt>
                <c:pt idx="268">
                  <c:v>56.306972999999999</c:v>
                </c:pt>
                <c:pt idx="269">
                  <c:v>55.375633000000001</c:v>
                </c:pt>
                <c:pt idx="270">
                  <c:v>54.080291000000003</c:v>
                </c:pt>
                <c:pt idx="271">
                  <c:v>53.244062</c:v>
                </c:pt>
                <c:pt idx="272">
                  <c:v>52.419843999999998</c:v>
                </c:pt>
                <c:pt idx="273">
                  <c:v>51.267958999999998</c:v>
                </c:pt>
                <c:pt idx="274">
                  <c:v>51.417337000000003</c:v>
                </c:pt>
                <c:pt idx="275">
                  <c:v>50.892634999999999</c:v>
                </c:pt>
                <c:pt idx="276">
                  <c:v>50.105581999999998</c:v>
                </c:pt>
                <c:pt idx="277">
                  <c:v>48.916884000000003</c:v>
                </c:pt>
                <c:pt idx="278">
                  <c:v>48.150734999999997</c:v>
                </c:pt>
                <c:pt idx="279">
                  <c:v>46.068311999999999</c:v>
                </c:pt>
                <c:pt idx="280">
                  <c:v>46.068311999999999</c:v>
                </c:pt>
                <c:pt idx="281">
                  <c:v>46.765763999999997</c:v>
                </c:pt>
                <c:pt idx="282">
                  <c:v>52.438535000000002</c:v>
                </c:pt>
                <c:pt idx="283">
                  <c:v>59.24586</c:v>
                </c:pt>
                <c:pt idx="284">
                  <c:v>66.053184999999999</c:v>
                </c:pt>
                <c:pt idx="285">
                  <c:v>71.725954999999999</c:v>
                </c:pt>
                <c:pt idx="286">
                  <c:v>73.406631000000004</c:v>
                </c:pt>
                <c:pt idx="287">
                  <c:v>73.875471000000005</c:v>
                </c:pt>
                <c:pt idx="288">
                  <c:v>75.659220000000005</c:v>
                </c:pt>
                <c:pt idx="289">
                  <c:v>76.144578999999993</c:v>
                </c:pt>
                <c:pt idx="290">
                  <c:v>79.548242000000002</c:v>
                </c:pt>
                <c:pt idx="291">
                  <c:v>79.999983999999998</c:v>
                </c:pt>
                <c:pt idx="292">
                  <c:v>79.999988000000002</c:v>
                </c:pt>
                <c:pt idx="293">
                  <c:v>81.209090000000003</c:v>
                </c:pt>
                <c:pt idx="294">
                  <c:v>82.564695999999998</c:v>
                </c:pt>
                <c:pt idx="295">
                  <c:v>83.948697999999993</c:v>
                </c:pt>
                <c:pt idx="296">
                  <c:v>84.999983999999998</c:v>
                </c:pt>
                <c:pt idx="297">
                  <c:v>84.999983999999998</c:v>
                </c:pt>
                <c:pt idx="298">
                  <c:v>87.086842000000004</c:v>
                </c:pt>
                <c:pt idx="299">
                  <c:v>87.759640000000005</c:v>
                </c:pt>
                <c:pt idx="300">
                  <c:v>87.759640000000005</c:v>
                </c:pt>
                <c:pt idx="301">
                  <c:v>88.442456000000007</c:v>
                </c:pt>
                <c:pt idx="302">
                  <c:v>88.772792999999993</c:v>
                </c:pt>
                <c:pt idx="303">
                  <c:v>89.355958000000001</c:v>
                </c:pt>
                <c:pt idx="304">
                  <c:v>89.999967999999996</c:v>
                </c:pt>
                <c:pt idx="305">
                  <c:v>89.999967999999996</c:v>
                </c:pt>
                <c:pt idx="306">
                  <c:v>89.999967999999996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89.559935999999993</c:v>
                </c:pt>
                <c:pt idx="315">
                  <c:v>87.869521000000006</c:v>
                </c:pt>
                <c:pt idx="316">
                  <c:v>87.147705999999999</c:v>
                </c:pt>
                <c:pt idx="317">
                  <c:v>86.382688999999999</c:v>
                </c:pt>
                <c:pt idx="318">
                  <c:v>84.784813999999997</c:v>
                </c:pt>
                <c:pt idx="319">
                  <c:v>83.587637999999998</c:v>
                </c:pt>
                <c:pt idx="320">
                  <c:v>82.923288999999997</c:v>
                </c:pt>
                <c:pt idx="321">
                  <c:v>82.123036999999997</c:v>
                </c:pt>
                <c:pt idx="322">
                  <c:v>81.834663000000006</c:v>
                </c:pt>
                <c:pt idx="323">
                  <c:v>81.171577999999997</c:v>
                </c:pt>
                <c:pt idx="324">
                  <c:v>80.042518000000001</c:v>
                </c:pt>
                <c:pt idx="325">
                  <c:v>79.682540000000003</c:v>
                </c:pt>
                <c:pt idx="326">
                  <c:v>79.057833000000002</c:v>
                </c:pt>
                <c:pt idx="327">
                  <c:v>78.095112</c:v>
                </c:pt>
                <c:pt idx="328">
                  <c:v>77.433643000000004</c:v>
                </c:pt>
                <c:pt idx="329">
                  <c:v>77.020515000000003</c:v>
                </c:pt>
                <c:pt idx="330">
                  <c:v>76.826424000000003</c:v>
                </c:pt>
                <c:pt idx="331">
                  <c:v>75.880146999999994</c:v>
                </c:pt>
                <c:pt idx="332">
                  <c:v>74.691202000000004</c:v>
                </c:pt>
                <c:pt idx="333">
                  <c:v>73.502257999999998</c:v>
                </c:pt>
                <c:pt idx="334">
                  <c:v>73.010110999999995</c:v>
                </c:pt>
                <c:pt idx="335">
                  <c:v>72.540118000000007</c:v>
                </c:pt>
                <c:pt idx="336">
                  <c:v>72.180192000000005</c:v>
                </c:pt>
                <c:pt idx="337">
                  <c:v>72.069028000000003</c:v>
                </c:pt>
                <c:pt idx="338">
                  <c:v>71.986101000000005</c:v>
                </c:pt>
                <c:pt idx="339">
                  <c:v>71.403827000000007</c:v>
                </c:pt>
                <c:pt idx="340">
                  <c:v>70.627754999999993</c:v>
                </c:pt>
                <c:pt idx="341">
                  <c:v>69.915558000000004</c:v>
                </c:pt>
                <c:pt idx="342">
                  <c:v>69.334164999999999</c:v>
                </c:pt>
                <c:pt idx="343">
                  <c:v>68.830291000000003</c:v>
                </c:pt>
                <c:pt idx="344">
                  <c:v>68.636493000000002</c:v>
                </c:pt>
                <c:pt idx="345">
                  <c:v>67.637805</c:v>
                </c:pt>
                <c:pt idx="346">
                  <c:v>67.056410999999997</c:v>
                </c:pt>
                <c:pt idx="347">
                  <c:v>66.552537000000001</c:v>
                </c:pt>
                <c:pt idx="348">
                  <c:v>66.176817</c:v>
                </c:pt>
                <c:pt idx="349">
                  <c:v>65.049901000000006</c:v>
                </c:pt>
                <c:pt idx="350">
                  <c:v>64.006459000000007</c:v>
                </c:pt>
                <c:pt idx="351">
                  <c:v>63.605538000000003</c:v>
                </c:pt>
                <c:pt idx="352">
                  <c:v>62.766508000000002</c:v>
                </c:pt>
                <c:pt idx="353">
                  <c:v>62.012999000000001</c:v>
                </c:pt>
                <c:pt idx="354">
                  <c:v>61.611724000000002</c:v>
                </c:pt>
                <c:pt idx="355">
                  <c:v>61.611724000000002</c:v>
                </c:pt>
                <c:pt idx="356">
                  <c:v>60.59046</c:v>
                </c:pt>
                <c:pt idx="357">
                  <c:v>59.457163000000001</c:v>
                </c:pt>
                <c:pt idx="358">
                  <c:v>58.323866000000002</c:v>
                </c:pt>
                <c:pt idx="359">
                  <c:v>57.914808999999998</c:v>
                </c:pt>
                <c:pt idx="360">
                  <c:v>57.614424999999997</c:v>
                </c:pt>
                <c:pt idx="361">
                  <c:v>57.018225999999999</c:v>
                </c:pt>
                <c:pt idx="362">
                  <c:v>55.905807000000003</c:v>
                </c:pt>
                <c:pt idx="363">
                  <c:v>55.323689000000002</c:v>
                </c:pt>
                <c:pt idx="364">
                  <c:v>55.086184000000003</c:v>
                </c:pt>
                <c:pt idx="365">
                  <c:v>54.492421</c:v>
                </c:pt>
                <c:pt idx="366">
                  <c:v>53.898657</c:v>
                </c:pt>
                <c:pt idx="367">
                  <c:v>53.463231</c:v>
                </c:pt>
                <c:pt idx="368">
                  <c:v>52.573858000000001</c:v>
                </c:pt>
                <c:pt idx="369">
                  <c:v>51.734552999999998</c:v>
                </c:pt>
                <c:pt idx="370">
                  <c:v>50.947499999999998</c:v>
                </c:pt>
                <c:pt idx="371">
                  <c:v>49.091495000000002</c:v>
                </c:pt>
                <c:pt idx="372">
                  <c:v>48.655535999999998</c:v>
                </c:pt>
                <c:pt idx="373">
                  <c:v>48.655535999999998</c:v>
                </c:pt>
                <c:pt idx="374">
                  <c:v>49.015695999999998</c:v>
                </c:pt>
                <c:pt idx="375">
                  <c:v>52.419359</c:v>
                </c:pt>
                <c:pt idx="376">
                  <c:v>53.317079</c:v>
                </c:pt>
                <c:pt idx="377">
                  <c:v>52.512870999999997</c:v>
                </c:pt>
                <c:pt idx="378">
                  <c:v>51.582448999999997</c:v>
                </c:pt>
                <c:pt idx="379">
                  <c:v>51.389854999999997</c:v>
                </c:pt>
                <c:pt idx="380">
                  <c:v>54.276179999999997</c:v>
                </c:pt>
                <c:pt idx="381">
                  <c:v>61.028261999999998</c:v>
                </c:pt>
                <c:pt idx="382">
                  <c:v>63.297373999999998</c:v>
                </c:pt>
                <c:pt idx="383">
                  <c:v>65.566481999999993</c:v>
                </c:pt>
                <c:pt idx="384">
                  <c:v>66.701036000000002</c:v>
                </c:pt>
                <c:pt idx="385">
                  <c:v>66.701036000000002</c:v>
                </c:pt>
                <c:pt idx="386">
                  <c:v>66.701036000000002</c:v>
                </c:pt>
                <c:pt idx="387">
                  <c:v>66.701036000000002</c:v>
                </c:pt>
                <c:pt idx="388">
                  <c:v>66.701040000000006</c:v>
                </c:pt>
                <c:pt idx="389">
                  <c:v>70.712362999999996</c:v>
                </c:pt>
                <c:pt idx="390">
                  <c:v>71.632338000000004</c:v>
                </c:pt>
                <c:pt idx="391">
                  <c:v>71.632338000000004</c:v>
                </c:pt>
                <c:pt idx="392">
                  <c:v>71.632338000000004</c:v>
                </c:pt>
                <c:pt idx="393">
                  <c:v>72.617076999999995</c:v>
                </c:pt>
                <c:pt idx="394">
                  <c:v>74.044967999999997</c:v>
                </c:pt>
                <c:pt idx="395">
                  <c:v>74.801345999999995</c:v>
                </c:pt>
                <c:pt idx="396">
                  <c:v>74.801345999999995</c:v>
                </c:pt>
                <c:pt idx="397">
                  <c:v>78.192648000000005</c:v>
                </c:pt>
                <c:pt idx="398">
                  <c:v>79.327194000000006</c:v>
                </c:pt>
                <c:pt idx="399">
                  <c:v>80.923567000000006</c:v>
                </c:pt>
                <c:pt idx="400">
                  <c:v>83.192674999999994</c:v>
                </c:pt>
                <c:pt idx="401">
                  <c:v>83.192674999999994</c:v>
                </c:pt>
                <c:pt idx="402">
                  <c:v>83.192683000000002</c:v>
                </c:pt>
                <c:pt idx="403">
                  <c:v>85.461791000000005</c:v>
                </c:pt>
                <c:pt idx="404">
                  <c:v>88.865430000000003</c:v>
                </c:pt>
                <c:pt idx="405">
                  <c:v>89.999967999999996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88.083554000000007</c:v>
                </c:pt>
                <c:pt idx="412">
                  <c:v>87.188522000000006</c:v>
                </c:pt>
                <c:pt idx="413">
                  <c:v>86.382688999999999</c:v>
                </c:pt>
                <c:pt idx="414">
                  <c:v>85.107816999999997</c:v>
                </c:pt>
                <c:pt idx="415">
                  <c:v>83.880285000000001</c:v>
                </c:pt>
                <c:pt idx="416">
                  <c:v>83.031316000000004</c:v>
                </c:pt>
                <c:pt idx="417">
                  <c:v>82.205887000000004</c:v>
                </c:pt>
                <c:pt idx="418">
                  <c:v>81.793847</c:v>
                </c:pt>
                <c:pt idx="419">
                  <c:v>81.171577999999997</c:v>
                </c:pt>
                <c:pt idx="420">
                  <c:v>80.042518000000001</c:v>
                </c:pt>
                <c:pt idx="421">
                  <c:v>79.682540000000003</c:v>
                </c:pt>
                <c:pt idx="422">
                  <c:v>78.871814000000001</c:v>
                </c:pt>
                <c:pt idx="423">
                  <c:v>78.095112</c:v>
                </c:pt>
                <c:pt idx="424">
                  <c:v>77.329612999999995</c:v>
                </c:pt>
                <c:pt idx="425">
                  <c:v>76.651708999999997</c:v>
                </c:pt>
                <c:pt idx="426">
                  <c:v>75.933874000000003</c:v>
                </c:pt>
                <c:pt idx="427">
                  <c:v>75.155061000000003</c:v>
                </c:pt>
                <c:pt idx="428">
                  <c:v>74.645563999999993</c:v>
                </c:pt>
                <c:pt idx="429">
                  <c:v>73.452923999999996</c:v>
                </c:pt>
                <c:pt idx="430">
                  <c:v>72.813631999999998</c:v>
                </c:pt>
                <c:pt idx="431">
                  <c:v>72.540118000000007</c:v>
                </c:pt>
                <c:pt idx="432">
                  <c:v>72.180192000000005</c:v>
                </c:pt>
                <c:pt idx="433">
                  <c:v>72.069028000000003</c:v>
                </c:pt>
                <c:pt idx="434">
                  <c:v>71.986101000000005</c:v>
                </c:pt>
                <c:pt idx="435">
                  <c:v>71.263610999999997</c:v>
                </c:pt>
                <c:pt idx="436">
                  <c:v>70.682218000000006</c:v>
                </c:pt>
                <c:pt idx="437">
                  <c:v>70.053730999999999</c:v>
                </c:pt>
                <c:pt idx="438">
                  <c:v>69.662996000000007</c:v>
                </c:pt>
                <c:pt idx="439">
                  <c:v>69.275400000000005</c:v>
                </c:pt>
                <c:pt idx="440">
                  <c:v>68.523872999999995</c:v>
                </c:pt>
                <c:pt idx="441">
                  <c:v>67.967765999999997</c:v>
                </c:pt>
                <c:pt idx="442">
                  <c:v>67.773951999999994</c:v>
                </c:pt>
                <c:pt idx="443">
                  <c:v>67.154511999999997</c:v>
                </c:pt>
                <c:pt idx="444">
                  <c:v>65.968270000000004</c:v>
                </c:pt>
                <c:pt idx="445">
                  <c:v>64.782027999999997</c:v>
                </c:pt>
                <c:pt idx="446">
                  <c:v>64.039787000000004</c:v>
                </c:pt>
                <c:pt idx="447">
                  <c:v>63.374434999999998</c:v>
                </c:pt>
                <c:pt idx="448">
                  <c:v>63.082597999999997</c:v>
                </c:pt>
                <c:pt idx="449">
                  <c:v>62.535404999999997</c:v>
                </c:pt>
                <c:pt idx="450">
                  <c:v>61.988211</c:v>
                </c:pt>
                <c:pt idx="451">
                  <c:v>61.519986000000003</c:v>
                </c:pt>
                <c:pt idx="452">
                  <c:v>61.513976999999997</c:v>
                </c:pt>
                <c:pt idx="453">
                  <c:v>60.812184999999999</c:v>
                </c:pt>
                <c:pt idx="454">
                  <c:v>60.065353000000002</c:v>
                </c:pt>
                <c:pt idx="455">
                  <c:v>59.483078999999996</c:v>
                </c:pt>
                <c:pt idx="456">
                  <c:v>58.939624000000002</c:v>
                </c:pt>
                <c:pt idx="457">
                  <c:v>58.764184999999998</c:v>
                </c:pt>
                <c:pt idx="458">
                  <c:v>58.237869000000003</c:v>
                </c:pt>
                <c:pt idx="459">
                  <c:v>57.711553000000002</c:v>
                </c:pt>
                <c:pt idx="460">
                  <c:v>57.185237000000001</c:v>
                </c:pt>
                <c:pt idx="461">
                  <c:v>56.732042</c:v>
                </c:pt>
                <c:pt idx="462">
                  <c:v>55.688665</c:v>
                </c:pt>
                <c:pt idx="463">
                  <c:v>54.354151999999999</c:v>
                </c:pt>
                <c:pt idx="464">
                  <c:v>53.221862999999999</c:v>
                </c:pt>
                <c:pt idx="465">
                  <c:v>53.050533000000001</c:v>
                </c:pt>
                <c:pt idx="466">
                  <c:v>51.649444000000003</c:v>
                </c:pt>
                <c:pt idx="467">
                  <c:v>50.248356000000001</c:v>
                </c:pt>
                <c:pt idx="468">
                  <c:v>49.371969999999997</c:v>
                </c:pt>
                <c:pt idx="469">
                  <c:v>49.110709999999997</c:v>
                </c:pt>
                <c:pt idx="470">
                  <c:v>47.275257000000003</c:v>
                </c:pt>
                <c:pt idx="471">
                  <c:v>48.955046000000003</c:v>
                </c:pt>
                <c:pt idx="472">
                  <c:v>48.470100000000002</c:v>
                </c:pt>
                <c:pt idx="473">
                  <c:v>47.665892999999997</c:v>
                </c:pt>
                <c:pt idx="474">
                  <c:v>46.332346999999999</c:v>
                </c:pt>
                <c:pt idx="475">
                  <c:v>46.84807</c:v>
                </c:pt>
                <c:pt idx="476">
                  <c:v>48.991529</c:v>
                </c:pt>
                <c:pt idx="477">
                  <c:v>53.802157000000001</c:v>
                </c:pt>
                <c:pt idx="478">
                  <c:v>58.219202000000003</c:v>
                </c:pt>
                <c:pt idx="479">
                  <c:v>60.609482</c:v>
                </c:pt>
                <c:pt idx="480">
                  <c:v>64.013144999999994</c:v>
                </c:pt>
                <c:pt idx="481">
                  <c:v>66.282252999999997</c:v>
                </c:pt>
                <c:pt idx="482">
                  <c:v>67.519873000000004</c:v>
                </c:pt>
                <c:pt idx="483">
                  <c:v>73.192612999999994</c:v>
                </c:pt>
                <c:pt idx="484">
                  <c:v>75.508176000000006</c:v>
                </c:pt>
                <c:pt idx="485">
                  <c:v>75.508179999999996</c:v>
                </c:pt>
                <c:pt idx="486">
                  <c:v>75.878021000000004</c:v>
                </c:pt>
                <c:pt idx="487">
                  <c:v>79.999964000000006</c:v>
                </c:pt>
                <c:pt idx="488">
                  <c:v>80.000004000000004</c:v>
                </c:pt>
                <c:pt idx="489">
                  <c:v>84.538219999999995</c:v>
                </c:pt>
                <c:pt idx="490">
                  <c:v>85.948330999999996</c:v>
                </c:pt>
                <c:pt idx="491">
                  <c:v>86.685912000000002</c:v>
                </c:pt>
                <c:pt idx="492">
                  <c:v>86.685912000000002</c:v>
                </c:pt>
                <c:pt idx="493">
                  <c:v>87.591055999999995</c:v>
                </c:pt>
                <c:pt idx="494">
                  <c:v>89.999960999999999</c:v>
                </c:pt>
                <c:pt idx="495">
                  <c:v>89.999964000000006</c:v>
                </c:pt>
                <c:pt idx="496">
                  <c:v>89.999967999999996</c:v>
                </c:pt>
                <c:pt idx="497">
                  <c:v>89.999967999999996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88.838584999999995</c:v>
                </c:pt>
                <c:pt idx="509">
                  <c:v>87.822233999999995</c:v>
                </c:pt>
                <c:pt idx="510">
                  <c:v>87.551590000000004</c:v>
                </c:pt>
                <c:pt idx="511">
                  <c:v>87.188522000000006</c:v>
                </c:pt>
                <c:pt idx="512">
                  <c:v>87.106891000000005</c:v>
                </c:pt>
                <c:pt idx="513">
                  <c:v>86.228273000000002</c:v>
                </c:pt>
                <c:pt idx="514">
                  <c:v>85.155805999999998</c:v>
                </c:pt>
                <c:pt idx="515">
                  <c:v>84.328654999999998</c:v>
                </c:pt>
                <c:pt idx="516">
                  <c:v>83.910996999999995</c:v>
                </c:pt>
                <c:pt idx="517">
                  <c:v>83.135772000000003</c:v>
                </c:pt>
                <c:pt idx="518">
                  <c:v>83.093457999999998</c:v>
                </c:pt>
                <c:pt idx="519">
                  <c:v>82.157887000000002</c:v>
                </c:pt>
                <c:pt idx="520">
                  <c:v>81.505296999999999</c:v>
                </c:pt>
                <c:pt idx="521">
                  <c:v>81.117704000000003</c:v>
                </c:pt>
                <c:pt idx="522">
                  <c:v>80.594449999999995</c:v>
                </c:pt>
                <c:pt idx="523">
                  <c:v>80.470420000000004</c:v>
                </c:pt>
                <c:pt idx="524">
                  <c:v>79.939614000000006</c:v>
                </c:pt>
                <c:pt idx="525">
                  <c:v>78.747945000000001</c:v>
                </c:pt>
                <c:pt idx="526">
                  <c:v>77.977269000000007</c:v>
                </c:pt>
                <c:pt idx="527">
                  <c:v>76.806179999999998</c:v>
                </c:pt>
                <c:pt idx="528">
                  <c:v>76.192671000000004</c:v>
                </c:pt>
                <c:pt idx="529">
                  <c:v>75.998873000000003</c:v>
                </c:pt>
                <c:pt idx="530">
                  <c:v>75.417479999999998</c:v>
                </c:pt>
                <c:pt idx="531">
                  <c:v>74.836087000000006</c:v>
                </c:pt>
                <c:pt idx="532">
                  <c:v>74.332212999999996</c:v>
                </c:pt>
                <c:pt idx="533">
                  <c:v>74.332212999999996</c:v>
                </c:pt>
                <c:pt idx="534">
                  <c:v>74.332212999999996</c:v>
                </c:pt>
                <c:pt idx="535">
                  <c:v>74.332212999999996</c:v>
                </c:pt>
                <c:pt idx="536">
                  <c:v>74.332212999999996</c:v>
                </c:pt>
                <c:pt idx="537">
                  <c:v>74.332212999999996</c:v>
                </c:pt>
                <c:pt idx="538">
                  <c:v>74.332212999999996</c:v>
                </c:pt>
                <c:pt idx="539">
                  <c:v>74.332212999999996</c:v>
                </c:pt>
                <c:pt idx="540">
                  <c:v>74.332212999999996</c:v>
                </c:pt>
                <c:pt idx="541">
                  <c:v>74.332212999999996</c:v>
                </c:pt>
                <c:pt idx="542">
                  <c:v>74.332212999999996</c:v>
                </c:pt>
                <c:pt idx="543">
                  <c:v>73.975532999999999</c:v>
                </c:pt>
                <c:pt idx="544">
                  <c:v>72.884461999999999</c:v>
                </c:pt>
                <c:pt idx="545">
                  <c:v>71.940307000000004</c:v>
                </c:pt>
                <c:pt idx="546">
                  <c:v>71.400172999999995</c:v>
                </c:pt>
                <c:pt idx="547">
                  <c:v>70.867199999999997</c:v>
                </c:pt>
                <c:pt idx="548">
                  <c:v>70.214061999999998</c:v>
                </c:pt>
                <c:pt idx="549">
                  <c:v>69.199267000000006</c:v>
                </c:pt>
                <c:pt idx="550">
                  <c:v>68.252125000000007</c:v>
                </c:pt>
                <c:pt idx="551">
                  <c:v>67.744726999999997</c:v>
                </c:pt>
                <c:pt idx="552">
                  <c:v>67.165768999999997</c:v>
                </c:pt>
                <c:pt idx="553">
                  <c:v>66.614832000000007</c:v>
                </c:pt>
                <c:pt idx="554">
                  <c:v>65.829453000000001</c:v>
                </c:pt>
                <c:pt idx="555">
                  <c:v>64.986245999999994</c:v>
                </c:pt>
                <c:pt idx="556">
                  <c:v>63.964716000000003</c:v>
                </c:pt>
                <c:pt idx="557">
                  <c:v>62.941144000000001</c:v>
                </c:pt>
                <c:pt idx="558">
                  <c:v>62.306037000000003</c:v>
                </c:pt>
                <c:pt idx="559">
                  <c:v>61.448379000000003</c:v>
                </c:pt>
                <c:pt idx="560">
                  <c:v>60.690491999999999</c:v>
                </c:pt>
                <c:pt idx="561">
                  <c:v>59.423012</c:v>
                </c:pt>
                <c:pt idx="562">
                  <c:v>58.734341000000001</c:v>
                </c:pt>
                <c:pt idx="563">
                  <c:v>58.412961000000003</c:v>
                </c:pt>
                <c:pt idx="564">
                  <c:v>57.881354999999999</c:v>
                </c:pt>
                <c:pt idx="565">
                  <c:v>57.685985000000002</c:v>
                </c:pt>
                <c:pt idx="566">
                  <c:v>58.317427000000002</c:v>
                </c:pt>
                <c:pt idx="567">
                  <c:v>57.956327999999999</c:v>
                </c:pt>
                <c:pt idx="568">
                  <c:v>57.279266999999997</c:v>
                </c:pt>
                <c:pt idx="569">
                  <c:v>56.602207</c:v>
                </c:pt>
                <c:pt idx="570">
                  <c:v>56.376519999999999</c:v>
                </c:pt>
                <c:pt idx="571">
                  <c:v>56.376519999999999</c:v>
                </c:pt>
                <c:pt idx="572">
                  <c:v>55.745764999999999</c:v>
                </c:pt>
                <c:pt idx="573">
                  <c:v>56.614953</c:v>
                </c:pt>
                <c:pt idx="574">
                  <c:v>57.603279000000001</c:v>
                </c:pt>
                <c:pt idx="575">
                  <c:v>60.656762999999998</c:v>
                </c:pt>
                <c:pt idx="576">
                  <c:v>67.464088000000004</c:v>
                </c:pt>
                <c:pt idx="577">
                  <c:v>67.464088000000004</c:v>
                </c:pt>
                <c:pt idx="578">
                  <c:v>68.914202000000003</c:v>
                </c:pt>
                <c:pt idx="579">
                  <c:v>69.328221999999997</c:v>
                </c:pt>
                <c:pt idx="580">
                  <c:v>70.365583000000001</c:v>
                </c:pt>
                <c:pt idx="581">
                  <c:v>70.365587000000005</c:v>
                </c:pt>
                <c:pt idx="582">
                  <c:v>72.058077999999995</c:v>
                </c:pt>
                <c:pt idx="583">
                  <c:v>73.192648000000005</c:v>
                </c:pt>
                <c:pt idx="584">
                  <c:v>75.461755999999994</c:v>
                </c:pt>
                <c:pt idx="585">
                  <c:v>75.923540000000003</c:v>
                </c:pt>
                <c:pt idx="586">
                  <c:v>75.923540000000003</c:v>
                </c:pt>
                <c:pt idx="587">
                  <c:v>75.923551000000003</c:v>
                </c:pt>
                <c:pt idx="588">
                  <c:v>79.327209999999994</c:v>
                </c:pt>
                <c:pt idx="589">
                  <c:v>82.730872000000005</c:v>
                </c:pt>
                <c:pt idx="590">
                  <c:v>84.516458999999998</c:v>
                </c:pt>
                <c:pt idx="591">
                  <c:v>86.785567</c:v>
                </c:pt>
                <c:pt idx="592">
                  <c:v>86.785567</c:v>
                </c:pt>
                <c:pt idx="593">
                  <c:v>87.920124999999999</c:v>
                </c:pt>
                <c:pt idx="594">
                  <c:v>89.516479000000004</c:v>
                </c:pt>
                <c:pt idx="595">
                  <c:v>89.516479000000004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89.061785</c:v>
                </c:pt>
                <c:pt idx="615">
                  <c:v>88.878139000000004</c:v>
                </c:pt>
                <c:pt idx="616">
                  <c:v>88.189468000000005</c:v>
                </c:pt>
                <c:pt idx="617">
                  <c:v>87.500795999999994</c:v>
                </c:pt>
                <c:pt idx="618">
                  <c:v>87.225328000000005</c:v>
                </c:pt>
                <c:pt idx="619">
                  <c:v>87.181031000000004</c:v>
                </c:pt>
                <c:pt idx="620">
                  <c:v>86.516582</c:v>
                </c:pt>
                <c:pt idx="621">
                  <c:v>85.852132999999995</c:v>
                </c:pt>
                <c:pt idx="622">
                  <c:v>85.364869999999996</c:v>
                </c:pt>
                <c:pt idx="623">
                  <c:v>85.364869999999996</c:v>
                </c:pt>
                <c:pt idx="624">
                  <c:v>83.463808</c:v>
                </c:pt>
                <c:pt idx="625">
                  <c:v>82.24512</c:v>
                </c:pt>
                <c:pt idx="626">
                  <c:v>81.026432999999997</c:v>
                </c:pt>
                <c:pt idx="627">
                  <c:v>80.581641000000005</c:v>
                </c:pt>
                <c:pt idx="628">
                  <c:v>80.292236000000003</c:v>
                </c:pt>
                <c:pt idx="629">
                  <c:v>79.221790999999996</c:v>
                </c:pt>
                <c:pt idx="630">
                  <c:v>77.987602999999993</c:v>
                </c:pt>
                <c:pt idx="631">
                  <c:v>77.042818999999994</c:v>
                </c:pt>
                <c:pt idx="632">
                  <c:v>76.639048000000003</c:v>
                </c:pt>
                <c:pt idx="633">
                  <c:v>75.664762999999994</c:v>
                </c:pt>
                <c:pt idx="634">
                  <c:v>74.496386000000001</c:v>
                </c:pt>
                <c:pt idx="635">
                  <c:v>73.367081999999996</c:v>
                </c:pt>
                <c:pt idx="636">
                  <c:v>72.978899999999996</c:v>
                </c:pt>
                <c:pt idx="637">
                  <c:v>72.583057999999994</c:v>
                </c:pt>
                <c:pt idx="638">
                  <c:v>71.771281999999999</c:v>
                </c:pt>
                <c:pt idx="639">
                  <c:v>71.181808000000004</c:v>
                </c:pt>
                <c:pt idx="640">
                  <c:v>70.592333999999994</c:v>
                </c:pt>
                <c:pt idx="641">
                  <c:v>70.356544999999997</c:v>
                </c:pt>
                <c:pt idx="642">
                  <c:v>70.356544999999997</c:v>
                </c:pt>
                <c:pt idx="643">
                  <c:v>69.809515000000005</c:v>
                </c:pt>
                <c:pt idx="644">
                  <c:v>69.223411999999996</c:v>
                </c:pt>
                <c:pt idx="645">
                  <c:v>68.132671000000002</c:v>
                </c:pt>
                <c:pt idx="646">
                  <c:v>67.433177000000001</c:v>
                </c:pt>
                <c:pt idx="647">
                  <c:v>66.685529000000002</c:v>
                </c:pt>
                <c:pt idx="648">
                  <c:v>65.793649000000002</c:v>
                </c:pt>
                <c:pt idx="649">
                  <c:v>65.129830999999996</c:v>
                </c:pt>
                <c:pt idx="650">
                  <c:v>64.020081000000005</c:v>
                </c:pt>
                <c:pt idx="651">
                  <c:v>63.365110000000001</c:v>
                </c:pt>
                <c:pt idx="652">
                  <c:v>62.322690000000001</c:v>
                </c:pt>
                <c:pt idx="653">
                  <c:v>62.178984999999997</c:v>
                </c:pt>
                <c:pt idx="654">
                  <c:v>61.927520000000001</c:v>
                </c:pt>
                <c:pt idx="655">
                  <c:v>61.927520000000001</c:v>
                </c:pt>
                <c:pt idx="656">
                  <c:v>61.927520000000001</c:v>
                </c:pt>
                <c:pt idx="657">
                  <c:v>61.927520000000001</c:v>
                </c:pt>
                <c:pt idx="658">
                  <c:v>61.723213999999999</c:v>
                </c:pt>
                <c:pt idx="659">
                  <c:v>60.957064000000003</c:v>
                </c:pt>
                <c:pt idx="660">
                  <c:v>60.190913999999999</c:v>
                </c:pt>
                <c:pt idx="661">
                  <c:v>62.843508999999997</c:v>
                </c:pt>
                <c:pt idx="662">
                  <c:v>69.650834000000003</c:v>
                </c:pt>
                <c:pt idx="663">
                  <c:v>73.654435000000007</c:v>
                </c:pt>
                <c:pt idx="664">
                  <c:v>78.654459000000003</c:v>
                </c:pt>
                <c:pt idx="665">
                  <c:v>78.654459000000003</c:v>
                </c:pt>
                <c:pt idx="666">
                  <c:v>78.654459000000003</c:v>
                </c:pt>
                <c:pt idx="667">
                  <c:v>78.654459000000003</c:v>
                </c:pt>
                <c:pt idx="668">
                  <c:v>78.654459000000003</c:v>
                </c:pt>
                <c:pt idx="669">
                  <c:v>78.654459000000003</c:v>
                </c:pt>
                <c:pt idx="670">
                  <c:v>78.654459000000003</c:v>
                </c:pt>
                <c:pt idx="671">
                  <c:v>78.654459000000003</c:v>
                </c:pt>
                <c:pt idx="672">
                  <c:v>78.654459000000003</c:v>
                </c:pt>
                <c:pt idx="673">
                  <c:v>78.654459000000003</c:v>
                </c:pt>
                <c:pt idx="674">
                  <c:v>79.327213</c:v>
                </c:pt>
                <c:pt idx="675">
                  <c:v>79.327213</c:v>
                </c:pt>
                <c:pt idx="676">
                  <c:v>79.327213</c:v>
                </c:pt>
                <c:pt idx="677">
                  <c:v>79.327213</c:v>
                </c:pt>
                <c:pt idx="678">
                  <c:v>79.327213</c:v>
                </c:pt>
                <c:pt idx="679">
                  <c:v>79.327213</c:v>
                </c:pt>
                <c:pt idx="680">
                  <c:v>79.327213</c:v>
                </c:pt>
                <c:pt idx="681">
                  <c:v>79.327213</c:v>
                </c:pt>
                <c:pt idx="682">
                  <c:v>79.999967999999996</c:v>
                </c:pt>
                <c:pt idx="683">
                  <c:v>83.403631000000004</c:v>
                </c:pt>
                <c:pt idx="684">
                  <c:v>84.999983999999998</c:v>
                </c:pt>
                <c:pt idx="685">
                  <c:v>84.999983999999998</c:v>
                </c:pt>
                <c:pt idx="686">
                  <c:v>84.999983999999998</c:v>
                </c:pt>
                <c:pt idx="687">
                  <c:v>85.461782999999997</c:v>
                </c:pt>
                <c:pt idx="688">
                  <c:v>87.730891999999997</c:v>
                </c:pt>
                <c:pt idx="689">
                  <c:v>88.865446000000006</c:v>
                </c:pt>
                <c:pt idx="690">
                  <c:v>89.538217000000003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1E2-4847-8678-89C2E3E47CBE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78.201817000000005</c:v>
                </c:pt>
                <c:pt idx="2">
                  <c:v>80</c:v>
                </c:pt>
                <c:pt idx="3">
                  <c:v>83.192674999999994</c:v>
                </c:pt>
                <c:pt idx="4">
                  <c:v>83.192674999999994</c:v>
                </c:pt>
                <c:pt idx="5">
                  <c:v>83.192674999999994</c:v>
                </c:pt>
                <c:pt idx="6">
                  <c:v>85.461782999999997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88.123569000000003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87.106891000000005</c:v>
                </c:pt>
                <c:pt idx="38">
                  <c:v>87.106891000000005</c:v>
                </c:pt>
                <c:pt idx="39">
                  <c:v>87.106891000000005</c:v>
                </c:pt>
                <c:pt idx="40">
                  <c:v>87.106891000000005</c:v>
                </c:pt>
                <c:pt idx="41">
                  <c:v>87.106891000000005</c:v>
                </c:pt>
                <c:pt idx="42">
                  <c:v>87.106891000000005</c:v>
                </c:pt>
                <c:pt idx="43">
                  <c:v>87.106891000000005</c:v>
                </c:pt>
                <c:pt idx="44">
                  <c:v>87.106891000000005</c:v>
                </c:pt>
                <c:pt idx="45">
                  <c:v>87.106891000000005</c:v>
                </c:pt>
                <c:pt idx="46">
                  <c:v>87.106891000000005</c:v>
                </c:pt>
                <c:pt idx="47">
                  <c:v>87.106891000000005</c:v>
                </c:pt>
                <c:pt idx="48">
                  <c:v>87.106891000000005</c:v>
                </c:pt>
                <c:pt idx="49">
                  <c:v>87.106891000000005</c:v>
                </c:pt>
                <c:pt idx="50">
                  <c:v>87.106891000000005</c:v>
                </c:pt>
                <c:pt idx="51">
                  <c:v>87.106891000000005</c:v>
                </c:pt>
                <c:pt idx="52">
                  <c:v>87.106891000000005</c:v>
                </c:pt>
                <c:pt idx="53">
                  <c:v>87.106891000000005</c:v>
                </c:pt>
                <c:pt idx="54">
                  <c:v>87.106891000000005</c:v>
                </c:pt>
                <c:pt idx="55">
                  <c:v>87.106891000000005</c:v>
                </c:pt>
                <c:pt idx="56">
                  <c:v>90</c:v>
                </c:pt>
                <c:pt idx="57">
                  <c:v>90</c:v>
                </c:pt>
                <c:pt idx="58">
                  <c:v>90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87.188522000000006</c:v>
                </c:pt>
                <c:pt idx="137">
                  <c:v>87.188522000000006</c:v>
                </c:pt>
                <c:pt idx="138">
                  <c:v>87.188522000000006</c:v>
                </c:pt>
                <c:pt idx="139">
                  <c:v>87.188522000000006</c:v>
                </c:pt>
                <c:pt idx="140">
                  <c:v>87.188522000000006</c:v>
                </c:pt>
                <c:pt idx="141">
                  <c:v>87.188522000000006</c:v>
                </c:pt>
                <c:pt idx="142">
                  <c:v>87.188522000000006</c:v>
                </c:pt>
                <c:pt idx="143">
                  <c:v>87.730860000000007</c:v>
                </c:pt>
                <c:pt idx="144">
                  <c:v>87.730860000000007</c:v>
                </c:pt>
                <c:pt idx="145">
                  <c:v>87.730860000000007</c:v>
                </c:pt>
                <c:pt idx="146">
                  <c:v>89.999967999999996</c:v>
                </c:pt>
                <c:pt idx="147">
                  <c:v>89.999967999999996</c:v>
                </c:pt>
                <c:pt idx="148">
                  <c:v>90</c:v>
                </c:pt>
                <c:pt idx="149">
                  <c:v>90</c:v>
                </c:pt>
                <c:pt idx="150">
                  <c:v>90</c:v>
                </c:pt>
                <c:pt idx="151">
                  <c:v>90</c:v>
                </c:pt>
                <c:pt idx="152">
                  <c:v>90</c:v>
                </c:pt>
                <c:pt idx="153">
                  <c:v>90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87.914658000000003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87.188522000000006</c:v>
                </c:pt>
                <c:pt idx="235">
                  <c:v>87.188522000000006</c:v>
                </c:pt>
                <c:pt idx="236">
                  <c:v>87.188522000000006</c:v>
                </c:pt>
                <c:pt idx="237">
                  <c:v>87.188522000000006</c:v>
                </c:pt>
                <c:pt idx="238">
                  <c:v>87.188522000000006</c:v>
                </c:pt>
                <c:pt idx="239">
                  <c:v>87.188522000000006</c:v>
                </c:pt>
                <c:pt idx="240">
                  <c:v>90</c:v>
                </c:pt>
                <c:pt idx="241">
                  <c:v>90</c:v>
                </c:pt>
                <c:pt idx="242">
                  <c:v>90</c:v>
                </c:pt>
                <c:pt idx="243">
                  <c:v>90</c:v>
                </c:pt>
                <c:pt idx="244">
                  <c:v>90</c:v>
                </c:pt>
                <c:pt idx="245">
                  <c:v>90</c:v>
                </c:pt>
                <c:pt idx="246">
                  <c:v>90</c:v>
                </c:pt>
                <c:pt idx="247">
                  <c:v>90</c:v>
                </c:pt>
                <c:pt idx="248">
                  <c:v>90</c:v>
                </c:pt>
                <c:pt idx="249">
                  <c:v>90</c:v>
                </c:pt>
                <c:pt idx="250">
                  <c:v>90</c:v>
                </c:pt>
                <c:pt idx="251">
                  <c:v>90</c:v>
                </c:pt>
                <c:pt idx="252">
                  <c:v>90</c:v>
                </c:pt>
                <c:pt idx="253">
                  <c:v>90</c:v>
                </c:pt>
                <c:pt idx="254">
                  <c:v>90</c:v>
                </c:pt>
                <c:pt idx="255">
                  <c:v>90</c:v>
                </c:pt>
                <c:pt idx="256">
                  <c:v>90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88.123569000000003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88.785625999999993</c:v>
                </c:pt>
                <c:pt idx="328">
                  <c:v>90</c:v>
                </c:pt>
                <c:pt idx="329">
                  <c:v>90</c:v>
                </c:pt>
                <c:pt idx="330">
                  <c:v>90</c:v>
                </c:pt>
                <c:pt idx="331">
                  <c:v>90</c:v>
                </c:pt>
                <c:pt idx="332">
                  <c:v>90</c:v>
                </c:pt>
                <c:pt idx="333">
                  <c:v>90</c:v>
                </c:pt>
                <c:pt idx="334">
                  <c:v>90</c:v>
                </c:pt>
                <c:pt idx="335">
                  <c:v>90</c:v>
                </c:pt>
                <c:pt idx="336">
                  <c:v>90</c:v>
                </c:pt>
                <c:pt idx="337">
                  <c:v>90</c:v>
                </c:pt>
                <c:pt idx="338">
                  <c:v>90</c:v>
                </c:pt>
                <c:pt idx="339">
                  <c:v>90</c:v>
                </c:pt>
                <c:pt idx="340">
                  <c:v>90</c:v>
                </c:pt>
                <c:pt idx="341">
                  <c:v>90</c:v>
                </c:pt>
                <c:pt idx="342">
                  <c:v>90</c:v>
                </c:pt>
                <c:pt idx="343">
                  <c:v>90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88.123569000000003</c:v>
                </c:pt>
                <c:pt idx="414">
                  <c:v>88.123569000000003</c:v>
                </c:pt>
                <c:pt idx="415">
                  <c:v>87.188522000000006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87.188522000000006</c:v>
                </c:pt>
                <c:pt idx="424">
                  <c:v>87.188522000000006</c:v>
                </c:pt>
                <c:pt idx="425">
                  <c:v>87.188522000000006</c:v>
                </c:pt>
                <c:pt idx="426">
                  <c:v>87.188522000000006</c:v>
                </c:pt>
                <c:pt idx="427">
                  <c:v>87.188522000000006</c:v>
                </c:pt>
                <c:pt idx="428">
                  <c:v>87.730860000000007</c:v>
                </c:pt>
                <c:pt idx="429">
                  <c:v>89.999967999999996</c:v>
                </c:pt>
                <c:pt idx="430">
                  <c:v>89.999967999999996</c:v>
                </c:pt>
                <c:pt idx="431">
                  <c:v>89.999967999999996</c:v>
                </c:pt>
                <c:pt idx="432">
                  <c:v>89.999967999999996</c:v>
                </c:pt>
                <c:pt idx="433">
                  <c:v>89.999967999999996</c:v>
                </c:pt>
                <c:pt idx="434">
                  <c:v>89.999967999999996</c:v>
                </c:pt>
                <c:pt idx="435">
                  <c:v>89.999967999999996</c:v>
                </c:pt>
                <c:pt idx="436">
                  <c:v>89.999967999999996</c:v>
                </c:pt>
                <c:pt idx="437">
                  <c:v>89.999967999999996</c:v>
                </c:pt>
                <c:pt idx="438">
                  <c:v>89.999967999999996</c:v>
                </c:pt>
                <c:pt idx="439">
                  <c:v>89.999967999999996</c:v>
                </c:pt>
                <c:pt idx="440">
                  <c:v>89.999967999999996</c:v>
                </c:pt>
                <c:pt idx="441">
                  <c:v>89.999967999999996</c:v>
                </c:pt>
                <c:pt idx="442">
                  <c:v>89.999967999999996</c:v>
                </c:pt>
                <c:pt idx="443">
                  <c:v>90</c:v>
                </c:pt>
                <c:pt idx="444">
                  <c:v>90</c:v>
                </c:pt>
                <c:pt idx="445">
                  <c:v>90</c:v>
                </c:pt>
                <c:pt idx="446">
                  <c:v>90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1E2-4847-8678-89C2E3E47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33941885582889"/>
          <c:y val="8.3829563857709274E-2"/>
          <c:w val="0.85073746312684362"/>
          <c:h val="0.52765957446808509"/>
        </c:manualLayout>
      </c:layout>
      <c:scatterChart>
        <c:scatterStyle val="lineMarker"/>
        <c:varyColors val="1"/>
        <c:ser>
          <c:idx val="0"/>
          <c:order val="0"/>
          <c:tx>
            <c:v>バス充電</c:v>
          </c:tx>
          <c:spPr>
            <a:ln w="14288">
              <a:solidFill>
                <a:srgbClr val="202B58"/>
              </a:solidFill>
            </a:ln>
          </c:spPr>
          <c:marker>
            <c:symbol val="none"/>
          </c:marker>
          <c:xVal>
            <c:numRef>
              <c:f>'Chart Data'!$A$2:$A$1391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Data'!$B$2:$B$1391</c:f>
              <c:numCache>
                <c:formatCode>0</c:formatCode>
                <c:ptCount val="1390"/>
                <c:pt idx="0">
                  <c:v>60.000100000000003</c:v>
                </c:pt>
                <c:pt idx="1">
                  <c:v>60.000100000000003</c:v>
                </c:pt>
                <c:pt idx="2">
                  <c:v>122.128103</c:v>
                </c:pt>
                <c:pt idx="3">
                  <c:v>122.128103</c:v>
                </c:pt>
                <c:pt idx="4">
                  <c:v>60.000100000000003</c:v>
                </c:pt>
                <c:pt idx="5">
                  <c:v>60.000100000000003</c:v>
                </c:pt>
                <c:pt idx="6">
                  <c:v>1E-4</c:v>
                </c:pt>
                <c:pt idx="7">
                  <c:v>1E-4</c:v>
                </c:pt>
                <c:pt idx="8">
                  <c:v>480</c:v>
                </c:pt>
                <c:pt idx="9">
                  <c:v>480</c:v>
                </c:pt>
                <c:pt idx="10">
                  <c:v>654.72834799999998</c:v>
                </c:pt>
                <c:pt idx="11">
                  <c:v>654.72834799999998</c:v>
                </c:pt>
                <c:pt idx="12">
                  <c:v>719.94383200000004</c:v>
                </c:pt>
                <c:pt idx="13">
                  <c:v>719.94383200000004</c:v>
                </c:pt>
                <c:pt idx="14">
                  <c:v>642.21052599999996</c:v>
                </c:pt>
                <c:pt idx="15">
                  <c:v>642.21052599999996</c:v>
                </c:pt>
                <c:pt idx="16">
                  <c:v>545.10665300000005</c:v>
                </c:pt>
                <c:pt idx="17">
                  <c:v>545.10665300000005</c:v>
                </c:pt>
                <c:pt idx="18">
                  <c:v>611.91065900000001</c:v>
                </c:pt>
                <c:pt idx="19">
                  <c:v>611.91065900000001</c:v>
                </c:pt>
                <c:pt idx="20">
                  <c:v>720.00009999999997</c:v>
                </c:pt>
                <c:pt idx="21">
                  <c:v>720.00009999999997</c:v>
                </c:pt>
                <c:pt idx="22">
                  <c:v>591.04951400000004</c:v>
                </c:pt>
                <c:pt idx="23">
                  <c:v>591.04951400000004</c:v>
                </c:pt>
                <c:pt idx="24">
                  <c:v>381.20534199999997</c:v>
                </c:pt>
                <c:pt idx="25">
                  <c:v>381.20534199999997</c:v>
                </c:pt>
                <c:pt idx="26">
                  <c:v>593.64514499999996</c:v>
                </c:pt>
                <c:pt idx="27">
                  <c:v>593.64514499999996</c:v>
                </c:pt>
                <c:pt idx="28">
                  <c:v>410.51573500000001</c:v>
                </c:pt>
                <c:pt idx="29">
                  <c:v>410.51573500000001</c:v>
                </c:pt>
                <c:pt idx="30">
                  <c:v>447.555744</c:v>
                </c:pt>
                <c:pt idx="31">
                  <c:v>447.555744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124.464704</c:v>
                </c:pt>
                <c:pt idx="53">
                  <c:v>124.464704</c:v>
                </c:pt>
                <c:pt idx="54">
                  <c:v>60</c:v>
                </c:pt>
                <c:pt idx="55">
                  <c:v>60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60</c:v>
                </c:pt>
                <c:pt idx="91">
                  <c:v>60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60</c:v>
                </c:pt>
                <c:pt idx="97">
                  <c:v>60</c:v>
                </c:pt>
                <c:pt idx="98">
                  <c:v>59.743116999999998</c:v>
                </c:pt>
                <c:pt idx="99">
                  <c:v>59.743116999999998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17.992242999999998</c:v>
                </c:pt>
                <c:pt idx="105">
                  <c:v>17.992242999999998</c:v>
                </c:pt>
                <c:pt idx="106">
                  <c:v>95.219576000000004</c:v>
                </c:pt>
                <c:pt idx="107">
                  <c:v>95.219576000000004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176.98195000000001</c:v>
                </c:pt>
                <c:pt idx="113">
                  <c:v>176.98195000000001</c:v>
                </c:pt>
                <c:pt idx="114">
                  <c:v>23.952544</c:v>
                </c:pt>
                <c:pt idx="115">
                  <c:v>23.952544</c:v>
                </c:pt>
                <c:pt idx="116">
                  <c:v>150.0001</c:v>
                </c:pt>
                <c:pt idx="117">
                  <c:v>150.0001</c:v>
                </c:pt>
                <c:pt idx="118">
                  <c:v>150.0001</c:v>
                </c:pt>
                <c:pt idx="119">
                  <c:v>150.0001</c:v>
                </c:pt>
                <c:pt idx="120">
                  <c:v>72.211046999999994</c:v>
                </c:pt>
                <c:pt idx="121">
                  <c:v>72.211046999999994</c:v>
                </c:pt>
                <c:pt idx="122">
                  <c:v>60</c:v>
                </c:pt>
                <c:pt idx="123">
                  <c:v>60</c:v>
                </c:pt>
                <c:pt idx="124">
                  <c:v>55.484146000000003</c:v>
                </c:pt>
                <c:pt idx="125">
                  <c:v>55.484146000000003</c:v>
                </c:pt>
                <c:pt idx="126">
                  <c:v>0</c:v>
                </c:pt>
                <c:pt idx="127">
                  <c:v>0</c:v>
                </c:pt>
                <c:pt idx="128">
                  <c:v>11.646000000000001</c:v>
                </c:pt>
                <c:pt idx="129">
                  <c:v>11.646000000000001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60</c:v>
                </c:pt>
                <c:pt idx="149">
                  <c:v>60</c:v>
                </c:pt>
                <c:pt idx="150">
                  <c:v>60</c:v>
                </c:pt>
                <c:pt idx="151">
                  <c:v>60</c:v>
                </c:pt>
                <c:pt idx="152">
                  <c:v>60</c:v>
                </c:pt>
                <c:pt idx="153">
                  <c:v>60</c:v>
                </c:pt>
                <c:pt idx="154">
                  <c:v>60</c:v>
                </c:pt>
                <c:pt idx="155">
                  <c:v>60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60</c:v>
                </c:pt>
                <c:pt idx="161">
                  <c:v>60</c:v>
                </c:pt>
                <c:pt idx="162">
                  <c:v>80.127285999999998</c:v>
                </c:pt>
                <c:pt idx="163">
                  <c:v>80.127285999999998</c:v>
                </c:pt>
                <c:pt idx="164">
                  <c:v>133.665199</c:v>
                </c:pt>
                <c:pt idx="165">
                  <c:v>133.665199</c:v>
                </c:pt>
                <c:pt idx="166">
                  <c:v>150</c:v>
                </c:pt>
                <c:pt idx="167">
                  <c:v>150</c:v>
                </c:pt>
                <c:pt idx="168">
                  <c:v>149.99947900000001</c:v>
                </c:pt>
                <c:pt idx="169">
                  <c:v>149.99947900000001</c:v>
                </c:pt>
                <c:pt idx="170">
                  <c:v>116.866545</c:v>
                </c:pt>
                <c:pt idx="171">
                  <c:v>116.866545</c:v>
                </c:pt>
                <c:pt idx="172">
                  <c:v>90</c:v>
                </c:pt>
                <c:pt idx="173">
                  <c:v>90</c:v>
                </c:pt>
                <c:pt idx="174">
                  <c:v>120</c:v>
                </c:pt>
                <c:pt idx="175">
                  <c:v>120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305.18434300000001</c:v>
                </c:pt>
                <c:pt idx="183">
                  <c:v>305.18434300000001</c:v>
                </c:pt>
                <c:pt idx="184">
                  <c:v>600</c:v>
                </c:pt>
                <c:pt idx="185">
                  <c:v>600</c:v>
                </c:pt>
                <c:pt idx="186">
                  <c:v>619.25550699999997</c:v>
                </c:pt>
                <c:pt idx="187">
                  <c:v>619.25550699999997</c:v>
                </c:pt>
                <c:pt idx="188">
                  <c:v>742.35289799999998</c:v>
                </c:pt>
                <c:pt idx="189">
                  <c:v>742.35289799999998</c:v>
                </c:pt>
                <c:pt idx="190">
                  <c:v>721.07996600000001</c:v>
                </c:pt>
                <c:pt idx="191">
                  <c:v>721.07996600000001</c:v>
                </c:pt>
                <c:pt idx="192">
                  <c:v>720</c:v>
                </c:pt>
                <c:pt idx="193">
                  <c:v>720</c:v>
                </c:pt>
                <c:pt idx="194">
                  <c:v>712.33908099999996</c:v>
                </c:pt>
                <c:pt idx="195">
                  <c:v>712.33908099999996</c:v>
                </c:pt>
                <c:pt idx="196">
                  <c:v>780</c:v>
                </c:pt>
                <c:pt idx="197">
                  <c:v>780</c:v>
                </c:pt>
                <c:pt idx="198">
                  <c:v>780</c:v>
                </c:pt>
                <c:pt idx="199">
                  <c:v>780</c:v>
                </c:pt>
                <c:pt idx="200">
                  <c:v>780</c:v>
                </c:pt>
                <c:pt idx="201">
                  <c:v>780</c:v>
                </c:pt>
                <c:pt idx="202">
                  <c:v>759.64635699999997</c:v>
                </c:pt>
                <c:pt idx="203">
                  <c:v>759.64635699999997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200</c:v>
                </c:pt>
                <c:pt idx="209">
                  <c:v>200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200</c:v>
                </c:pt>
                <c:pt idx="219">
                  <c:v>200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200</c:v>
                </c:pt>
                <c:pt idx="225">
                  <c:v>200</c:v>
                </c:pt>
                <c:pt idx="226">
                  <c:v>200</c:v>
                </c:pt>
                <c:pt idx="227">
                  <c:v>200</c:v>
                </c:pt>
                <c:pt idx="228">
                  <c:v>200</c:v>
                </c:pt>
                <c:pt idx="229">
                  <c:v>200</c:v>
                </c:pt>
                <c:pt idx="230">
                  <c:v>200</c:v>
                </c:pt>
                <c:pt idx="231">
                  <c:v>200</c:v>
                </c:pt>
                <c:pt idx="232">
                  <c:v>200</c:v>
                </c:pt>
                <c:pt idx="233">
                  <c:v>200</c:v>
                </c:pt>
                <c:pt idx="234">
                  <c:v>200</c:v>
                </c:pt>
                <c:pt idx="235">
                  <c:v>200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60</c:v>
                </c:pt>
                <c:pt idx="271">
                  <c:v>60</c:v>
                </c:pt>
                <c:pt idx="272">
                  <c:v>1E-4</c:v>
                </c:pt>
                <c:pt idx="273">
                  <c:v>1E-4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47.134549999999997</c:v>
                </c:pt>
                <c:pt idx="281">
                  <c:v>47.134549999999997</c:v>
                </c:pt>
                <c:pt idx="282">
                  <c:v>60</c:v>
                </c:pt>
                <c:pt idx="283">
                  <c:v>60</c:v>
                </c:pt>
                <c:pt idx="284">
                  <c:v>0</c:v>
                </c:pt>
                <c:pt idx="285">
                  <c:v>0</c:v>
                </c:pt>
                <c:pt idx="286">
                  <c:v>1E-4</c:v>
                </c:pt>
                <c:pt idx="287">
                  <c:v>1E-4</c:v>
                </c:pt>
                <c:pt idx="288">
                  <c:v>60</c:v>
                </c:pt>
                <c:pt idx="289">
                  <c:v>60</c:v>
                </c:pt>
                <c:pt idx="290">
                  <c:v>17.133928999999998</c:v>
                </c:pt>
                <c:pt idx="291">
                  <c:v>17.133928999999998</c:v>
                </c:pt>
                <c:pt idx="292">
                  <c:v>1E-4</c:v>
                </c:pt>
                <c:pt idx="293">
                  <c:v>1E-4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30</c:v>
                </c:pt>
                <c:pt idx="299">
                  <c:v>30</c:v>
                </c:pt>
                <c:pt idx="300">
                  <c:v>0</c:v>
                </c:pt>
                <c:pt idx="301">
                  <c:v>0</c:v>
                </c:pt>
                <c:pt idx="302">
                  <c:v>30</c:v>
                </c:pt>
                <c:pt idx="303">
                  <c:v>30</c:v>
                </c:pt>
                <c:pt idx="304">
                  <c:v>1E-4</c:v>
                </c:pt>
                <c:pt idx="305">
                  <c:v>1E-4</c:v>
                </c:pt>
                <c:pt idx="306">
                  <c:v>17.134550000000001</c:v>
                </c:pt>
                <c:pt idx="307">
                  <c:v>17.134550000000001</c:v>
                </c:pt>
                <c:pt idx="308">
                  <c:v>0</c:v>
                </c:pt>
                <c:pt idx="309">
                  <c:v>0</c:v>
                </c:pt>
                <c:pt idx="310">
                  <c:v>30</c:v>
                </c:pt>
                <c:pt idx="311">
                  <c:v>30</c:v>
                </c:pt>
                <c:pt idx="312">
                  <c:v>65.532646</c:v>
                </c:pt>
                <c:pt idx="313">
                  <c:v>65.532646</c:v>
                </c:pt>
                <c:pt idx="314">
                  <c:v>96.057000000000002</c:v>
                </c:pt>
                <c:pt idx="315">
                  <c:v>96.057000000000002</c:v>
                </c:pt>
                <c:pt idx="316">
                  <c:v>1E-4</c:v>
                </c:pt>
                <c:pt idx="317">
                  <c:v>1E-4</c:v>
                </c:pt>
                <c:pt idx="318">
                  <c:v>1E-4</c:v>
                </c:pt>
                <c:pt idx="319">
                  <c:v>1E-4</c:v>
                </c:pt>
                <c:pt idx="320">
                  <c:v>11.355</c:v>
                </c:pt>
                <c:pt idx="321">
                  <c:v>11.355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33.182357000000003</c:v>
                </c:pt>
                <c:pt idx="361">
                  <c:v>33.182357000000003</c:v>
                </c:pt>
                <c:pt idx="362">
                  <c:v>150</c:v>
                </c:pt>
                <c:pt idx="363">
                  <c:v>150</c:v>
                </c:pt>
                <c:pt idx="364">
                  <c:v>180</c:v>
                </c:pt>
                <c:pt idx="365">
                  <c:v>180</c:v>
                </c:pt>
                <c:pt idx="366">
                  <c:v>240</c:v>
                </c:pt>
                <c:pt idx="367">
                  <c:v>240</c:v>
                </c:pt>
                <c:pt idx="368">
                  <c:v>270</c:v>
                </c:pt>
                <c:pt idx="369">
                  <c:v>270</c:v>
                </c:pt>
                <c:pt idx="370">
                  <c:v>330</c:v>
                </c:pt>
                <c:pt idx="371">
                  <c:v>330</c:v>
                </c:pt>
                <c:pt idx="372">
                  <c:v>420</c:v>
                </c:pt>
                <c:pt idx="373">
                  <c:v>420</c:v>
                </c:pt>
                <c:pt idx="374">
                  <c:v>600</c:v>
                </c:pt>
                <c:pt idx="375">
                  <c:v>600</c:v>
                </c:pt>
                <c:pt idx="376">
                  <c:v>720</c:v>
                </c:pt>
                <c:pt idx="377">
                  <c:v>720</c:v>
                </c:pt>
                <c:pt idx="378">
                  <c:v>810</c:v>
                </c:pt>
                <c:pt idx="379">
                  <c:v>810</c:v>
                </c:pt>
                <c:pt idx="380">
                  <c:v>870</c:v>
                </c:pt>
                <c:pt idx="381">
                  <c:v>870</c:v>
                </c:pt>
                <c:pt idx="382">
                  <c:v>870</c:v>
                </c:pt>
                <c:pt idx="383">
                  <c:v>870</c:v>
                </c:pt>
                <c:pt idx="384">
                  <c:v>900</c:v>
                </c:pt>
                <c:pt idx="385">
                  <c:v>900</c:v>
                </c:pt>
                <c:pt idx="386">
                  <c:v>200</c:v>
                </c:pt>
                <c:pt idx="387">
                  <c:v>200</c:v>
                </c:pt>
                <c:pt idx="388">
                  <c:v>270.00020000000001</c:v>
                </c:pt>
                <c:pt idx="389">
                  <c:v>270.00020000000001</c:v>
                </c:pt>
                <c:pt idx="390">
                  <c:v>250.091905</c:v>
                </c:pt>
                <c:pt idx="391">
                  <c:v>250.091905</c:v>
                </c:pt>
                <c:pt idx="392">
                  <c:v>218.13901999999999</c:v>
                </c:pt>
                <c:pt idx="393">
                  <c:v>218.13901999999999</c:v>
                </c:pt>
                <c:pt idx="394">
                  <c:v>218.91829999999999</c:v>
                </c:pt>
                <c:pt idx="395">
                  <c:v>218.91829999999999</c:v>
                </c:pt>
                <c:pt idx="396">
                  <c:v>210.00020000000001</c:v>
                </c:pt>
                <c:pt idx="397">
                  <c:v>210.00020000000001</c:v>
                </c:pt>
                <c:pt idx="398">
                  <c:v>200</c:v>
                </c:pt>
                <c:pt idx="399">
                  <c:v>200</c:v>
                </c:pt>
                <c:pt idx="400">
                  <c:v>240.00020000000001</c:v>
                </c:pt>
                <c:pt idx="401">
                  <c:v>240.00020000000001</c:v>
                </c:pt>
                <c:pt idx="402">
                  <c:v>334.757338</c:v>
                </c:pt>
                <c:pt idx="403">
                  <c:v>334.757338</c:v>
                </c:pt>
                <c:pt idx="404">
                  <c:v>253.347634</c:v>
                </c:pt>
                <c:pt idx="405">
                  <c:v>253.347634</c:v>
                </c:pt>
                <c:pt idx="406">
                  <c:v>200</c:v>
                </c:pt>
                <c:pt idx="407">
                  <c:v>200</c:v>
                </c:pt>
                <c:pt idx="408">
                  <c:v>241.80359200000001</c:v>
                </c:pt>
                <c:pt idx="409">
                  <c:v>241.80359200000001</c:v>
                </c:pt>
                <c:pt idx="410">
                  <c:v>252.00029699999999</c:v>
                </c:pt>
                <c:pt idx="411">
                  <c:v>252.00029699999999</c:v>
                </c:pt>
                <c:pt idx="412">
                  <c:v>200.0001</c:v>
                </c:pt>
                <c:pt idx="413">
                  <c:v>200.0001</c:v>
                </c:pt>
                <c:pt idx="414">
                  <c:v>213.87475000000001</c:v>
                </c:pt>
                <c:pt idx="415">
                  <c:v>213.87475000000001</c:v>
                </c:pt>
                <c:pt idx="416">
                  <c:v>200</c:v>
                </c:pt>
                <c:pt idx="417">
                  <c:v>200</c:v>
                </c:pt>
                <c:pt idx="418">
                  <c:v>200</c:v>
                </c:pt>
                <c:pt idx="419">
                  <c:v>200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237.453688</c:v>
                </c:pt>
                <c:pt idx="425">
                  <c:v>237.453688</c:v>
                </c:pt>
                <c:pt idx="426">
                  <c:v>285.420725</c:v>
                </c:pt>
                <c:pt idx="427">
                  <c:v>285.420725</c:v>
                </c:pt>
                <c:pt idx="428">
                  <c:v>208.993155</c:v>
                </c:pt>
                <c:pt idx="429">
                  <c:v>208.993155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1E-4</c:v>
                </c:pt>
                <c:pt idx="457">
                  <c:v>1E-4</c:v>
                </c:pt>
                <c:pt idx="458">
                  <c:v>0</c:v>
                </c:pt>
                <c:pt idx="459">
                  <c:v>0</c:v>
                </c:pt>
                <c:pt idx="460">
                  <c:v>16.054037999999998</c:v>
                </c:pt>
                <c:pt idx="461">
                  <c:v>16.054037999999998</c:v>
                </c:pt>
                <c:pt idx="462">
                  <c:v>0</c:v>
                </c:pt>
                <c:pt idx="463">
                  <c:v>0</c:v>
                </c:pt>
                <c:pt idx="464">
                  <c:v>1E-4</c:v>
                </c:pt>
                <c:pt idx="465">
                  <c:v>1E-4</c:v>
                </c:pt>
                <c:pt idx="466">
                  <c:v>60</c:v>
                </c:pt>
                <c:pt idx="467">
                  <c:v>60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16.055396999999999</c:v>
                </c:pt>
                <c:pt idx="481">
                  <c:v>16.055396999999999</c:v>
                </c:pt>
                <c:pt idx="482">
                  <c:v>150</c:v>
                </c:pt>
                <c:pt idx="483">
                  <c:v>150</c:v>
                </c:pt>
                <c:pt idx="484">
                  <c:v>57.551465999999998</c:v>
                </c:pt>
                <c:pt idx="485">
                  <c:v>57.551465999999998</c:v>
                </c:pt>
                <c:pt idx="486">
                  <c:v>0</c:v>
                </c:pt>
                <c:pt idx="487">
                  <c:v>0</c:v>
                </c:pt>
                <c:pt idx="488">
                  <c:v>1E-4</c:v>
                </c:pt>
                <c:pt idx="489">
                  <c:v>1E-4</c:v>
                </c:pt>
                <c:pt idx="490">
                  <c:v>1E-4</c:v>
                </c:pt>
                <c:pt idx="491">
                  <c:v>1E-4</c:v>
                </c:pt>
                <c:pt idx="492">
                  <c:v>0</c:v>
                </c:pt>
                <c:pt idx="493">
                  <c:v>0</c:v>
                </c:pt>
                <c:pt idx="494">
                  <c:v>1E-4</c:v>
                </c:pt>
                <c:pt idx="495">
                  <c:v>1E-4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5.2099999999999998E-4</c:v>
                </c:pt>
                <c:pt idx="513">
                  <c:v>5.2099999999999998E-4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60</c:v>
                </c:pt>
                <c:pt idx="553">
                  <c:v>60</c:v>
                </c:pt>
                <c:pt idx="554">
                  <c:v>1E-4</c:v>
                </c:pt>
                <c:pt idx="555">
                  <c:v>1E-4</c:v>
                </c:pt>
                <c:pt idx="556">
                  <c:v>17.134029000000002</c:v>
                </c:pt>
                <c:pt idx="557">
                  <c:v>17.134029000000002</c:v>
                </c:pt>
                <c:pt idx="558">
                  <c:v>120</c:v>
                </c:pt>
                <c:pt idx="559">
                  <c:v>120</c:v>
                </c:pt>
                <c:pt idx="560">
                  <c:v>180</c:v>
                </c:pt>
                <c:pt idx="561">
                  <c:v>180</c:v>
                </c:pt>
                <c:pt idx="562">
                  <c:v>240</c:v>
                </c:pt>
                <c:pt idx="563">
                  <c:v>240</c:v>
                </c:pt>
                <c:pt idx="564">
                  <c:v>390.00042100000002</c:v>
                </c:pt>
                <c:pt idx="565">
                  <c:v>390.00042100000002</c:v>
                </c:pt>
                <c:pt idx="566">
                  <c:v>600</c:v>
                </c:pt>
                <c:pt idx="567">
                  <c:v>600</c:v>
                </c:pt>
                <c:pt idx="568">
                  <c:v>658.57256600000005</c:v>
                </c:pt>
                <c:pt idx="569">
                  <c:v>658.57256600000005</c:v>
                </c:pt>
                <c:pt idx="570">
                  <c:v>356.82120500000002</c:v>
                </c:pt>
                <c:pt idx="571">
                  <c:v>356.82120500000002</c:v>
                </c:pt>
                <c:pt idx="572">
                  <c:v>257.999933</c:v>
                </c:pt>
                <c:pt idx="573">
                  <c:v>257.999933</c:v>
                </c:pt>
                <c:pt idx="574">
                  <c:v>237.76686799999999</c:v>
                </c:pt>
                <c:pt idx="575">
                  <c:v>237.76686799999999</c:v>
                </c:pt>
                <c:pt idx="576">
                  <c:v>200</c:v>
                </c:pt>
                <c:pt idx="577">
                  <c:v>200</c:v>
                </c:pt>
                <c:pt idx="578">
                  <c:v>240</c:v>
                </c:pt>
                <c:pt idx="579">
                  <c:v>240</c:v>
                </c:pt>
                <c:pt idx="580">
                  <c:v>244.886957</c:v>
                </c:pt>
                <c:pt idx="581">
                  <c:v>244.886957</c:v>
                </c:pt>
                <c:pt idx="582">
                  <c:v>300.00009999999997</c:v>
                </c:pt>
                <c:pt idx="583">
                  <c:v>300.00009999999997</c:v>
                </c:pt>
                <c:pt idx="584">
                  <c:v>200</c:v>
                </c:pt>
                <c:pt idx="585">
                  <c:v>200</c:v>
                </c:pt>
                <c:pt idx="586">
                  <c:v>200</c:v>
                </c:pt>
                <c:pt idx="587">
                  <c:v>200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272.25885799999998</c:v>
                </c:pt>
                <c:pt idx="593">
                  <c:v>272.25885799999998</c:v>
                </c:pt>
                <c:pt idx="594">
                  <c:v>200</c:v>
                </c:pt>
                <c:pt idx="595">
                  <c:v>200</c:v>
                </c:pt>
                <c:pt idx="596">
                  <c:v>270.00029999999998</c:v>
                </c:pt>
                <c:pt idx="597">
                  <c:v>270.00029999999998</c:v>
                </c:pt>
                <c:pt idx="598">
                  <c:v>420</c:v>
                </c:pt>
                <c:pt idx="599">
                  <c:v>420</c:v>
                </c:pt>
                <c:pt idx="600">
                  <c:v>243.88187500000001</c:v>
                </c:pt>
                <c:pt idx="601">
                  <c:v>243.88187500000001</c:v>
                </c:pt>
                <c:pt idx="602">
                  <c:v>479.99990000000003</c:v>
                </c:pt>
                <c:pt idx="603">
                  <c:v>479.99990000000003</c:v>
                </c:pt>
                <c:pt idx="604">
                  <c:v>510.00009999999997</c:v>
                </c:pt>
                <c:pt idx="605">
                  <c:v>510.00009999999997</c:v>
                </c:pt>
                <c:pt idx="606">
                  <c:v>660.00009999999997</c:v>
                </c:pt>
                <c:pt idx="607">
                  <c:v>660.00009999999997</c:v>
                </c:pt>
                <c:pt idx="608">
                  <c:v>699.64097600000002</c:v>
                </c:pt>
                <c:pt idx="609">
                  <c:v>699.64097600000002</c:v>
                </c:pt>
                <c:pt idx="610">
                  <c:v>366.288117</c:v>
                </c:pt>
                <c:pt idx="611">
                  <c:v>366.288117</c:v>
                </c:pt>
                <c:pt idx="612">
                  <c:v>688.21612000000005</c:v>
                </c:pt>
                <c:pt idx="613">
                  <c:v>688.21612000000005</c:v>
                </c:pt>
                <c:pt idx="614">
                  <c:v>643.67792299999996</c:v>
                </c:pt>
                <c:pt idx="615">
                  <c:v>643.67792299999996</c:v>
                </c:pt>
                <c:pt idx="616">
                  <c:v>672.21094700000003</c:v>
                </c:pt>
                <c:pt idx="617">
                  <c:v>672.21094700000003</c:v>
                </c:pt>
                <c:pt idx="618">
                  <c:v>502.905618</c:v>
                </c:pt>
                <c:pt idx="619">
                  <c:v>502.905618</c:v>
                </c:pt>
                <c:pt idx="620">
                  <c:v>268.25383699999998</c:v>
                </c:pt>
                <c:pt idx="621">
                  <c:v>268.25383699999998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14.261464999999999</c:v>
                </c:pt>
                <c:pt idx="661">
                  <c:v>14.261464999999999</c:v>
                </c:pt>
                <c:pt idx="662">
                  <c:v>4.2099999999999999E-4</c:v>
                </c:pt>
                <c:pt idx="663">
                  <c:v>4.2099999999999999E-4</c:v>
                </c:pt>
                <c:pt idx="664">
                  <c:v>60.000100000000003</c:v>
                </c:pt>
                <c:pt idx="665">
                  <c:v>60.000100000000003</c:v>
                </c:pt>
                <c:pt idx="666">
                  <c:v>7.2973780000000001</c:v>
                </c:pt>
                <c:pt idx="667">
                  <c:v>7.2973780000000001</c:v>
                </c:pt>
                <c:pt idx="668">
                  <c:v>60</c:v>
                </c:pt>
                <c:pt idx="669">
                  <c:v>60</c:v>
                </c:pt>
                <c:pt idx="670">
                  <c:v>0</c:v>
                </c:pt>
                <c:pt idx="671">
                  <c:v>0</c:v>
                </c:pt>
                <c:pt idx="672">
                  <c:v>12.210205</c:v>
                </c:pt>
                <c:pt idx="673">
                  <c:v>12.210205</c:v>
                </c:pt>
                <c:pt idx="674">
                  <c:v>12.210526</c:v>
                </c:pt>
                <c:pt idx="675">
                  <c:v>12.210526</c:v>
                </c:pt>
                <c:pt idx="676">
                  <c:v>60</c:v>
                </c:pt>
                <c:pt idx="677">
                  <c:v>60</c:v>
                </c:pt>
                <c:pt idx="678">
                  <c:v>0</c:v>
                </c:pt>
                <c:pt idx="679">
                  <c:v>0</c:v>
                </c:pt>
                <c:pt idx="680">
                  <c:v>90</c:v>
                </c:pt>
                <c:pt idx="681">
                  <c:v>90</c:v>
                </c:pt>
                <c:pt idx="682">
                  <c:v>55.358320999999997</c:v>
                </c:pt>
                <c:pt idx="683">
                  <c:v>55.358320999999997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60</c:v>
                </c:pt>
                <c:pt idx="689">
                  <c:v>60</c:v>
                </c:pt>
                <c:pt idx="690">
                  <c:v>9.778397</c:v>
                </c:pt>
                <c:pt idx="691">
                  <c:v>9.778397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30.350491999999999</c:v>
                </c:pt>
                <c:pt idx="697">
                  <c:v>30.350491999999999</c:v>
                </c:pt>
                <c:pt idx="698">
                  <c:v>2.0000000000000001E-4</c:v>
                </c:pt>
                <c:pt idx="699">
                  <c:v>2.0000000000000001E-4</c:v>
                </c:pt>
                <c:pt idx="700">
                  <c:v>58.052307999999996</c:v>
                </c:pt>
                <c:pt idx="701">
                  <c:v>58.052307999999996</c:v>
                </c:pt>
                <c:pt idx="702">
                  <c:v>35.866</c:v>
                </c:pt>
                <c:pt idx="703">
                  <c:v>35.866</c:v>
                </c:pt>
                <c:pt idx="704">
                  <c:v>10.919</c:v>
                </c:pt>
                <c:pt idx="705">
                  <c:v>10.919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60</c:v>
                </c:pt>
                <c:pt idx="745">
                  <c:v>60</c:v>
                </c:pt>
                <c:pt idx="746">
                  <c:v>90</c:v>
                </c:pt>
                <c:pt idx="747">
                  <c:v>90</c:v>
                </c:pt>
                <c:pt idx="748">
                  <c:v>90</c:v>
                </c:pt>
                <c:pt idx="749">
                  <c:v>90</c:v>
                </c:pt>
                <c:pt idx="750">
                  <c:v>150</c:v>
                </c:pt>
                <c:pt idx="751">
                  <c:v>150</c:v>
                </c:pt>
                <c:pt idx="752">
                  <c:v>196.055297</c:v>
                </c:pt>
                <c:pt idx="753">
                  <c:v>196.055297</c:v>
                </c:pt>
                <c:pt idx="754">
                  <c:v>270</c:v>
                </c:pt>
                <c:pt idx="755">
                  <c:v>270</c:v>
                </c:pt>
                <c:pt idx="756">
                  <c:v>240</c:v>
                </c:pt>
                <c:pt idx="757">
                  <c:v>240</c:v>
                </c:pt>
                <c:pt idx="758">
                  <c:v>335.44064100000003</c:v>
                </c:pt>
                <c:pt idx="759">
                  <c:v>335.44064100000003</c:v>
                </c:pt>
                <c:pt idx="760">
                  <c:v>493.91936199999998</c:v>
                </c:pt>
                <c:pt idx="761">
                  <c:v>493.91936199999998</c:v>
                </c:pt>
                <c:pt idx="762">
                  <c:v>670.550656</c:v>
                </c:pt>
                <c:pt idx="763">
                  <c:v>670.550656</c:v>
                </c:pt>
                <c:pt idx="764">
                  <c:v>715.41288799999995</c:v>
                </c:pt>
                <c:pt idx="765">
                  <c:v>715.41288799999995</c:v>
                </c:pt>
                <c:pt idx="766">
                  <c:v>667.04570200000001</c:v>
                </c:pt>
                <c:pt idx="767">
                  <c:v>667.04570200000001</c:v>
                </c:pt>
                <c:pt idx="768">
                  <c:v>809.99990000000003</c:v>
                </c:pt>
                <c:pt idx="769">
                  <c:v>809.99990000000003</c:v>
                </c:pt>
                <c:pt idx="770">
                  <c:v>741.18747599999995</c:v>
                </c:pt>
                <c:pt idx="771">
                  <c:v>741.18747599999995</c:v>
                </c:pt>
                <c:pt idx="772">
                  <c:v>726.03336300000001</c:v>
                </c:pt>
                <c:pt idx="773">
                  <c:v>726.03336300000001</c:v>
                </c:pt>
                <c:pt idx="774">
                  <c:v>665.58363499999996</c:v>
                </c:pt>
                <c:pt idx="775">
                  <c:v>665.58363499999996</c:v>
                </c:pt>
                <c:pt idx="776">
                  <c:v>337.04525899999999</c:v>
                </c:pt>
                <c:pt idx="777">
                  <c:v>337.04525899999999</c:v>
                </c:pt>
                <c:pt idx="778">
                  <c:v>514.91875800000003</c:v>
                </c:pt>
                <c:pt idx="779">
                  <c:v>514.91875800000003</c:v>
                </c:pt>
                <c:pt idx="780">
                  <c:v>387.42862500000001</c:v>
                </c:pt>
                <c:pt idx="781">
                  <c:v>387.42862500000001</c:v>
                </c:pt>
                <c:pt idx="782">
                  <c:v>244.55039199999999</c:v>
                </c:pt>
                <c:pt idx="783">
                  <c:v>244.55039199999999</c:v>
                </c:pt>
                <c:pt idx="784">
                  <c:v>447.63073000000003</c:v>
                </c:pt>
                <c:pt idx="785">
                  <c:v>447.63073000000003</c:v>
                </c:pt>
                <c:pt idx="786">
                  <c:v>384.24795599999999</c:v>
                </c:pt>
                <c:pt idx="787">
                  <c:v>384.24795599999999</c:v>
                </c:pt>
                <c:pt idx="788">
                  <c:v>202.21052599999999</c:v>
                </c:pt>
                <c:pt idx="789">
                  <c:v>202.21052599999999</c:v>
                </c:pt>
                <c:pt idx="790">
                  <c:v>173.63723999999999</c:v>
                </c:pt>
                <c:pt idx="791">
                  <c:v>173.63723999999999</c:v>
                </c:pt>
                <c:pt idx="792">
                  <c:v>126.50820299999999</c:v>
                </c:pt>
                <c:pt idx="793">
                  <c:v>126.50820299999999</c:v>
                </c:pt>
                <c:pt idx="794">
                  <c:v>111.67142800000001</c:v>
                </c:pt>
                <c:pt idx="795">
                  <c:v>111.67142800000001</c:v>
                </c:pt>
                <c:pt idx="796">
                  <c:v>186.00589400000001</c:v>
                </c:pt>
                <c:pt idx="797">
                  <c:v>186.00589400000001</c:v>
                </c:pt>
                <c:pt idx="798">
                  <c:v>120.00052100000001</c:v>
                </c:pt>
                <c:pt idx="799">
                  <c:v>120.00052100000001</c:v>
                </c:pt>
                <c:pt idx="800">
                  <c:v>174.42189500000001</c:v>
                </c:pt>
                <c:pt idx="801">
                  <c:v>174.42189500000001</c:v>
                </c:pt>
                <c:pt idx="802">
                  <c:v>157.96767500000001</c:v>
                </c:pt>
                <c:pt idx="803">
                  <c:v>157.96767500000001</c:v>
                </c:pt>
                <c:pt idx="804">
                  <c:v>64.423158000000001</c:v>
                </c:pt>
                <c:pt idx="805">
                  <c:v>64.423158000000001</c:v>
                </c:pt>
                <c:pt idx="806">
                  <c:v>192.210947</c:v>
                </c:pt>
                <c:pt idx="807">
                  <c:v>192.210947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13.181774000000001</c:v>
                </c:pt>
                <c:pt idx="839">
                  <c:v>13.181774000000001</c:v>
                </c:pt>
                <c:pt idx="840">
                  <c:v>12.210947000000001</c:v>
                </c:pt>
                <c:pt idx="841">
                  <c:v>12.210947000000001</c:v>
                </c:pt>
                <c:pt idx="842">
                  <c:v>60</c:v>
                </c:pt>
                <c:pt idx="843">
                  <c:v>60</c:v>
                </c:pt>
                <c:pt idx="844">
                  <c:v>0</c:v>
                </c:pt>
                <c:pt idx="845">
                  <c:v>0</c:v>
                </c:pt>
                <c:pt idx="846">
                  <c:v>1E-4</c:v>
                </c:pt>
                <c:pt idx="847">
                  <c:v>1E-4</c:v>
                </c:pt>
                <c:pt idx="848">
                  <c:v>1E-4</c:v>
                </c:pt>
                <c:pt idx="849">
                  <c:v>1E-4</c:v>
                </c:pt>
                <c:pt idx="850">
                  <c:v>17.134550000000001</c:v>
                </c:pt>
                <c:pt idx="851">
                  <c:v>17.134550000000001</c:v>
                </c:pt>
                <c:pt idx="852">
                  <c:v>60</c:v>
                </c:pt>
                <c:pt idx="853">
                  <c:v>60</c:v>
                </c:pt>
                <c:pt idx="854">
                  <c:v>0</c:v>
                </c:pt>
                <c:pt idx="855">
                  <c:v>0</c:v>
                </c:pt>
                <c:pt idx="856">
                  <c:v>46.055197</c:v>
                </c:pt>
                <c:pt idx="857">
                  <c:v>46.055197</c:v>
                </c:pt>
                <c:pt idx="858">
                  <c:v>0</c:v>
                </c:pt>
                <c:pt idx="859">
                  <c:v>0</c:v>
                </c:pt>
                <c:pt idx="860">
                  <c:v>2.0000000000000001E-4</c:v>
                </c:pt>
                <c:pt idx="861">
                  <c:v>2.0000000000000001E-4</c:v>
                </c:pt>
                <c:pt idx="862">
                  <c:v>62.110294000000003</c:v>
                </c:pt>
                <c:pt idx="863">
                  <c:v>62.110294000000003</c:v>
                </c:pt>
                <c:pt idx="864">
                  <c:v>30</c:v>
                </c:pt>
                <c:pt idx="865">
                  <c:v>30</c:v>
                </c:pt>
                <c:pt idx="866">
                  <c:v>0</c:v>
                </c:pt>
                <c:pt idx="867">
                  <c:v>0</c:v>
                </c:pt>
                <c:pt idx="868">
                  <c:v>16.055197</c:v>
                </c:pt>
                <c:pt idx="869">
                  <c:v>16.055197</c:v>
                </c:pt>
                <c:pt idx="870">
                  <c:v>60</c:v>
                </c:pt>
                <c:pt idx="871">
                  <c:v>60</c:v>
                </c:pt>
                <c:pt idx="872">
                  <c:v>1E-4</c:v>
                </c:pt>
                <c:pt idx="873">
                  <c:v>1E-4</c:v>
                </c:pt>
                <c:pt idx="874">
                  <c:v>0</c:v>
                </c:pt>
                <c:pt idx="875">
                  <c:v>0</c:v>
                </c:pt>
                <c:pt idx="876">
                  <c:v>1E-4</c:v>
                </c:pt>
                <c:pt idx="877">
                  <c:v>1E-4</c:v>
                </c:pt>
                <c:pt idx="878">
                  <c:v>59.999899999999997</c:v>
                </c:pt>
                <c:pt idx="879">
                  <c:v>59.999899999999997</c:v>
                </c:pt>
                <c:pt idx="880">
                  <c:v>1E-4</c:v>
                </c:pt>
                <c:pt idx="881">
                  <c:v>1E-4</c:v>
                </c:pt>
                <c:pt idx="882">
                  <c:v>59.999899999999997</c:v>
                </c:pt>
                <c:pt idx="883">
                  <c:v>59.999899999999997</c:v>
                </c:pt>
                <c:pt idx="884">
                  <c:v>0</c:v>
                </c:pt>
                <c:pt idx="885">
                  <c:v>0</c:v>
                </c:pt>
                <c:pt idx="886">
                  <c:v>29.999679</c:v>
                </c:pt>
                <c:pt idx="887">
                  <c:v>29.999679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4.2099999999999999E-4</c:v>
                </c:pt>
                <c:pt idx="897">
                  <c:v>4.2099999999999999E-4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60.000100000000003</c:v>
                </c:pt>
                <c:pt idx="943">
                  <c:v>60.000100000000003</c:v>
                </c:pt>
                <c:pt idx="944">
                  <c:v>47.760136000000003</c:v>
                </c:pt>
                <c:pt idx="945">
                  <c:v>47.760136000000003</c:v>
                </c:pt>
                <c:pt idx="946">
                  <c:v>120</c:v>
                </c:pt>
                <c:pt idx="947">
                  <c:v>120</c:v>
                </c:pt>
                <c:pt idx="948">
                  <c:v>264.10024499999997</c:v>
                </c:pt>
                <c:pt idx="949">
                  <c:v>264.10024499999997</c:v>
                </c:pt>
                <c:pt idx="950">
                  <c:v>672.21032600000001</c:v>
                </c:pt>
                <c:pt idx="951">
                  <c:v>672.21032600000001</c:v>
                </c:pt>
                <c:pt idx="952">
                  <c:v>510.000721</c:v>
                </c:pt>
                <c:pt idx="953">
                  <c:v>510.000721</c:v>
                </c:pt>
                <c:pt idx="954">
                  <c:v>600.00019999999995</c:v>
                </c:pt>
                <c:pt idx="955">
                  <c:v>600.00019999999995</c:v>
                </c:pt>
                <c:pt idx="956">
                  <c:v>840</c:v>
                </c:pt>
                <c:pt idx="957">
                  <c:v>840</c:v>
                </c:pt>
                <c:pt idx="958">
                  <c:v>595.41348800000003</c:v>
                </c:pt>
                <c:pt idx="959">
                  <c:v>595.41348800000003</c:v>
                </c:pt>
                <c:pt idx="960">
                  <c:v>739.689392</c:v>
                </c:pt>
                <c:pt idx="961">
                  <c:v>739.689392</c:v>
                </c:pt>
                <c:pt idx="962">
                  <c:v>739.29970300000002</c:v>
                </c:pt>
                <c:pt idx="963">
                  <c:v>739.29970300000002</c:v>
                </c:pt>
                <c:pt idx="964">
                  <c:v>787.96540100000004</c:v>
                </c:pt>
                <c:pt idx="965">
                  <c:v>787.96540100000004</c:v>
                </c:pt>
                <c:pt idx="966">
                  <c:v>459.93071400000002</c:v>
                </c:pt>
                <c:pt idx="967">
                  <c:v>459.93071400000002</c:v>
                </c:pt>
                <c:pt idx="968">
                  <c:v>670.31122900000003</c:v>
                </c:pt>
                <c:pt idx="969">
                  <c:v>670.31122900000003</c:v>
                </c:pt>
                <c:pt idx="970">
                  <c:v>676.14388099999996</c:v>
                </c:pt>
                <c:pt idx="971">
                  <c:v>676.14388099999996</c:v>
                </c:pt>
                <c:pt idx="972">
                  <c:v>361.30192</c:v>
                </c:pt>
                <c:pt idx="973">
                  <c:v>361.30192</c:v>
                </c:pt>
                <c:pt idx="974">
                  <c:v>540.80424600000003</c:v>
                </c:pt>
                <c:pt idx="975">
                  <c:v>540.80424600000003</c:v>
                </c:pt>
                <c:pt idx="976">
                  <c:v>450.00009999999997</c:v>
                </c:pt>
                <c:pt idx="977">
                  <c:v>450.00009999999997</c:v>
                </c:pt>
                <c:pt idx="978">
                  <c:v>200</c:v>
                </c:pt>
                <c:pt idx="979">
                  <c:v>200</c:v>
                </c:pt>
                <c:pt idx="980">
                  <c:v>200</c:v>
                </c:pt>
                <c:pt idx="981">
                  <c:v>200</c:v>
                </c:pt>
                <c:pt idx="982">
                  <c:v>200</c:v>
                </c:pt>
                <c:pt idx="983">
                  <c:v>200</c:v>
                </c:pt>
                <c:pt idx="984">
                  <c:v>200</c:v>
                </c:pt>
                <c:pt idx="985">
                  <c:v>200</c:v>
                </c:pt>
                <c:pt idx="986">
                  <c:v>194.575817</c:v>
                </c:pt>
                <c:pt idx="987">
                  <c:v>194.575817</c:v>
                </c:pt>
                <c:pt idx="988">
                  <c:v>120</c:v>
                </c:pt>
                <c:pt idx="989">
                  <c:v>120</c:v>
                </c:pt>
                <c:pt idx="990">
                  <c:v>196.78199000000001</c:v>
                </c:pt>
                <c:pt idx="991">
                  <c:v>196.78199000000001</c:v>
                </c:pt>
                <c:pt idx="992">
                  <c:v>200</c:v>
                </c:pt>
                <c:pt idx="993">
                  <c:v>200</c:v>
                </c:pt>
                <c:pt idx="994">
                  <c:v>200</c:v>
                </c:pt>
                <c:pt idx="995">
                  <c:v>200</c:v>
                </c:pt>
                <c:pt idx="996">
                  <c:v>200</c:v>
                </c:pt>
                <c:pt idx="997">
                  <c:v>200</c:v>
                </c:pt>
                <c:pt idx="998">
                  <c:v>200</c:v>
                </c:pt>
                <c:pt idx="999">
                  <c:v>200</c:v>
                </c:pt>
                <c:pt idx="1000">
                  <c:v>200</c:v>
                </c:pt>
                <c:pt idx="1001">
                  <c:v>200</c:v>
                </c:pt>
                <c:pt idx="1002">
                  <c:v>200</c:v>
                </c:pt>
                <c:pt idx="1003">
                  <c:v>200</c:v>
                </c:pt>
                <c:pt idx="1004">
                  <c:v>200</c:v>
                </c:pt>
                <c:pt idx="1005">
                  <c:v>200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1E-4</c:v>
                </c:pt>
                <c:pt idx="1099">
                  <c:v>1E-4</c:v>
                </c:pt>
                <c:pt idx="1100">
                  <c:v>1E-4</c:v>
                </c:pt>
                <c:pt idx="1101">
                  <c:v>1E-4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60.000100000000003</c:v>
                </c:pt>
                <c:pt idx="1113">
                  <c:v>60.000100000000003</c:v>
                </c:pt>
                <c:pt idx="1114">
                  <c:v>41.921300000000002</c:v>
                </c:pt>
                <c:pt idx="1115">
                  <c:v>41.921300000000002</c:v>
                </c:pt>
                <c:pt idx="1116">
                  <c:v>90.000100000000003</c:v>
                </c:pt>
                <c:pt idx="1117">
                  <c:v>90.000100000000003</c:v>
                </c:pt>
                <c:pt idx="1118">
                  <c:v>106.054376</c:v>
                </c:pt>
                <c:pt idx="1119">
                  <c:v>106.054376</c:v>
                </c:pt>
                <c:pt idx="1120">
                  <c:v>60.000100000000003</c:v>
                </c:pt>
                <c:pt idx="1121">
                  <c:v>60.000100000000003</c:v>
                </c:pt>
                <c:pt idx="1122">
                  <c:v>4.3237170000000003</c:v>
                </c:pt>
                <c:pt idx="1123">
                  <c:v>4.3237170000000003</c:v>
                </c:pt>
                <c:pt idx="1124">
                  <c:v>56.055097000000004</c:v>
                </c:pt>
                <c:pt idx="1125">
                  <c:v>56.055097000000004</c:v>
                </c:pt>
                <c:pt idx="1126">
                  <c:v>60</c:v>
                </c:pt>
                <c:pt idx="1127">
                  <c:v>60</c:v>
                </c:pt>
                <c:pt idx="1128">
                  <c:v>102.211124</c:v>
                </c:pt>
                <c:pt idx="1129">
                  <c:v>102.211124</c:v>
                </c:pt>
                <c:pt idx="1130">
                  <c:v>22.305700000000002</c:v>
                </c:pt>
                <c:pt idx="1131">
                  <c:v>22.305700000000002</c:v>
                </c:pt>
                <c:pt idx="1132">
                  <c:v>90</c:v>
                </c:pt>
                <c:pt idx="1133">
                  <c:v>90</c:v>
                </c:pt>
                <c:pt idx="1134">
                  <c:v>90</c:v>
                </c:pt>
                <c:pt idx="1135">
                  <c:v>90</c:v>
                </c:pt>
                <c:pt idx="1136">
                  <c:v>167.13382899999999</c:v>
                </c:pt>
                <c:pt idx="1137">
                  <c:v>167.13382899999999</c:v>
                </c:pt>
                <c:pt idx="1138">
                  <c:v>60.001021000000001</c:v>
                </c:pt>
                <c:pt idx="1139">
                  <c:v>60.001021000000001</c:v>
                </c:pt>
                <c:pt idx="1140">
                  <c:v>120.0001</c:v>
                </c:pt>
                <c:pt idx="1141">
                  <c:v>120.0001</c:v>
                </c:pt>
                <c:pt idx="1142">
                  <c:v>291.48711500000002</c:v>
                </c:pt>
                <c:pt idx="1143">
                  <c:v>291.48711500000002</c:v>
                </c:pt>
                <c:pt idx="1144">
                  <c:v>360.90286099999997</c:v>
                </c:pt>
                <c:pt idx="1145">
                  <c:v>360.90286099999997</c:v>
                </c:pt>
                <c:pt idx="1146">
                  <c:v>571.85202300000003</c:v>
                </c:pt>
                <c:pt idx="1147">
                  <c:v>571.85202300000003</c:v>
                </c:pt>
                <c:pt idx="1148">
                  <c:v>770.18325400000003</c:v>
                </c:pt>
                <c:pt idx="1149">
                  <c:v>770.18325400000003</c:v>
                </c:pt>
                <c:pt idx="1150">
                  <c:v>749.00547099999994</c:v>
                </c:pt>
                <c:pt idx="1151">
                  <c:v>749.00547099999994</c:v>
                </c:pt>
                <c:pt idx="1152">
                  <c:v>180.00049999999999</c:v>
                </c:pt>
                <c:pt idx="1153">
                  <c:v>180.00049999999999</c:v>
                </c:pt>
                <c:pt idx="1154">
                  <c:v>360.00009999999997</c:v>
                </c:pt>
                <c:pt idx="1155">
                  <c:v>360.00009999999997</c:v>
                </c:pt>
                <c:pt idx="1156">
                  <c:v>302.20878699999997</c:v>
                </c:pt>
                <c:pt idx="1157">
                  <c:v>302.20878699999997</c:v>
                </c:pt>
                <c:pt idx="1158">
                  <c:v>166.06782899999999</c:v>
                </c:pt>
                <c:pt idx="1159">
                  <c:v>166.06782899999999</c:v>
                </c:pt>
                <c:pt idx="1160">
                  <c:v>553.472444</c:v>
                </c:pt>
                <c:pt idx="1161">
                  <c:v>553.472444</c:v>
                </c:pt>
                <c:pt idx="1162">
                  <c:v>832.22518400000001</c:v>
                </c:pt>
                <c:pt idx="1163">
                  <c:v>832.22518400000001</c:v>
                </c:pt>
                <c:pt idx="1164">
                  <c:v>750.00030000000004</c:v>
                </c:pt>
                <c:pt idx="1165">
                  <c:v>750.00030000000004</c:v>
                </c:pt>
                <c:pt idx="1166">
                  <c:v>319.09701899999999</c:v>
                </c:pt>
                <c:pt idx="1167">
                  <c:v>319.09701899999999</c:v>
                </c:pt>
                <c:pt idx="1168">
                  <c:v>298.04332599999998</c:v>
                </c:pt>
                <c:pt idx="1169">
                  <c:v>298.04332599999998</c:v>
                </c:pt>
                <c:pt idx="1170">
                  <c:v>200</c:v>
                </c:pt>
                <c:pt idx="1171">
                  <c:v>200</c:v>
                </c:pt>
                <c:pt idx="1172">
                  <c:v>120</c:v>
                </c:pt>
                <c:pt idx="1173">
                  <c:v>120</c:v>
                </c:pt>
                <c:pt idx="1174">
                  <c:v>90</c:v>
                </c:pt>
                <c:pt idx="1175">
                  <c:v>90</c:v>
                </c:pt>
                <c:pt idx="1176">
                  <c:v>200</c:v>
                </c:pt>
                <c:pt idx="1177">
                  <c:v>200</c:v>
                </c:pt>
                <c:pt idx="1178">
                  <c:v>147.90879899999999</c:v>
                </c:pt>
                <c:pt idx="1179">
                  <c:v>147.90879899999999</c:v>
                </c:pt>
                <c:pt idx="1180">
                  <c:v>52.210847000000001</c:v>
                </c:pt>
                <c:pt idx="1181">
                  <c:v>52.210847000000001</c:v>
                </c:pt>
                <c:pt idx="1182">
                  <c:v>71.336394999999996</c:v>
                </c:pt>
                <c:pt idx="1183">
                  <c:v>71.336394999999996</c:v>
                </c:pt>
                <c:pt idx="1184">
                  <c:v>120</c:v>
                </c:pt>
                <c:pt idx="1185">
                  <c:v>120</c:v>
                </c:pt>
                <c:pt idx="1186">
                  <c:v>123.166264</c:v>
                </c:pt>
                <c:pt idx="1187">
                  <c:v>123.166264</c:v>
                </c:pt>
                <c:pt idx="1188">
                  <c:v>181.40862100000001</c:v>
                </c:pt>
                <c:pt idx="1189">
                  <c:v>181.40862100000001</c:v>
                </c:pt>
                <c:pt idx="1190">
                  <c:v>106.05519700000001</c:v>
                </c:pt>
                <c:pt idx="1191">
                  <c:v>106.05519700000001</c:v>
                </c:pt>
                <c:pt idx="1192">
                  <c:v>196.918935</c:v>
                </c:pt>
                <c:pt idx="1193">
                  <c:v>196.918935</c:v>
                </c:pt>
                <c:pt idx="1194">
                  <c:v>179.99967899999999</c:v>
                </c:pt>
                <c:pt idx="1195">
                  <c:v>179.99967899999999</c:v>
                </c:pt>
                <c:pt idx="1196">
                  <c:v>200</c:v>
                </c:pt>
                <c:pt idx="1197">
                  <c:v>200</c:v>
                </c:pt>
                <c:pt idx="1198">
                  <c:v>193.164401</c:v>
                </c:pt>
                <c:pt idx="1199">
                  <c:v>193.164401</c:v>
                </c:pt>
                <c:pt idx="1200">
                  <c:v>185.67973000000001</c:v>
                </c:pt>
                <c:pt idx="1201">
                  <c:v>185.67973000000001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89.507069000000001</c:v>
                </c:pt>
                <c:pt idx="1313">
                  <c:v>89.507069000000001</c:v>
                </c:pt>
                <c:pt idx="1314">
                  <c:v>17.673928</c:v>
                </c:pt>
                <c:pt idx="1315">
                  <c:v>17.673928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30</c:v>
                </c:pt>
                <c:pt idx="1333">
                  <c:v>30</c:v>
                </c:pt>
                <c:pt idx="1334">
                  <c:v>63.697141000000002</c:v>
                </c:pt>
                <c:pt idx="1335">
                  <c:v>63.697141000000002</c:v>
                </c:pt>
                <c:pt idx="1336">
                  <c:v>420.00020000000001</c:v>
                </c:pt>
                <c:pt idx="1337">
                  <c:v>420.00020000000001</c:v>
                </c:pt>
                <c:pt idx="1338">
                  <c:v>708.52645700000005</c:v>
                </c:pt>
                <c:pt idx="1339">
                  <c:v>708.52645700000005</c:v>
                </c:pt>
                <c:pt idx="1340">
                  <c:v>870</c:v>
                </c:pt>
                <c:pt idx="1341">
                  <c:v>870</c:v>
                </c:pt>
                <c:pt idx="1342">
                  <c:v>507.96675199999999</c:v>
                </c:pt>
                <c:pt idx="1343">
                  <c:v>507.96675199999999</c:v>
                </c:pt>
                <c:pt idx="1344">
                  <c:v>366.86420199999998</c:v>
                </c:pt>
                <c:pt idx="1345">
                  <c:v>366.86420199999998</c:v>
                </c:pt>
                <c:pt idx="1346">
                  <c:v>197.789153</c:v>
                </c:pt>
                <c:pt idx="1347">
                  <c:v>197.789153</c:v>
                </c:pt>
                <c:pt idx="1348">
                  <c:v>60</c:v>
                </c:pt>
                <c:pt idx="1349">
                  <c:v>60</c:v>
                </c:pt>
                <c:pt idx="1350">
                  <c:v>0</c:v>
                </c:pt>
                <c:pt idx="1351">
                  <c:v>0</c:v>
                </c:pt>
                <c:pt idx="1352">
                  <c:v>416.28047199999997</c:v>
                </c:pt>
                <c:pt idx="1353">
                  <c:v>416.28047199999997</c:v>
                </c:pt>
                <c:pt idx="1354">
                  <c:v>312.21094699999998</c:v>
                </c:pt>
                <c:pt idx="1355">
                  <c:v>312.21094699999998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210.0001</c:v>
                </c:pt>
                <c:pt idx="1361">
                  <c:v>210.0001</c:v>
                </c:pt>
                <c:pt idx="1362">
                  <c:v>150.00032100000001</c:v>
                </c:pt>
                <c:pt idx="1363">
                  <c:v>150.00032100000001</c:v>
                </c:pt>
                <c:pt idx="1364">
                  <c:v>120</c:v>
                </c:pt>
                <c:pt idx="1365">
                  <c:v>120</c:v>
                </c:pt>
                <c:pt idx="1366">
                  <c:v>5.2099999999999998E-4</c:v>
                </c:pt>
                <c:pt idx="1367">
                  <c:v>5.2099999999999998E-4</c:v>
                </c:pt>
                <c:pt idx="1368">
                  <c:v>300.00040000000001</c:v>
                </c:pt>
                <c:pt idx="1369">
                  <c:v>300.00040000000001</c:v>
                </c:pt>
                <c:pt idx="1370">
                  <c:v>553.85233400000004</c:v>
                </c:pt>
                <c:pt idx="1371">
                  <c:v>553.85233400000004</c:v>
                </c:pt>
                <c:pt idx="1372">
                  <c:v>670.78293900000006</c:v>
                </c:pt>
                <c:pt idx="1373">
                  <c:v>670.78293900000006</c:v>
                </c:pt>
                <c:pt idx="1374">
                  <c:v>587.78957400000002</c:v>
                </c:pt>
                <c:pt idx="1375">
                  <c:v>587.78957400000002</c:v>
                </c:pt>
                <c:pt idx="1376">
                  <c:v>183.843187</c:v>
                </c:pt>
                <c:pt idx="1377">
                  <c:v>183.843187</c:v>
                </c:pt>
                <c:pt idx="1378">
                  <c:v>329.99915800000002</c:v>
                </c:pt>
                <c:pt idx="1379">
                  <c:v>329.99915800000002</c:v>
                </c:pt>
                <c:pt idx="1380">
                  <c:v>384.421674</c:v>
                </c:pt>
                <c:pt idx="1381">
                  <c:v>384.421674</c:v>
                </c:pt>
                <c:pt idx="1382">
                  <c:v>509.99937899999998</c:v>
                </c:pt>
                <c:pt idx="1383">
                  <c:v>509.99937899999998</c:v>
                </c:pt>
                <c:pt idx="1384">
                  <c:v>317.79157900000001</c:v>
                </c:pt>
                <c:pt idx="1385">
                  <c:v>317.79157900000001</c:v>
                </c:pt>
                <c:pt idx="1386">
                  <c:v>294.42189500000001</c:v>
                </c:pt>
                <c:pt idx="1387">
                  <c:v>294.42189500000001</c:v>
                </c:pt>
                <c:pt idx="1388">
                  <c:v>186.63222099999999</c:v>
                </c:pt>
                <c:pt idx="1389">
                  <c:v>186.63222099999999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37A-4189-88AE-84D48E4FD4BE}"/>
            </c:ext>
          </c:extLst>
        </c:ser>
        <c:ser>
          <c:idx val="1"/>
          <c:order val="1"/>
          <c:tx>
            <c:v>系統受電</c:v>
          </c:tx>
          <c:spPr>
            <a:ln w="14288">
              <a:solidFill>
                <a:srgbClr val="2F70B9"/>
              </a:solidFill>
            </a:ln>
          </c:spPr>
          <c:marker>
            <c:symbol val="none"/>
          </c:marker>
          <c:xVal>
            <c:numRef>
              <c:f>'Chart Data'!$C$2:$C$1391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Data'!$D$2:$D$1391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200</c:v>
                </c:pt>
                <c:pt idx="31">
                  <c:v>200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200</c:v>
                </c:pt>
                <c:pt idx="37">
                  <c:v>200</c:v>
                </c:pt>
                <c:pt idx="38">
                  <c:v>200</c:v>
                </c:pt>
                <c:pt idx="39">
                  <c:v>200</c:v>
                </c:pt>
                <c:pt idx="40">
                  <c:v>200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200</c:v>
                </c:pt>
                <c:pt idx="47">
                  <c:v>200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200</c:v>
                </c:pt>
                <c:pt idx="52">
                  <c:v>123.614704</c:v>
                </c:pt>
                <c:pt idx="53">
                  <c:v>123.614704</c:v>
                </c:pt>
                <c:pt idx="54">
                  <c:v>45.55</c:v>
                </c:pt>
                <c:pt idx="55">
                  <c:v>45.55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192.071101</c:v>
                </c:pt>
                <c:pt idx="203">
                  <c:v>192.071101</c:v>
                </c:pt>
                <c:pt idx="204">
                  <c:v>200</c:v>
                </c:pt>
                <c:pt idx="205">
                  <c:v>200</c:v>
                </c:pt>
                <c:pt idx="206">
                  <c:v>200</c:v>
                </c:pt>
                <c:pt idx="207">
                  <c:v>200</c:v>
                </c:pt>
                <c:pt idx="208">
                  <c:v>200</c:v>
                </c:pt>
                <c:pt idx="209">
                  <c:v>200</c:v>
                </c:pt>
                <c:pt idx="210">
                  <c:v>200</c:v>
                </c:pt>
                <c:pt idx="211">
                  <c:v>200</c:v>
                </c:pt>
                <c:pt idx="212">
                  <c:v>200</c:v>
                </c:pt>
                <c:pt idx="213">
                  <c:v>200</c:v>
                </c:pt>
                <c:pt idx="214">
                  <c:v>200</c:v>
                </c:pt>
                <c:pt idx="215">
                  <c:v>200</c:v>
                </c:pt>
                <c:pt idx="216">
                  <c:v>200</c:v>
                </c:pt>
                <c:pt idx="217">
                  <c:v>200</c:v>
                </c:pt>
                <c:pt idx="218">
                  <c:v>200</c:v>
                </c:pt>
                <c:pt idx="219">
                  <c:v>200</c:v>
                </c:pt>
                <c:pt idx="220">
                  <c:v>200</c:v>
                </c:pt>
                <c:pt idx="221">
                  <c:v>200</c:v>
                </c:pt>
                <c:pt idx="222">
                  <c:v>200</c:v>
                </c:pt>
                <c:pt idx="223">
                  <c:v>200</c:v>
                </c:pt>
                <c:pt idx="224">
                  <c:v>200</c:v>
                </c:pt>
                <c:pt idx="225">
                  <c:v>200</c:v>
                </c:pt>
                <c:pt idx="226">
                  <c:v>200</c:v>
                </c:pt>
                <c:pt idx="227">
                  <c:v>200</c:v>
                </c:pt>
                <c:pt idx="228">
                  <c:v>200</c:v>
                </c:pt>
                <c:pt idx="229">
                  <c:v>200</c:v>
                </c:pt>
                <c:pt idx="230">
                  <c:v>200</c:v>
                </c:pt>
                <c:pt idx="231">
                  <c:v>200</c:v>
                </c:pt>
                <c:pt idx="232">
                  <c:v>200</c:v>
                </c:pt>
                <c:pt idx="233">
                  <c:v>200</c:v>
                </c:pt>
                <c:pt idx="234">
                  <c:v>200</c:v>
                </c:pt>
                <c:pt idx="235">
                  <c:v>200</c:v>
                </c:pt>
                <c:pt idx="236">
                  <c:v>200</c:v>
                </c:pt>
                <c:pt idx="237">
                  <c:v>200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91.573733000000004</c:v>
                </c:pt>
                <c:pt idx="385">
                  <c:v>91.573733000000004</c:v>
                </c:pt>
                <c:pt idx="386">
                  <c:v>200</c:v>
                </c:pt>
                <c:pt idx="387">
                  <c:v>200</c:v>
                </c:pt>
                <c:pt idx="388">
                  <c:v>270.00020000000001</c:v>
                </c:pt>
                <c:pt idx="389">
                  <c:v>270.00020000000001</c:v>
                </c:pt>
                <c:pt idx="390">
                  <c:v>250.091905</c:v>
                </c:pt>
                <c:pt idx="391">
                  <c:v>250.091905</c:v>
                </c:pt>
                <c:pt idx="392">
                  <c:v>218.13901999999999</c:v>
                </c:pt>
                <c:pt idx="393">
                  <c:v>218.13901999999999</c:v>
                </c:pt>
                <c:pt idx="394">
                  <c:v>218.91829999999999</c:v>
                </c:pt>
                <c:pt idx="395">
                  <c:v>218.91829999999999</c:v>
                </c:pt>
                <c:pt idx="396">
                  <c:v>210.00020000000001</c:v>
                </c:pt>
                <c:pt idx="397">
                  <c:v>210.00020000000001</c:v>
                </c:pt>
                <c:pt idx="398">
                  <c:v>200</c:v>
                </c:pt>
                <c:pt idx="399">
                  <c:v>200</c:v>
                </c:pt>
                <c:pt idx="400">
                  <c:v>240.00020000000001</c:v>
                </c:pt>
                <c:pt idx="401">
                  <c:v>240.00020000000001</c:v>
                </c:pt>
                <c:pt idx="402">
                  <c:v>334.757338</c:v>
                </c:pt>
                <c:pt idx="403">
                  <c:v>334.757338</c:v>
                </c:pt>
                <c:pt idx="404">
                  <c:v>253.347634</c:v>
                </c:pt>
                <c:pt idx="405">
                  <c:v>253.347634</c:v>
                </c:pt>
                <c:pt idx="406">
                  <c:v>200</c:v>
                </c:pt>
                <c:pt idx="407">
                  <c:v>200</c:v>
                </c:pt>
                <c:pt idx="408">
                  <c:v>241.80359200000001</c:v>
                </c:pt>
                <c:pt idx="409">
                  <c:v>241.80359200000001</c:v>
                </c:pt>
                <c:pt idx="410">
                  <c:v>252.00029699999999</c:v>
                </c:pt>
                <c:pt idx="411">
                  <c:v>252.00029699999999</c:v>
                </c:pt>
                <c:pt idx="412">
                  <c:v>200.0001</c:v>
                </c:pt>
                <c:pt idx="413">
                  <c:v>200.0001</c:v>
                </c:pt>
                <c:pt idx="414">
                  <c:v>213.87475000000001</c:v>
                </c:pt>
                <c:pt idx="415">
                  <c:v>213.87475000000001</c:v>
                </c:pt>
                <c:pt idx="416">
                  <c:v>200</c:v>
                </c:pt>
                <c:pt idx="417">
                  <c:v>200</c:v>
                </c:pt>
                <c:pt idx="418">
                  <c:v>200</c:v>
                </c:pt>
                <c:pt idx="419">
                  <c:v>200</c:v>
                </c:pt>
                <c:pt idx="420">
                  <c:v>200</c:v>
                </c:pt>
                <c:pt idx="421">
                  <c:v>200</c:v>
                </c:pt>
                <c:pt idx="422">
                  <c:v>200</c:v>
                </c:pt>
                <c:pt idx="423">
                  <c:v>200</c:v>
                </c:pt>
                <c:pt idx="424">
                  <c:v>237.453688</c:v>
                </c:pt>
                <c:pt idx="425">
                  <c:v>237.453688</c:v>
                </c:pt>
                <c:pt idx="426">
                  <c:v>285.420725</c:v>
                </c:pt>
                <c:pt idx="427">
                  <c:v>285.420725</c:v>
                </c:pt>
                <c:pt idx="428">
                  <c:v>208.993155</c:v>
                </c:pt>
                <c:pt idx="429">
                  <c:v>208.993155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200</c:v>
                </c:pt>
                <c:pt idx="569">
                  <c:v>200</c:v>
                </c:pt>
                <c:pt idx="570">
                  <c:v>356.82120500000002</c:v>
                </c:pt>
                <c:pt idx="571">
                  <c:v>356.82120500000002</c:v>
                </c:pt>
                <c:pt idx="572">
                  <c:v>257.999933</c:v>
                </c:pt>
                <c:pt idx="573">
                  <c:v>257.999933</c:v>
                </c:pt>
                <c:pt idx="574">
                  <c:v>237.76686799999999</c:v>
                </c:pt>
                <c:pt idx="575">
                  <c:v>237.76686799999999</c:v>
                </c:pt>
                <c:pt idx="576">
                  <c:v>200</c:v>
                </c:pt>
                <c:pt idx="577">
                  <c:v>200</c:v>
                </c:pt>
                <c:pt idx="578">
                  <c:v>240</c:v>
                </c:pt>
                <c:pt idx="579">
                  <c:v>240</c:v>
                </c:pt>
                <c:pt idx="580">
                  <c:v>244.886957</c:v>
                </c:pt>
                <c:pt idx="581">
                  <c:v>244.886957</c:v>
                </c:pt>
                <c:pt idx="582">
                  <c:v>300.00009999999997</c:v>
                </c:pt>
                <c:pt idx="583">
                  <c:v>300.00009999999997</c:v>
                </c:pt>
                <c:pt idx="584">
                  <c:v>200</c:v>
                </c:pt>
                <c:pt idx="585">
                  <c:v>200</c:v>
                </c:pt>
                <c:pt idx="586">
                  <c:v>200</c:v>
                </c:pt>
                <c:pt idx="587">
                  <c:v>200</c:v>
                </c:pt>
                <c:pt idx="588">
                  <c:v>200</c:v>
                </c:pt>
                <c:pt idx="589">
                  <c:v>200</c:v>
                </c:pt>
                <c:pt idx="590">
                  <c:v>200</c:v>
                </c:pt>
                <c:pt idx="591">
                  <c:v>200</c:v>
                </c:pt>
                <c:pt idx="592">
                  <c:v>272.25885799999998</c:v>
                </c:pt>
                <c:pt idx="593">
                  <c:v>272.25885799999998</c:v>
                </c:pt>
                <c:pt idx="594">
                  <c:v>200</c:v>
                </c:pt>
                <c:pt idx="595">
                  <c:v>200</c:v>
                </c:pt>
                <c:pt idx="596">
                  <c:v>270.00029999999998</c:v>
                </c:pt>
                <c:pt idx="597">
                  <c:v>270.00029999999998</c:v>
                </c:pt>
                <c:pt idx="598">
                  <c:v>420</c:v>
                </c:pt>
                <c:pt idx="599">
                  <c:v>420</c:v>
                </c:pt>
                <c:pt idx="600">
                  <c:v>243.88187500000001</c:v>
                </c:pt>
                <c:pt idx="601">
                  <c:v>243.88187500000001</c:v>
                </c:pt>
                <c:pt idx="602">
                  <c:v>479.99990000000003</c:v>
                </c:pt>
                <c:pt idx="603">
                  <c:v>479.99990000000003</c:v>
                </c:pt>
                <c:pt idx="604">
                  <c:v>510.00009999999997</c:v>
                </c:pt>
                <c:pt idx="605">
                  <c:v>510.00009999999997</c:v>
                </c:pt>
                <c:pt idx="606">
                  <c:v>660.00009999999997</c:v>
                </c:pt>
                <c:pt idx="607">
                  <c:v>660.00009999999997</c:v>
                </c:pt>
                <c:pt idx="608">
                  <c:v>699.64097600000002</c:v>
                </c:pt>
                <c:pt idx="609">
                  <c:v>699.64097600000002</c:v>
                </c:pt>
                <c:pt idx="610">
                  <c:v>366.288117</c:v>
                </c:pt>
                <c:pt idx="611">
                  <c:v>366.288117</c:v>
                </c:pt>
                <c:pt idx="612">
                  <c:v>688.21612000000005</c:v>
                </c:pt>
                <c:pt idx="613">
                  <c:v>688.21612000000005</c:v>
                </c:pt>
                <c:pt idx="614">
                  <c:v>643.67792299999996</c:v>
                </c:pt>
                <c:pt idx="615">
                  <c:v>643.67792299999996</c:v>
                </c:pt>
                <c:pt idx="616">
                  <c:v>672.21094700000003</c:v>
                </c:pt>
                <c:pt idx="617">
                  <c:v>672.21094700000003</c:v>
                </c:pt>
                <c:pt idx="618">
                  <c:v>502.905618</c:v>
                </c:pt>
                <c:pt idx="619">
                  <c:v>502.905618</c:v>
                </c:pt>
                <c:pt idx="620">
                  <c:v>268.25383699999998</c:v>
                </c:pt>
                <c:pt idx="621">
                  <c:v>268.25383699999998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52.594757999999999</c:v>
                </c:pt>
                <c:pt idx="795">
                  <c:v>52.594757999999999</c:v>
                </c:pt>
                <c:pt idx="796">
                  <c:v>186.00589400000001</c:v>
                </c:pt>
                <c:pt idx="797">
                  <c:v>186.00589400000001</c:v>
                </c:pt>
                <c:pt idx="798">
                  <c:v>120.00052100000001</c:v>
                </c:pt>
                <c:pt idx="799">
                  <c:v>120.00052100000001</c:v>
                </c:pt>
                <c:pt idx="800">
                  <c:v>174.42189500000001</c:v>
                </c:pt>
                <c:pt idx="801">
                  <c:v>174.42189500000001</c:v>
                </c:pt>
                <c:pt idx="802">
                  <c:v>157.96767500000001</c:v>
                </c:pt>
                <c:pt idx="803">
                  <c:v>157.96767500000001</c:v>
                </c:pt>
                <c:pt idx="804">
                  <c:v>64.423158000000001</c:v>
                </c:pt>
                <c:pt idx="805">
                  <c:v>64.423158000000001</c:v>
                </c:pt>
                <c:pt idx="806">
                  <c:v>192.210947</c:v>
                </c:pt>
                <c:pt idx="807">
                  <c:v>192.210947</c:v>
                </c:pt>
                <c:pt idx="808">
                  <c:v>200</c:v>
                </c:pt>
                <c:pt idx="809">
                  <c:v>200</c:v>
                </c:pt>
                <c:pt idx="810">
                  <c:v>200</c:v>
                </c:pt>
                <c:pt idx="811">
                  <c:v>200</c:v>
                </c:pt>
                <c:pt idx="812">
                  <c:v>200</c:v>
                </c:pt>
                <c:pt idx="813">
                  <c:v>200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200</c:v>
                </c:pt>
                <c:pt idx="977">
                  <c:v>200</c:v>
                </c:pt>
                <c:pt idx="978">
                  <c:v>200</c:v>
                </c:pt>
                <c:pt idx="979">
                  <c:v>200</c:v>
                </c:pt>
                <c:pt idx="980">
                  <c:v>200</c:v>
                </c:pt>
                <c:pt idx="981">
                  <c:v>200</c:v>
                </c:pt>
                <c:pt idx="982">
                  <c:v>200</c:v>
                </c:pt>
                <c:pt idx="983">
                  <c:v>200</c:v>
                </c:pt>
                <c:pt idx="984">
                  <c:v>200</c:v>
                </c:pt>
                <c:pt idx="985">
                  <c:v>200</c:v>
                </c:pt>
                <c:pt idx="986">
                  <c:v>194.575817</c:v>
                </c:pt>
                <c:pt idx="987">
                  <c:v>194.575817</c:v>
                </c:pt>
                <c:pt idx="988">
                  <c:v>120</c:v>
                </c:pt>
                <c:pt idx="989">
                  <c:v>120</c:v>
                </c:pt>
                <c:pt idx="990">
                  <c:v>196.78199000000001</c:v>
                </c:pt>
                <c:pt idx="991">
                  <c:v>196.78199000000001</c:v>
                </c:pt>
                <c:pt idx="992">
                  <c:v>200</c:v>
                </c:pt>
                <c:pt idx="993">
                  <c:v>200</c:v>
                </c:pt>
                <c:pt idx="994">
                  <c:v>200</c:v>
                </c:pt>
                <c:pt idx="995">
                  <c:v>200</c:v>
                </c:pt>
                <c:pt idx="996">
                  <c:v>200</c:v>
                </c:pt>
                <c:pt idx="997">
                  <c:v>200</c:v>
                </c:pt>
                <c:pt idx="998">
                  <c:v>200</c:v>
                </c:pt>
                <c:pt idx="999">
                  <c:v>200</c:v>
                </c:pt>
                <c:pt idx="1000">
                  <c:v>200</c:v>
                </c:pt>
                <c:pt idx="1001">
                  <c:v>200</c:v>
                </c:pt>
                <c:pt idx="1002">
                  <c:v>200</c:v>
                </c:pt>
                <c:pt idx="1003">
                  <c:v>200</c:v>
                </c:pt>
                <c:pt idx="1004">
                  <c:v>200</c:v>
                </c:pt>
                <c:pt idx="1005">
                  <c:v>200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198.043226</c:v>
                </c:pt>
                <c:pt idx="1169">
                  <c:v>198.043226</c:v>
                </c:pt>
                <c:pt idx="1170">
                  <c:v>200</c:v>
                </c:pt>
                <c:pt idx="1171">
                  <c:v>200</c:v>
                </c:pt>
                <c:pt idx="1172">
                  <c:v>120</c:v>
                </c:pt>
                <c:pt idx="1173">
                  <c:v>120</c:v>
                </c:pt>
                <c:pt idx="1174">
                  <c:v>90</c:v>
                </c:pt>
                <c:pt idx="1175">
                  <c:v>90</c:v>
                </c:pt>
                <c:pt idx="1176">
                  <c:v>200</c:v>
                </c:pt>
                <c:pt idx="1177">
                  <c:v>200</c:v>
                </c:pt>
                <c:pt idx="1178">
                  <c:v>147.90879899999999</c:v>
                </c:pt>
                <c:pt idx="1179">
                  <c:v>147.90879899999999</c:v>
                </c:pt>
                <c:pt idx="1180">
                  <c:v>52.210847000000001</c:v>
                </c:pt>
                <c:pt idx="1181">
                  <c:v>52.210847000000001</c:v>
                </c:pt>
                <c:pt idx="1182">
                  <c:v>71.336394999999996</c:v>
                </c:pt>
                <c:pt idx="1183">
                  <c:v>71.336394999999996</c:v>
                </c:pt>
                <c:pt idx="1184">
                  <c:v>120</c:v>
                </c:pt>
                <c:pt idx="1185">
                  <c:v>120</c:v>
                </c:pt>
                <c:pt idx="1186">
                  <c:v>123.166264</c:v>
                </c:pt>
                <c:pt idx="1187">
                  <c:v>123.166264</c:v>
                </c:pt>
                <c:pt idx="1188">
                  <c:v>181.40862100000001</c:v>
                </c:pt>
                <c:pt idx="1189">
                  <c:v>181.40862100000001</c:v>
                </c:pt>
                <c:pt idx="1190">
                  <c:v>106.05519700000001</c:v>
                </c:pt>
                <c:pt idx="1191">
                  <c:v>106.05519700000001</c:v>
                </c:pt>
                <c:pt idx="1192">
                  <c:v>196.918935</c:v>
                </c:pt>
                <c:pt idx="1193">
                  <c:v>196.918935</c:v>
                </c:pt>
                <c:pt idx="1194">
                  <c:v>179.99967899999999</c:v>
                </c:pt>
                <c:pt idx="1195">
                  <c:v>179.99967899999999</c:v>
                </c:pt>
                <c:pt idx="1196">
                  <c:v>200</c:v>
                </c:pt>
                <c:pt idx="1197">
                  <c:v>200</c:v>
                </c:pt>
                <c:pt idx="1198">
                  <c:v>193.164401</c:v>
                </c:pt>
                <c:pt idx="1199">
                  <c:v>193.164401</c:v>
                </c:pt>
                <c:pt idx="1200">
                  <c:v>185.67973000000001</c:v>
                </c:pt>
                <c:pt idx="1201">
                  <c:v>185.67973000000001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37A-4189-88AE-84D48E4FD4BE}"/>
            </c:ext>
          </c:extLst>
        </c:ser>
        <c:ser>
          <c:idx val="2"/>
          <c:order val="2"/>
          <c:tx>
            <c:v>PV供給可能</c:v>
          </c:tx>
          <c:spPr>
            <a:ln w="14288">
              <a:solidFill>
                <a:srgbClr val="C99021"/>
              </a:solidFill>
            </a:ln>
          </c:spPr>
          <c:marker>
            <c:symbol val="none"/>
          </c:marker>
          <c:xVal>
            <c:numRef>
              <c:f>'Chart Data'!$E$2:$E$1391</c:f>
              <c:numCache>
                <c:formatCode>General</c:formatCode>
                <c:ptCount val="1390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1</c:v>
                </c:pt>
                <c:pt idx="8">
                  <c:v>1</c:v>
                </c:pt>
                <c:pt idx="9">
                  <c:v>1.25</c:v>
                </c:pt>
                <c:pt idx="10">
                  <c:v>1.25</c:v>
                </c:pt>
                <c:pt idx="11">
                  <c:v>1.5</c:v>
                </c:pt>
                <c:pt idx="12">
                  <c:v>1.5</c:v>
                </c:pt>
                <c:pt idx="13">
                  <c:v>1.75</c:v>
                </c:pt>
                <c:pt idx="14">
                  <c:v>1.75</c:v>
                </c:pt>
                <c:pt idx="15">
                  <c:v>2</c:v>
                </c:pt>
                <c:pt idx="16">
                  <c:v>2</c:v>
                </c:pt>
                <c:pt idx="17">
                  <c:v>2.25</c:v>
                </c:pt>
                <c:pt idx="18">
                  <c:v>2.25</c:v>
                </c:pt>
                <c:pt idx="19">
                  <c:v>2.5</c:v>
                </c:pt>
                <c:pt idx="20">
                  <c:v>2.5</c:v>
                </c:pt>
                <c:pt idx="21">
                  <c:v>2.75</c:v>
                </c:pt>
                <c:pt idx="22">
                  <c:v>2.75</c:v>
                </c:pt>
                <c:pt idx="23">
                  <c:v>3</c:v>
                </c:pt>
                <c:pt idx="24">
                  <c:v>3</c:v>
                </c:pt>
                <c:pt idx="25">
                  <c:v>3.25</c:v>
                </c:pt>
                <c:pt idx="26">
                  <c:v>3.25</c:v>
                </c:pt>
                <c:pt idx="27">
                  <c:v>3.5</c:v>
                </c:pt>
                <c:pt idx="28">
                  <c:v>3.5</c:v>
                </c:pt>
                <c:pt idx="29">
                  <c:v>3.75</c:v>
                </c:pt>
                <c:pt idx="30">
                  <c:v>3.75</c:v>
                </c:pt>
                <c:pt idx="31">
                  <c:v>4</c:v>
                </c:pt>
                <c:pt idx="32">
                  <c:v>4</c:v>
                </c:pt>
                <c:pt idx="33">
                  <c:v>4.25</c:v>
                </c:pt>
                <c:pt idx="34">
                  <c:v>4.25</c:v>
                </c:pt>
                <c:pt idx="35">
                  <c:v>4.5</c:v>
                </c:pt>
                <c:pt idx="36">
                  <c:v>4.5</c:v>
                </c:pt>
                <c:pt idx="37">
                  <c:v>4.75</c:v>
                </c:pt>
                <c:pt idx="38">
                  <c:v>4.75</c:v>
                </c:pt>
                <c:pt idx="39">
                  <c:v>5</c:v>
                </c:pt>
                <c:pt idx="40">
                  <c:v>5</c:v>
                </c:pt>
                <c:pt idx="41">
                  <c:v>5.25</c:v>
                </c:pt>
                <c:pt idx="42">
                  <c:v>5.25</c:v>
                </c:pt>
                <c:pt idx="43">
                  <c:v>5.5</c:v>
                </c:pt>
                <c:pt idx="44">
                  <c:v>5.5</c:v>
                </c:pt>
                <c:pt idx="45">
                  <c:v>5.75</c:v>
                </c:pt>
                <c:pt idx="46">
                  <c:v>5.75</c:v>
                </c:pt>
                <c:pt idx="47">
                  <c:v>6</c:v>
                </c:pt>
                <c:pt idx="48">
                  <c:v>6</c:v>
                </c:pt>
                <c:pt idx="49">
                  <c:v>6.25</c:v>
                </c:pt>
                <c:pt idx="50">
                  <c:v>6.25</c:v>
                </c:pt>
                <c:pt idx="51">
                  <c:v>6.5</c:v>
                </c:pt>
                <c:pt idx="52">
                  <c:v>6.5</c:v>
                </c:pt>
                <c:pt idx="53">
                  <c:v>6.75</c:v>
                </c:pt>
                <c:pt idx="54">
                  <c:v>6.75</c:v>
                </c:pt>
                <c:pt idx="55">
                  <c:v>7</c:v>
                </c:pt>
                <c:pt idx="56">
                  <c:v>7</c:v>
                </c:pt>
                <c:pt idx="57">
                  <c:v>7.25</c:v>
                </c:pt>
                <c:pt idx="58">
                  <c:v>7.25</c:v>
                </c:pt>
                <c:pt idx="59">
                  <c:v>7.5</c:v>
                </c:pt>
                <c:pt idx="60">
                  <c:v>7.5</c:v>
                </c:pt>
                <c:pt idx="61">
                  <c:v>7.75</c:v>
                </c:pt>
                <c:pt idx="62">
                  <c:v>7.75</c:v>
                </c:pt>
                <c:pt idx="63">
                  <c:v>8</c:v>
                </c:pt>
                <c:pt idx="64">
                  <c:v>8</c:v>
                </c:pt>
                <c:pt idx="65">
                  <c:v>8.25</c:v>
                </c:pt>
                <c:pt idx="66">
                  <c:v>8.25</c:v>
                </c:pt>
                <c:pt idx="67">
                  <c:v>8.5</c:v>
                </c:pt>
                <c:pt idx="68">
                  <c:v>8.5</c:v>
                </c:pt>
                <c:pt idx="69">
                  <c:v>8.75</c:v>
                </c:pt>
                <c:pt idx="70">
                  <c:v>8.75</c:v>
                </c:pt>
                <c:pt idx="71">
                  <c:v>9</c:v>
                </c:pt>
                <c:pt idx="72">
                  <c:v>9</c:v>
                </c:pt>
                <c:pt idx="73">
                  <c:v>9.25</c:v>
                </c:pt>
                <c:pt idx="74">
                  <c:v>9.25</c:v>
                </c:pt>
                <c:pt idx="75">
                  <c:v>9.5</c:v>
                </c:pt>
                <c:pt idx="76">
                  <c:v>9.5</c:v>
                </c:pt>
                <c:pt idx="77">
                  <c:v>9.75</c:v>
                </c:pt>
                <c:pt idx="78">
                  <c:v>9.75</c:v>
                </c:pt>
                <c:pt idx="79">
                  <c:v>10</c:v>
                </c:pt>
                <c:pt idx="80">
                  <c:v>10</c:v>
                </c:pt>
                <c:pt idx="81">
                  <c:v>10.25</c:v>
                </c:pt>
                <c:pt idx="82">
                  <c:v>10.25</c:v>
                </c:pt>
                <c:pt idx="83">
                  <c:v>10.5</c:v>
                </c:pt>
                <c:pt idx="84">
                  <c:v>10.5</c:v>
                </c:pt>
                <c:pt idx="85">
                  <c:v>10.75</c:v>
                </c:pt>
                <c:pt idx="86">
                  <c:v>10.75</c:v>
                </c:pt>
                <c:pt idx="87">
                  <c:v>11</c:v>
                </c:pt>
                <c:pt idx="88">
                  <c:v>11</c:v>
                </c:pt>
                <c:pt idx="89">
                  <c:v>11.25</c:v>
                </c:pt>
                <c:pt idx="90">
                  <c:v>11.25</c:v>
                </c:pt>
                <c:pt idx="91">
                  <c:v>11.5</c:v>
                </c:pt>
                <c:pt idx="92">
                  <c:v>11.5</c:v>
                </c:pt>
                <c:pt idx="93">
                  <c:v>11.75</c:v>
                </c:pt>
                <c:pt idx="94">
                  <c:v>11.75</c:v>
                </c:pt>
                <c:pt idx="95">
                  <c:v>12</c:v>
                </c:pt>
                <c:pt idx="96">
                  <c:v>12</c:v>
                </c:pt>
                <c:pt idx="97">
                  <c:v>12.25</c:v>
                </c:pt>
                <c:pt idx="98">
                  <c:v>12.25</c:v>
                </c:pt>
                <c:pt idx="99">
                  <c:v>12.5</c:v>
                </c:pt>
                <c:pt idx="100">
                  <c:v>12.5</c:v>
                </c:pt>
                <c:pt idx="101">
                  <c:v>12.75</c:v>
                </c:pt>
                <c:pt idx="102">
                  <c:v>12.75</c:v>
                </c:pt>
                <c:pt idx="103">
                  <c:v>13</c:v>
                </c:pt>
                <c:pt idx="104">
                  <c:v>13</c:v>
                </c:pt>
                <c:pt idx="105">
                  <c:v>13.25</c:v>
                </c:pt>
                <c:pt idx="106">
                  <c:v>13.25</c:v>
                </c:pt>
                <c:pt idx="107">
                  <c:v>13.5</c:v>
                </c:pt>
                <c:pt idx="108">
                  <c:v>13.5</c:v>
                </c:pt>
                <c:pt idx="109">
                  <c:v>13.75</c:v>
                </c:pt>
                <c:pt idx="110">
                  <c:v>13.75</c:v>
                </c:pt>
                <c:pt idx="111">
                  <c:v>14</c:v>
                </c:pt>
                <c:pt idx="112">
                  <c:v>14</c:v>
                </c:pt>
                <c:pt idx="113">
                  <c:v>14.25</c:v>
                </c:pt>
                <c:pt idx="114">
                  <c:v>14.25</c:v>
                </c:pt>
                <c:pt idx="115">
                  <c:v>14.5</c:v>
                </c:pt>
                <c:pt idx="116">
                  <c:v>14.5</c:v>
                </c:pt>
                <c:pt idx="117">
                  <c:v>14.75</c:v>
                </c:pt>
                <c:pt idx="118">
                  <c:v>14.75</c:v>
                </c:pt>
                <c:pt idx="119">
                  <c:v>15</c:v>
                </c:pt>
                <c:pt idx="120">
                  <c:v>15</c:v>
                </c:pt>
                <c:pt idx="121">
                  <c:v>15.25</c:v>
                </c:pt>
                <c:pt idx="122">
                  <c:v>15.25</c:v>
                </c:pt>
                <c:pt idx="123">
                  <c:v>15.5</c:v>
                </c:pt>
                <c:pt idx="124">
                  <c:v>15.5</c:v>
                </c:pt>
                <c:pt idx="125">
                  <c:v>15.75</c:v>
                </c:pt>
                <c:pt idx="126">
                  <c:v>15.75</c:v>
                </c:pt>
                <c:pt idx="127">
                  <c:v>16</c:v>
                </c:pt>
                <c:pt idx="128">
                  <c:v>16</c:v>
                </c:pt>
                <c:pt idx="129">
                  <c:v>16.25</c:v>
                </c:pt>
                <c:pt idx="130">
                  <c:v>16.25</c:v>
                </c:pt>
                <c:pt idx="131">
                  <c:v>16.5</c:v>
                </c:pt>
                <c:pt idx="132">
                  <c:v>16.5</c:v>
                </c:pt>
                <c:pt idx="133">
                  <c:v>16.75</c:v>
                </c:pt>
                <c:pt idx="134">
                  <c:v>16.75</c:v>
                </c:pt>
                <c:pt idx="135">
                  <c:v>17</c:v>
                </c:pt>
                <c:pt idx="136">
                  <c:v>17</c:v>
                </c:pt>
                <c:pt idx="137">
                  <c:v>17.25</c:v>
                </c:pt>
                <c:pt idx="138">
                  <c:v>17.25</c:v>
                </c:pt>
                <c:pt idx="139">
                  <c:v>17.5</c:v>
                </c:pt>
                <c:pt idx="140">
                  <c:v>17.5</c:v>
                </c:pt>
                <c:pt idx="141">
                  <c:v>17.75</c:v>
                </c:pt>
                <c:pt idx="142">
                  <c:v>17.75</c:v>
                </c:pt>
                <c:pt idx="143">
                  <c:v>18</c:v>
                </c:pt>
                <c:pt idx="144">
                  <c:v>18</c:v>
                </c:pt>
                <c:pt idx="145">
                  <c:v>18.25</c:v>
                </c:pt>
                <c:pt idx="146">
                  <c:v>18.25</c:v>
                </c:pt>
                <c:pt idx="147">
                  <c:v>18.5</c:v>
                </c:pt>
                <c:pt idx="148">
                  <c:v>18.5</c:v>
                </c:pt>
                <c:pt idx="149">
                  <c:v>18.75</c:v>
                </c:pt>
                <c:pt idx="150">
                  <c:v>18.75</c:v>
                </c:pt>
                <c:pt idx="151">
                  <c:v>19</c:v>
                </c:pt>
                <c:pt idx="152">
                  <c:v>19</c:v>
                </c:pt>
                <c:pt idx="153">
                  <c:v>19.25</c:v>
                </c:pt>
                <c:pt idx="154">
                  <c:v>19.25</c:v>
                </c:pt>
                <c:pt idx="155">
                  <c:v>19.5</c:v>
                </c:pt>
                <c:pt idx="156">
                  <c:v>19.5</c:v>
                </c:pt>
                <c:pt idx="157">
                  <c:v>19.75</c:v>
                </c:pt>
                <c:pt idx="158">
                  <c:v>19.75</c:v>
                </c:pt>
                <c:pt idx="159">
                  <c:v>20</c:v>
                </c:pt>
                <c:pt idx="160">
                  <c:v>20</c:v>
                </c:pt>
                <c:pt idx="161">
                  <c:v>20.25</c:v>
                </c:pt>
                <c:pt idx="162">
                  <c:v>20.25</c:v>
                </c:pt>
                <c:pt idx="163">
                  <c:v>20.5</c:v>
                </c:pt>
                <c:pt idx="164">
                  <c:v>20.5</c:v>
                </c:pt>
                <c:pt idx="165">
                  <c:v>20.75</c:v>
                </c:pt>
                <c:pt idx="166">
                  <c:v>20.75</c:v>
                </c:pt>
                <c:pt idx="167">
                  <c:v>21</c:v>
                </c:pt>
                <c:pt idx="168">
                  <c:v>21</c:v>
                </c:pt>
                <c:pt idx="169">
                  <c:v>21.25</c:v>
                </c:pt>
                <c:pt idx="170">
                  <c:v>21.25</c:v>
                </c:pt>
                <c:pt idx="171">
                  <c:v>21.5</c:v>
                </c:pt>
                <c:pt idx="172">
                  <c:v>21.5</c:v>
                </c:pt>
                <c:pt idx="173">
                  <c:v>21.75</c:v>
                </c:pt>
                <c:pt idx="174">
                  <c:v>21.75</c:v>
                </c:pt>
                <c:pt idx="175">
                  <c:v>22</c:v>
                </c:pt>
                <c:pt idx="176">
                  <c:v>22</c:v>
                </c:pt>
                <c:pt idx="177">
                  <c:v>22.25</c:v>
                </c:pt>
                <c:pt idx="178">
                  <c:v>22.25</c:v>
                </c:pt>
                <c:pt idx="179">
                  <c:v>22.5</c:v>
                </c:pt>
                <c:pt idx="180">
                  <c:v>22.5</c:v>
                </c:pt>
                <c:pt idx="181">
                  <c:v>22.75</c:v>
                </c:pt>
                <c:pt idx="182">
                  <c:v>22.75</c:v>
                </c:pt>
                <c:pt idx="183">
                  <c:v>23</c:v>
                </c:pt>
                <c:pt idx="184">
                  <c:v>23</c:v>
                </c:pt>
                <c:pt idx="185">
                  <c:v>23.25</c:v>
                </c:pt>
                <c:pt idx="186">
                  <c:v>23.25</c:v>
                </c:pt>
                <c:pt idx="187">
                  <c:v>23.5</c:v>
                </c:pt>
                <c:pt idx="188">
                  <c:v>23.5</c:v>
                </c:pt>
                <c:pt idx="189">
                  <c:v>23.75</c:v>
                </c:pt>
                <c:pt idx="190">
                  <c:v>23.75</c:v>
                </c:pt>
                <c:pt idx="191">
                  <c:v>24</c:v>
                </c:pt>
                <c:pt idx="192">
                  <c:v>24</c:v>
                </c:pt>
                <c:pt idx="193">
                  <c:v>24.25</c:v>
                </c:pt>
                <c:pt idx="194">
                  <c:v>24.25</c:v>
                </c:pt>
                <c:pt idx="195">
                  <c:v>24.5</c:v>
                </c:pt>
                <c:pt idx="196">
                  <c:v>24.5</c:v>
                </c:pt>
                <c:pt idx="197">
                  <c:v>24.75</c:v>
                </c:pt>
                <c:pt idx="198">
                  <c:v>24.75</c:v>
                </c:pt>
                <c:pt idx="199">
                  <c:v>25</c:v>
                </c:pt>
                <c:pt idx="200">
                  <c:v>25</c:v>
                </c:pt>
                <c:pt idx="201">
                  <c:v>25.25</c:v>
                </c:pt>
                <c:pt idx="202">
                  <c:v>25.25</c:v>
                </c:pt>
                <c:pt idx="203">
                  <c:v>25.5</c:v>
                </c:pt>
                <c:pt idx="204">
                  <c:v>25.5</c:v>
                </c:pt>
                <c:pt idx="205">
                  <c:v>25.75</c:v>
                </c:pt>
                <c:pt idx="206">
                  <c:v>25.75</c:v>
                </c:pt>
                <c:pt idx="207">
                  <c:v>26</c:v>
                </c:pt>
                <c:pt idx="208">
                  <c:v>26</c:v>
                </c:pt>
                <c:pt idx="209">
                  <c:v>26.25</c:v>
                </c:pt>
                <c:pt idx="210">
                  <c:v>26.25</c:v>
                </c:pt>
                <c:pt idx="211">
                  <c:v>26.5</c:v>
                </c:pt>
                <c:pt idx="212">
                  <c:v>26.5</c:v>
                </c:pt>
                <c:pt idx="213">
                  <c:v>26.75</c:v>
                </c:pt>
                <c:pt idx="214">
                  <c:v>26.75</c:v>
                </c:pt>
                <c:pt idx="215">
                  <c:v>27</c:v>
                </c:pt>
                <c:pt idx="216">
                  <c:v>27</c:v>
                </c:pt>
                <c:pt idx="217">
                  <c:v>27.25</c:v>
                </c:pt>
                <c:pt idx="218">
                  <c:v>27.25</c:v>
                </c:pt>
                <c:pt idx="219">
                  <c:v>27.5</c:v>
                </c:pt>
                <c:pt idx="220">
                  <c:v>27.5</c:v>
                </c:pt>
                <c:pt idx="221">
                  <c:v>27.75</c:v>
                </c:pt>
                <c:pt idx="222">
                  <c:v>27.75</c:v>
                </c:pt>
                <c:pt idx="223">
                  <c:v>28</c:v>
                </c:pt>
                <c:pt idx="224">
                  <c:v>28</c:v>
                </c:pt>
                <c:pt idx="225">
                  <c:v>28.25</c:v>
                </c:pt>
                <c:pt idx="226">
                  <c:v>28.25</c:v>
                </c:pt>
                <c:pt idx="227">
                  <c:v>28.5</c:v>
                </c:pt>
                <c:pt idx="228">
                  <c:v>28.5</c:v>
                </c:pt>
                <c:pt idx="229">
                  <c:v>28.75</c:v>
                </c:pt>
                <c:pt idx="230">
                  <c:v>28.75</c:v>
                </c:pt>
                <c:pt idx="231">
                  <c:v>29</c:v>
                </c:pt>
                <c:pt idx="232">
                  <c:v>29</c:v>
                </c:pt>
                <c:pt idx="233">
                  <c:v>29.25</c:v>
                </c:pt>
                <c:pt idx="234">
                  <c:v>29.25</c:v>
                </c:pt>
                <c:pt idx="235">
                  <c:v>29.5</c:v>
                </c:pt>
                <c:pt idx="236">
                  <c:v>29.5</c:v>
                </c:pt>
                <c:pt idx="237">
                  <c:v>29.75</c:v>
                </c:pt>
                <c:pt idx="238">
                  <c:v>29.75</c:v>
                </c:pt>
                <c:pt idx="239">
                  <c:v>30</c:v>
                </c:pt>
                <c:pt idx="240">
                  <c:v>30</c:v>
                </c:pt>
                <c:pt idx="241">
                  <c:v>30.25</c:v>
                </c:pt>
                <c:pt idx="242">
                  <c:v>30.25</c:v>
                </c:pt>
                <c:pt idx="243">
                  <c:v>30.5</c:v>
                </c:pt>
                <c:pt idx="244">
                  <c:v>30.5</c:v>
                </c:pt>
                <c:pt idx="245">
                  <c:v>30.75</c:v>
                </c:pt>
                <c:pt idx="246">
                  <c:v>30.75</c:v>
                </c:pt>
                <c:pt idx="247">
                  <c:v>31</c:v>
                </c:pt>
                <c:pt idx="248">
                  <c:v>31</c:v>
                </c:pt>
                <c:pt idx="249">
                  <c:v>31.25</c:v>
                </c:pt>
                <c:pt idx="250">
                  <c:v>31.25</c:v>
                </c:pt>
                <c:pt idx="251">
                  <c:v>31.5</c:v>
                </c:pt>
                <c:pt idx="252">
                  <c:v>31.5</c:v>
                </c:pt>
                <c:pt idx="253">
                  <c:v>31.75</c:v>
                </c:pt>
                <c:pt idx="254">
                  <c:v>31.75</c:v>
                </c:pt>
                <c:pt idx="255">
                  <c:v>32</c:v>
                </c:pt>
                <c:pt idx="256">
                  <c:v>32</c:v>
                </c:pt>
                <c:pt idx="257">
                  <c:v>32.25</c:v>
                </c:pt>
                <c:pt idx="258">
                  <c:v>32.25</c:v>
                </c:pt>
                <c:pt idx="259">
                  <c:v>32.5</c:v>
                </c:pt>
                <c:pt idx="260">
                  <c:v>32.5</c:v>
                </c:pt>
                <c:pt idx="261">
                  <c:v>32.75</c:v>
                </c:pt>
                <c:pt idx="262">
                  <c:v>32.75</c:v>
                </c:pt>
                <c:pt idx="263">
                  <c:v>33</c:v>
                </c:pt>
                <c:pt idx="264">
                  <c:v>33</c:v>
                </c:pt>
                <c:pt idx="265">
                  <c:v>33.25</c:v>
                </c:pt>
                <c:pt idx="266">
                  <c:v>33.25</c:v>
                </c:pt>
                <c:pt idx="267">
                  <c:v>33.5</c:v>
                </c:pt>
                <c:pt idx="268">
                  <c:v>33.5</c:v>
                </c:pt>
                <c:pt idx="269">
                  <c:v>33.75</c:v>
                </c:pt>
                <c:pt idx="270">
                  <c:v>33.75</c:v>
                </c:pt>
                <c:pt idx="271">
                  <c:v>34</c:v>
                </c:pt>
                <c:pt idx="272">
                  <c:v>34</c:v>
                </c:pt>
                <c:pt idx="273">
                  <c:v>34.25</c:v>
                </c:pt>
                <c:pt idx="274">
                  <c:v>34.25</c:v>
                </c:pt>
                <c:pt idx="275">
                  <c:v>34.5</c:v>
                </c:pt>
                <c:pt idx="276">
                  <c:v>34.5</c:v>
                </c:pt>
                <c:pt idx="277">
                  <c:v>34.75</c:v>
                </c:pt>
                <c:pt idx="278">
                  <c:v>34.75</c:v>
                </c:pt>
                <c:pt idx="279">
                  <c:v>35</c:v>
                </c:pt>
                <c:pt idx="280">
                  <c:v>35</c:v>
                </c:pt>
                <c:pt idx="281">
                  <c:v>35.25</c:v>
                </c:pt>
                <c:pt idx="282">
                  <c:v>35.25</c:v>
                </c:pt>
                <c:pt idx="283">
                  <c:v>35.5</c:v>
                </c:pt>
                <c:pt idx="284">
                  <c:v>35.5</c:v>
                </c:pt>
                <c:pt idx="285">
                  <c:v>35.75</c:v>
                </c:pt>
                <c:pt idx="286">
                  <c:v>35.75</c:v>
                </c:pt>
                <c:pt idx="287">
                  <c:v>36</c:v>
                </c:pt>
                <c:pt idx="288">
                  <c:v>36</c:v>
                </c:pt>
                <c:pt idx="289">
                  <c:v>36.25</c:v>
                </c:pt>
                <c:pt idx="290">
                  <c:v>36.25</c:v>
                </c:pt>
                <c:pt idx="291">
                  <c:v>36.5</c:v>
                </c:pt>
                <c:pt idx="292">
                  <c:v>36.5</c:v>
                </c:pt>
                <c:pt idx="293">
                  <c:v>36.75</c:v>
                </c:pt>
                <c:pt idx="294">
                  <c:v>36.75</c:v>
                </c:pt>
                <c:pt idx="295">
                  <c:v>37</c:v>
                </c:pt>
                <c:pt idx="296">
                  <c:v>37</c:v>
                </c:pt>
                <c:pt idx="297">
                  <c:v>37.25</c:v>
                </c:pt>
                <c:pt idx="298">
                  <c:v>37.25</c:v>
                </c:pt>
                <c:pt idx="299">
                  <c:v>37.5</c:v>
                </c:pt>
                <c:pt idx="300">
                  <c:v>37.5</c:v>
                </c:pt>
                <c:pt idx="301">
                  <c:v>37.75</c:v>
                </c:pt>
                <c:pt idx="302">
                  <c:v>37.75</c:v>
                </c:pt>
                <c:pt idx="303">
                  <c:v>38</c:v>
                </c:pt>
                <c:pt idx="304">
                  <c:v>38</c:v>
                </c:pt>
                <c:pt idx="305">
                  <c:v>38.25</c:v>
                </c:pt>
                <c:pt idx="306">
                  <c:v>38.25</c:v>
                </c:pt>
                <c:pt idx="307">
                  <c:v>38.5</c:v>
                </c:pt>
                <c:pt idx="308">
                  <c:v>38.5</c:v>
                </c:pt>
                <c:pt idx="309">
                  <c:v>38.75</c:v>
                </c:pt>
                <c:pt idx="310">
                  <c:v>38.75</c:v>
                </c:pt>
                <c:pt idx="311">
                  <c:v>39</c:v>
                </c:pt>
                <c:pt idx="312">
                  <c:v>39</c:v>
                </c:pt>
                <c:pt idx="313">
                  <c:v>39.25</c:v>
                </c:pt>
                <c:pt idx="314">
                  <c:v>39.25</c:v>
                </c:pt>
                <c:pt idx="315">
                  <c:v>39.5</c:v>
                </c:pt>
                <c:pt idx="316">
                  <c:v>39.5</c:v>
                </c:pt>
                <c:pt idx="317">
                  <c:v>39.75</c:v>
                </c:pt>
                <c:pt idx="318">
                  <c:v>39.75</c:v>
                </c:pt>
                <c:pt idx="319">
                  <c:v>40</c:v>
                </c:pt>
                <c:pt idx="320">
                  <c:v>40</c:v>
                </c:pt>
                <c:pt idx="321">
                  <c:v>40.25</c:v>
                </c:pt>
                <c:pt idx="322">
                  <c:v>40.25</c:v>
                </c:pt>
                <c:pt idx="323">
                  <c:v>40.5</c:v>
                </c:pt>
                <c:pt idx="324">
                  <c:v>40.5</c:v>
                </c:pt>
                <c:pt idx="325">
                  <c:v>40.75</c:v>
                </c:pt>
                <c:pt idx="326">
                  <c:v>40.75</c:v>
                </c:pt>
                <c:pt idx="327">
                  <c:v>41</c:v>
                </c:pt>
                <c:pt idx="328">
                  <c:v>41</c:v>
                </c:pt>
                <c:pt idx="329">
                  <c:v>41.25</c:v>
                </c:pt>
                <c:pt idx="330">
                  <c:v>41.25</c:v>
                </c:pt>
                <c:pt idx="331">
                  <c:v>41.5</c:v>
                </c:pt>
                <c:pt idx="332">
                  <c:v>41.5</c:v>
                </c:pt>
                <c:pt idx="333">
                  <c:v>41.75</c:v>
                </c:pt>
                <c:pt idx="334">
                  <c:v>41.75</c:v>
                </c:pt>
                <c:pt idx="335">
                  <c:v>42</c:v>
                </c:pt>
                <c:pt idx="336">
                  <c:v>42</c:v>
                </c:pt>
                <c:pt idx="337">
                  <c:v>42.25</c:v>
                </c:pt>
                <c:pt idx="338">
                  <c:v>42.25</c:v>
                </c:pt>
                <c:pt idx="339">
                  <c:v>42.5</c:v>
                </c:pt>
                <c:pt idx="340">
                  <c:v>42.5</c:v>
                </c:pt>
                <c:pt idx="341">
                  <c:v>42.75</c:v>
                </c:pt>
                <c:pt idx="342">
                  <c:v>42.75</c:v>
                </c:pt>
                <c:pt idx="343">
                  <c:v>43</c:v>
                </c:pt>
                <c:pt idx="344">
                  <c:v>43</c:v>
                </c:pt>
                <c:pt idx="345">
                  <c:v>43.25</c:v>
                </c:pt>
                <c:pt idx="346">
                  <c:v>43.25</c:v>
                </c:pt>
                <c:pt idx="347">
                  <c:v>43.5</c:v>
                </c:pt>
                <c:pt idx="348">
                  <c:v>43.5</c:v>
                </c:pt>
                <c:pt idx="349">
                  <c:v>43.75</c:v>
                </c:pt>
                <c:pt idx="350">
                  <c:v>43.75</c:v>
                </c:pt>
                <c:pt idx="351">
                  <c:v>44</c:v>
                </c:pt>
                <c:pt idx="352">
                  <c:v>44</c:v>
                </c:pt>
                <c:pt idx="353">
                  <c:v>44.25</c:v>
                </c:pt>
                <c:pt idx="354">
                  <c:v>44.25</c:v>
                </c:pt>
                <c:pt idx="355">
                  <c:v>44.5</c:v>
                </c:pt>
                <c:pt idx="356">
                  <c:v>44.5</c:v>
                </c:pt>
                <c:pt idx="357">
                  <c:v>44.75</c:v>
                </c:pt>
                <c:pt idx="358">
                  <c:v>44.75</c:v>
                </c:pt>
                <c:pt idx="359">
                  <c:v>45</c:v>
                </c:pt>
                <c:pt idx="360">
                  <c:v>45</c:v>
                </c:pt>
                <c:pt idx="361">
                  <c:v>45.25</c:v>
                </c:pt>
                <c:pt idx="362">
                  <c:v>45.25</c:v>
                </c:pt>
                <c:pt idx="363">
                  <c:v>45.5</c:v>
                </c:pt>
                <c:pt idx="364">
                  <c:v>45.5</c:v>
                </c:pt>
                <c:pt idx="365">
                  <c:v>45.75</c:v>
                </c:pt>
                <c:pt idx="366">
                  <c:v>45.75</c:v>
                </c:pt>
                <c:pt idx="367">
                  <c:v>46</c:v>
                </c:pt>
                <c:pt idx="368">
                  <c:v>46</c:v>
                </c:pt>
                <c:pt idx="369">
                  <c:v>46.25</c:v>
                </c:pt>
                <c:pt idx="370">
                  <c:v>46.25</c:v>
                </c:pt>
                <c:pt idx="371">
                  <c:v>46.5</c:v>
                </c:pt>
                <c:pt idx="372">
                  <c:v>46.5</c:v>
                </c:pt>
                <c:pt idx="373">
                  <c:v>46.75</c:v>
                </c:pt>
                <c:pt idx="374">
                  <c:v>46.75</c:v>
                </c:pt>
                <c:pt idx="375">
                  <c:v>47</c:v>
                </c:pt>
                <c:pt idx="376">
                  <c:v>47</c:v>
                </c:pt>
                <c:pt idx="377">
                  <c:v>47.25</c:v>
                </c:pt>
                <c:pt idx="378">
                  <c:v>47.25</c:v>
                </c:pt>
                <c:pt idx="379">
                  <c:v>47.5</c:v>
                </c:pt>
                <c:pt idx="380">
                  <c:v>47.5</c:v>
                </c:pt>
                <c:pt idx="381">
                  <c:v>47.75</c:v>
                </c:pt>
                <c:pt idx="382">
                  <c:v>47.75</c:v>
                </c:pt>
                <c:pt idx="383">
                  <c:v>48</c:v>
                </c:pt>
                <c:pt idx="384">
                  <c:v>48</c:v>
                </c:pt>
                <c:pt idx="385">
                  <c:v>48.25</c:v>
                </c:pt>
                <c:pt idx="386">
                  <c:v>48.25</c:v>
                </c:pt>
                <c:pt idx="387">
                  <c:v>48.5</c:v>
                </c:pt>
                <c:pt idx="388">
                  <c:v>48.5</c:v>
                </c:pt>
                <c:pt idx="389">
                  <c:v>48.75</c:v>
                </c:pt>
                <c:pt idx="390">
                  <c:v>48.75</c:v>
                </c:pt>
                <c:pt idx="391">
                  <c:v>49</c:v>
                </c:pt>
                <c:pt idx="392">
                  <c:v>49</c:v>
                </c:pt>
                <c:pt idx="393">
                  <c:v>49.25</c:v>
                </c:pt>
                <c:pt idx="394">
                  <c:v>49.25</c:v>
                </c:pt>
                <c:pt idx="395">
                  <c:v>49.5</c:v>
                </c:pt>
                <c:pt idx="396">
                  <c:v>49.5</c:v>
                </c:pt>
                <c:pt idx="397">
                  <c:v>49.75</c:v>
                </c:pt>
                <c:pt idx="398">
                  <c:v>49.75</c:v>
                </c:pt>
                <c:pt idx="399">
                  <c:v>50</c:v>
                </c:pt>
                <c:pt idx="400">
                  <c:v>50</c:v>
                </c:pt>
                <c:pt idx="401">
                  <c:v>50.25</c:v>
                </c:pt>
                <c:pt idx="402">
                  <c:v>50.25</c:v>
                </c:pt>
                <c:pt idx="403">
                  <c:v>50.5</c:v>
                </c:pt>
                <c:pt idx="404">
                  <c:v>50.5</c:v>
                </c:pt>
                <c:pt idx="405">
                  <c:v>50.75</c:v>
                </c:pt>
                <c:pt idx="406">
                  <c:v>50.75</c:v>
                </c:pt>
                <c:pt idx="407">
                  <c:v>51</c:v>
                </c:pt>
                <c:pt idx="408">
                  <c:v>51</c:v>
                </c:pt>
                <c:pt idx="409">
                  <c:v>51.25</c:v>
                </c:pt>
                <c:pt idx="410">
                  <c:v>51.25</c:v>
                </c:pt>
                <c:pt idx="411">
                  <c:v>51.5</c:v>
                </c:pt>
                <c:pt idx="412">
                  <c:v>51.5</c:v>
                </c:pt>
                <c:pt idx="413">
                  <c:v>51.75</c:v>
                </c:pt>
                <c:pt idx="414">
                  <c:v>51.75</c:v>
                </c:pt>
                <c:pt idx="415">
                  <c:v>52</c:v>
                </c:pt>
                <c:pt idx="416">
                  <c:v>52</c:v>
                </c:pt>
                <c:pt idx="417">
                  <c:v>52.25</c:v>
                </c:pt>
                <c:pt idx="418">
                  <c:v>52.25</c:v>
                </c:pt>
                <c:pt idx="419">
                  <c:v>52.5</c:v>
                </c:pt>
                <c:pt idx="420">
                  <c:v>52.5</c:v>
                </c:pt>
                <c:pt idx="421">
                  <c:v>52.75</c:v>
                </c:pt>
                <c:pt idx="422">
                  <c:v>52.75</c:v>
                </c:pt>
                <c:pt idx="423">
                  <c:v>53</c:v>
                </c:pt>
                <c:pt idx="424">
                  <c:v>53</c:v>
                </c:pt>
                <c:pt idx="425">
                  <c:v>53.25</c:v>
                </c:pt>
                <c:pt idx="426">
                  <c:v>53.25</c:v>
                </c:pt>
                <c:pt idx="427">
                  <c:v>53.5</c:v>
                </c:pt>
                <c:pt idx="428">
                  <c:v>53.5</c:v>
                </c:pt>
                <c:pt idx="429">
                  <c:v>53.75</c:v>
                </c:pt>
                <c:pt idx="430">
                  <c:v>53.75</c:v>
                </c:pt>
                <c:pt idx="431">
                  <c:v>54</c:v>
                </c:pt>
                <c:pt idx="432">
                  <c:v>54</c:v>
                </c:pt>
                <c:pt idx="433">
                  <c:v>54.25</c:v>
                </c:pt>
                <c:pt idx="434">
                  <c:v>54.25</c:v>
                </c:pt>
                <c:pt idx="435">
                  <c:v>54.5</c:v>
                </c:pt>
                <c:pt idx="436">
                  <c:v>54.5</c:v>
                </c:pt>
                <c:pt idx="437">
                  <c:v>54.75</c:v>
                </c:pt>
                <c:pt idx="438">
                  <c:v>54.75</c:v>
                </c:pt>
                <c:pt idx="439">
                  <c:v>55</c:v>
                </c:pt>
                <c:pt idx="440">
                  <c:v>55</c:v>
                </c:pt>
                <c:pt idx="441">
                  <c:v>55.25</c:v>
                </c:pt>
                <c:pt idx="442">
                  <c:v>55.25</c:v>
                </c:pt>
                <c:pt idx="443">
                  <c:v>55.5</c:v>
                </c:pt>
                <c:pt idx="444">
                  <c:v>55.5</c:v>
                </c:pt>
                <c:pt idx="445">
                  <c:v>55.75</c:v>
                </c:pt>
                <c:pt idx="446">
                  <c:v>55.75</c:v>
                </c:pt>
                <c:pt idx="447">
                  <c:v>56</c:v>
                </c:pt>
                <c:pt idx="448">
                  <c:v>56</c:v>
                </c:pt>
                <c:pt idx="449">
                  <c:v>56.25</c:v>
                </c:pt>
                <c:pt idx="450">
                  <c:v>56.25</c:v>
                </c:pt>
                <c:pt idx="451">
                  <c:v>56.5</c:v>
                </c:pt>
                <c:pt idx="452">
                  <c:v>56.5</c:v>
                </c:pt>
                <c:pt idx="453">
                  <c:v>56.75</c:v>
                </c:pt>
                <c:pt idx="454">
                  <c:v>56.75</c:v>
                </c:pt>
                <c:pt idx="455">
                  <c:v>57</c:v>
                </c:pt>
                <c:pt idx="456">
                  <c:v>57</c:v>
                </c:pt>
                <c:pt idx="457">
                  <c:v>57.25</c:v>
                </c:pt>
                <c:pt idx="458">
                  <c:v>57.25</c:v>
                </c:pt>
                <c:pt idx="459">
                  <c:v>57.5</c:v>
                </c:pt>
                <c:pt idx="460">
                  <c:v>57.5</c:v>
                </c:pt>
                <c:pt idx="461">
                  <c:v>57.75</c:v>
                </c:pt>
                <c:pt idx="462">
                  <c:v>57.75</c:v>
                </c:pt>
                <c:pt idx="463">
                  <c:v>58</c:v>
                </c:pt>
                <c:pt idx="464">
                  <c:v>58</c:v>
                </c:pt>
                <c:pt idx="465">
                  <c:v>58.25</c:v>
                </c:pt>
                <c:pt idx="466">
                  <c:v>58.25</c:v>
                </c:pt>
                <c:pt idx="467">
                  <c:v>58.5</c:v>
                </c:pt>
                <c:pt idx="468">
                  <c:v>58.5</c:v>
                </c:pt>
                <c:pt idx="469">
                  <c:v>58.75</c:v>
                </c:pt>
                <c:pt idx="470">
                  <c:v>58.75</c:v>
                </c:pt>
                <c:pt idx="471">
                  <c:v>59</c:v>
                </c:pt>
                <c:pt idx="472">
                  <c:v>59</c:v>
                </c:pt>
                <c:pt idx="473">
                  <c:v>59.25</c:v>
                </c:pt>
                <c:pt idx="474">
                  <c:v>59.25</c:v>
                </c:pt>
                <c:pt idx="475">
                  <c:v>59.5</c:v>
                </c:pt>
                <c:pt idx="476">
                  <c:v>59.5</c:v>
                </c:pt>
                <c:pt idx="477">
                  <c:v>59.75</c:v>
                </c:pt>
                <c:pt idx="478">
                  <c:v>59.75</c:v>
                </c:pt>
                <c:pt idx="479">
                  <c:v>60</c:v>
                </c:pt>
                <c:pt idx="480">
                  <c:v>60</c:v>
                </c:pt>
                <c:pt idx="481">
                  <c:v>60.25</c:v>
                </c:pt>
                <c:pt idx="482">
                  <c:v>60.25</c:v>
                </c:pt>
                <c:pt idx="483">
                  <c:v>60.5</c:v>
                </c:pt>
                <c:pt idx="484">
                  <c:v>60.5</c:v>
                </c:pt>
                <c:pt idx="485">
                  <c:v>60.75</c:v>
                </c:pt>
                <c:pt idx="486">
                  <c:v>60.75</c:v>
                </c:pt>
                <c:pt idx="487">
                  <c:v>61</c:v>
                </c:pt>
                <c:pt idx="488">
                  <c:v>61</c:v>
                </c:pt>
                <c:pt idx="489">
                  <c:v>61.25</c:v>
                </c:pt>
                <c:pt idx="490">
                  <c:v>61.25</c:v>
                </c:pt>
                <c:pt idx="491">
                  <c:v>61.5</c:v>
                </c:pt>
                <c:pt idx="492">
                  <c:v>61.5</c:v>
                </c:pt>
                <c:pt idx="493">
                  <c:v>61.75</c:v>
                </c:pt>
                <c:pt idx="494">
                  <c:v>61.75</c:v>
                </c:pt>
                <c:pt idx="495">
                  <c:v>62</c:v>
                </c:pt>
                <c:pt idx="496">
                  <c:v>62</c:v>
                </c:pt>
                <c:pt idx="497">
                  <c:v>62.25</c:v>
                </c:pt>
                <c:pt idx="498">
                  <c:v>62.25</c:v>
                </c:pt>
                <c:pt idx="499">
                  <c:v>62.5</c:v>
                </c:pt>
                <c:pt idx="500">
                  <c:v>62.5</c:v>
                </c:pt>
                <c:pt idx="501">
                  <c:v>62.75</c:v>
                </c:pt>
                <c:pt idx="502">
                  <c:v>62.75</c:v>
                </c:pt>
                <c:pt idx="503">
                  <c:v>63</c:v>
                </c:pt>
                <c:pt idx="504">
                  <c:v>63</c:v>
                </c:pt>
                <c:pt idx="505">
                  <c:v>63.25</c:v>
                </c:pt>
                <c:pt idx="506">
                  <c:v>63.25</c:v>
                </c:pt>
                <c:pt idx="507">
                  <c:v>63.5</c:v>
                </c:pt>
                <c:pt idx="508">
                  <c:v>63.5</c:v>
                </c:pt>
                <c:pt idx="509">
                  <c:v>63.75</c:v>
                </c:pt>
                <c:pt idx="510">
                  <c:v>63.75</c:v>
                </c:pt>
                <c:pt idx="511">
                  <c:v>64</c:v>
                </c:pt>
                <c:pt idx="512">
                  <c:v>64</c:v>
                </c:pt>
                <c:pt idx="513">
                  <c:v>64.25</c:v>
                </c:pt>
                <c:pt idx="514">
                  <c:v>64.25</c:v>
                </c:pt>
                <c:pt idx="515">
                  <c:v>64.5</c:v>
                </c:pt>
                <c:pt idx="516">
                  <c:v>64.5</c:v>
                </c:pt>
                <c:pt idx="517">
                  <c:v>64.75</c:v>
                </c:pt>
                <c:pt idx="518">
                  <c:v>64.75</c:v>
                </c:pt>
                <c:pt idx="519">
                  <c:v>65</c:v>
                </c:pt>
                <c:pt idx="520">
                  <c:v>65</c:v>
                </c:pt>
                <c:pt idx="521">
                  <c:v>65.25</c:v>
                </c:pt>
                <c:pt idx="522">
                  <c:v>65.25</c:v>
                </c:pt>
                <c:pt idx="523">
                  <c:v>65.5</c:v>
                </c:pt>
                <c:pt idx="524">
                  <c:v>65.5</c:v>
                </c:pt>
                <c:pt idx="525">
                  <c:v>65.75</c:v>
                </c:pt>
                <c:pt idx="526">
                  <c:v>65.75</c:v>
                </c:pt>
                <c:pt idx="527">
                  <c:v>66</c:v>
                </c:pt>
                <c:pt idx="528">
                  <c:v>66</c:v>
                </c:pt>
                <c:pt idx="529">
                  <c:v>66.25</c:v>
                </c:pt>
                <c:pt idx="530">
                  <c:v>66.25</c:v>
                </c:pt>
                <c:pt idx="531">
                  <c:v>66.5</c:v>
                </c:pt>
                <c:pt idx="532">
                  <c:v>66.5</c:v>
                </c:pt>
                <c:pt idx="533">
                  <c:v>66.75</c:v>
                </c:pt>
                <c:pt idx="534">
                  <c:v>66.75</c:v>
                </c:pt>
                <c:pt idx="535">
                  <c:v>67</c:v>
                </c:pt>
                <c:pt idx="536">
                  <c:v>67</c:v>
                </c:pt>
                <c:pt idx="537">
                  <c:v>67.25</c:v>
                </c:pt>
                <c:pt idx="538">
                  <c:v>67.25</c:v>
                </c:pt>
                <c:pt idx="539">
                  <c:v>67.5</c:v>
                </c:pt>
                <c:pt idx="540">
                  <c:v>67.5</c:v>
                </c:pt>
                <c:pt idx="541">
                  <c:v>67.75</c:v>
                </c:pt>
                <c:pt idx="542">
                  <c:v>67.75</c:v>
                </c:pt>
                <c:pt idx="543">
                  <c:v>68</c:v>
                </c:pt>
                <c:pt idx="544">
                  <c:v>68</c:v>
                </c:pt>
                <c:pt idx="545">
                  <c:v>68.25</c:v>
                </c:pt>
                <c:pt idx="546">
                  <c:v>68.25</c:v>
                </c:pt>
                <c:pt idx="547">
                  <c:v>68.5</c:v>
                </c:pt>
                <c:pt idx="548">
                  <c:v>68.5</c:v>
                </c:pt>
                <c:pt idx="549">
                  <c:v>68.75</c:v>
                </c:pt>
                <c:pt idx="550">
                  <c:v>68.75</c:v>
                </c:pt>
                <c:pt idx="551">
                  <c:v>69</c:v>
                </c:pt>
                <c:pt idx="552">
                  <c:v>69</c:v>
                </c:pt>
                <c:pt idx="553">
                  <c:v>69.25</c:v>
                </c:pt>
                <c:pt idx="554">
                  <c:v>69.25</c:v>
                </c:pt>
                <c:pt idx="555">
                  <c:v>69.5</c:v>
                </c:pt>
                <c:pt idx="556">
                  <c:v>69.5</c:v>
                </c:pt>
                <c:pt idx="557">
                  <c:v>69.75</c:v>
                </c:pt>
                <c:pt idx="558">
                  <c:v>69.75</c:v>
                </c:pt>
                <c:pt idx="559">
                  <c:v>70</c:v>
                </c:pt>
                <c:pt idx="560">
                  <c:v>70</c:v>
                </c:pt>
                <c:pt idx="561">
                  <c:v>70.25</c:v>
                </c:pt>
                <c:pt idx="562">
                  <c:v>70.25</c:v>
                </c:pt>
                <c:pt idx="563">
                  <c:v>70.5</c:v>
                </c:pt>
                <c:pt idx="564">
                  <c:v>70.5</c:v>
                </c:pt>
                <c:pt idx="565">
                  <c:v>70.75</c:v>
                </c:pt>
                <c:pt idx="566">
                  <c:v>70.75</c:v>
                </c:pt>
                <c:pt idx="567">
                  <c:v>71</c:v>
                </c:pt>
                <c:pt idx="568">
                  <c:v>71</c:v>
                </c:pt>
                <c:pt idx="569">
                  <c:v>71.25</c:v>
                </c:pt>
                <c:pt idx="570">
                  <c:v>71.25</c:v>
                </c:pt>
                <c:pt idx="571">
                  <c:v>71.5</c:v>
                </c:pt>
                <c:pt idx="572">
                  <c:v>71.5</c:v>
                </c:pt>
                <c:pt idx="573">
                  <c:v>71.75</c:v>
                </c:pt>
                <c:pt idx="574">
                  <c:v>71.75</c:v>
                </c:pt>
                <c:pt idx="575">
                  <c:v>72</c:v>
                </c:pt>
                <c:pt idx="576">
                  <c:v>72</c:v>
                </c:pt>
                <c:pt idx="577">
                  <c:v>72.25</c:v>
                </c:pt>
                <c:pt idx="578">
                  <c:v>72.25</c:v>
                </c:pt>
                <c:pt idx="579">
                  <c:v>72.5</c:v>
                </c:pt>
                <c:pt idx="580">
                  <c:v>72.5</c:v>
                </c:pt>
                <c:pt idx="581">
                  <c:v>72.75</c:v>
                </c:pt>
                <c:pt idx="582">
                  <c:v>72.75</c:v>
                </c:pt>
                <c:pt idx="583">
                  <c:v>73</c:v>
                </c:pt>
                <c:pt idx="584">
                  <c:v>73</c:v>
                </c:pt>
                <c:pt idx="585">
                  <c:v>73.25</c:v>
                </c:pt>
                <c:pt idx="586">
                  <c:v>73.25</c:v>
                </c:pt>
                <c:pt idx="587">
                  <c:v>73.5</c:v>
                </c:pt>
                <c:pt idx="588">
                  <c:v>73.5</c:v>
                </c:pt>
                <c:pt idx="589">
                  <c:v>73.75</c:v>
                </c:pt>
                <c:pt idx="590">
                  <c:v>73.75</c:v>
                </c:pt>
                <c:pt idx="591">
                  <c:v>74</c:v>
                </c:pt>
                <c:pt idx="592">
                  <c:v>74</c:v>
                </c:pt>
                <c:pt idx="593">
                  <c:v>74.25</c:v>
                </c:pt>
                <c:pt idx="594">
                  <c:v>74.25</c:v>
                </c:pt>
                <c:pt idx="595">
                  <c:v>74.5</c:v>
                </c:pt>
                <c:pt idx="596">
                  <c:v>74.5</c:v>
                </c:pt>
                <c:pt idx="597">
                  <c:v>74.75</c:v>
                </c:pt>
                <c:pt idx="598">
                  <c:v>74.75</c:v>
                </c:pt>
                <c:pt idx="599">
                  <c:v>75</c:v>
                </c:pt>
                <c:pt idx="600">
                  <c:v>75</c:v>
                </c:pt>
                <c:pt idx="601">
                  <c:v>75.25</c:v>
                </c:pt>
                <c:pt idx="602">
                  <c:v>75.25</c:v>
                </c:pt>
                <c:pt idx="603">
                  <c:v>75.5</c:v>
                </c:pt>
                <c:pt idx="604">
                  <c:v>75.5</c:v>
                </c:pt>
                <c:pt idx="605">
                  <c:v>75.75</c:v>
                </c:pt>
                <c:pt idx="606">
                  <c:v>75.75</c:v>
                </c:pt>
                <c:pt idx="607">
                  <c:v>76</c:v>
                </c:pt>
                <c:pt idx="608">
                  <c:v>76</c:v>
                </c:pt>
                <c:pt idx="609">
                  <c:v>76.25</c:v>
                </c:pt>
                <c:pt idx="610">
                  <c:v>76.25</c:v>
                </c:pt>
                <c:pt idx="611">
                  <c:v>76.5</c:v>
                </c:pt>
                <c:pt idx="612">
                  <c:v>76.5</c:v>
                </c:pt>
                <c:pt idx="613">
                  <c:v>76.75</c:v>
                </c:pt>
                <c:pt idx="614">
                  <c:v>76.75</c:v>
                </c:pt>
                <c:pt idx="615">
                  <c:v>77</c:v>
                </c:pt>
                <c:pt idx="616">
                  <c:v>77</c:v>
                </c:pt>
                <c:pt idx="617">
                  <c:v>77.25</c:v>
                </c:pt>
                <c:pt idx="618">
                  <c:v>77.25</c:v>
                </c:pt>
                <c:pt idx="619">
                  <c:v>77.5</c:v>
                </c:pt>
                <c:pt idx="620">
                  <c:v>77.5</c:v>
                </c:pt>
                <c:pt idx="621">
                  <c:v>77.75</c:v>
                </c:pt>
                <c:pt idx="622">
                  <c:v>77.75</c:v>
                </c:pt>
                <c:pt idx="623">
                  <c:v>78</c:v>
                </c:pt>
                <c:pt idx="624">
                  <c:v>78</c:v>
                </c:pt>
                <c:pt idx="625">
                  <c:v>78.25</c:v>
                </c:pt>
                <c:pt idx="626">
                  <c:v>78.25</c:v>
                </c:pt>
                <c:pt idx="627">
                  <c:v>78.5</c:v>
                </c:pt>
                <c:pt idx="628">
                  <c:v>78.5</c:v>
                </c:pt>
                <c:pt idx="629">
                  <c:v>78.75</c:v>
                </c:pt>
                <c:pt idx="630">
                  <c:v>78.75</c:v>
                </c:pt>
                <c:pt idx="631">
                  <c:v>79</c:v>
                </c:pt>
                <c:pt idx="632">
                  <c:v>79</c:v>
                </c:pt>
                <c:pt idx="633">
                  <c:v>79.25</c:v>
                </c:pt>
                <c:pt idx="634">
                  <c:v>79.25</c:v>
                </c:pt>
                <c:pt idx="635">
                  <c:v>79.5</c:v>
                </c:pt>
                <c:pt idx="636">
                  <c:v>79.5</c:v>
                </c:pt>
                <c:pt idx="637">
                  <c:v>79.75</c:v>
                </c:pt>
                <c:pt idx="638">
                  <c:v>79.75</c:v>
                </c:pt>
                <c:pt idx="639">
                  <c:v>80</c:v>
                </c:pt>
                <c:pt idx="640">
                  <c:v>80</c:v>
                </c:pt>
                <c:pt idx="641">
                  <c:v>80.25</c:v>
                </c:pt>
                <c:pt idx="642">
                  <c:v>80.25</c:v>
                </c:pt>
                <c:pt idx="643">
                  <c:v>80.5</c:v>
                </c:pt>
                <c:pt idx="644">
                  <c:v>80.5</c:v>
                </c:pt>
                <c:pt idx="645">
                  <c:v>80.75</c:v>
                </c:pt>
                <c:pt idx="646">
                  <c:v>80.75</c:v>
                </c:pt>
                <c:pt idx="647">
                  <c:v>81</c:v>
                </c:pt>
                <c:pt idx="648">
                  <c:v>81</c:v>
                </c:pt>
                <c:pt idx="649">
                  <c:v>81.25</c:v>
                </c:pt>
                <c:pt idx="650">
                  <c:v>81.25</c:v>
                </c:pt>
                <c:pt idx="651">
                  <c:v>81.5</c:v>
                </c:pt>
                <c:pt idx="652">
                  <c:v>81.5</c:v>
                </c:pt>
                <c:pt idx="653">
                  <c:v>81.75</c:v>
                </c:pt>
                <c:pt idx="654">
                  <c:v>81.75</c:v>
                </c:pt>
                <c:pt idx="655">
                  <c:v>82</c:v>
                </c:pt>
                <c:pt idx="656">
                  <c:v>82</c:v>
                </c:pt>
                <c:pt idx="657">
                  <c:v>82.25</c:v>
                </c:pt>
                <c:pt idx="658">
                  <c:v>82.25</c:v>
                </c:pt>
                <c:pt idx="659">
                  <c:v>82.5</c:v>
                </c:pt>
                <c:pt idx="660">
                  <c:v>82.5</c:v>
                </c:pt>
                <c:pt idx="661">
                  <c:v>82.75</c:v>
                </c:pt>
                <c:pt idx="662">
                  <c:v>82.75</c:v>
                </c:pt>
                <c:pt idx="663">
                  <c:v>83</c:v>
                </c:pt>
                <c:pt idx="664">
                  <c:v>83</c:v>
                </c:pt>
                <c:pt idx="665">
                  <c:v>83.25</c:v>
                </c:pt>
                <c:pt idx="666">
                  <c:v>83.25</c:v>
                </c:pt>
                <c:pt idx="667">
                  <c:v>83.5</c:v>
                </c:pt>
                <c:pt idx="668">
                  <c:v>83.5</c:v>
                </c:pt>
                <c:pt idx="669">
                  <c:v>83.75</c:v>
                </c:pt>
                <c:pt idx="670">
                  <c:v>83.75</c:v>
                </c:pt>
                <c:pt idx="671">
                  <c:v>84</c:v>
                </c:pt>
                <c:pt idx="672">
                  <c:v>84</c:v>
                </c:pt>
                <c:pt idx="673">
                  <c:v>84.25</c:v>
                </c:pt>
                <c:pt idx="674">
                  <c:v>84.25</c:v>
                </c:pt>
                <c:pt idx="675">
                  <c:v>84.5</c:v>
                </c:pt>
                <c:pt idx="676">
                  <c:v>84.5</c:v>
                </c:pt>
                <c:pt idx="677">
                  <c:v>84.75</c:v>
                </c:pt>
                <c:pt idx="678">
                  <c:v>84.75</c:v>
                </c:pt>
                <c:pt idx="679">
                  <c:v>85</c:v>
                </c:pt>
                <c:pt idx="680">
                  <c:v>85</c:v>
                </c:pt>
                <c:pt idx="681">
                  <c:v>85.25</c:v>
                </c:pt>
                <c:pt idx="682">
                  <c:v>85.25</c:v>
                </c:pt>
                <c:pt idx="683">
                  <c:v>85.5</c:v>
                </c:pt>
                <c:pt idx="684">
                  <c:v>85.5</c:v>
                </c:pt>
                <c:pt idx="685">
                  <c:v>85.75</c:v>
                </c:pt>
                <c:pt idx="686">
                  <c:v>85.75</c:v>
                </c:pt>
                <c:pt idx="687">
                  <c:v>86</c:v>
                </c:pt>
                <c:pt idx="688">
                  <c:v>86</c:v>
                </c:pt>
                <c:pt idx="689">
                  <c:v>86.25</c:v>
                </c:pt>
                <c:pt idx="690">
                  <c:v>86.25</c:v>
                </c:pt>
                <c:pt idx="691">
                  <c:v>86.5</c:v>
                </c:pt>
                <c:pt idx="692">
                  <c:v>86.5</c:v>
                </c:pt>
                <c:pt idx="693">
                  <c:v>86.75</c:v>
                </c:pt>
                <c:pt idx="694">
                  <c:v>86.75</c:v>
                </c:pt>
                <c:pt idx="695">
                  <c:v>87</c:v>
                </c:pt>
                <c:pt idx="696">
                  <c:v>87</c:v>
                </c:pt>
                <c:pt idx="697">
                  <c:v>87.25</c:v>
                </c:pt>
                <c:pt idx="698">
                  <c:v>87.25</c:v>
                </c:pt>
                <c:pt idx="699">
                  <c:v>87.5</c:v>
                </c:pt>
                <c:pt idx="700">
                  <c:v>87.5</c:v>
                </c:pt>
                <c:pt idx="701">
                  <c:v>87.75</c:v>
                </c:pt>
                <c:pt idx="702">
                  <c:v>87.75</c:v>
                </c:pt>
                <c:pt idx="703">
                  <c:v>88</c:v>
                </c:pt>
                <c:pt idx="704">
                  <c:v>88</c:v>
                </c:pt>
                <c:pt idx="705">
                  <c:v>88.25</c:v>
                </c:pt>
                <c:pt idx="706">
                  <c:v>88.25</c:v>
                </c:pt>
                <c:pt idx="707">
                  <c:v>88.5</c:v>
                </c:pt>
                <c:pt idx="708">
                  <c:v>88.5</c:v>
                </c:pt>
                <c:pt idx="709">
                  <c:v>88.75</c:v>
                </c:pt>
                <c:pt idx="710">
                  <c:v>88.75</c:v>
                </c:pt>
                <c:pt idx="711">
                  <c:v>89</c:v>
                </c:pt>
                <c:pt idx="712">
                  <c:v>89</c:v>
                </c:pt>
                <c:pt idx="713">
                  <c:v>89.25</c:v>
                </c:pt>
                <c:pt idx="714">
                  <c:v>89.25</c:v>
                </c:pt>
                <c:pt idx="715">
                  <c:v>89.5</c:v>
                </c:pt>
                <c:pt idx="716">
                  <c:v>89.5</c:v>
                </c:pt>
                <c:pt idx="717">
                  <c:v>89.75</c:v>
                </c:pt>
                <c:pt idx="718">
                  <c:v>89.75</c:v>
                </c:pt>
                <c:pt idx="719">
                  <c:v>90</c:v>
                </c:pt>
                <c:pt idx="720">
                  <c:v>90</c:v>
                </c:pt>
                <c:pt idx="721">
                  <c:v>90.25</c:v>
                </c:pt>
                <c:pt idx="722">
                  <c:v>90.25</c:v>
                </c:pt>
                <c:pt idx="723">
                  <c:v>90.5</c:v>
                </c:pt>
                <c:pt idx="724">
                  <c:v>90.5</c:v>
                </c:pt>
                <c:pt idx="725">
                  <c:v>90.75</c:v>
                </c:pt>
                <c:pt idx="726">
                  <c:v>90.75</c:v>
                </c:pt>
                <c:pt idx="727">
                  <c:v>91</c:v>
                </c:pt>
                <c:pt idx="728">
                  <c:v>91</c:v>
                </c:pt>
                <c:pt idx="729">
                  <c:v>91.25</c:v>
                </c:pt>
                <c:pt idx="730">
                  <c:v>91.25</c:v>
                </c:pt>
                <c:pt idx="731">
                  <c:v>91.5</c:v>
                </c:pt>
                <c:pt idx="732">
                  <c:v>91.5</c:v>
                </c:pt>
                <c:pt idx="733">
                  <c:v>91.75</c:v>
                </c:pt>
                <c:pt idx="734">
                  <c:v>91.75</c:v>
                </c:pt>
                <c:pt idx="735">
                  <c:v>92</c:v>
                </c:pt>
                <c:pt idx="736">
                  <c:v>92</c:v>
                </c:pt>
                <c:pt idx="737">
                  <c:v>92.25</c:v>
                </c:pt>
                <c:pt idx="738">
                  <c:v>92.25</c:v>
                </c:pt>
                <c:pt idx="739">
                  <c:v>92.5</c:v>
                </c:pt>
                <c:pt idx="740">
                  <c:v>92.5</c:v>
                </c:pt>
                <c:pt idx="741">
                  <c:v>92.75</c:v>
                </c:pt>
                <c:pt idx="742">
                  <c:v>92.75</c:v>
                </c:pt>
                <c:pt idx="743">
                  <c:v>93</c:v>
                </c:pt>
                <c:pt idx="744">
                  <c:v>93</c:v>
                </c:pt>
                <c:pt idx="745">
                  <c:v>93.25</c:v>
                </c:pt>
                <c:pt idx="746">
                  <c:v>93.25</c:v>
                </c:pt>
                <c:pt idx="747">
                  <c:v>93.5</c:v>
                </c:pt>
                <c:pt idx="748">
                  <c:v>93.5</c:v>
                </c:pt>
                <c:pt idx="749">
                  <c:v>93.75</c:v>
                </c:pt>
                <c:pt idx="750">
                  <c:v>93.75</c:v>
                </c:pt>
                <c:pt idx="751">
                  <c:v>94</c:v>
                </c:pt>
                <c:pt idx="752">
                  <c:v>94</c:v>
                </c:pt>
                <c:pt idx="753">
                  <c:v>94.25</c:v>
                </c:pt>
                <c:pt idx="754">
                  <c:v>94.25</c:v>
                </c:pt>
                <c:pt idx="755">
                  <c:v>94.5</c:v>
                </c:pt>
                <c:pt idx="756">
                  <c:v>94.5</c:v>
                </c:pt>
                <c:pt idx="757">
                  <c:v>94.75</c:v>
                </c:pt>
                <c:pt idx="758">
                  <c:v>94.75</c:v>
                </c:pt>
                <c:pt idx="759">
                  <c:v>95</c:v>
                </c:pt>
                <c:pt idx="760">
                  <c:v>95</c:v>
                </c:pt>
                <c:pt idx="761">
                  <c:v>95.25</c:v>
                </c:pt>
                <c:pt idx="762">
                  <c:v>95.25</c:v>
                </c:pt>
                <c:pt idx="763">
                  <c:v>95.5</c:v>
                </c:pt>
                <c:pt idx="764">
                  <c:v>95.5</c:v>
                </c:pt>
                <c:pt idx="765">
                  <c:v>95.75</c:v>
                </c:pt>
                <c:pt idx="766">
                  <c:v>95.75</c:v>
                </c:pt>
                <c:pt idx="767">
                  <c:v>96</c:v>
                </c:pt>
                <c:pt idx="768">
                  <c:v>96</c:v>
                </c:pt>
                <c:pt idx="769">
                  <c:v>96.25</c:v>
                </c:pt>
                <c:pt idx="770">
                  <c:v>96.25</c:v>
                </c:pt>
                <c:pt idx="771">
                  <c:v>96.5</c:v>
                </c:pt>
                <c:pt idx="772">
                  <c:v>96.5</c:v>
                </c:pt>
                <c:pt idx="773">
                  <c:v>96.75</c:v>
                </c:pt>
                <c:pt idx="774">
                  <c:v>96.75</c:v>
                </c:pt>
                <c:pt idx="775">
                  <c:v>97</c:v>
                </c:pt>
                <c:pt idx="776">
                  <c:v>97</c:v>
                </c:pt>
                <c:pt idx="777">
                  <c:v>97.25</c:v>
                </c:pt>
                <c:pt idx="778">
                  <c:v>97.25</c:v>
                </c:pt>
                <c:pt idx="779">
                  <c:v>97.5</c:v>
                </c:pt>
                <c:pt idx="780">
                  <c:v>97.5</c:v>
                </c:pt>
                <c:pt idx="781">
                  <c:v>97.75</c:v>
                </c:pt>
                <c:pt idx="782">
                  <c:v>97.75</c:v>
                </c:pt>
                <c:pt idx="783">
                  <c:v>98</c:v>
                </c:pt>
                <c:pt idx="784">
                  <c:v>98</c:v>
                </c:pt>
                <c:pt idx="785">
                  <c:v>98.25</c:v>
                </c:pt>
                <c:pt idx="786">
                  <c:v>98.25</c:v>
                </c:pt>
                <c:pt idx="787">
                  <c:v>98.5</c:v>
                </c:pt>
                <c:pt idx="788">
                  <c:v>98.5</c:v>
                </c:pt>
                <c:pt idx="789">
                  <c:v>98.75</c:v>
                </c:pt>
                <c:pt idx="790">
                  <c:v>98.75</c:v>
                </c:pt>
                <c:pt idx="791">
                  <c:v>99</c:v>
                </c:pt>
                <c:pt idx="792">
                  <c:v>99</c:v>
                </c:pt>
                <c:pt idx="793">
                  <c:v>99.25</c:v>
                </c:pt>
                <c:pt idx="794">
                  <c:v>99.25</c:v>
                </c:pt>
                <c:pt idx="795">
                  <c:v>99.5</c:v>
                </c:pt>
                <c:pt idx="796">
                  <c:v>99.5</c:v>
                </c:pt>
                <c:pt idx="797">
                  <c:v>99.75</c:v>
                </c:pt>
                <c:pt idx="798">
                  <c:v>99.75</c:v>
                </c:pt>
                <c:pt idx="799">
                  <c:v>100</c:v>
                </c:pt>
                <c:pt idx="800">
                  <c:v>100</c:v>
                </c:pt>
                <c:pt idx="801">
                  <c:v>100.25</c:v>
                </c:pt>
                <c:pt idx="802">
                  <c:v>100.25</c:v>
                </c:pt>
                <c:pt idx="803">
                  <c:v>100.5</c:v>
                </c:pt>
                <c:pt idx="804">
                  <c:v>100.5</c:v>
                </c:pt>
                <c:pt idx="805">
                  <c:v>100.75</c:v>
                </c:pt>
                <c:pt idx="806">
                  <c:v>100.75</c:v>
                </c:pt>
                <c:pt idx="807">
                  <c:v>101</c:v>
                </c:pt>
                <c:pt idx="808">
                  <c:v>101</c:v>
                </c:pt>
                <c:pt idx="809">
                  <c:v>101.25</c:v>
                </c:pt>
                <c:pt idx="810">
                  <c:v>101.25</c:v>
                </c:pt>
                <c:pt idx="811">
                  <c:v>101.5</c:v>
                </c:pt>
                <c:pt idx="812">
                  <c:v>101.5</c:v>
                </c:pt>
                <c:pt idx="813">
                  <c:v>101.75</c:v>
                </c:pt>
                <c:pt idx="814">
                  <c:v>101.75</c:v>
                </c:pt>
                <c:pt idx="815">
                  <c:v>102</c:v>
                </c:pt>
                <c:pt idx="816">
                  <c:v>102</c:v>
                </c:pt>
                <c:pt idx="817">
                  <c:v>102.25</c:v>
                </c:pt>
                <c:pt idx="818">
                  <c:v>102.25</c:v>
                </c:pt>
                <c:pt idx="819">
                  <c:v>102.5</c:v>
                </c:pt>
                <c:pt idx="820">
                  <c:v>102.5</c:v>
                </c:pt>
                <c:pt idx="821">
                  <c:v>102.75</c:v>
                </c:pt>
                <c:pt idx="822">
                  <c:v>102.75</c:v>
                </c:pt>
                <c:pt idx="823">
                  <c:v>103</c:v>
                </c:pt>
                <c:pt idx="824">
                  <c:v>103</c:v>
                </c:pt>
                <c:pt idx="825">
                  <c:v>103.25</c:v>
                </c:pt>
                <c:pt idx="826">
                  <c:v>103.25</c:v>
                </c:pt>
                <c:pt idx="827">
                  <c:v>103.5</c:v>
                </c:pt>
                <c:pt idx="828">
                  <c:v>103.5</c:v>
                </c:pt>
                <c:pt idx="829">
                  <c:v>103.75</c:v>
                </c:pt>
                <c:pt idx="830">
                  <c:v>103.75</c:v>
                </c:pt>
                <c:pt idx="831">
                  <c:v>104</c:v>
                </c:pt>
                <c:pt idx="832">
                  <c:v>104</c:v>
                </c:pt>
                <c:pt idx="833">
                  <c:v>104.25</c:v>
                </c:pt>
                <c:pt idx="834">
                  <c:v>104.25</c:v>
                </c:pt>
                <c:pt idx="835">
                  <c:v>104.5</c:v>
                </c:pt>
                <c:pt idx="836">
                  <c:v>104.5</c:v>
                </c:pt>
                <c:pt idx="837">
                  <c:v>104.75</c:v>
                </c:pt>
                <c:pt idx="838">
                  <c:v>104.75</c:v>
                </c:pt>
                <c:pt idx="839">
                  <c:v>105</c:v>
                </c:pt>
                <c:pt idx="840">
                  <c:v>105</c:v>
                </c:pt>
                <c:pt idx="841">
                  <c:v>105.25</c:v>
                </c:pt>
                <c:pt idx="842">
                  <c:v>105.25</c:v>
                </c:pt>
                <c:pt idx="843">
                  <c:v>105.5</c:v>
                </c:pt>
                <c:pt idx="844">
                  <c:v>105.5</c:v>
                </c:pt>
                <c:pt idx="845">
                  <c:v>105.75</c:v>
                </c:pt>
                <c:pt idx="846">
                  <c:v>105.75</c:v>
                </c:pt>
                <c:pt idx="847">
                  <c:v>106</c:v>
                </c:pt>
                <c:pt idx="848">
                  <c:v>106</c:v>
                </c:pt>
                <c:pt idx="849">
                  <c:v>106.25</c:v>
                </c:pt>
                <c:pt idx="850">
                  <c:v>106.25</c:v>
                </c:pt>
                <c:pt idx="851">
                  <c:v>106.5</c:v>
                </c:pt>
                <c:pt idx="852">
                  <c:v>106.5</c:v>
                </c:pt>
                <c:pt idx="853">
                  <c:v>106.75</c:v>
                </c:pt>
                <c:pt idx="854">
                  <c:v>106.75</c:v>
                </c:pt>
                <c:pt idx="855">
                  <c:v>107</c:v>
                </c:pt>
                <c:pt idx="856">
                  <c:v>107</c:v>
                </c:pt>
                <c:pt idx="857">
                  <c:v>107.25</c:v>
                </c:pt>
                <c:pt idx="858">
                  <c:v>107.25</c:v>
                </c:pt>
                <c:pt idx="859">
                  <c:v>107.5</c:v>
                </c:pt>
                <c:pt idx="860">
                  <c:v>107.5</c:v>
                </c:pt>
                <c:pt idx="861">
                  <c:v>107.75</c:v>
                </c:pt>
                <c:pt idx="862">
                  <c:v>107.75</c:v>
                </c:pt>
                <c:pt idx="863">
                  <c:v>108</c:v>
                </c:pt>
                <c:pt idx="864">
                  <c:v>108</c:v>
                </c:pt>
                <c:pt idx="865">
                  <c:v>108.25</c:v>
                </c:pt>
                <c:pt idx="866">
                  <c:v>108.25</c:v>
                </c:pt>
                <c:pt idx="867">
                  <c:v>108.5</c:v>
                </c:pt>
                <c:pt idx="868">
                  <c:v>108.5</c:v>
                </c:pt>
                <c:pt idx="869">
                  <c:v>108.75</c:v>
                </c:pt>
                <c:pt idx="870">
                  <c:v>108.75</c:v>
                </c:pt>
                <c:pt idx="871">
                  <c:v>109</c:v>
                </c:pt>
                <c:pt idx="872">
                  <c:v>109</c:v>
                </c:pt>
                <c:pt idx="873">
                  <c:v>109.25</c:v>
                </c:pt>
                <c:pt idx="874">
                  <c:v>109.25</c:v>
                </c:pt>
                <c:pt idx="875">
                  <c:v>109.5</c:v>
                </c:pt>
                <c:pt idx="876">
                  <c:v>109.5</c:v>
                </c:pt>
                <c:pt idx="877">
                  <c:v>109.75</c:v>
                </c:pt>
                <c:pt idx="878">
                  <c:v>109.75</c:v>
                </c:pt>
                <c:pt idx="879">
                  <c:v>110</c:v>
                </c:pt>
                <c:pt idx="880">
                  <c:v>110</c:v>
                </c:pt>
                <c:pt idx="881">
                  <c:v>110.25</c:v>
                </c:pt>
                <c:pt idx="882">
                  <c:v>110.25</c:v>
                </c:pt>
                <c:pt idx="883">
                  <c:v>110.5</c:v>
                </c:pt>
                <c:pt idx="884">
                  <c:v>110.5</c:v>
                </c:pt>
                <c:pt idx="885">
                  <c:v>110.75</c:v>
                </c:pt>
                <c:pt idx="886">
                  <c:v>110.75</c:v>
                </c:pt>
                <c:pt idx="887">
                  <c:v>111</c:v>
                </c:pt>
                <c:pt idx="888">
                  <c:v>111</c:v>
                </c:pt>
                <c:pt idx="889">
                  <c:v>111.25</c:v>
                </c:pt>
                <c:pt idx="890">
                  <c:v>111.25</c:v>
                </c:pt>
                <c:pt idx="891">
                  <c:v>111.5</c:v>
                </c:pt>
                <c:pt idx="892">
                  <c:v>111.5</c:v>
                </c:pt>
                <c:pt idx="893">
                  <c:v>111.75</c:v>
                </c:pt>
                <c:pt idx="894">
                  <c:v>111.75</c:v>
                </c:pt>
                <c:pt idx="895">
                  <c:v>112</c:v>
                </c:pt>
                <c:pt idx="896">
                  <c:v>112</c:v>
                </c:pt>
                <c:pt idx="897">
                  <c:v>112.25</c:v>
                </c:pt>
                <c:pt idx="898">
                  <c:v>112.25</c:v>
                </c:pt>
                <c:pt idx="899">
                  <c:v>112.5</c:v>
                </c:pt>
                <c:pt idx="900">
                  <c:v>112.5</c:v>
                </c:pt>
                <c:pt idx="901">
                  <c:v>112.75</c:v>
                </c:pt>
                <c:pt idx="902">
                  <c:v>112.75</c:v>
                </c:pt>
                <c:pt idx="903">
                  <c:v>113</c:v>
                </c:pt>
                <c:pt idx="904">
                  <c:v>113</c:v>
                </c:pt>
                <c:pt idx="905">
                  <c:v>113.25</c:v>
                </c:pt>
                <c:pt idx="906">
                  <c:v>113.25</c:v>
                </c:pt>
                <c:pt idx="907">
                  <c:v>113.5</c:v>
                </c:pt>
                <c:pt idx="908">
                  <c:v>113.5</c:v>
                </c:pt>
                <c:pt idx="909">
                  <c:v>113.75</c:v>
                </c:pt>
                <c:pt idx="910">
                  <c:v>113.75</c:v>
                </c:pt>
                <c:pt idx="911">
                  <c:v>114</c:v>
                </c:pt>
                <c:pt idx="912">
                  <c:v>114</c:v>
                </c:pt>
                <c:pt idx="913">
                  <c:v>114.25</c:v>
                </c:pt>
                <c:pt idx="914">
                  <c:v>114.25</c:v>
                </c:pt>
                <c:pt idx="915">
                  <c:v>114.5</c:v>
                </c:pt>
                <c:pt idx="916">
                  <c:v>114.5</c:v>
                </c:pt>
                <c:pt idx="917">
                  <c:v>114.75</c:v>
                </c:pt>
                <c:pt idx="918">
                  <c:v>114.75</c:v>
                </c:pt>
                <c:pt idx="919">
                  <c:v>115</c:v>
                </c:pt>
                <c:pt idx="920">
                  <c:v>115</c:v>
                </c:pt>
                <c:pt idx="921">
                  <c:v>115.25</c:v>
                </c:pt>
                <c:pt idx="922">
                  <c:v>115.25</c:v>
                </c:pt>
                <c:pt idx="923">
                  <c:v>115.5</c:v>
                </c:pt>
                <c:pt idx="924">
                  <c:v>115.5</c:v>
                </c:pt>
                <c:pt idx="925">
                  <c:v>115.75</c:v>
                </c:pt>
                <c:pt idx="926">
                  <c:v>115.75</c:v>
                </c:pt>
                <c:pt idx="927">
                  <c:v>116</c:v>
                </c:pt>
                <c:pt idx="928">
                  <c:v>116</c:v>
                </c:pt>
                <c:pt idx="929">
                  <c:v>116.25</c:v>
                </c:pt>
                <c:pt idx="930">
                  <c:v>116.25</c:v>
                </c:pt>
                <c:pt idx="931">
                  <c:v>116.5</c:v>
                </c:pt>
                <c:pt idx="932">
                  <c:v>116.5</c:v>
                </c:pt>
                <c:pt idx="933">
                  <c:v>116.75</c:v>
                </c:pt>
                <c:pt idx="934">
                  <c:v>116.75</c:v>
                </c:pt>
                <c:pt idx="935">
                  <c:v>117</c:v>
                </c:pt>
                <c:pt idx="936">
                  <c:v>117</c:v>
                </c:pt>
                <c:pt idx="937">
                  <c:v>117.25</c:v>
                </c:pt>
                <c:pt idx="938">
                  <c:v>117.25</c:v>
                </c:pt>
                <c:pt idx="939">
                  <c:v>117.5</c:v>
                </c:pt>
                <c:pt idx="940">
                  <c:v>117.5</c:v>
                </c:pt>
                <c:pt idx="941">
                  <c:v>117.75</c:v>
                </c:pt>
                <c:pt idx="942">
                  <c:v>117.75</c:v>
                </c:pt>
                <c:pt idx="943">
                  <c:v>118</c:v>
                </c:pt>
                <c:pt idx="944">
                  <c:v>118</c:v>
                </c:pt>
                <c:pt idx="945">
                  <c:v>118.25</c:v>
                </c:pt>
                <c:pt idx="946">
                  <c:v>118.25</c:v>
                </c:pt>
                <c:pt idx="947">
                  <c:v>118.5</c:v>
                </c:pt>
                <c:pt idx="948">
                  <c:v>118.5</c:v>
                </c:pt>
                <c:pt idx="949">
                  <c:v>118.75</c:v>
                </c:pt>
                <c:pt idx="950">
                  <c:v>118.75</c:v>
                </c:pt>
                <c:pt idx="951">
                  <c:v>119</c:v>
                </c:pt>
                <c:pt idx="952">
                  <c:v>119</c:v>
                </c:pt>
                <c:pt idx="953">
                  <c:v>119.25</c:v>
                </c:pt>
                <c:pt idx="954">
                  <c:v>119.25</c:v>
                </c:pt>
                <c:pt idx="955">
                  <c:v>119.5</c:v>
                </c:pt>
                <c:pt idx="956">
                  <c:v>119.5</c:v>
                </c:pt>
                <c:pt idx="957">
                  <c:v>119.75</c:v>
                </c:pt>
                <c:pt idx="958">
                  <c:v>119.75</c:v>
                </c:pt>
                <c:pt idx="959">
                  <c:v>120</c:v>
                </c:pt>
                <c:pt idx="960">
                  <c:v>120</c:v>
                </c:pt>
                <c:pt idx="961">
                  <c:v>120.25</c:v>
                </c:pt>
                <c:pt idx="962">
                  <c:v>120.25</c:v>
                </c:pt>
                <c:pt idx="963">
                  <c:v>120.5</c:v>
                </c:pt>
                <c:pt idx="964">
                  <c:v>120.5</c:v>
                </c:pt>
                <c:pt idx="965">
                  <c:v>120.75</c:v>
                </c:pt>
                <c:pt idx="966">
                  <c:v>120.75</c:v>
                </c:pt>
                <c:pt idx="967">
                  <c:v>121</c:v>
                </c:pt>
                <c:pt idx="968">
                  <c:v>121</c:v>
                </c:pt>
                <c:pt idx="969">
                  <c:v>121.25</c:v>
                </c:pt>
                <c:pt idx="970">
                  <c:v>121.25</c:v>
                </c:pt>
                <c:pt idx="971">
                  <c:v>121.5</c:v>
                </c:pt>
                <c:pt idx="972">
                  <c:v>121.5</c:v>
                </c:pt>
                <c:pt idx="973">
                  <c:v>121.75</c:v>
                </c:pt>
                <c:pt idx="974">
                  <c:v>121.75</c:v>
                </c:pt>
                <c:pt idx="975">
                  <c:v>122</c:v>
                </c:pt>
                <c:pt idx="976">
                  <c:v>122</c:v>
                </c:pt>
                <c:pt idx="977">
                  <c:v>122.25</c:v>
                </c:pt>
                <c:pt idx="978">
                  <c:v>122.25</c:v>
                </c:pt>
                <c:pt idx="979">
                  <c:v>122.5</c:v>
                </c:pt>
                <c:pt idx="980">
                  <c:v>122.5</c:v>
                </c:pt>
                <c:pt idx="981">
                  <c:v>122.75</c:v>
                </c:pt>
                <c:pt idx="982">
                  <c:v>122.75</c:v>
                </c:pt>
                <c:pt idx="983">
                  <c:v>123</c:v>
                </c:pt>
                <c:pt idx="984">
                  <c:v>123</c:v>
                </c:pt>
                <c:pt idx="985">
                  <c:v>123.25</c:v>
                </c:pt>
                <c:pt idx="986">
                  <c:v>123.25</c:v>
                </c:pt>
                <c:pt idx="987">
                  <c:v>123.5</c:v>
                </c:pt>
                <c:pt idx="988">
                  <c:v>123.5</c:v>
                </c:pt>
                <c:pt idx="989">
                  <c:v>123.75</c:v>
                </c:pt>
                <c:pt idx="990">
                  <c:v>123.75</c:v>
                </c:pt>
                <c:pt idx="991">
                  <c:v>124</c:v>
                </c:pt>
                <c:pt idx="992">
                  <c:v>124</c:v>
                </c:pt>
                <c:pt idx="993">
                  <c:v>124.25</c:v>
                </c:pt>
                <c:pt idx="994">
                  <c:v>124.25</c:v>
                </c:pt>
                <c:pt idx="995">
                  <c:v>124.5</c:v>
                </c:pt>
                <c:pt idx="996">
                  <c:v>124.5</c:v>
                </c:pt>
                <c:pt idx="997">
                  <c:v>124.75</c:v>
                </c:pt>
                <c:pt idx="998">
                  <c:v>124.75</c:v>
                </c:pt>
                <c:pt idx="999">
                  <c:v>125</c:v>
                </c:pt>
                <c:pt idx="1000">
                  <c:v>125</c:v>
                </c:pt>
                <c:pt idx="1001">
                  <c:v>125.25</c:v>
                </c:pt>
                <c:pt idx="1002">
                  <c:v>125.25</c:v>
                </c:pt>
                <c:pt idx="1003">
                  <c:v>125.5</c:v>
                </c:pt>
                <c:pt idx="1004">
                  <c:v>125.5</c:v>
                </c:pt>
                <c:pt idx="1005">
                  <c:v>125.75</c:v>
                </c:pt>
                <c:pt idx="1006">
                  <c:v>125.75</c:v>
                </c:pt>
                <c:pt idx="1007">
                  <c:v>126</c:v>
                </c:pt>
                <c:pt idx="1008">
                  <c:v>126</c:v>
                </c:pt>
                <c:pt idx="1009">
                  <c:v>126.25</c:v>
                </c:pt>
                <c:pt idx="1010">
                  <c:v>126.25</c:v>
                </c:pt>
                <c:pt idx="1011">
                  <c:v>126.5</c:v>
                </c:pt>
                <c:pt idx="1012">
                  <c:v>126.5</c:v>
                </c:pt>
                <c:pt idx="1013">
                  <c:v>126.75</c:v>
                </c:pt>
                <c:pt idx="1014">
                  <c:v>126.75</c:v>
                </c:pt>
                <c:pt idx="1015">
                  <c:v>127</c:v>
                </c:pt>
                <c:pt idx="1016">
                  <c:v>127</c:v>
                </c:pt>
                <c:pt idx="1017">
                  <c:v>127.25</c:v>
                </c:pt>
                <c:pt idx="1018">
                  <c:v>127.25</c:v>
                </c:pt>
                <c:pt idx="1019">
                  <c:v>127.5</c:v>
                </c:pt>
                <c:pt idx="1020">
                  <c:v>127.5</c:v>
                </c:pt>
                <c:pt idx="1021">
                  <c:v>127.75</c:v>
                </c:pt>
                <c:pt idx="1022">
                  <c:v>127.75</c:v>
                </c:pt>
                <c:pt idx="1023">
                  <c:v>128</c:v>
                </c:pt>
                <c:pt idx="1024">
                  <c:v>128</c:v>
                </c:pt>
                <c:pt idx="1025">
                  <c:v>128.25</c:v>
                </c:pt>
                <c:pt idx="1026">
                  <c:v>128.25</c:v>
                </c:pt>
                <c:pt idx="1027">
                  <c:v>128.5</c:v>
                </c:pt>
                <c:pt idx="1028">
                  <c:v>128.5</c:v>
                </c:pt>
                <c:pt idx="1029">
                  <c:v>128.75</c:v>
                </c:pt>
                <c:pt idx="1030">
                  <c:v>128.75</c:v>
                </c:pt>
                <c:pt idx="1031">
                  <c:v>129</c:v>
                </c:pt>
                <c:pt idx="1032">
                  <c:v>129</c:v>
                </c:pt>
                <c:pt idx="1033">
                  <c:v>129.25</c:v>
                </c:pt>
                <c:pt idx="1034">
                  <c:v>129.25</c:v>
                </c:pt>
                <c:pt idx="1035">
                  <c:v>129.5</c:v>
                </c:pt>
                <c:pt idx="1036">
                  <c:v>129.5</c:v>
                </c:pt>
                <c:pt idx="1037">
                  <c:v>129.75</c:v>
                </c:pt>
                <c:pt idx="1038">
                  <c:v>129.75</c:v>
                </c:pt>
                <c:pt idx="1039">
                  <c:v>130</c:v>
                </c:pt>
                <c:pt idx="1040">
                  <c:v>130</c:v>
                </c:pt>
                <c:pt idx="1041">
                  <c:v>130.25</c:v>
                </c:pt>
                <c:pt idx="1042">
                  <c:v>130.25</c:v>
                </c:pt>
                <c:pt idx="1043">
                  <c:v>130.5</c:v>
                </c:pt>
                <c:pt idx="1044">
                  <c:v>130.5</c:v>
                </c:pt>
                <c:pt idx="1045">
                  <c:v>130.75</c:v>
                </c:pt>
                <c:pt idx="1046">
                  <c:v>130.75</c:v>
                </c:pt>
                <c:pt idx="1047">
                  <c:v>131</c:v>
                </c:pt>
                <c:pt idx="1048">
                  <c:v>131</c:v>
                </c:pt>
                <c:pt idx="1049">
                  <c:v>131.25</c:v>
                </c:pt>
                <c:pt idx="1050">
                  <c:v>131.25</c:v>
                </c:pt>
                <c:pt idx="1051">
                  <c:v>131.5</c:v>
                </c:pt>
                <c:pt idx="1052">
                  <c:v>131.5</c:v>
                </c:pt>
                <c:pt idx="1053">
                  <c:v>131.75</c:v>
                </c:pt>
                <c:pt idx="1054">
                  <c:v>131.75</c:v>
                </c:pt>
                <c:pt idx="1055">
                  <c:v>132</c:v>
                </c:pt>
                <c:pt idx="1056">
                  <c:v>132</c:v>
                </c:pt>
                <c:pt idx="1057">
                  <c:v>132.25</c:v>
                </c:pt>
                <c:pt idx="1058">
                  <c:v>132.25</c:v>
                </c:pt>
                <c:pt idx="1059">
                  <c:v>132.5</c:v>
                </c:pt>
                <c:pt idx="1060">
                  <c:v>132.5</c:v>
                </c:pt>
                <c:pt idx="1061">
                  <c:v>132.75</c:v>
                </c:pt>
                <c:pt idx="1062">
                  <c:v>132.75</c:v>
                </c:pt>
                <c:pt idx="1063">
                  <c:v>133</c:v>
                </c:pt>
                <c:pt idx="1064">
                  <c:v>133</c:v>
                </c:pt>
                <c:pt idx="1065">
                  <c:v>133.25</c:v>
                </c:pt>
                <c:pt idx="1066">
                  <c:v>133.25</c:v>
                </c:pt>
                <c:pt idx="1067">
                  <c:v>133.5</c:v>
                </c:pt>
                <c:pt idx="1068">
                  <c:v>133.5</c:v>
                </c:pt>
                <c:pt idx="1069">
                  <c:v>133.75</c:v>
                </c:pt>
                <c:pt idx="1070">
                  <c:v>133.75</c:v>
                </c:pt>
                <c:pt idx="1071">
                  <c:v>134</c:v>
                </c:pt>
                <c:pt idx="1072">
                  <c:v>134</c:v>
                </c:pt>
                <c:pt idx="1073">
                  <c:v>134.25</c:v>
                </c:pt>
                <c:pt idx="1074">
                  <c:v>134.25</c:v>
                </c:pt>
                <c:pt idx="1075">
                  <c:v>134.5</c:v>
                </c:pt>
                <c:pt idx="1076">
                  <c:v>134.5</c:v>
                </c:pt>
                <c:pt idx="1077">
                  <c:v>134.75</c:v>
                </c:pt>
                <c:pt idx="1078">
                  <c:v>134.75</c:v>
                </c:pt>
                <c:pt idx="1079">
                  <c:v>135</c:v>
                </c:pt>
                <c:pt idx="1080">
                  <c:v>135</c:v>
                </c:pt>
                <c:pt idx="1081">
                  <c:v>135.25</c:v>
                </c:pt>
                <c:pt idx="1082">
                  <c:v>135.25</c:v>
                </c:pt>
                <c:pt idx="1083">
                  <c:v>135.5</c:v>
                </c:pt>
                <c:pt idx="1084">
                  <c:v>135.5</c:v>
                </c:pt>
                <c:pt idx="1085">
                  <c:v>135.75</c:v>
                </c:pt>
                <c:pt idx="1086">
                  <c:v>135.75</c:v>
                </c:pt>
                <c:pt idx="1087">
                  <c:v>136</c:v>
                </c:pt>
                <c:pt idx="1088">
                  <c:v>136</c:v>
                </c:pt>
                <c:pt idx="1089">
                  <c:v>136.25</c:v>
                </c:pt>
                <c:pt idx="1090">
                  <c:v>136.25</c:v>
                </c:pt>
                <c:pt idx="1091">
                  <c:v>136.5</c:v>
                </c:pt>
                <c:pt idx="1092">
                  <c:v>136.5</c:v>
                </c:pt>
                <c:pt idx="1093">
                  <c:v>136.75</c:v>
                </c:pt>
                <c:pt idx="1094">
                  <c:v>136.75</c:v>
                </c:pt>
                <c:pt idx="1095">
                  <c:v>137</c:v>
                </c:pt>
                <c:pt idx="1096">
                  <c:v>137</c:v>
                </c:pt>
                <c:pt idx="1097">
                  <c:v>137.25</c:v>
                </c:pt>
                <c:pt idx="1098">
                  <c:v>137.25</c:v>
                </c:pt>
                <c:pt idx="1099">
                  <c:v>137.5</c:v>
                </c:pt>
                <c:pt idx="1100">
                  <c:v>137.5</c:v>
                </c:pt>
                <c:pt idx="1101">
                  <c:v>137.75</c:v>
                </c:pt>
                <c:pt idx="1102">
                  <c:v>137.75</c:v>
                </c:pt>
                <c:pt idx="1103">
                  <c:v>138</c:v>
                </c:pt>
                <c:pt idx="1104">
                  <c:v>138</c:v>
                </c:pt>
                <c:pt idx="1105">
                  <c:v>138.25</c:v>
                </c:pt>
                <c:pt idx="1106">
                  <c:v>138.25</c:v>
                </c:pt>
                <c:pt idx="1107">
                  <c:v>138.5</c:v>
                </c:pt>
                <c:pt idx="1108">
                  <c:v>138.5</c:v>
                </c:pt>
                <c:pt idx="1109">
                  <c:v>138.75</c:v>
                </c:pt>
                <c:pt idx="1110">
                  <c:v>138.75</c:v>
                </c:pt>
                <c:pt idx="1111">
                  <c:v>139</c:v>
                </c:pt>
                <c:pt idx="1112">
                  <c:v>139</c:v>
                </c:pt>
                <c:pt idx="1113">
                  <c:v>139.25</c:v>
                </c:pt>
                <c:pt idx="1114">
                  <c:v>139.25</c:v>
                </c:pt>
                <c:pt idx="1115">
                  <c:v>139.5</c:v>
                </c:pt>
                <c:pt idx="1116">
                  <c:v>139.5</c:v>
                </c:pt>
                <c:pt idx="1117">
                  <c:v>139.75</c:v>
                </c:pt>
                <c:pt idx="1118">
                  <c:v>139.75</c:v>
                </c:pt>
                <c:pt idx="1119">
                  <c:v>140</c:v>
                </c:pt>
                <c:pt idx="1120">
                  <c:v>140</c:v>
                </c:pt>
                <c:pt idx="1121">
                  <c:v>140.25</c:v>
                </c:pt>
                <c:pt idx="1122">
                  <c:v>140.25</c:v>
                </c:pt>
                <c:pt idx="1123">
                  <c:v>140.5</c:v>
                </c:pt>
                <c:pt idx="1124">
                  <c:v>140.5</c:v>
                </c:pt>
                <c:pt idx="1125">
                  <c:v>140.75</c:v>
                </c:pt>
                <c:pt idx="1126">
                  <c:v>140.75</c:v>
                </c:pt>
                <c:pt idx="1127">
                  <c:v>141</c:v>
                </c:pt>
                <c:pt idx="1128">
                  <c:v>141</c:v>
                </c:pt>
                <c:pt idx="1129">
                  <c:v>141.25</c:v>
                </c:pt>
                <c:pt idx="1130">
                  <c:v>141.25</c:v>
                </c:pt>
                <c:pt idx="1131">
                  <c:v>141.5</c:v>
                </c:pt>
                <c:pt idx="1132">
                  <c:v>141.5</c:v>
                </c:pt>
                <c:pt idx="1133">
                  <c:v>141.75</c:v>
                </c:pt>
                <c:pt idx="1134">
                  <c:v>141.75</c:v>
                </c:pt>
                <c:pt idx="1135">
                  <c:v>142</c:v>
                </c:pt>
                <c:pt idx="1136">
                  <c:v>142</c:v>
                </c:pt>
                <c:pt idx="1137">
                  <c:v>142.25</c:v>
                </c:pt>
                <c:pt idx="1138">
                  <c:v>142.25</c:v>
                </c:pt>
                <c:pt idx="1139">
                  <c:v>142.5</c:v>
                </c:pt>
                <c:pt idx="1140">
                  <c:v>142.5</c:v>
                </c:pt>
                <c:pt idx="1141">
                  <c:v>142.75</c:v>
                </c:pt>
                <c:pt idx="1142">
                  <c:v>142.75</c:v>
                </c:pt>
                <c:pt idx="1143">
                  <c:v>143</c:v>
                </c:pt>
                <c:pt idx="1144">
                  <c:v>143</c:v>
                </c:pt>
                <c:pt idx="1145">
                  <c:v>143.25</c:v>
                </c:pt>
                <c:pt idx="1146">
                  <c:v>143.25</c:v>
                </c:pt>
                <c:pt idx="1147">
                  <c:v>143.5</c:v>
                </c:pt>
                <c:pt idx="1148">
                  <c:v>143.5</c:v>
                </c:pt>
                <c:pt idx="1149">
                  <c:v>143.75</c:v>
                </c:pt>
                <c:pt idx="1150">
                  <c:v>143.75</c:v>
                </c:pt>
                <c:pt idx="1151">
                  <c:v>144</c:v>
                </c:pt>
                <c:pt idx="1152">
                  <c:v>144</c:v>
                </c:pt>
                <c:pt idx="1153">
                  <c:v>144.25</c:v>
                </c:pt>
                <c:pt idx="1154">
                  <c:v>144.25</c:v>
                </c:pt>
                <c:pt idx="1155">
                  <c:v>144.5</c:v>
                </c:pt>
                <c:pt idx="1156">
                  <c:v>144.5</c:v>
                </c:pt>
                <c:pt idx="1157">
                  <c:v>144.75</c:v>
                </c:pt>
                <c:pt idx="1158">
                  <c:v>144.75</c:v>
                </c:pt>
                <c:pt idx="1159">
                  <c:v>145</c:v>
                </c:pt>
                <c:pt idx="1160">
                  <c:v>145</c:v>
                </c:pt>
                <c:pt idx="1161">
                  <c:v>145.25</c:v>
                </c:pt>
                <c:pt idx="1162">
                  <c:v>145.25</c:v>
                </c:pt>
                <c:pt idx="1163">
                  <c:v>145.5</c:v>
                </c:pt>
                <c:pt idx="1164">
                  <c:v>145.5</c:v>
                </c:pt>
                <c:pt idx="1165">
                  <c:v>145.75</c:v>
                </c:pt>
                <c:pt idx="1166">
                  <c:v>145.75</c:v>
                </c:pt>
                <c:pt idx="1167">
                  <c:v>146</c:v>
                </c:pt>
                <c:pt idx="1168">
                  <c:v>146</c:v>
                </c:pt>
                <c:pt idx="1169">
                  <c:v>146.25</c:v>
                </c:pt>
                <c:pt idx="1170">
                  <c:v>146.25</c:v>
                </c:pt>
                <c:pt idx="1171">
                  <c:v>146.5</c:v>
                </c:pt>
                <c:pt idx="1172">
                  <c:v>146.5</c:v>
                </c:pt>
                <c:pt idx="1173">
                  <c:v>146.75</c:v>
                </c:pt>
                <c:pt idx="1174">
                  <c:v>146.75</c:v>
                </c:pt>
                <c:pt idx="1175">
                  <c:v>147</c:v>
                </c:pt>
                <c:pt idx="1176">
                  <c:v>147</c:v>
                </c:pt>
                <c:pt idx="1177">
                  <c:v>147.25</c:v>
                </c:pt>
                <c:pt idx="1178">
                  <c:v>147.25</c:v>
                </c:pt>
                <c:pt idx="1179">
                  <c:v>147.5</c:v>
                </c:pt>
                <c:pt idx="1180">
                  <c:v>147.5</c:v>
                </c:pt>
                <c:pt idx="1181">
                  <c:v>147.75</c:v>
                </c:pt>
                <c:pt idx="1182">
                  <c:v>147.75</c:v>
                </c:pt>
                <c:pt idx="1183">
                  <c:v>148</c:v>
                </c:pt>
                <c:pt idx="1184">
                  <c:v>148</c:v>
                </c:pt>
                <c:pt idx="1185">
                  <c:v>148.25</c:v>
                </c:pt>
                <c:pt idx="1186">
                  <c:v>148.25</c:v>
                </c:pt>
                <c:pt idx="1187">
                  <c:v>148.5</c:v>
                </c:pt>
                <c:pt idx="1188">
                  <c:v>148.5</c:v>
                </c:pt>
                <c:pt idx="1189">
                  <c:v>148.75</c:v>
                </c:pt>
                <c:pt idx="1190">
                  <c:v>148.75</c:v>
                </c:pt>
                <c:pt idx="1191">
                  <c:v>149</c:v>
                </c:pt>
                <c:pt idx="1192">
                  <c:v>149</c:v>
                </c:pt>
                <c:pt idx="1193">
                  <c:v>149.25</c:v>
                </c:pt>
                <c:pt idx="1194">
                  <c:v>149.25</c:v>
                </c:pt>
                <c:pt idx="1195">
                  <c:v>149.5</c:v>
                </c:pt>
                <c:pt idx="1196">
                  <c:v>149.5</c:v>
                </c:pt>
                <c:pt idx="1197">
                  <c:v>149.75</c:v>
                </c:pt>
                <c:pt idx="1198">
                  <c:v>149.75</c:v>
                </c:pt>
                <c:pt idx="1199">
                  <c:v>150</c:v>
                </c:pt>
                <c:pt idx="1200">
                  <c:v>150</c:v>
                </c:pt>
                <c:pt idx="1201">
                  <c:v>150.25</c:v>
                </c:pt>
                <c:pt idx="1202">
                  <c:v>150.25</c:v>
                </c:pt>
                <c:pt idx="1203">
                  <c:v>150.5</c:v>
                </c:pt>
                <c:pt idx="1204">
                  <c:v>150.5</c:v>
                </c:pt>
                <c:pt idx="1205">
                  <c:v>150.75</c:v>
                </c:pt>
                <c:pt idx="1206">
                  <c:v>150.75</c:v>
                </c:pt>
                <c:pt idx="1207">
                  <c:v>151</c:v>
                </c:pt>
                <c:pt idx="1208">
                  <c:v>151</c:v>
                </c:pt>
                <c:pt idx="1209">
                  <c:v>151.25</c:v>
                </c:pt>
                <c:pt idx="1210">
                  <c:v>151.25</c:v>
                </c:pt>
                <c:pt idx="1211">
                  <c:v>151.5</c:v>
                </c:pt>
                <c:pt idx="1212">
                  <c:v>151.5</c:v>
                </c:pt>
                <c:pt idx="1213">
                  <c:v>151.75</c:v>
                </c:pt>
                <c:pt idx="1214">
                  <c:v>151.75</c:v>
                </c:pt>
                <c:pt idx="1215">
                  <c:v>152</c:v>
                </c:pt>
                <c:pt idx="1216">
                  <c:v>152</c:v>
                </c:pt>
                <c:pt idx="1217">
                  <c:v>152.25</c:v>
                </c:pt>
                <c:pt idx="1218">
                  <c:v>152.25</c:v>
                </c:pt>
                <c:pt idx="1219">
                  <c:v>152.5</c:v>
                </c:pt>
                <c:pt idx="1220">
                  <c:v>152.5</c:v>
                </c:pt>
                <c:pt idx="1221">
                  <c:v>152.75</c:v>
                </c:pt>
                <c:pt idx="1222">
                  <c:v>152.75</c:v>
                </c:pt>
                <c:pt idx="1223">
                  <c:v>153</c:v>
                </c:pt>
                <c:pt idx="1224">
                  <c:v>153</c:v>
                </c:pt>
                <c:pt idx="1225">
                  <c:v>153.25</c:v>
                </c:pt>
                <c:pt idx="1226">
                  <c:v>153.25</c:v>
                </c:pt>
                <c:pt idx="1227">
                  <c:v>153.5</c:v>
                </c:pt>
                <c:pt idx="1228">
                  <c:v>153.5</c:v>
                </c:pt>
                <c:pt idx="1229">
                  <c:v>153.75</c:v>
                </c:pt>
                <c:pt idx="1230">
                  <c:v>153.75</c:v>
                </c:pt>
                <c:pt idx="1231">
                  <c:v>154</c:v>
                </c:pt>
                <c:pt idx="1232">
                  <c:v>154</c:v>
                </c:pt>
                <c:pt idx="1233">
                  <c:v>154.25</c:v>
                </c:pt>
                <c:pt idx="1234">
                  <c:v>154.25</c:v>
                </c:pt>
                <c:pt idx="1235">
                  <c:v>154.5</c:v>
                </c:pt>
                <c:pt idx="1236">
                  <c:v>154.5</c:v>
                </c:pt>
                <c:pt idx="1237">
                  <c:v>154.75</c:v>
                </c:pt>
                <c:pt idx="1238">
                  <c:v>154.75</c:v>
                </c:pt>
                <c:pt idx="1239">
                  <c:v>155</c:v>
                </c:pt>
                <c:pt idx="1240">
                  <c:v>155</c:v>
                </c:pt>
                <c:pt idx="1241">
                  <c:v>155.25</c:v>
                </c:pt>
                <c:pt idx="1242">
                  <c:v>155.25</c:v>
                </c:pt>
                <c:pt idx="1243">
                  <c:v>155.5</c:v>
                </c:pt>
                <c:pt idx="1244">
                  <c:v>155.5</c:v>
                </c:pt>
                <c:pt idx="1245">
                  <c:v>155.75</c:v>
                </c:pt>
                <c:pt idx="1246">
                  <c:v>155.75</c:v>
                </c:pt>
                <c:pt idx="1247">
                  <c:v>156</c:v>
                </c:pt>
                <c:pt idx="1248">
                  <c:v>156</c:v>
                </c:pt>
                <c:pt idx="1249">
                  <c:v>156.25</c:v>
                </c:pt>
                <c:pt idx="1250">
                  <c:v>156.25</c:v>
                </c:pt>
                <c:pt idx="1251">
                  <c:v>156.5</c:v>
                </c:pt>
                <c:pt idx="1252">
                  <c:v>156.5</c:v>
                </c:pt>
                <c:pt idx="1253">
                  <c:v>156.75</c:v>
                </c:pt>
                <c:pt idx="1254">
                  <c:v>156.75</c:v>
                </c:pt>
                <c:pt idx="1255">
                  <c:v>157</c:v>
                </c:pt>
                <c:pt idx="1256">
                  <c:v>157</c:v>
                </c:pt>
                <c:pt idx="1257">
                  <c:v>157.25</c:v>
                </c:pt>
                <c:pt idx="1258">
                  <c:v>157.25</c:v>
                </c:pt>
                <c:pt idx="1259">
                  <c:v>157.5</c:v>
                </c:pt>
                <c:pt idx="1260">
                  <c:v>157.5</c:v>
                </c:pt>
                <c:pt idx="1261">
                  <c:v>157.75</c:v>
                </c:pt>
                <c:pt idx="1262">
                  <c:v>157.75</c:v>
                </c:pt>
                <c:pt idx="1263">
                  <c:v>158</c:v>
                </c:pt>
                <c:pt idx="1264">
                  <c:v>158</c:v>
                </c:pt>
                <c:pt idx="1265">
                  <c:v>158.25</c:v>
                </c:pt>
                <c:pt idx="1266">
                  <c:v>158.25</c:v>
                </c:pt>
                <c:pt idx="1267">
                  <c:v>158.5</c:v>
                </c:pt>
                <c:pt idx="1268">
                  <c:v>158.5</c:v>
                </c:pt>
                <c:pt idx="1269">
                  <c:v>158.75</c:v>
                </c:pt>
                <c:pt idx="1270">
                  <c:v>158.75</c:v>
                </c:pt>
                <c:pt idx="1271">
                  <c:v>159</c:v>
                </c:pt>
                <c:pt idx="1272">
                  <c:v>159</c:v>
                </c:pt>
                <c:pt idx="1273">
                  <c:v>159.25</c:v>
                </c:pt>
                <c:pt idx="1274">
                  <c:v>159.25</c:v>
                </c:pt>
                <c:pt idx="1275">
                  <c:v>159.5</c:v>
                </c:pt>
                <c:pt idx="1276">
                  <c:v>159.5</c:v>
                </c:pt>
                <c:pt idx="1277">
                  <c:v>159.75</c:v>
                </c:pt>
                <c:pt idx="1278">
                  <c:v>159.75</c:v>
                </c:pt>
                <c:pt idx="1279">
                  <c:v>160</c:v>
                </c:pt>
                <c:pt idx="1280">
                  <c:v>160</c:v>
                </c:pt>
                <c:pt idx="1281">
                  <c:v>160.25</c:v>
                </c:pt>
                <c:pt idx="1282">
                  <c:v>160.25</c:v>
                </c:pt>
                <c:pt idx="1283">
                  <c:v>160.5</c:v>
                </c:pt>
                <c:pt idx="1284">
                  <c:v>160.5</c:v>
                </c:pt>
                <c:pt idx="1285">
                  <c:v>160.75</c:v>
                </c:pt>
                <c:pt idx="1286">
                  <c:v>160.75</c:v>
                </c:pt>
                <c:pt idx="1287">
                  <c:v>161</c:v>
                </c:pt>
                <c:pt idx="1288">
                  <c:v>161</c:v>
                </c:pt>
                <c:pt idx="1289">
                  <c:v>161.25</c:v>
                </c:pt>
                <c:pt idx="1290">
                  <c:v>161.25</c:v>
                </c:pt>
                <c:pt idx="1291">
                  <c:v>161.5</c:v>
                </c:pt>
                <c:pt idx="1292">
                  <c:v>161.5</c:v>
                </c:pt>
                <c:pt idx="1293">
                  <c:v>161.75</c:v>
                </c:pt>
                <c:pt idx="1294">
                  <c:v>161.75</c:v>
                </c:pt>
                <c:pt idx="1295">
                  <c:v>162</c:v>
                </c:pt>
                <c:pt idx="1296">
                  <c:v>162</c:v>
                </c:pt>
                <c:pt idx="1297">
                  <c:v>162.25</c:v>
                </c:pt>
                <c:pt idx="1298">
                  <c:v>162.25</c:v>
                </c:pt>
                <c:pt idx="1299">
                  <c:v>162.5</c:v>
                </c:pt>
                <c:pt idx="1300">
                  <c:v>162.5</c:v>
                </c:pt>
                <c:pt idx="1301">
                  <c:v>162.75</c:v>
                </c:pt>
                <c:pt idx="1302">
                  <c:v>162.75</c:v>
                </c:pt>
                <c:pt idx="1303">
                  <c:v>163</c:v>
                </c:pt>
                <c:pt idx="1304">
                  <c:v>163</c:v>
                </c:pt>
                <c:pt idx="1305">
                  <c:v>163.25</c:v>
                </c:pt>
                <c:pt idx="1306">
                  <c:v>163.25</c:v>
                </c:pt>
                <c:pt idx="1307">
                  <c:v>163.5</c:v>
                </c:pt>
                <c:pt idx="1308">
                  <c:v>163.5</c:v>
                </c:pt>
                <c:pt idx="1309">
                  <c:v>163.75</c:v>
                </c:pt>
                <c:pt idx="1310">
                  <c:v>163.75</c:v>
                </c:pt>
                <c:pt idx="1311">
                  <c:v>164</c:v>
                </c:pt>
                <c:pt idx="1312">
                  <c:v>164</c:v>
                </c:pt>
                <c:pt idx="1313">
                  <c:v>164.25</c:v>
                </c:pt>
                <c:pt idx="1314">
                  <c:v>164.25</c:v>
                </c:pt>
                <c:pt idx="1315">
                  <c:v>164.5</c:v>
                </c:pt>
                <c:pt idx="1316">
                  <c:v>164.5</c:v>
                </c:pt>
                <c:pt idx="1317">
                  <c:v>164.75</c:v>
                </c:pt>
                <c:pt idx="1318">
                  <c:v>164.75</c:v>
                </c:pt>
                <c:pt idx="1319">
                  <c:v>165</c:v>
                </c:pt>
                <c:pt idx="1320">
                  <c:v>165</c:v>
                </c:pt>
                <c:pt idx="1321">
                  <c:v>165.25</c:v>
                </c:pt>
                <c:pt idx="1322">
                  <c:v>165.25</c:v>
                </c:pt>
                <c:pt idx="1323">
                  <c:v>165.5</c:v>
                </c:pt>
                <c:pt idx="1324">
                  <c:v>165.5</c:v>
                </c:pt>
                <c:pt idx="1325">
                  <c:v>165.75</c:v>
                </c:pt>
                <c:pt idx="1326">
                  <c:v>165.75</c:v>
                </c:pt>
                <c:pt idx="1327">
                  <c:v>166</c:v>
                </c:pt>
                <c:pt idx="1328">
                  <c:v>166</c:v>
                </c:pt>
                <c:pt idx="1329">
                  <c:v>166.25</c:v>
                </c:pt>
                <c:pt idx="1330">
                  <c:v>166.25</c:v>
                </c:pt>
                <c:pt idx="1331">
                  <c:v>166.5</c:v>
                </c:pt>
                <c:pt idx="1332">
                  <c:v>166.5</c:v>
                </c:pt>
                <c:pt idx="1333">
                  <c:v>166.75</c:v>
                </c:pt>
                <c:pt idx="1334">
                  <c:v>166.75</c:v>
                </c:pt>
                <c:pt idx="1335">
                  <c:v>167</c:v>
                </c:pt>
                <c:pt idx="1336">
                  <c:v>167</c:v>
                </c:pt>
                <c:pt idx="1337">
                  <c:v>167.25</c:v>
                </c:pt>
                <c:pt idx="1338">
                  <c:v>167.25</c:v>
                </c:pt>
                <c:pt idx="1339">
                  <c:v>167.5</c:v>
                </c:pt>
                <c:pt idx="1340">
                  <c:v>167.5</c:v>
                </c:pt>
                <c:pt idx="1341">
                  <c:v>167.75</c:v>
                </c:pt>
                <c:pt idx="1342">
                  <c:v>167.75</c:v>
                </c:pt>
                <c:pt idx="1343">
                  <c:v>168</c:v>
                </c:pt>
                <c:pt idx="1344">
                  <c:v>168</c:v>
                </c:pt>
                <c:pt idx="1345">
                  <c:v>168.25</c:v>
                </c:pt>
                <c:pt idx="1346">
                  <c:v>168.25</c:v>
                </c:pt>
                <c:pt idx="1347">
                  <c:v>168.5</c:v>
                </c:pt>
                <c:pt idx="1348">
                  <c:v>168.5</c:v>
                </c:pt>
                <c:pt idx="1349">
                  <c:v>168.75</c:v>
                </c:pt>
                <c:pt idx="1350">
                  <c:v>168.75</c:v>
                </c:pt>
                <c:pt idx="1351">
                  <c:v>169</c:v>
                </c:pt>
                <c:pt idx="1352">
                  <c:v>169</c:v>
                </c:pt>
                <c:pt idx="1353">
                  <c:v>169.25</c:v>
                </c:pt>
                <c:pt idx="1354">
                  <c:v>169.25</c:v>
                </c:pt>
                <c:pt idx="1355">
                  <c:v>169.5</c:v>
                </c:pt>
                <c:pt idx="1356">
                  <c:v>169.5</c:v>
                </c:pt>
                <c:pt idx="1357">
                  <c:v>169.75</c:v>
                </c:pt>
                <c:pt idx="1358">
                  <c:v>169.75</c:v>
                </c:pt>
                <c:pt idx="1359">
                  <c:v>170</c:v>
                </c:pt>
                <c:pt idx="1360">
                  <c:v>170</c:v>
                </c:pt>
                <c:pt idx="1361">
                  <c:v>170.25</c:v>
                </c:pt>
                <c:pt idx="1362">
                  <c:v>170.25</c:v>
                </c:pt>
                <c:pt idx="1363">
                  <c:v>170.5</c:v>
                </c:pt>
                <c:pt idx="1364">
                  <c:v>170.5</c:v>
                </c:pt>
                <c:pt idx="1365">
                  <c:v>170.75</c:v>
                </c:pt>
                <c:pt idx="1366">
                  <c:v>170.75</c:v>
                </c:pt>
                <c:pt idx="1367">
                  <c:v>171</c:v>
                </c:pt>
                <c:pt idx="1368">
                  <c:v>171</c:v>
                </c:pt>
                <c:pt idx="1369">
                  <c:v>171.25</c:v>
                </c:pt>
                <c:pt idx="1370">
                  <c:v>171.25</c:v>
                </c:pt>
                <c:pt idx="1371">
                  <c:v>171.5</c:v>
                </c:pt>
                <c:pt idx="1372">
                  <c:v>171.5</c:v>
                </c:pt>
                <c:pt idx="1373">
                  <c:v>171.75</c:v>
                </c:pt>
                <c:pt idx="1374">
                  <c:v>171.75</c:v>
                </c:pt>
                <c:pt idx="1375">
                  <c:v>172</c:v>
                </c:pt>
                <c:pt idx="1376">
                  <c:v>172</c:v>
                </c:pt>
                <c:pt idx="1377">
                  <c:v>172.25</c:v>
                </c:pt>
                <c:pt idx="1378">
                  <c:v>172.25</c:v>
                </c:pt>
                <c:pt idx="1379">
                  <c:v>172.5</c:v>
                </c:pt>
                <c:pt idx="1380">
                  <c:v>172.5</c:v>
                </c:pt>
                <c:pt idx="1381">
                  <c:v>172.75</c:v>
                </c:pt>
                <c:pt idx="1382">
                  <c:v>172.75</c:v>
                </c:pt>
                <c:pt idx="1383">
                  <c:v>173</c:v>
                </c:pt>
                <c:pt idx="1384">
                  <c:v>173</c:v>
                </c:pt>
                <c:pt idx="1385">
                  <c:v>173.25</c:v>
                </c:pt>
                <c:pt idx="1386">
                  <c:v>173.25</c:v>
                </c:pt>
                <c:pt idx="1387">
                  <c:v>173.5</c:v>
                </c:pt>
                <c:pt idx="1388">
                  <c:v>173.5</c:v>
                </c:pt>
                <c:pt idx="1389">
                  <c:v>173.75</c:v>
                </c:pt>
              </c:numCache>
            </c:numRef>
          </c:xVal>
          <c:yVal>
            <c:numRef>
              <c:f>'Chart Data'!$F$2:$F$1391</c:f>
              <c:numCache>
                <c:formatCode>0</c:formatCode>
                <c:ptCount val="139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0.85</c:v>
                </c:pt>
                <c:pt idx="53">
                  <c:v>0.85</c:v>
                </c:pt>
                <c:pt idx="54">
                  <c:v>14.45</c:v>
                </c:pt>
                <c:pt idx="55">
                  <c:v>14.45</c:v>
                </c:pt>
                <c:pt idx="56">
                  <c:v>35.700000000000003</c:v>
                </c:pt>
                <c:pt idx="57">
                  <c:v>35.700000000000003</c:v>
                </c:pt>
                <c:pt idx="58">
                  <c:v>47.6</c:v>
                </c:pt>
                <c:pt idx="59">
                  <c:v>47.6</c:v>
                </c:pt>
                <c:pt idx="60">
                  <c:v>57.8</c:v>
                </c:pt>
                <c:pt idx="61">
                  <c:v>57.8</c:v>
                </c:pt>
                <c:pt idx="62">
                  <c:v>83.3</c:v>
                </c:pt>
                <c:pt idx="63">
                  <c:v>83.3</c:v>
                </c:pt>
                <c:pt idx="64">
                  <c:v>121.55</c:v>
                </c:pt>
                <c:pt idx="65">
                  <c:v>121.55</c:v>
                </c:pt>
                <c:pt idx="66">
                  <c:v>179.35</c:v>
                </c:pt>
                <c:pt idx="67">
                  <c:v>179.35</c:v>
                </c:pt>
                <c:pt idx="68">
                  <c:v>265.2</c:v>
                </c:pt>
                <c:pt idx="69">
                  <c:v>265.2</c:v>
                </c:pt>
                <c:pt idx="70">
                  <c:v>299.2</c:v>
                </c:pt>
                <c:pt idx="71">
                  <c:v>299.2</c:v>
                </c:pt>
                <c:pt idx="72">
                  <c:v>331.5</c:v>
                </c:pt>
                <c:pt idx="73">
                  <c:v>331.5</c:v>
                </c:pt>
                <c:pt idx="74">
                  <c:v>360.4</c:v>
                </c:pt>
                <c:pt idx="75">
                  <c:v>360.4</c:v>
                </c:pt>
                <c:pt idx="76">
                  <c:v>385.9</c:v>
                </c:pt>
                <c:pt idx="77">
                  <c:v>385.9</c:v>
                </c:pt>
                <c:pt idx="78">
                  <c:v>408.85</c:v>
                </c:pt>
                <c:pt idx="79">
                  <c:v>408.85</c:v>
                </c:pt>
                <c:pt idx="80">
                  <c:v>428.4</c:v>
                </c:pt>
                <c:pt idx="81">
                  <c:v>428.4</c:v>
                </c:pt>
                <c:pt idx="82">
                  <c:v>444.55</c:v>
                </c:pt>
                <c:pt idx="83">
                  <c:v>444.55</c:v>
                </c:pt>
                <c:pt idx="84">
                  <c:v>457.3</c:v>
                </c:pt>
                <c:pt idx="85">
                  <c:v>457.3</c:v>
                </c:pt>
                <c:pt idx="86">
                  <c:v>466.65</c:v>
                </c:pt>
                <c:pt idx="87">
                  <c:v>466.65</c:v>
                </c:pt>
                <c:pt idx="88">
                  <c:v>472.6</c:v>
                </c:pt>
                <c:pt idx="89">
                  <c:v>472.6</c:v>
                </c:pt>
                <c:pt idx="90">
                  <c:v>476</c:v>
                </c:pt>
                <c:pt idx="91">
                  <c:v>476</c:v>
                </c:pt>
                <c:pt idx="92">
                  <c:v>475.15</c:v>
                </c:pt>
                <c:pt idx="93">
                  <c:v>475.15</c:v>
                </c:pt>
                <c:pt idx="94">
                  <c:v>470.9</c:v>
                </c:pt>
                <c:pt idx="95">
                  <c:v>470.9</c:v>
                </c:pt>
                <c:pt idx="96">
                  <c:v>463.25</c:v>
                </c:pt>
                <c:pt idx="97">
                  <c:v>463.25</c:v>
                </c:pt>
                <c:pt idx="98">
                  <c:v>453.05</c:v>
                </c:pt>
                <c:pt idx="99">
                  <c:v>453.05</c:v>
                </c:pt>
                <c:pt idx="100">
                  <c:v>438.6</c:v>
                </c:pt>
                <c:pt idx="101">
                  <c:v>438.6</c:v>
                </c:pt>
                <c:pt idx="102">
                  <c:v>421.6</c:v>
                </c:pt>
                <c:pt idx="103">
                  <c:v>421.6</c:v>
                </c:pt>
                <c:pt idx="104">
                  <c:v>402.05</c:v>
                </c:pt>
                <c:pt idx="105">
                  <c:v>402.05</c:v>
                </c:pt>
                <c:pt idx="106">
                  <c:v>379.95</c:v>
                </c:pt>
                <c:pt idx="107">
                  <c:v>379.95</c:v>
                </c:pt>
                <c:pt idx="108">
                  <c:v>354.45</c:v>
                </c:pt>
                <c:pt idx="109">
                  <c:v>354.45</c:v>
                </c:pt>
                <c:pt idx="110">
                  <c:v>326.39999999999998</c:v>
                </c:pt>
                <c:pt idx="111">
                  <c:v>326.39999999999998</c:v>
                </c:pt>
                <c:pt idx="112">
                  <c:v>296.64999999999998</c:v>
                </c:pt>
                <c:pt idx="113">
                  <c:v>296.64999999999998</c:v>
                </c:pt>
                <c:pt idx="114">
                  <c:v>264.35000000000002</c:v>
                </c:pt>
                <c:pt idx="115">
                  <c:v>264.35000000000002</c:v>
                </c:pt>
                <c:pt idx="116">
                  <c:v>229.5</c:v>
                </c:pt>
                <c:pt idx="117">
                  <c:v>229.5</c:v>
                </c:pt>
                <c:pt idx="118">
                  <c:v>193.8</c:v>
                </c:pt>
                <c:pt idx="119">
                  <c:v>193.8</c:v>
                </c:pt>
                <c:pt idx="120">
                  <c:v>157.25</c:v>
                </c:pt>
                <c:pt idx="121">
                  <c:v>157.25</c:v>
                </c:pt>
                <c:pt idx="122">
                  <c:v>120.7</c:v>
                </c:pt>
                <c:pt idx="123">
                  <c:v>120.7</c:v>
                </c:pt>
                <c:pt idx="124">
                  <c:v>85</c:v>
                </c:pt>
                <c:pt idx="125">
                  <c:v>85</c:v>
                </c:pt>
                <c:pt idx="126">
                  <c:v>48.45</c:v>
                </c:pt>
                <c:pt idx="127">
                  <c:v>48.45</c:v>
                </c:pt>
                <c:pt idx="128">
                  <c:v>12.75</c:v>
                </c:pt>
                <c:pt idx="129">
                  <c:v>12.75</c:v>
                </c:pt>
                <c:pt idx="130">
                  <c:v>0.85</c:v>
                </c:pt>
                <c:pt idx="131">
                  <c:v>0.85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1.7</c:v>
                </c:pt>
                <c:pt idx="245">
                  <c:v>1.7</c:v>
                </c:pt>
                <c:pt idx="246">
                  <c:v>13.6</c:v>
                </c:pt>
                <c:pt idx="247">
                  <c:v>13.6</c:v>
                </c:pt>
                <c:pt idx="248">
                  <c:v>32.299999999999997</c:v>
                </c:pt>
                <c:pt idx="249">
                  <c:v>32.299999999999997</c:v>
                </c:pt>
                <c:pt idx="250">
                  <c:v>45.9</c:v>
                </c:pt>
                <c:pt idx="251">
                  <c:v>45.9</c:v>
                </c:pt>
                <c:pt idx="252">
                  <c:v>69.7</c:v>
                </c:pt>
                <c:pt idx="253">
                  <c:v>69.7</c:v>
                </c:pt>
                <c:pt idx="254">
                  <c:v>77.349999999999994</c:v>
                </c:pt>
                <c:pt idx="255">
                  <c:v>77.349999999999994</c:v>
                </c:pt>
                <c:pt idx="256">
                  <c:v>98.6</c:v>
                </c:pt>
                <c:pt idx="257">
                  <c:v>98.6</c:v>
                </c:pt>
                <c:pt idx="258">
                  <c:v>121.55</c:v>
                </c:pt>
                <c:pt idx="259">
                  <c:v>121.55</c:v>
                </c:pt>
                <c:pt idx="260">
                  <c:v>166.6</c:v>
                </c:pt>
                <c:pt idx="261">
                  <c:v>166.6</c:v>
                </c:pt>
                <c:pt idx="262">
                  <c:v>235.45</c:v>
                </c:pt>
                <c:pt idx="263">
                  <c:v>235.45</c:v>
                </c:pt>
                <c:pt idx="264">
                  <c:v>280.5</c:v>
                </c:pt>
                <c:pt idx="265">
                  <c:v>280.5</c:v>
                </c:pt>
                <c:pt idx="266">
                  <c:v>317.05</c:v>
                </c:pt>
                <c:pt idx="267">
                  <c:v>317.05</c:v>
                </c:pt>
                <c:pt idx="268">
                  <c:v>346.8</c:v>
                </c:pt>
                <c:pt idx="269">
                  <c:v>346.8</c:v>
                </c:pt>
                <c:pt idx="270">
                  <c:v>283.89999999999998</c:v>
                </c:pt>
                <c:pt idx="271">
                  <c:v>283.89999999999998</c:v>
                </c:pt>
                <c:pt idx="272">
                  <c:v>156.4</c:v>
                </c:pt>
                <c:pt idx="273">
                  <c:v>156.4</c:v>
                </c:pt>
                <c:pt idx="274">
                  <c:v>136.85</c:v>
                </c:pt>
                <c:pt idx="275">
                  <c:v>136.85</c:v>
                </c:pt>
                <c:pt idx="276">
                  <c:v>351.9</c:v>
                </c:pt>
                <c:pt idx="277">
                  <c:v>351.9</c:v>
                </c:pt>
                <c:pt idx="278">
                  <c:v>432.65</c:v>
                </c:pt>
                <c:pt idx="279">
                  <c:v>432.65</c:v>
                </c:pt>
                <c:pt idx="280">
                  <c:v>441.15</c:v>
                </c:pt>
                <c:pt idx="281">
                  <c:v>441.15</c:v>
                </c:pt>
                <c:pt idx="282">
                  <c:v>444.55</c:v>
                </c:pt>
                <c:pt idx="283">
                  <c:v>444.55</c:v>
                </c:pt>
                <c:pt idx="284">
                  <c:v>439.45</c:v>
                </c:pt>
                <c:pt idx="285">
                  <c:v>439.45</c:v>
                </c:pt>
                <c:pt idx="286">
                  <c:v>423.3</c:v>
                </c:pt>
                <c:pt idx="287">
                  <c:v>423.3</c:v>
                </c:pt>
                <c:pt idx="288">
                  <c:v>343.4</c:v>
                </c:pt>
                <c:pt idx="289">
                  <c:v>343.4</c:v>
                </c:pt>
                <c:pt idx="290">
                  <c:v>208.25</c:v>
                </c:pt>
                <c:pt idx="291">
                  <c:v>208.25</c:v>
                </c:pt>
                <c:pt idx="292">
                  <c:v>210.8</c:v>
                </c:pt>
                <c:pt idx="293">
                  <c:v>210.8</c:v>
                </c:pt>
                <c:pt idx="294">
                  <c:v>275.39999999999998</c:v>
                </c:pt>
                <c:pt idx="295">
                  <c:v>275.39999999999998</c:v>
                </c:pt>
                <c:pt idx="296">
                  <c:v>251.6</c:v>
                </c:pt>
                <c:pt idx="297">
                  <c:v>251.6</c:v>
                </c:pt>
                <c:pt idx="298">
                  <c:v>181.9</c:v>
                </c:pt>
                <c:pt idx="299">
                  <c:v>181.9</c:v>
                </c:pt>
                <c:pt idx="300">
                  <c:v>142.80000000000001</c:v>
                </c:pt>
                <c:pt idx="301">
                  <c:v>142.80000000000001</c:v>
                </c:pt>
                <c:pt idx="302">
                  <c:v>143.65</c:v>
                </c:pt>
                <c:pt idx="303">
                  <c:v>143.65</c:v>
                </c:pt>
                <c:pt idx="304">
                  <c:v>126.65</c:v>
                </c:pt>
                <c:pt idx="305">
                  <c:v>126.65</c:v>
                </c:pt>
                <c:pt idx="306">
                  <c:v>128.35</c:v>
                </c:pt>
                <c:pt idx="307">
                  <c:v>128.35</c:v>
                </c:pt>
                <c:pt idx="308">
                  <c:v>135.15</c:v>
                </c:pt>
                <c:pt idx="309">
                  <c:v>135.15</c:v>
                </c:pt>
                <c:pt idx="310">
                  <c:v>119.85</c:v>
                </c:pt>
                <c:pt idx="311">
                  <c:v>119.85</c:v>
                </c:pt>
                <c:pt idx="312">
                  <c:v>90.95</c:v>
                </c:pt>
                <c:pt idx="313">
                  <c:v>90.95</c:v>
                </c:pt>
                <c:pt idx="314">
                  <c:v>91.8</c:v>
                </c:pt>
                <c:pt idx="315">
                  <c:v>91.8</c:v>
                </c:pt>
                <c:pt idx="316">
                  <c:v>77.349999999999994</c:v>
                </c:pt>
                <c:pt idx="317">
                  <c:v>77.349999999999994</c:v>
                </c:pt>
                <c:pt idx="318">
                  <c:v>44.2</c:v>
                </c:pt>
                <c:pt idx="319">
                  <c:v>44.2</c:v>
                </c:pt>
                <c:pt idx="320">
                  <c:v>16.149999999999999</c:v>
                </c:pt>
                <c:pt idx="321">
                  <c:v>16.149999999999999</c:v>
                </c:pt>
                <c:pt idx="322">
                  <c:v>1.7</c:v>
                </c:pt>
                <c:pt idx="323">
                  <c:v>1.7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3.4</c:v>
                </c:pt>
                <c:pt idx="439">
                  <c:v>3.4</c:v>
                </c:pt>
                <c:pt idx="440">
                  <c:v>13.6</c:v>
                </c:pt>
                <c:pt idx="441">
                  <c:v>13.6</c:v>
                </c:pt>
                <c:pt idx="442">
                  <c:v>14.45</c:v>
                </c:pt>
                <c:pt idx="443">
                  <c:v>14.45</c:v>
                </c:pt>
                <c:pt idx="444">
                  <c:v>19.55</c:v>
                </c:pt>
                <c:pt idx="445">
                  <c:v>19.55</c:v>
                </c:pt>
                <c:pt idx="446">
                  <c:v>30.6</c:v>
                </c:pt>
                <c:pt idx="447">
                  <c:v>30.6</c:v>
                </c:pt>
                <c:pt idx="448">
                  <c:v>34.85</c:v>
                </c:pt>
                <c:pt idx="449">
                  <c:v>34.85</c:v>
                </c:pt>
                <c:pt idx="450">
                  <c:v>31.45</c:v>
                </c:pt>
                <c:pt idx="451">
                  <c:v>31.45</c:v>
                </c:pt>
                <c:pt idx="452">
                  <c:v>27.2</c:v>
                </c:pt>
                <c:pt idx="453">
                  <c:v>27.2</c:v>
                </c:pt>
                <c:pt idx="454">
                  <c:v>51</c:v>
                </c:pt>
                <c:pt idx="455">
                  <c:v>51</c:v>
                </c:pt>
                <c:pt idx="456">
                  <c:v>54.4</c:v>
                </c:pt>
                <c:pt idx="457">
                  <c:v>54.4</c:v>
                </c:pt>
                <c:pt idx="458">
                  <c:v>56.95</c:v>
                </c:pt>
                <c:pt idx="459">
                  <c:v>56.95</c:v>
                </c:pt>
                <c:pt idx="460">
                  <c:v>76.5</c:v>
                </c:pt>
                <c:pt idx="461">
                  <c:v>76.5</c:v>
                </c:pt>
                <c:pt idx="462">
                  <c:v>65.45</c:v>
                </c:pt>
                <c:pt idx="463">
                  <c:v>65.45</c:v>
                </c:pt>
                <c:pt idx="464">
                  <c:v>93.5</c:v>
                </c:pt>
                <c:pt idx="465">
                  <c:v>93.5</c:v>
                </c:pt>
                <c:pt idx="466">
                  <c:v>70.55</c:v>
                </c:pt>
                <c:pt idx="467">
                  <c:v>70.55</c:v>
                </c:pt>
                <c:pt idx="468">
                  <c:v>51</c:v>
                </c:pt>
                <c:pt idx="469">
                  <c:v>51</c:v>
                </c:pt>
                <c:pt idx="470">
                  <c:v>66.3</c:v>
                </c:pt>
                <c:pt idx="471">
                  <c:v>66.3</c:v>
                </c:pt>
                <c:pt idx="472">
                  <c:v>81.599999999999994</c:v>
                </c:pt>
                <c:pt idx="473">
                  <c:v>81.599999999999994</c:v>
                </c:pt>
                <c:pt idx="474">
                  <c:v>55.25</c:v>
                </c:pt>
                <c:pt idx="475">
                  <c:v>55.25</c:v>
                </c:pt>
                <c:pt idx="476">
                  <c:v>80.75</c:v>
                </c:pt>
                <c:pt idx="477">
                  <c:v>80.75</c:v>
                </c:pt>
                <c:pt idx="478">
                  <c:v>54.4</c:v>
                </c:pt>
                <c:pt idx="479">
                  <c:v>54.4</c:v>
                </c:pt>
                <c:pt idx="480">
                  <c:v>52.7</c:v>
                </c:pt>
                <c:pt idx="481">
                  <c:v>52.7</c:v>
                </c:pt>
                <c:pt idx="482">
                  <c:v>73.95</c:v>
                </c:pt>
                <c:pt idx="483">
                  <c:v>73.95</c:v>
                </c:pt>
                <c:pt idx="484">
                  <c:v>68.849999999999994</c:v>
                </c:pt>
                <c:pt idx="485">
                  <c:v>68.849999999999994</c:v>
                </c:pt>
                <c:pt idx="486">
                  <c:v>59.5</c:v>
                </c:pt>
                <c:pt idx="487">
                  <c:v>59.5</c:v>
                </c:pt>
                <c:pt idx="488">
                  <c:v>105.4</c:v>
                </c:pt>
                <c:pt idx="489">
                  <c:v>105.4</c:v>
                </c:pt>
                <c:pt idx="490">
                  <c:v>82.45</c:v>
                </c:pt>
                <c:pt idx="491">
                  <c:v>82.45</c:v>
                </c:pt>
                <c:pt idx="492">
                  <c:v>84.15</c:v>
                </c:pt>
                <c:pt idx="493">
                  <c:v>84.15</c:v>
                </c:pt>
                <c:pt idx="494">
                  <c:v>80.75</c:v>
                </c:pt>
                <c:pt idx="495">
                  <c:v>80.75</c:v>
                </c:pt>
                <c:pt idx="496">
                  <c:v>76.5</c:v>
                </c:pt>
                <c:pt idx="497">
                  <c:v>76.5</c:v>
                </c:pt>
                <c:pt idx="498">
                  <c:v>136</c:v>
                </c:pt>
                <c:pt idx="499">
                  <c:v>136</c:v>
                </c:pt>
                <c:pt idx="500">
                  <c:v>193.8</c:v>
                </c:pt>
                <c:pt idx="501">
                  <c:v>193.8</c:v>
                </c:pt>
                <c:pt idx="502">
                  <c:v>175.95</c:v>
                </c:pt>
                <c:pt idx="503">
                  <c:v>175.95</c:v>
                </c:pt>
                <c:pt idx="504">
                  <c:v>141.94999999999999</c:v>
                </c:pt>
                <c:pt idx="505">
                  <c:v>141.94999999999999</c:v>
                </c:pt>
                <c:pt idx="506">
                  <c:v>107.95</c:v>
                </c:pt>
                <c:pt idx="507">
                  <c:v>107.95</c:v>
                </c:pt>
                <c:pt idx="508">
                  <c:v>75.650000000000006</c:v>
                </c:pt>
                <c:pt idx="509">
                  <c:v>75.650000000000006</c:v>
                </c:pt>
                <c:pt idx="510">
                  <c:v>33.15</c:v>
                </c:pt>
                <c:pt idx="511">
                  <c:v>33.15</c:v>
                </c:pt>
                <c:pt idx="512">
                  <c:v>13.6</c:v>
                </c:pt>
                <c:pt idx="513">
                  <c:v>13.6</c:v>
                </c:pt>
                <c:pt idx="514">
                  <c:v>1.7</c:v>
                </c:pt>
                <c:pt idx="515">
                  <c:v>1.7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0.85</c:v>
                </c:pt>
                <c:pt idx="629">
                  <c:v>0.85</c:v>
                </c:pt>
                <c:pt idx="630">
                  <c:v>17.850000000000001</c:v>
                </c:pt>
                <c:pt idx="631">
                  <c:v>17.850000000000001</c:v>
                </c:pt>
                <c:pt idx="632">
                  <c:v>44.2</c:v>
                </c:pt>
                <c:pt idx="633">
                  <c:v>44.2</c:v>
                </c:pt>
                <c:pt idx="634">
                  <c:v>83.3</c:v>
                </c:pt>
                <c:pt idx="635">
                  <c:v>83.3</c:v>
                </c:pt>
                <c:pt idx="636">
                  <c:v>119.85</c:v>
                </c:pt>
                <c:pt idx="637">
                  <c:v>119.85</c:v>
                </c:pt>
                <c:pt idx="638">
                  <c:v>158.1</c:v>
                </c:pt>
                <c:pt idx="639">
                  <c:v>158.1</c:v>
                </c:pt>
                <c:pt idx="640">
                  <c:v>195.5</c:v>
                </c:pt>
                <c:pt idx="641">
                  <c:v>195.5</c:v>
                </c:pt>
                <c:pt idx="642">
                  <c:v>231.2</c:v>
                </c:pt>
                <c:pt idx="643">
                  <c:v>231.2</c:v>
                </c:pt>
                <c:pt idx="644">
                  <c:v>266.89999999999998</c:v>
                </c:pt>
                <c:pt idx="645">
                  <c:v>266.89999999999998</c:v>
                </c:pt>
                <c:pt idx="646">
                  <c:v>300.05</c:v>
                </c:pt>
                <c:pt idx="647">
                  <c:v>300.05</c:v>
                </c:pt>
                <c:pt idx="648">
                  <c:v>329.8</c:v>
                </c:pt>
                <c:pt idx="649">
                  <c:v>329.8</c:v>
                </c:pt>
                <c:pt idx="650">
                  <c:v>358.7</c:v>
                </c:pt>
                <c:pt idx="651">
                  <c:v>358.7</c:v>
                </c:pt>
                <c:pt idx="652">
                  <c:v>385.05</c:v>
                </c:pt>
                <c:pt idx="653">
                  <c:v>385.05</c:v>
                </c:pt>
                <c:pt idx="654">
                  <c:v>408</c:v>
                </c:pt>
                <c:pt idx="655">
                  <c:v>408</c:v>
                </c:pt>
                <c:pt idx="656">
                  <c:v>428.4</c:v>
                </c:pt>
                <c:pt idx="657">
                  <c:v>428.4</c:v>
                </c:pt>
                <c:pt idx="658">
                  <c:v>445.4</c:v>
                </c:pt>
                <c:pt idx="659">
                  <c:v>445.4</c:v>
                </c:pt>
                <c:pt idx="660">
                  <c:v>459.85</c:v>
                </c:pt>
                <c:pt idx="661">
                  <c:v>459.85</c:v>
                </c:pt>
                <c:pt idx="662">
                  <c:v>470.05</c:v>
                </c:pt>
                <c:pt idx="663">
                  <c:v>470.05</c:v>
                </c:pt>
                <c:pt idx="664">
                  <c:v>476.85</c:v>
                </c:pt>
                <c:pt idx="665">
                  <c:v>476.85</c:v>
                </c:pt>
                <c:pt idx="666">
                  <c:v>481.1</c:v>
                </c:pt>
                <c:pt idx="667">
                  <c:v>481.1</c:v>
                </c:pt>
                <c:pt idx="668">
                  <c:v>481.1</c:v>
                </c:pt>
                <c:pt idx="669">
                  <c:v>481.1</c:v>
                </c:pt>
                <c:pt idx="670">
                  <c:v>478.55</c:v>
                </c:pt>
                <c:pt idx="671">
                  <c:v>478.55</c:v>
                </c:pt>
                <c:pt idx="672">
                  <c:v>471.75</c:v>
                </c:pt>
                <c:pt idx="673">
                  <c:v>471.75</c:v>
                </c:pt>
                <c:pt idx="674">
                  <c:v>461.55</c:v>
                </c:pt>
                <c:pt idx="675">
                  <c:v>461.55</c:v>
                </c:pt>
                <c:pt idx="676">
                  <c:v>448.8</c:v>
                </c:pt>
                <c:pt idx="677">
                  <c:v>448.8</c:v>
                </c:pt>
                <c:pt idx="678">
                  <c:v>431.8</c:v>
                </c:pt>
                <c:pt idx="679">
                  <c:v>431.8</c:v>
                </c:pt>
                <c:pt idx="680">
                  <c:v>412.25</c:v>
                </c:pt>
                <c:pt idx="681">
                  <c:v>412.25</c:v>
                </c:pt>
                <c:pt idx="682">
                  <c:v>390.15</c:v>
                </c:pt>
                <c:pt idx="683">
                  <c:v>390.15</c:v>
                </c:pt>
                <c:pt idx="684">
                  <c:v>364.65</c:v>
                </c:pt>
                <c:pt idx="685">
                  <c:v>364.65</c:v>
                </c:pt>
                <c:pt idx="686">
                  <c:v>337.45</c:v>
                </c:pt>
                <c:pt idx="687">
                  <c:v>337.45</c:v>
                </c:pt>
                <c:pt idx="688">
                  <c:v>306.85000000000002</c:v>
                </c:pt>
                <c:pt idx="689">
                  <c:v>306.85000000000002</c:v>
                </c:pt>
                <c:pt idx="690">
                  <c:v>274.55</c:v>
                </c:pt>
                <c:pt idx="691">
                  <c:v>274.55</c:v>
                </c:pt>
                <c:pt idx="692">
                  <c:v>240.55</c:v>
                </c:pt>
                <c:pt idx="693">
                  <c:v>240.55</c:v>
                </c:pt>
                <c:pt idx="694">
                  <c:v>204</c:v>
                </c:pt>
                <c:pt idx="695">
                  <c:v>204</c:v>
                </c:pt>
                <c:pt idx="696">
                  <c:v>167.45</c:v>
                </c:pt>
                <c:pt idx="697">
                  <c:v>167.45</c:v>
                </c:pt>
                <c:pt idx="698">
                  <c:v>130.05000000000001</c:v>
                </c:pt>
                <c:pt idx="699">
                  <c:v>130.05000000000001</c:v>
                </c:pt>
                <c:pt idx="700">
                  <c:v>93.5</c:v>
                </c:pt>
                <c:pt idx="701">
                  <c:v>93.5</c:v>
                </c:pt>
                <c:pt idx="702">
                  <c:v>54.4</c:v>
                </c:pt>
                <c:pt idx="703">
                  <c:v>54.4</c:v>
                </c:pt>
                <c:pt idx="704">
                  <c:v>20.399999999999999</c:v>
                </c:pt>
                <c:pt idx="705">
                  <c:v>20.399999999999999</c:v>
                </c:pt>
                <c:pt idx="706">
                  <c:v>2.5499999999999998</c:v>
                </c:pt>
                <c:pt idx="707">
                  <c:v>2.5499999999999998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0.85</c:v>
                </c:pt>
                <c:pt idx="821">
                  <c:v>0.85</c:v>
                </c:pt>
                <c:pt idx="822">
                  <c:v>15.3</c:v>
                </c:pt>
                <c:pt idx="823">
                  <c:v>15.3</c:v>
                </c:pt>
                <c:pt idx="824">
                  <c:v>42.5</c:v>
                </c:pt>
                <c:pt idx="825">
                  <c:v>42.5</c:v>
                </c:pt>
                <c:pt idx="826">
                  <c:v>83.3</c:v>
                </c:pt>
                <c:pt idx="827">
                  <c:v>83.3</c:v>
                </c:pt>
                <c:pt idx="828">
                  <c:v>119.85</c:v>
                </c:pt>
                <c:pt idx="829">
                  <c:v>119.85</c:v>
                </c:pt>
                <c:pt idx="830">
                  <c:v>156.4</c:v>
                </c:pt>
                <c:pt idx="831">
                  <c:v>156.4</c:v>
                </c:pt>
                <c:pt idx="832">
                  <c:v>193.8</c:v>
                </c:pt>
                <c:pt idx="833">
                  <c:v>193.8</c:v>
                </c:pt>
                <c:pt idx="834">
                  <c:v>229.5</c:v>
                </c:pt>
                <c:pt idx="835">
                  <c:v>229.5</c:v>
                </c:pt>
                <c:pt idx="836">
                  <c:v>263.5</c:v>
                </c:pt>
                <c:pt idx="837">
                  <c:v>263.5</c:v>
                </c:pt>
                <c:pt idx="838">
                  <c:v>296.64999999999998</c:v>
                </c:pt>
                <c:pt idx="839">
                  <c:v>296.64999999999998</c:v>
                </c:pt>
                <c:pt idx="840">
                  <c:v>326.39999999999998</c:v>
                </c:pt>
                <c:pt idx="841">
                  <c:v>326.39999999999998</c:v>
                </c:pt>
                <c:pt idx="842">
                  <c:v>353.6</c:v>
                </c:pt>
                <c:pt idx="843">
                  <c:v>353.6</c:v>
                </c:pt>
                <c:pt idx="844">
                  <c:v>379.1</c:v>
                </c:pt>
                <c:pt idx="845">
                  <c:v>379.1</c:v>
                </c:pt>
                <c:pt idx="846">
                  <c:v>401.2</c:v>
                </c:pt>
                <c:pt idx="847">
                  <c:v>401.2</c:v>
                </c:pt>
                <c:pt idx="848">
                  <c:v>420.75</c:v>
                </c:pt>
                <c:pt idx="849">
                  <c:v>420.75</c:v>
                </c:pt>
                <c:pt idx="850">
                  <c:v>436.9</c:v>
                </c:pt>
                <c:pt idx="851">
                  <c:v>436.9</c:v>
                </c:pt>
                <c:pt idx="852">
                  <c:v>450.5</c:v>
                </c:pt>
                <c:pt idx="853">
                  <c:v>450.5</c:v>
                </c:pt>
                <c:pt idx="854">
                  <c:v>459.85</c:v>
                </c:pt>
                <c:pt idx="855">
                  <c:v>459.85</c:v>
                </c:pt>
                <c:pt idx="856">
                  <c:v>466.65</c:v>
                </c:pt>
                <c:pt idx="857">
                  <c:v>466.65</c:v>
                </c:pt>
                <c:pt idx="858">
                  <c:v>470.05</c:v>
                </c:pt>
                <c:pt idx="859">
                  <c:v>470.05</c:v>
                </c:pt>
                <c:pt idx="860">
                  <c:v>470.05</c:v>
                </c:pt>
                <c:pt idx="861">
                  <c:v>470.05</c:v>
                </c:pt>
                <c:pt idx="862">
                  <c:v>466.65</c:v>
                </c:pt>
                <c:pt idx="863">
                  <c:v>466.65</c:v>
                </c:pt>
                <c:pt idx="864">
                  <c:v>459.85</c:v>
                </c:pt>
                <c:pt idx="865">
                  <c:v>459.85</c:v>
                </c:pt>
                <c:pt idx="866">
                  <c:v>440.3</c:v>
                </c:pt>
                <c:pt idx="867">
                  <c:v>440.3</c:v>
                </c:pt>
                <c:pt idx="868">
                  <c:v>426.7</c:v>
                </c:pt>
                <c:pt idx="869">
                  <c:v>426.7</c:v>
                </c:pt>
                <c:pt idx="870">
                  <c:v>354.45</c:v>
                </c:pt>
                <c:pt idx="871">
                  <c:v>354.45</c:v>
                </c:pt>
                <c:pt idx="872">
                  <c:v>332.35</c:v>
                </c:pt>
                <c:pt idx="873">
                  <c:v>332.35</c:v>
                </c:pt>
                <c:pt idx="874">
                  <c:v>243.95</c:v>
                </c:pt>
                <c:pt idx="875">
                  <c:v>243.95</c:v>
                </c:pt>
                <c:pt idx="876">
                  <c:v>166.6</c:v>
                </c:pt>
                <c:pt idx="877">
                  <c:v>166.6</c:v>
                </c:pt>
                <c:pt idx="878">
                  <c:v>193.8</c:v>
                </c:pt>
                <c:pt idx="879">
                  <c:v>193.8</c:v>
                </c:pt>
                <c:pt idx="880">
                  <c:v>201.45</c:v>
                </c:pt>
                <c:pt idx="881">
                  <c:v>201.45</c:v>
                </c:pt>
                <c:pt idx="882">
                  <c:v>239.7</c:v>
                </c:pt>
                <c:pt idx="883">
                  <c:v>239.7</c:v>
                </c:pt>
                <c:pt idx="884">
                  <c:v>229.5</c:v>
                </c:pt>
                <c:pt idx="885">
                  <c:v>229.5</c:v>
                </c:pt>
                <c:pt idx="886">
                  <c:v>194.65</c:v>
                </c:pt>
                <c:pt idx="887">
                  <c:v>194.65</c:v>
                </c:pt>
                <c:pt idx="888">
                  <c:v>158.94999999999999</c:v>
                </c:pt>
                <c:pt idx="889">
                  <c:v>158.94999999999999</c:v>
                </c:pt>
                <c:pt idx="890">
                  <c:v>122.4</c:v>
                </c:pt>
                <c:pt idx="891">
                  <c:v>122.4</c:v>
                </c:pt>
                <c:pt idx="892">
                  <c:v>86.7</c:v>
                </c:pt>
                <c:pt idx="893">
                  <c:v>86.7</c:v>
                </c:pt>
                <c:pt idx="894">
                  <c:v>51</c:v>
                </c:pt>
                <c:pt idx="895">
                  <c:v>51</c:v>
                </c:pt>
                <c:pt idx="896">
                  <c:v>18.7</c:v>
                </c:pt>
                <c:pt idx="897">
                  <c:v>18.7</c:v>
                </c:pt>
                <c:pt idx="898">
                  <c:v>2.5499999999999998</c:v>
                </c:pt>
                <c:pt idx="899">
                  <c:v>2.5499999999999998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0.85</c:v>
                </c:pt>
                <c:pt idx="1013">
                  <c:v>0.85</c:v>
                </c:pt>
                <c:pt idx="1014">
                  <c:v>14.45</c:v>
                </c:pt>
                <c:pt idx="1015">
                  <c:v>14.45</c:v>
                </c:pt>
                <c:pt idx="1016">
                  <c:v>41.65</c:v>
                </c:pt>
                <c:pt idx="1017">
                  <c:v>41.65</c:v>
                </c:pt>
                <c:pt idx="1018">
                  <c:v>79.900000000000006</c:v>
                </c:pt>
                <c:pt idx="1019">
                  <c:v>79.900000000000006</c:v>
                </c:pt>
                <c:pt idx="1020">
                  <c:v>116.45</c:v>
                </c:pt>
                <c:pt idx="1021">
                  <c:v>116.45</c:v>
                </c:pt>
                <c:pt idx="1022">
                  <c:v>153</c:v>
                </c:pt>
                <c:pt idx="1023">
                  <c:v>153</c:v>
                </c:pt>
                <c:pt idx="1024">
                  <c:v>189.55</c:v>
                </c:pt>
                <c:pt idx="1025">
                  <c:v>189.55</c:v>
                </c:pt>
                <c:pt idx="1026">
                  <c:v>186.15</c:v>
                </c:pt>
                <c:pt idx="1027">
                  <c:v>186.15</c:v>
                </c:pt>
                <c:pt idx="1028">
                  <c:v>236.3</c:v>
                </c:pt>
                <c:pt idx="1029">
                  <c:v>236.3</c:v>
                </c:pt>
                <c:pt idx="1030">
                  <c:v>292.39999999999998</c:v>
                </c:pt>
                <c:pt idx="1031">
                  <c:v>292.39999999999998</c:v>
                </c:pt>
                <c:pt idx="1032">
                  <c:v>311.10000000000002</c:v>
                </c:pt>
                <c:pt idx="1033">
                  <c:v>311.10000000000002</c:v>
                </c:pt>
                <c:pt idx="1034">
                  <c:v>327.25</c:v>
                </c:pt>
                <c:pt idx="1035">
                  <c:v>327.25</c:v>
                </c:pt>
                <c:pt idx="1036">
                  <c:v>376.55</c:v>
                </c:pt>
                <c:pt idx="1037">
                  <c:v>376.55</c:v>
                </c:pt>
                <c:pt idx="1038">
                  <c:v>398.65</c:v>
                </c:pt>
                <c:pt idx="1039">
                  <c:v>398.65</c:v>
                </c:pt>
                <c:pt idx="1040">
                  <c:v>417.35</c:v>
                </c:pt>
                <c:pt idx="1041">
                  <c:v>417.35</c:v>
                </c:pt>
                <c:pt idx="1042">
                  <c:v>420.75</c:v>
                </c:pt>
                <c:pt idx="1043">
                  <c:v>420.75</c:v>
                </c:pt>
                <c:pt idx="1044">
                  <c:v>331.5</c:v>
                </c:pt>
                <c:pt idx="1045">
                  <c:v>331.5</c:v>
                </c:pt>
                <c:pt idx="1046">
                  <c:v>401.2</c:v>
                </c:pt>
                <c:pt idx="1047">
                  <c:v>401.2</c:v>
                </c:pt>
                <c:pt idx="1048">
                  <c:v>398.65</c:v>
                </c:pt>
                <c:pt idx="1049">
                  <c:v>398.65</c:v>
                </c:pt>
                <c:pt idx="1050">
                  <c:v>364.65</c:v>
                </c:pt>
                <c:pt idx="1051">
                  <c:v>364.65</c:v>
                </c:pt>
                <c:pt idx="1052">
                  <c:v>300.05</c:v>
                </c:pt>
                <c:pt idx="1053">
                  <c:v>300.05</c:v>
                </c:pt>
                <c:pt idx="1054">
                  <c:v>332.35</c:v>
                </c:pt>
                <c:pt idx="1055">
                  <c:v>332.35</c:v>
                </c:pt>
                <c:pt idx="1056">
                  <c:v>285.60000000000002</c:v>
                </c:pt>
                <c:pt idx="1057">
                  <c:v>285.60000000000002</c:v>
                </c:pt>
                <c:pt idx="1058">
                  <c:v>203.15</c:v>
                </c:pt>
                <c:pt idx="1059">
                  <c:v>203.15</c:v>
                </c:pt>
                <c:pt idx="1060">
                  <c:v>159.80000000000001</c:v>
                </c:pt>
                <c:pt idx="1061">
                  <c:v>159.80000000000001</c:v>
                </c:pt>
                <c:pt idx="1062">
                  <c:v>195.5</c:v>
                </c:pt>
                <c:pt idx="1063">
                  <c:v>195.5</c:v>
                </c:pt>
                <c:pt idx="1064">
                  <c:v>232.9</c:v>
                </c:pt>
                <c:pt idx="1065">
                  <c:v>232.9</c:v>
                </c:pt>
                <c:pt idx="1066">
                  <c:v>221.85</c:v>
                </c:pt>
                <c:pt idx="1067">
                  <c:v>221.85</c:v>
                </c:pt>
                <c:pt idx="1068">
                  <c:v>191.25</c:v>
                </c:pt>
                <c:pt idx="1069">
                  <c:v>191.25</c:v>
                </c:pt>
                <c:pt idx="1070">
                  <c:v>142.80000000000001</c:v>
                </c:pt>
                <c:pt idx="1071">
                  <c:v>142.80000000000001</c:v>
                </c:pt>
                <c:pt idx="1072">
                  <c:v>157.25</c:v>
                </c:pt>
                <c:pt idx="1073">
                  <c:v>157.25</c:v>
                </c:pt>
                <c:pt idx="1074">
                  <c:v>176.8</c:v>
                </c:pt>
                <c:pt idx="1075">
                  <c:v>176.8</c:v>
                </c:pt>
                <c:pt idx="1076">
                  <c:v>128.35</c:v>
                </c:pt>
                <c:pt idx="1077">
                  <c:v>128.35</c:v>
                </c:pt>
                <c:pt idx="1078">
                  <c:v>132.6</c:v>
                </c:pt>
                <c:pt idx="1079">
                  <c:v>132.6</c:v>
                </c:pt>
                <c:pt idx="1080">
                  <c:v>103.7</c:v>
                </c:pt>
                <c:pt idx="1081">
                  <c:v>103.7</c:v>
                </c:pt>
                <c:pt idx="1082">
                  <c:v>71.400000000000006</c:v>
                </c:pt>
                <c:pt idx="1083">
                  <c:v>71.400000000000006</c:v>
                </c:pt>
                <c:pt idx="1084">
                  <c:v>75.650000000000006</c:v>
                </c:pt>
                <c:pt idx="1085">
                  <c:v>75.650000000000006</c:v>
                </c:pt>
                <c:pt idx="1086">
                  <c:v>50.15</c:v>
                </c:pt>
                <c:pt idx="1087">
                  <c:v>50.15</c:v>
                </c:pt>
                <c:pt idx="1088">
                  <c:v>17.850000000000001</c:v>
                </c:pt>
                <c:pt idx="1089">
                  <c:v>17.850000000000001</c:v>
                </c:pt>
                <c:pt idx="1090">
                  <c:v>2.5499999999999998</c:v>
                </c:pt>
                <c:pt idx="1091">
                  <c:v>2.5499999999999998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14.45</c:v>
                </c:pt>
                <c:pt idx="1207">
                  <c:v>14.45</c:v>
                </c:pt>
                <c:pt idx="1208">
                  <c:v>42.5</c:v>
                </c:pt>
                <c:pt idx="1209">
                  <c:v>42.5</c:v>
                </c:pt>
                <c:pt idx="1210">
                  <c:v>79.05</c:v>
                </c:pt>
                <c:pt idx="1211">
                  <c:v>79.05</c:v>
                </c:pt>
                <c:pt idx="1212">
                  <c:v>115.6</c:v>
                </c:pt>
                <c:pt idx="1213">
                  <c:v>115.6</c:v>
                </c:pt>
                <c:pt idx="1214">
                  <c:v>153</c:v>
                </c:pt>
                <c:pt idx="1215">
                  <c:v>153</c:v>
                </c:pt>
                <c:pt idx="1216">
                  <c:v>189.55</c:v>
                </c:pt>
                <c:pt idx="1217">
                  <c:v>189.55</c:v>
                </c:pt>
                <c:pt idx="1218">
                  <c:v>226.1</c:v>
                </c:pt>
                <c:pt idx="1219">
                  <c:v>226.1</c:v>
                </c:pt>
                <c:pt idx="1220">
                  <c:v>260.10000000000002</c:v>
                </c:pt>
                <c:pt idx="1221">
                  <c:v>260.10000000000002</c:v>
                </c:pt>
                <c:pt idx="1222">
                  <c:v>293.25</c:v>
                </c:pt>
                <c:pt idx="1223">
                  <c:v>293.25</c:v>
                </c:pt>
                <c:pt idx="1224">
                  <c:v>323.85000000000002</c:v>
                </c:pt>
                <c:pt idx="1225">
                  <c:v>323.85000000000002</c:v>
                </c:pt>
                <c:pt idx="1226">
                  <c:v>351.9</c:v>
                </c:pt>
                <c:pt idx="1227">
                  <c:v>351.9</c:v>
                </c:pt>
                <c:pt idx="1228">
                  <c:v>378.25</c:v>
                </c:pt>
                <c:pt idx="1229">
                  <c:v>378.25</c:v>
                </c:pt>
                <c:pt idx="1230">
                  <c:v>401.2</c:v>
                </c:pt>
                <c:pt idx="1231">
                  <c:v>401.2</c:v>
                </c:pt>
                <c:pt idx="1232">
                  <c:v>421.6</c:v>
                </c:pt>
                <c:pt idx="1233">
                  <c:v>421.6</c:v>
                </c:pt>
                <c:pt idx="1234">
                  <c:v>439.45</c:v>
                </c:pt>
                <c:pt idx="1235">
                  <c:v>439.45</c:v>
                </c:pt>
                <c:pt idx="1236">
                  <c:v>453.9</c:v>
                </c:pt>
                <c:pt idx="1237">
                  <c:v>453.9</c:v>
                </c:pt>
                <c:pt idx="1238">
                  <c:v>464.1</c:v>
                </c:pt>
                <c:pt idx="1239">
                  <c:v>464.1</c:v>
                </c:pt>
                <c:pt idx="1240">
                  <c:v>471.75</c:v>
                </c:pt>
                <c:pt idx="1241">
                  <c:v>471.75</c:v>
                </c:pt>
                <c:pt idx="1242">
                  <c:v>475.15</c:v>
                </c:pt>
                <c:pt idx="1243">
                  <c:v>475.15</c:v>
                </c:pt>
                <c:pt idx="1244">
                  <c:v>476</c:v>
                </c:pt>
                <c:pt idx="1245">
                  <c:v>476</c:v>
                </c:pt>
                <c:pt idx="1246">
                  <c:v>472.6</c:v>
                </c:pt>
                <c:pt idx="1247">
                  <c:v>472.6</c:v>
                </c:pt>
                <c:pt idx="1248">
                  <c:v>465.8</c:v>
                </c:pt>
                <c:pt idx="1249">
                  <c:v>465.8</c:v>
                </c:pt>
                <c:pt idx="1250">
                  <c:v>456.45</c:v>
                </c:pt>
                <c:pt idx="1251">
                  <c:v>456.45</c:v>
                </c:pt>
                <c:pt idx="1252">
                  <c:v>442.85</c:v>
                </c:pt>
                <c:pt idx="1253">
                  <c:v>442.85</c:v>
                </c:pt>
                <c:pt idx="1254">
                  <c:v>426.7</c:v>
                </c:pt>
                <c:pt idx="1255">
                  <c:v>426.7</c:v>
                </c:pt>
                <c:pt idx="1256">
                  <c:v>408</c:v>
                </c:pt>
                <c:pt idx="1257">
                  <c:v>408</c:v>
                </c:pt>
                <c:pt idx="1258">
                  <c:v>385.9</c:v>
                </c:pt>
                <c:pt idx="1259">
                  <c:v>385.9</c:v>
                </c:pt>
                <c:pt idx="1260">
                  <c:v>361.25</c:v>
                </c:pt>
                <c:pt idx="1261">
                  <c:v>361.25</c:v>
                </c:pt>
                <c:pt idx="1262">
                  <c:v>333.2</c:v>
                </c:pt>
                <c:pt idx="1263">
                  <c:v>333.2</c:v>
                </c:pt>
                <c:pt idx="1264">
                  <c:v>302.60000000000002</c:v>
                </c:pt>
                <c:pt idx="1265">
                  <c:v>302.60000000000002</c:v>
                </c:pt>
                <c:pt idx="1266">
                  <c:v>270.3</c:v>
                </c:pt>
                <c:pt idx="1267">
                  <c:v>270.3</c:v>
                </c:pt>
                <c:pt idx="1268">
                  <c:v>236.3</c:v>
                </c:pt>
                <c:pt idx="1269">
                  <c:v>236.3</c:v>
                </c:pt>
                <c:pt idx="1270">
                  <c:v>200.6</c:v>
                </c:pt>
                <c:pt idx="1271">
                  <c:v>200.6</c:v>
                </c:pt>
                <c:pt idx="1272">
                  <c:v>163.19999999999999</c:v>
                </c:pt>
                <c:pt idx="1273">
                  <c:v>163.19999999999999</c:v>
                </c:pt>
                <c:pt idx="1274">
                  <c:v>126.65</c:v>
                </c:pt>
                <c:pt idx="1275">
                  <c:v>126.65</c:v>
                </c:pt>
                <c:pt idx="1276">
                  <c:v>90.1</c:v>
                </c:pt>
                <c:pt idx="1277">
                  <c:v>90.1</c:v>
                </c:pt>
                <c:pt idx="1278">
                  <c:v>52.7</c:v>
                </c:pt>
                <c:pt idx="1279">
                  <c:v>52.7</c:v>
                </c:pt>
                <c:pt idx="1280">
                  <c:v>18.7</c:v>
                </c:pt>
                <c:pt idx="1281">
                  <c:v>18.7</c:v>
                </c:pt>
                <c:pt idx="1282">
                  <c:v>1.7</c:v>
                </c:pt>
                <c:pt idx="1283">
                  <c:v>1.7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37A-4189-88AE-84D48E4FD4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kW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249571458434953"/>
          <c:y val="9.2055829469914391E-2"/>
          <c:w val="0.86017699115044244"/>
          <c:h val="0.47975077881619937"/>
        </c:manualLayout>
      </c:layout>
      <c:scatterChart>
        <c:scatterStyle val="lineMarker"/>
        <c:varyColors val="1"/>
        <c:ser>
          <c:idx val="0"/>
          <c:order val="0"/>
          <c:tx>
            <c:v>最小</c:v>
          </c:tx>
          <c:spPr>
            <a:ln w="14288">
              <a:solidFill>
                <a:srgbClr val="78589A"/>
              </a:solidFill>
            </a:ln>
          </c:spPr>
          <c:marker>
            <c:symbol val="none"/>
          </c:marker>
          <c:xVal>
            <c:numRef>
              <c:f>'Chart Data'!$A$2:$A$697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Data'!$B$2:$B$697</c:f>
              <c:numCache>
                <c:formatCode>0</c:formatCode>
                <c:ptCount val="696"/>
                <c:pt idx="0">
                  <c:v>38.112900000000003</c:v>
                </c:pt>
                <c:pt idx="1">
                  <c:v>38.112900000000003</c:v>
                </c:pt>
                <c:pt idx="2">
                  <c:v>38.112900000000003</c:v>
                </c:pt>
                <c:pt idx="3">
                  <c:v>38.112900000000003</c:v>
                </c:pt>
                <c:pt idx="4">
                  <c:v>38.112900000000003</c:v>
                </c:pt>
                <c:pt idx="5">
                  <c:v>42.651116999999999</c:v>
                </c:pt>
                <c:pt idx="6">
                  <c:v>45.349508</c:v>
                </c:pt>
                <c:pt idx="7">
                  <c:v>45.349508</c:v>
                </c:pt>
                <c:pt idx="8">
                  <c:v>45.349508</c:v>
                </c:pt>
                <c:pt idx="9">
                  <c:v>49.887725000000003</c:v>
                </c:pt>
                <c:pt idx="10">
                  <c:v>51.635455999999998</c:v>
                </c:pt>
                <c:pt idx="11">
                  <c:v>51.635455999999998</c:v>
                </c:pt>
                <c:pt idx="12">
                  <c:v>51.635455999999998</c:v>
                </c:pt>
                <c:pt idx="13">
                  <c:v>54.524099999999997</c:v>
                </c:pt>
                <c:pt idx="14">
                  <c:v>54.524099999999997</c:v>
                </c:pt>
                <c:pt idx="15">
                  <c:v>54.524099999999997</c:v>
                </c:pt>
                <c:pt idx="16">
                  <c:v>54.524099999999997</c:v>
                </c:pt>
                <c:pt idx="17">
                  <c:v>54.524099999999997</c:v>
                </c:pt>
                <c:pt idx="18">
                  <c:v>54.524099999999997</c:v>
                </c:pt>
                <c:pt idx="19">
                  <c:v>54.524099999999997</c:v>
                </c:pt>
                <c:pt idx="20">
                  <c:v>54.524099999999997</c:v>
                </c:pt>
                <c:pt idx="21">
                  <c:v>54.524099999999997</c:v>
                </c:pt>
                <c:pt idx="22">
                  <c:v>54.524099999999997</c:v>
                </c:pt>
                <c:pt idx="23">
                  <c:v>54.524099999999997</c:v>
                </c:pt>
                <c:pt idx="24">
                  <c:v>54.524099999999997</c:v>
                </c:pt>
                <c:pt idx="25">
                  <c:v>54.524099999999997</c:v>
                </c:pt>
                <c:pt idx="26">
                  <c:v>54.524099999999997</c:v>
                </c:pt>
                <c:pt idx="27">
                  <c:v>52.867289999999997</c:v>
                </c:pt>
                <c:pt idx="28">
                  <c:v>51.630991000000002</c:v>
                </c:pt>
                <c:pt idx="29">
                  <c:v>51.630991000000002</c:v>
                </c:pt>
                <c:pt idx="30">
                  <c:v>51.630991000000002</c:v>
                </c:pt>
                <c:pt idx="31">
                  <c:v>51.630991000000002</c:v>
                </c:pt>
                <c:pt idx="32">
                  <c:v>51.630991000000002</c:v>
                </c:pt>
                <c:pt idx="33">
                  <c:v>51.630991000000002</c:v>
                </c:pt>
                <c:pt idx="34">
                  <c:v>51.630991000000002</c:v>
                </c:pt>
                <c:pt idx="35">
                  <c:v>51.630991000000002</c:v>
                </c:pt>
                <c:pt idx="36">
                  <c:v>51.630991000000002</c:v>
                </c:pt>
                <c:pt idx="37">
                  <c:v>51.630991000000002</c:v>
                </c:pt>
                <c:pt idx="38">
                  <c:v>51.630991000000002</c:v>
                </c:pt>
                <c:pt idx="39">
                  <c:v>51.630991000000002</c:v>
                </c:pt>
                <c:pt idx="40">
                  <c:v>51.630991000000002</c:v>
                </c:pt>
                <c:pt idx="41">
                  <c:v>51.630991000000002</c:v>
                </c:pt>
                <c:pt idx="42">
                  <c:v>51.630991000000002</c:v>
                </c:pt>
                <c:pt idx="43">
                  <c:v>50.457051</c:v>
                </c:pt>
                <c:pt idx="44">
                  <c:v>49.192807999999999</c:v>
                </c:pt>
                <c:pt idx="45">
                  <c:v>48.689878</c:v>
                </c:pt>
                <c:pt idx="46">
                  <c:v>53.228095000000003</c:v>
                </c:pt>
                <c:pt idx="47">
                  <c:v>55.277588999999999</c:v>
                </c:pt>
                <c:pt idx="48">
                  <c:v>54.608682000000002</c:v>
                </c:pt>
                <c:pt idx="49">
                  <c:v>54.608682000000002</c:v>
                </c:pt>
                <c:pt idx="50">
                  <c:v>54.608682000000002</c:v>
                </c:pt>
                <c:pt idx="51">
                  <c:v>54.608682000000002</c:v>
                </c:pt>
                <c:pt idx="52">
                  <c:v>53.617578000000002</c:v>
                </c:pt>
                <c:pt idx="53">
                  <c:v>52.378698</c:v>
                </c:pt>
                <c:pt idx="54">
                  <c:v>51.139817999999998</c:v>
                </c:pt>
                <c:pt idx="55">
                  <c:v>50.726857000000003</c:v>
                </c:pt>
                <c:pt idx="56">
                  <c:v>49.614642000000003</c:v>
                </c:pt>
                <c:pt idx="57">
                  <c:v>48.502426999999997</c:v>
                </c:pt>
                <c:pt idx="58">
                  <c:v>47.390211999999998</c:v>
                </c:pt>
                <c:pt idx="59">
                  <c:v>46.797029999999999</c:v>
                </c:pt>
                <c:pt idx="60">
                  <c:v>46.797029999999999</c:v>
                </c:pt>
                <c:pt idx="61">
                  <c:v>46.797029999999999</c:v>
                </c:pt>
                <c:pt idx="62">
                  <c:v>46.797029999999999</c:v>
                </c:pt>
                <c:pt idx="63">
                  <c:v>46.797029999999999</c:v>
                </c:pt>
                <c:pt idx="64">
                  <c:v>46.797029999999999</c:v>
                </c:pt>
                <c:pt idx="65">
                  <c:v>46.797029999999999</c:v>
                </c:pt>
                <c:pt idx="66">
                  <c:v>46.797029999999999</c:v>
                </c:pt>
                <c:pt idx="67">
                  <c:v>46.797029999999999</c:v>
                </c:pt>
                <c:pt idx="68">
                  <c:v>46.253574999999998</c:v>
                </c:pt>
                <c:pt idx="69">
                  <c:v>45.089027999999999</c:v>
                </c:pt>
                <c:pt idx="70">
                  <c:v>43.924480000000003</c:v>
                </c:pt>
                <c:pt idx="71">
                  <c:v>42.915205999999998</c:v>
                </c:pt>
                <c:pt idx="72">
                  <c:v>42.423977999999998</c:v>
                </c:pt>
                <c:pt idx="73">
                  <c:v>41.371344999999998</c:v>
                </c:pt>
                <c:pt idx="74">
                  <c:v>40.318713000000002</c:v>
                </c:pt>
                <c:pt idx="75">
                  <c:v>39.266081</c:v>
                </c:pt>
                <c:pt idx="76">
                  <c:v>38.985379000000002</c:v>
                </c:pt>
                <c:pt idx="77">
                  <c:v>38.985379000000002</c:v>
                </c:pt>
                <c:pt idx="78">
                  <c:v>38.985379000000002</c:v>
                </c:pt>
                <c:pt idx="79">
                  <c:v>38.985379000000002</c:v>
                </c:pt>
                <c:pt idx="80">
                  <c:v>37.731333999999997</c:v>
                </c:pt>
                <c:pt idx="81">
                  <c:v>37.123900999999996</c:v>
                </c:pt>
                <c:pt idx="82">
                  <c:v>37.123908</c:v>
                </c:pt>
                <c:pt idx="83">
                  <c:v>37.619486000000002</c:v>
                </c:pt>
                <c:pt idx="84">
                  <c:v>36.087187</c:v>
                </c:pt>
                <c:pt idx="85">
                  <c:v>34.554887999999998</c:v>
                </c:pt>
                <c:pt idx="86">
                  <c:v>34.044122000000002</c:v>
                </c:pt>
                <c:pt idx="87">
                  <c:v>32.720776000000001</c:v>
                </c:pt>
                <c:pt idx="88">
                  <c:v>31.39743</c:v>
                </c:pt>
                <c:pt idx="89">
                  <c:v>30.162306999999998</c:v>
                </c:pt>
                <c:pt idx="90">
                  <c:v>30.162306999999998</c:v>
                </c:pt>
                <c:pt idx="91">
                  <c:v>29.326277000000001</c:v>
                </c:pt>
                <c:pt idx="92">
                  <c:v>28.803758999999999</c:v>
                </c:pt>
                <c:pt idx="93">
                  <c:v>28.300829</c:v>
                </c:pt>
                <c:pt idx="94">
                  <c:v>28.300836</c:v>
                </c:pt>
                <c:pt idx="95">
                  <c:v>30.523622</c:v>
                </c:pt>
                <c:pt idx="96">
                  <c:v>34.093243999999999</c:v>
                </c:pt>
                <c:pt idx="97">
                  <c:v>38.631461000000002</c:v>
                </c:pt>
                <c:pt idx="98">
                  <c:v>43.169677</c:v>
                </c:pt>
                <c:pt idx="99">
                  <c:v>43.169677</c:v>
                </c:pt>
                <c:pt idx="100">
                  <c:v>43.169677</c:v>
                </c:pt>
                <c:pt idx="101">
                  <c:v>47.707894000000003</c:v>
                </c:pt>
                <c:pt idx="102">
                  <c:v>53.392232999999997</c:v>
                </c:pt>
                <c:pt idx="103">
                  <c:v>53.392240000000001</c:v>
                </c:pt>
                <c:pt idx="104">
                  <c:v>59.536470999999999</c:v>
                </c:pt>
                <c:pt idx="105">
                  <c:v>63.375231999999997</c:v>
                </c:pt>
                <c:pt idx="106">
                  <c:v>70.182557000000003</c:v>
                </c:pt>
                <c:pt idx="107">
                  <c:v>70.923512000000002</c:v>
                </c:pt>
                <c:pt idx="108">
                  <c:v>73.345977000000005</c:v>
                </c:pt>
                <c:pt idx="109">
                  <c:v>73.527304999999998</c:v>
                </c:pt>
                <c:pt idx="110">
                  <c:v>73.527304999999998</c:v>
                </c:pt>
                <c:pt idx="111">
                  <c:v>73.527304999999998</c:v>
                </c:pt>
                <c:pt idx="112">
                  <c:v>73.527304999999998</c:v>
                </c:pt>
                <c:pt idx="113">
                  <c:v>73.527311999999995</c:v>
                </c:pt>
                <c:pt idx="114">
                  <c:v>73.527320000000003</c:v>
                </c:pt>
                <c:pt idx="115">
                  <c:v>76.385311000000002</c:v>
                </c:pt>
                <c:pt idx="116">
                  <c:v>76.385311000000002</c:v>
                </c:pt>
                <c:pt idx="117">
                  <c:v>79.999967999999996</c:v>
                </c:pt>
                <c:pt idx="118">
                  <c:v>85.461782999999997</c:v>
                </c:pt>
                <c:pt idx="119">
                  <c:v>90</c:v>
                </c:pt>
                <c:pt idx="120">
                  <c:v>88.784985000000006</c:v>
                </c:pt>
                <c:pt idx="121">
                  <c:v>87.914658000000003</c:v>
                </c:pt>
                <c:pt idx="122">
                  <c:v>86.634155000000007</c:v>
                </c:pt>
                <c:pt idx="123">
                  <c:v>85.280030999999994</c:v>
                </c:pt>
                <c:pt idx="124">
                  <c:v>84.049668999999994</c:v>
                </c:pt>
                <c:pt idx="125">
                  <c:v>82.926861000000002</c:v>
                </c:pt>
                <c:pt idx="126">
                  <c:v>82.360760999999997</c:v>
                </c:pt>
                <c:pt idx="127">
                  <c:v>81.147690999999995</c:v>
                </c:pt>
                <c:pt idx="128">
                  <c:v>79.934621000000007</c:v>
                </c:pt>
                <c:pt idx="129">
                  <c:v>79.045035999999996</c:v>
                </c:pt>
                <c:pt idx="130">
                  <c:v>78.877809999999997</c:v>
                </c:pt>
                <c:pt idx="131">
                  <c:v>77.623609999999999</c:v>
                </c:pt>
                <c:pt idx="132">
                  <c:v>76.369409000000005</c:v>
                </c:pt>
                <c:pt idx="133">
                  <c:v>75.115208999999993</c:v>
                </c:pt>
                <c:pt idx="134">
                  <c:v>75.045890999999997</c:v>
                </c:pt>
                <c:pt idx="135">
                  <c:v>74.006117000000003</c:v>
                </c:pt>
                <c:pt idx="136">
                  <c:v>72.966341999999997</c:v>
                </c:pt>
                <c:pt idx="137">
                  <c:v>71.926568000000003</c:v>
                </c:pt>
                <c:pt idx="138">
                  <c:v>71.233384999999998</c:v>
                </c:pt>
                <c:pt idx="139">
                  <c:v>71.233384999999998</c:v>
                </c:pt>
                <c:pt idx="140">
                  <c:v>70.062798000000001</c:v>
                </c:pt>
                <c:pt idx="141">
                  <c:v>68.808598000000003</c:v>
                </c:pt>
                <c:pt idx="142">
                  <c:v>67.554398000000006</c:v>
                </c:pt>
                <c:pt idx="143">
                  <c:v>67.303557999999995</c:v>
                </c:pt>
                <c:pt idx="144">
                  <c:v>66.139009999999999</c:v>
                </c:pt>
                <c:pt idx="145">
                  <c:v>64.974463</c:v>
                </c:pt>
                <c:pt idx="146">
                  <c:v>63.809916000000001</c:v>
                </c:pt>
                <c:pt idx="147">
                  <c:v>63.421733000000003</c:v>
                </c:pt>
                <c:pt idx="148">
                  <c:v>62.309517999999997</c:v>
                </c:pt>
                <c:pt idx="149">
                  <c:v>61.197302999999998</c:v>
                </c:pt>
                <c:pt idx="150">
                  <c:v>60.085087999999999</c:v>
                </c:pt>
                <c:pt idx="151">
                  <c:v>59.491906</c:v>
                </c:pt>
                <c:pt idx="152">
                  <c:v>58.500802</c:v>
                </c:pt>
                <c:pt idx="153">
                  <c:v>57.261921999999998</c:v>
                </c:pt>
                <c:pt idx="154">
                  <c:v>56.023041999999997</c:v>
                </c:pt>
                <c:pt idx="155">
                  <c:v>55.610081999999998</c:v>
                </c:pt>
                <c:pt idx="156">
                  <c:v>55.610081999999998</c:v>
                </c:pt>
                <c:pt idx="157">
                  <c:v>54.908327</c:v>
                </c:pt>
                <c:pt idx="158">
                  <c:v>53.855694999999997</c:v>
                </c:pt>
                <c:pt idx="159">
                  <c:v>52.803061999999997</c:v>
                </c:pt>
                <c:pt idx="160">
                  <c:v>51.750430000000001</c:v>
                </c:pt>
                <c:pt idx="161">
                  <c:v>51.524982000000001</c:v>
                </c:pt>
                <c:pt idx="162">
                  <c:v>50.360433999999998</c:v>
                </c:pt>
                <c:pt idx="163">
                  <c:v>49.195886999999999</c:v>
                </c:pt>
                <c:pt idx="164">
                  <c:v>48.03134</c:v>
                </c:pt>
                <c:pt idx="165">
                  <c:v>47.798430000000003</c:v>
                </c:pt>
                <c:pt idx="166">
                  <c:v>47.798430000000003</c:v>
                </c:pt>
                <c:pt idx="167">
                  <c:v>47.458944000000002</c:v>
                </c:pt>
                <c:pt idx="168">
                  <c:v>46.294396999999996</c:v>
                </c:pt>
                <c:pt idx="169">
                  <c:v>45.129849</c:v>
                </c:pt>
                <c:pt idx="170">
                  <c:v>44.974575999999999</c:v>
                </c:pt>
                <c:pt idx="171">
                  <c:v>44.149304999999998</c:v>
                </c:pt>
                <c:pt idx="172">
                  <c:v>43.862361</c:v>
                </c:pt>
                <c:pt idx="173">
                  <c:v>42.667085999999998</c:v>
                </c:pt>
                <c:pt idx="174">
                  <c:v>41.280720000000002</c:v>
                </c:pt>
                <c:pt idx="175">
                  <c:v>39.986778999999999</c:v>
                </c:pt>
                <c:pt idx="176">
                  <c:v>39.505575</c:v>
                </c:pt>
                <c:pt idx="177">
                  <c:v>38.302567000000003</c:v>
                </c:pt>
                <c:pt idx="178">
                  <c:v>37.099558999999999</c:v>
                </c:pt>
                <c:pt idx="179">
                  <c:v>36.056952000000003</c:v>
                </c:pt>
                <c:pt idx="180">
                  <c:v>36.056952000000003</c:v>
                </c:pt>
                <c:pt idx="181">
                  <c:v>35.534433</c:v>
                </c:pt>
                <c:pt idx="182">
                  <c:v>34.698402999999999</c:v>
                </c:pt>
                <c:pt idx="183">
                  <c:v>34.044122000000002</c:v>
                </c:pt>
                <c:pt idx="184">
                  <c:v>33.161890999999997</c:v>
                </c:pt>
                <c:pt idx="185">
                  <c:v>31.838545</c:v>
                </c:pt>
                <c:pt idx="186">
                  <c:v>30.515198999999999</c:v>
                </c:pt>
                <c:pt idx="187">
                  <c:v>30.162306999999998</c:v>
                </c:pt>
                <c:pt idx="188">
                  <c:v>30.057803</c:v>
                </c:pt>
                <c:pt idx="189">
                  <c:v>28.803758999999999</c:v>
                </c:pt>
                <c:pt idx="190">
                  <c:v>28.300829</c:v>
                </c:pt>
                <c:pt idx="191">
                  <c:v>28.300829</c:v>
                </c:pt>
                <c:pt idx="192">
                  <c:v>28.300829</c:v>
                </c:pt>
                <c:pt idx="193">
                  <c:v>28.300829</c:v>
                </c:pt>
                <c:pt idx="194">
                  <c:v>28.300829</c:v>
                </c:pt>
                <c:pt idx="195">
                  <c:v>30.569936999999999</c:v>
                </c:pt>
                <c:pt idx="196">
                  <c:v>30.569936999999999</c:v>
                </c:pt>
                <c:pt idx="197">
                  <c:v>35.108153999999999</c:v>
                </c:pt>
                <c:pt idx="198">
                  <c:v>41.915478</c:v>
                </c:pt>
                <c:pt idx="199">
                  <c:v>47.690562</c:v>
                </c:pt>
                <c:pt idx="200">
                  <c:v>47.690562</c:v>
                </c:pt>
                <c:pt idx="201">
                  <c:v>47.690570000000001</c:v>
                </c:pt>
                <c:pt idx="202">
                  <c:v>54.497894000000002</c:v>
                </c:pt>
                <c:pt idx="203">
                  <c:v>59.036110999999998</c:v>
                </c:pt>
                <c:pt idx="204">
                  <c:v>59.036110999999998</c:v>
                </c:pt>
                <c:pt idx="205">
                  <c:v>63.574328000000001</c:v>
                </c:pt>
                <c:pt idx="206">
                  <c:v>68.654459000000003</c:v>
                </c:pt>
                <c:pt idx="207">
                  <c:v>73.192643000000004</c:v>
                </c:pt>
                <c:pt idx="208">
                  <c:v>75.461752000000004</c:v>
                </c:pt>
                <c:pt idx="209">
                  <c:v>78.821710999999993</c:v>
                </c:pt>
                <c:pt idx="210">
                  <c:v>79.999944999999997</c:v>
                </c:pt>
                <c:pt idx="211">
                  <c:v>79.999953000000005</c:v>
                </c:pt>
                <c:pt idx="212">
                  <c:v>79.999967999999996</c:v>
                </c:pt>
                <c:pt idx="213">
                  <c:v>80.923567000000006</c:v>
                </c:pt>
                <c:pt idx="214">
                  <c:v>85.461782999999997</c:v>
                </c:pt>
                <c:pt idx="215">
                  <c:v>90</c:v>
                </c:pt>
                <c:pt idx="216">
                  <c:v>88.784985000000006</c:v>
                </c:pt>
                <c:pt idx="217">
                  <c:v>87.914658000000003</c:v>
                </c:pt>
                <c:pt idx="218">
                  <c:v>86.634155000000007</c:v>
                </c:pt>
                <c:pt idx="219">
                  <c:v>85.280030999999994</c:v>
                </c:pt>
                <c:pt idx="220">
                  <c:v>84.049668999999994</c:v>
                </c:pt>
                <c:pt idx="221">
                  <c:v>82.926861000000002</c:v>
                </c:pt>
                <c:pt idx="222">
                  <c:v>82.109739000000005</c:v>
                </c:pt>
                <c:pt idx="223">
                  <c:v>81.147690999999995</c:v>
                </c:pt>
                <c:pt idx="224">
                  <c:v>79.934621000000007</c:v>
                </c:pt>
                <c:pt idx="225">
                  <c:v>79.045035999999996</c:v>
                </c:pt>
                <c:pt idx="226">
                  <c:v>78.877809999999997</c:v>
                </c:pt>
                <c:pt idx="227">
                  <c:v>77.623609999999999</c:v>
                </c:pt>
                <c:pt idx="228">
                  <c:v>76.369409000000005</c:v>
                </c:pt>
                <c:pt idx="229">
                  <c:v>75.115208999999993</c:v>
                </c:pt>
                <c:pt idx="230">
                  <c:v>75.115208999999993</c:v>
                </c:pt>
                <c:pt idx="231">
                  <c:v>75.115208999999993</c:v>
                </c:pt>
                <c:pt idx="232">
                  <c:v>74.144752999999994</c:v>
                </c:pt>
                <c:pt idx="233">
                  <c:v>73.104979</c:v>
                </c:pt>
                <c:pt idx="234">
                  <c:v>72.065203999999994</c:v>
                </c:pt>
                <c:pt idx="235">
                  <c:v>71.233384999999998</c:v>
                </c:pt>
                <c:pt idx="236">
                  <c:v>71.233384999999998</c:v>
                </c:pt>
                <c:pt idx="237">
                  <c:v>70.480864999999994</c:v>
                </c:pt>
                <c:pt idx="238">
                  <c:v>69.226664999999997</c:v>
                </c:pt>
                <c:pt idx="239">
                  <c:v>67.972465</c:v>
                </c:pt>
                <c:pt idx="240">
                  <c:v>67.303557999999995</c:v>
                </c:pt>
                <c:pt idx="241">
                  <c:v>66.843457999999998</c:v>
                </c:pt>
                <c:pt idx="242">
                  <c:v>65.678910000000002</c:v>
                </c:pt>
                <c:pt idx="243">
                  <c:v>65.290728000000001</c:v>
                </c:pt>
                <c:pt idx="244">
                  <c:v>64.178512999999995</c:v>
                </c:pt>
                <c:pt idx="245">
                  <c:v>63.066296999999999</c:v>
                </c:pt>
                <c:pt idx="246">
                  <c:v>61.954082</c:v>
                </c:pt>
                <c:pt idx="247">
                  <c:v>61.360900999999998</c:v>
                </c:pt>
                <c:pt idx="248">
                  <c:v>60.369796999999998</c:v>
                </c:pt>
                <c:pt idx="249">
                  <c:v>59.130916999999997</c:v>
                </c:pt>
                <c:pt idx="250">
                  <c:v>57.892035999999997</c:v>
                </c:pt>
                <c:pt idx="251">
                  <c:v>57.479075999999999</c:v>
                </c:pt>
                <c:pt idx="252">
                  <c:v>56.345472000000001</c:v>
                </c:pt>
                <c:pt idx="253">
                  <c:v>55.211868000000003</c:v>
                </c:pt>
                <c:pt idx="254">
                  <c:v>54.078263999999997</c:v>
                </c:pt>
                <c:pt idx="255">
                  <c:v>53.549249000000003</c:v>
                </c:pt>
                <c:pt idx="256">
                  <c:v>53.170395999999997</c:v>
                </c:pt>
                <c:pt idx="257">
                  <c:v>52.859850000000002</c:v>
                </c:pt>
                <c:pt idx="258">
                  <c:v>52.017744</c:v>
                </c:pt>
                <c:pt idx="259">
                  <c:v>50.965111999999998</c:v>
                </c:pt>
                <c:pt idx="260">
                  <c:v>49.900334000000001</c:v>
                </c:pt>
                <c:pt idx="261">
                  <c:v>48.930022999999998</c:v>
                </c:pt>
                <c:pt idx="262">
                  <c:v>48.614792999999999</c:v>
                </c:pt>
                <c:pt idx="263">
                  <c:v>47.532566000000003</c:v>
                </c:pt>
                <c:pt idx="264">
                  <c:v>46.368017999999999</c:v>
                </c:pt>
                <c:pt idx="265">
                  <c:v>45.203471</c:v>
                </c:pt>
                <c:pt idx="266">
                  <c:v>44.837671999999998</c:v>
                </c:pt>
                <c:pt idx="267">
                  <c:v>43.785038999999998</c:v>
                </c:pt>
                <c:pt idx="268">
                  <c:v>42.577973</c:v>
                </c:pt>
                <c:pt idx="269">
                  <c:v>41.679774999999999</c:v>
                </c:pt>
                <c:pt idx="270">
                  <c:v>40.948889999999999</c:v>
                </c:pt>
                <c:pt idx="271">
                  <c:v>39.815286</c:v>
                </c:pt>
                <c:pt idx="272">
                  <c:v>38.681682000000002</c:v>
                </c:pt>
                <c:pt idx="273">
                  <c:v>37.747312999999998</c:v>
                </c:pt>
                <c:pt idx="274">
                  <c:v>37.099558999999999</c:v>
                </c:pt>
                <c:pt idx="275">
                  <c:v>35.576421000000003</c:v>
                </c:pt>
                <c:pt idx="276">
                  <c:v>34.044122000000002</c:v>
                </c:pt>
                <c:pt idx="277">
                  <c:v>33.634205000000001</c:v>
                </c:pt>
                <c:pt idx="278">
                  <c:v>33.306719999999999</c:v>
                </c:pt>
                <c:pt idx="279">
                  <c:v>31.956565999999999</c:v>
                </c:pt>
                <c:pt idx="280">
                  <c:v>30.855041</c:v>
                </c:pt>
                <c:pt idx="281">
                  <c:v>29.424894999999999</c:v>
                </c:pt>
                <c:pt idx="282">
                  <c:v>28.895557</c:v>
                </c:pt>
                <c:pt idx="283">
                  <c:v>27.572210999999999</c:v>
                </c:pt>
                <c:pt idx="284">
                  <c:v>26.248864999999999</c:v>
                </c:pt>
                <c:pt idx="285">
                  <c:v>25.54308</c:v>
                </c:pt>
                <c:pt idx="286">
                  <c:v>25.54308</c:v>
                </c:pt>
                <c:pt idx="287">
                  <c:v>23.531361</c:v>
                </c:pt>
                <c:pt idx="288">
                  <c:v>23.531361</c:v>
                </c:pt>
                <c:pt idx="289">
                  <c:v>23.531361</c:v>
                </c:pt>
                <c:pt idx="290">
                  <c:v>23.531361</c:v>
                </c:pt>
                <c:pt idx="291">
                  <c:v>23.531361</c:v>
                </c:pt>
                <c:pt idx="292">
                  <c:v>23.531361</c:v>
                </c:pt>
                <c:pt idx="293">
                  <c:v>25.800469</c:v>
                </c:pt>
                <c:pt idx="294">
                  <c:v>25.800469</c:v>
                </c:pt>
                <c:pt idx="295">
                  <c:v>25.800469</c:v>
                </c:pt>
                <c:pt idx="296">
                  <c:v>25.800469</c:v>
                </c:pt>
                <c:pt idx="297">
                  <c:v>30.338685000000002</c:v>
                </c:pt>
                <c:pt idx="298">
                  <c:v>30.523622</c:v>
                </c:pt>
                <c:pt idx="299">
                  <c:v>30.523622</c:v>
                </c:pt>
                <c:pt idx="300">
                  <c:v>30.523622</c:v>
                </c:pt>
                <c:pt idx="301">
                  <c:v>35.061838000000002</c:v>
                </c:pt>
                <c:pt idx="302">
                  <c:v>41.869163</c:v>
                </c:pt>
                <c:pt idx="303">
                  <c:v>46.886935000000001</c:v>
                </c:pt>
                <c:pt idx="304">
                  <c:v>51.425151999999997</c:v>
                </c:pt>
                <c:pt idx="305">
                  <c:v>58.232477000000003</c:v>
                </c:pt>
                <c:pt idx="306">
                  <c:v>58.232483999999999</c:v>
                </c:pt>
                <c:pt idx="307">
                  <c:v>65.039809000000005</c:v>
                </c:pt>
                <c:pt idx="308">
                  <c:v>71.847133999999997</c:v>
                </c:pt>
                <c:pt idx="309">
                  <c:v>78.654459000000003</c:v>
                </c:pt>
                <c:pt idx="310">
                  <c:v>85.461782999999997</c:v>
                </c:pt>
                <c:pt idx="311">
                  <c:v>90</c:v>
                </c:pt>
                <c:pt idx="312">
                  <c:v>88.784985000000006</c:v>
                </c:pt>
                <c:pt idx="313">
                  <c:v>87.914658000000003</c:v>
                </c:pt>
                <c:pt idx="314">
                  <c:v>86.634155000000007</c:v>
                </c:pt>
                <c:pt idx="315">
                  <c:v>85.280030999999994</c:v>
                </c:pt>
                <c:pt idx="316">
                  <c:v>84.049668999999994</c:v>
                </c:pt>
                <c:pt idx="317">
                  <c:v>82.926861000000002</c:v>
                </c:pt>
                <c:pt idx="318">
                  <c:v>82.360760999999997</c:v>
                </c:pt>
                <c:pt idx="319">
                  <c:v>81.147690999999995</c:v>
                </c:pt>
                <c:pt idx="320">
                  <c:v>79.934621000000007</c:v>
                </c:pt>
                <c:pt idx="321">
                  <c:v>79.045035999999996</c:v>
                </c:pt>
                <c:pt idx="322">
                  <c:v>78.877809999999997</c:v>
                </c:pt>
                <c:pt idx="323">
                  <c:v>77.623609999999999</c:v>
                </c:pt>
                <c:pt idx="324">
                  <c:v>76.369409000000005</c:v>
                </c:pt>
                <c:pt idx="325">
                  <c:v>75.115208999999993</c:v>
                </c:pt>
                <c:pt idx="326">
                  <c:v>75.045890999999997</c:v>
                </c:pt>
                <c:pt idx="327">
                  <c:v>74.006117000000003</c:v>
                </c:pt>
                <c:pt idx="328">
                  <c:v>72.966341999999997</c:v>
                </c:pt>
                <c:pt idx="329">
                  <c:v>71.926568000000003</c:v>
                </c:pt>
                <c:pt idx="330">
                  <c:v>71.233384999999998</c:v>
                </c:pt>
                <c:pt idx="331">
                  <c:v>70.812246999999999</c:v>
                </c:pt>
                <c:pt idx="332">
                  <c:v>69.6477</c:v>
                </c:pt>
                <c:pt idx="333">
                  <c:v>68.483153000000001</c:v>
                </c:pt>
                <c:pt idx="334">
                  <c:v>67.554398000000006</c:v>
                </c:pt>
                <c:pt idx="335">
                  <c:v>67.303557999999995</c:v>
                </c:pt>
                <c:pt idx="336">
                  <c:v>66.139009999999999</c:v>
                </c:pt>
                <c:pt idx="337">
                  <c:v>64.974463</c:v>
                </c:pt>
                <c:pt idx="338">
                  <c:v>63.809916000000001</c:v>
                </c:pt>
                <c:pt idx="339">
                  <c:v>63.421733000000003</c:v>
                </c:pt>
                <c:pt idx="340">
                  <c:v>62.309517999999997</c:v>
                </c:pt>
                <c:pt idx="341">
                  <c:v>61.197302999999998</c:v>
                </c:pt>
                <c:pt idx="342">
                  <c:v>60.085087999999999</c:v>
                </c:pt>
                <c:pt idx="343">
                  <c:v>59.491906</c:v>
                </c:pt>
                <c:pt idx="344">
                  <c:v>58.500802</c:v>
                </c:pt>
                <c:pt idx="345">
                  <c:v>57.261921999999998</c:v>
                </c:pt>
                <c:pt idx="346">
                  <c:v>56.023041999999997</c:v>
                </c:pt>
                <c:pt idx="347">
                  <c:v>55.610081999999998</c:v>
                </c:pt>
                <c:pt idx="348">
                  <c:v>54.476478</c:v>
                </c:pt>
                <c:pt idx="349">
                  <c:v>53.342874000000002</c:v>
                </c:pt>
                <c:pt idx="350">
                  <c:v>52.209269999999997</c:v>
                </c:pt>
                <c:pt idx="351">
                  <c:v>51.680255000000002</c:v>
                </c:pt>
                <c:pt idx="352">
                  <c:v>51.680255000000002</c:v>
                </c:pt>
                <c:pt idx="353">
                  <c:v>51.680255000000002</c:v>
                </c:pt>
                <c:pt idx="354">
                  <c:v>51.048112000000003</c:v>
                </c:pt>
                <c:pt idx="355">
                  <c:v>49.995480000000001</c:v>
                </c:pt>
                <c:pt idx="356">
                  <c:v>48.942847999999998</c:v>
                </c:pt>
                <c:pt idx="357">
                  <c:v>47.960391000000001</c:v>
                </c:pt>
                <c:pt idx="358">
                  <c:v>47.727480999999997</c:v>
                </c:pt>
                <c:pt idx="359">
                  <c:v>46.562933999999998</c:v>
                </c:pt>
                <c:pt idx="360">
                  <c:v>45.398387</c:v>
                </c:pt>
                <c:pt idx="361">
                  <c:v>44.233839000000003</c:v>
                </c:pt>
                <c:pt idx="362">
                  <c:v>43.868040000000001</c:v>
                </c:pt>
                <c:pt idx="363">
                  <c:v>42.815407999999998</c:v>
                </c:pt>
                <c:pt idx="364">
                  <c:v>41.762774999999998</c:v>
                </c:pt>
                <c:pt idx="365">
                  <c:v>40.710143000000002</c:v>
                </c:pt>
                <c:pt idx="366">
                  <c:v>39.986778999999999</c:v>
                </c:pt>
                <c:pt idx="367">
                  <c:v>39.264974000000002</c:v>
                </c:pt>
                <c:pt idx="368">
                  <c:v>38.061965999999998</c:v>
                </c:pt>
                <c:pt idx="369">
                  <c:v>36.858956999999997</c:v>
                </c:pt>
                <c:pt idx="370">
                  <c:v>36.056952000000003</c:v>
                </c:pt>
                <c:pt idx="371">
                  <c:v>35.521146000000002</c:v>
                </c:pt>
                <c:pt idx="372">
                  <c:v>35.521146000000002</c:v>
                </c:pt>
                <c:pt idx="373">
                  <c:v>35.099879000000001</c:v>
                </c:pt>
                <c:pt idx="374">
                  <c:v>33.869309999999999</c:v>
                </c:pt>
                <c:pt idx="375">
                  <c:v>32.630432999999996</c:v>
                </c:pt>
                <c:pt idx="376">
                  <c:v>31.639332</c:v>
                </c:pt>
                <c:pt idx="377">
                  <c:v>31.639332</c:v>
                </c:pt>
                <c:pt idx="378">
                  <c:v>30.280783</c:v>
                </c:pt>
                <c:pt idx="379">
                  <c:v>29.351272999999999</c:v>
                </c:pt>
                <c:pt idx="380">
                  <c:v>28.999096999999999</c:v>
                </c:pt>
                <c:pt idx="381">
                  <c:v>26.207961000000001</c:v>
                </c:pt>
                <c:pt idx="382">
                  <c:v>28.293312</c:v>
                </c:pt>
                <c:pt idx="383">
                  <c:v>26.281593000000001</c:v>
                </c:pt>
                <c:pt idx="384">
                  <c:v>30.819808999999999</c:v>
                </c:pt>
                <c:pt idx="385">
                  <c:v>37.627133999999998</c:v>
                </c:pt>
                <c:pt idx="386">
                  <c:v>44.434458999999997</c:v>
                </c:pt>
                <c:pt idx="387">
                  <c:v>44.434466</c:v>
                </c:pt>
                <c:pt idx="388">
                  <c:v>44.434466</c:v>
                </c:pt>
                <c:pt idx="389">
                  <c:v>48.972683000000004</c:v>
                </c:pt>
                <c:pt idx="390">
                  <c:v>53.510899999999999</c:v>
                </c:pt>
                <c:pt idx="391">
                  <c:v>53.510899999999999</c:v>
                </c:pt>
                <c:pt idx="392">
                  <c:v>58.049115999999998</c:v>
                </c:pt>
                <c:pt idx="393">
                  <c:v>64.856441000000004</c:v>
                </c:pt>
                <c:pt idx="394">
                  <c:v>69.465965999999995</c:v>
                </c:pt>
                <c:pt idx="395">
                  <c:v>71.553551999999996</c:v>
                </c:pt>
                <c:pt idx="396">
                  <c:v>71.553551999999996</c:v>
                </c:pt>
                <c:pt idx="397">
                  <c:v>73.949044999999998</c:v>
                </c:pt>
                <c:pt idx="398">
                  <c:v>75.461752000000004</c:v>
                </c:pt>
                <c:pt idx="399">
                  <c:v>75.461752000000004</c:v>
                </c:pt>
                <c:pt idx="400">
                  <c:v>75.461752000000004</c:v>
                </c:pt>
                <c:pt idx="401">
                  <c:v>75.461752000000004</c:v>
                </c:pt>
                <c:pt idx="402">
                  <c:v>78.487268999999998</c:v>
                </c:pt>
                <c:pt idx="403">
                  <c:v>78.487268999999998</c:v>
                </c:pt>
                <c:pt idx="404">
                  <c:v>78.487268999999998</c:v>
                </c:pt>
                <c:pt idx="405">
                  <c:v>78.654459000000003</c:v>
                </c:pt>
                <c:pt idx="406">
                  <c:v>85.461782999999997</c:v>
                </c:pt>
                <c:pt idx="407">
                  <c:v>90</c:v>
                </c:pt>
                <c:pt idx="408">
                  <c:v>88.784985000000006</c:v>
                </c:pt>
                <c:pt idx="409">
                  <c:v>87.914658000000003</c:v>
                </c:pt>
                <c:pt idx="410">
                  <c:v>86.634155000000007</c:v>
                </c:pt>
                <c:pt idx="411">
                  <c:v>85.280030999999994</c:v>
                </c:pt>
                <c:pt idx="412">
                  <c:v>84.045209999999997</c:v>
                </c:pt>
                <c:pt idx="413">
                  <c:v>82.926861000000002</c:v>
                </c:pt>
                <c:pt idx="414">
                  <c:v>82.109739000000005</c:v>
                </c:pt>
                <c:pt idx="415">
                  <c:v>81.147690999999995</c:v>
                </c:pt>
                <c:pt idx="416">
                  <c:v>79.934621000000007</c:v>
                </c:pt>
                <c:pt idx="417">
                  <c:v>79.045035999999996</c:v>
                </c:pt>
                <c:pt idx="418">
                  <c:v>78.877809999999997</c:v>
                </c:pt>
                <c:pt idx="419">
                  <c:v>77.623609999999999</c:v>
                </c:pt>
                <c:pt idx="420">
                  <c:v>76.369409000000005</c:v>
                </c:pt>
                <c:pt idx="421">
                  <c:v>75.115208999999993</c:v>
                </c:pt>
                <c:pt idx="422">
                  <c:v>75.045890999999997</c:v>
                </c:pt>
                <c:pt idx="423">
                  <c:v>74.006117000000003</c:v>
                </c:pt>
                <c:pt idx="424">
                  <c:v>72.966341999999997</c:v>
                </c:pt>
                <c:pt idx="425">
                  <c:v>71.926568000000003</c:v>
                </c:pt>
                <c:pt idx="426">
                  <c:v>71.233384999999998</c:v>
                </c:pt>
                <c:pt idx="427">
                  <c:v>70.812246999999999</c:v>
                </c:pt>
                <c:pt idx="428">
                  <c:v>69.6477</c:v>
                </c:pt>
                <c:pt idx="429">
                  <c:v>68.483153000000001</c:v>
                </c:pt>
                <c:pt idx="430">
                  <c:v>67.554398000000006</c:v>
                </c:pt>
                <c:pt idx="431">
                  <c:v>66.810885999999996</c:v>
                </c:pt>
                <c:pt idx="432">
                  <c:v>65.556685999999999</c:v>
                </c:pt>
                <c:pt idx="433">
                  <c:v>64.553325999999998</c:v>
                </c:pt>
                <c:pt idx="434">
                  <c:v>63.809916000000001</c:v>
                </c:pt>
                <c:pt idx="435">
                  <c:v>63.000596000000002</c:v>
                </c:pt>
                <c:pt idx="436">
                  <c:v>61.836049000000003</c:v>
                </c:pt>
                <c:pt idx="437">
                  <c:v>60.671500999999999</c:v>
                </c:pt>
                <c:pt idx="438">
                  <c:v>60.085087999999999</c:v>
                </c:pt>
                <c:pt idx="439">
                  <c:v>59.188547999999997</c:v>
                </c:pt>
                <c:pt idx="440">
                  <c:v>58.076332000000001</c:v>
                </c:pt>
                <c:pt idx="441">
                  <c:v>56.964117000000002</c:v>
                </c:pt>
                <c:pt idx="442">
                  <c:v>56.023041999999997</c:v>
                </c:pt>
                <c:pt idx="443">
                  <c:v>55.337609999999998</c:v>
                </c:pt>
                <c:pt idx="444">
                  <c:v>54.098730000000003</c:v>
                </c:pt>
                <c:pt idx="445">
                  <c:v>52.859850000000002</c:v>
                </c:pt>
                <c:pt idx="446">
                  <c:v>52.209269999999997</c:v>
                </c:pt>
                <c:pt idx="447">
                  <c:v>51.456339999999997</c:v>
                </c:pt>
                <c:pt idx="448">
                  <c:v>50.403708000000002</c:v>
                </c:pt>
                <c:pt idx="449">
                  <c:v>49.351075999999999</c:v>
                </c:pt>
                <c:pt idx="450">
                  <c:v>48.730068000000003</c:v>
                </c:pt>
                <c:pt idx="451">
                  <c:v>47.798430000000003</c:v>
                </c:pt>
                <c:pt idx="452">
                  <c:v>46.833837000000003</c:v>
                </c:pt>
                <c:pt idx="453">
                  <c:v>45.669289999999997</c:v>
                </c:pt>
                <c:pt idx="454">
                  <c:v>45.048197999999999</c:v>
                </c:pt>
                <c:pt idx="455">
                  <c:v>44.346443000000001</c:v>
                </c:pt>
                <c:pt idx="456">
                  <c:v>43.293810999999998</c:v>
                </c:pt>
                <c:pt idx="457">
                  <c:v>42.241179000000002</c:v>
                </c:pt>
                <c:pt idx="458">
                  <c:v>41.188547</c:v>
                </c:pt>
                <c:pt idx="459">
                  <c:v>40.438153999999997</c:v>
                </c:pt>
                <c:pt idx="460">
                  <c:v>39.639581</c:v>
                </c:pt>
                <c:pt idx="461">
                  <c:v>38.253214999999997</c:v>
                </c:pt>
                <c:pt idx="462">
                  <c:v>37.236547000000002</c:v>
                </c:pt>
                <c:pt idx="463">
                  <c:v>36.514741999999998</c:v>
                </c:pt>
                <c:pt idx="464">
                  <c:v>35.311732999999997</c:v>
                </c:pt>
                <c:pt idx="465">
                  <c:v>34.108725</c:v>
                </c:pt>
                <c:pt idx="466">
                  <c:v>33.196660000000001</c:v>
                </c:pt>
                <c:pt idx="467">
                  <c:v>32.175127000000003</c:v>
                </c:pt>
                <c:pt idx="468">
                  <c:v>31.356413</c:v>
                </c:pt>
                <c:pt idx="469">
                  <c:v>30.128342</c:v>
                </c:pt>
                <c:pt idx="470">
                  <c:v>28.900271</c:v>
                </c:pt>
                <c:pt idx="471">
                  <c:v>28.2453</c:v>
                </c:pt>
                <c:pt idx="472">
                  <c:v>28.2453</c:v>
                </c:pt>
                <c:pt idx="473">
                  <c:v>26.917307999999998</c:v>
                </c:pt>
                <c:pt idx="474">
                  <c:v>25.385007999999999</c:v>
                </c:pt>
                <c:pt idx="475">
                  <c:v>24.363475999999999</c:v>
                </c:pt>
                <c:pt idx="476">
                  <c:v>24.363475999999999</c:v>
                </c:pt>
                <c:pt idx="477">
                  <c:v>21.220164</c:v>
                </c:pt>
                <c:pt idx="478">
                  <c:v>24.573449</c:v>
                </c:pt>
                <c:pt idx="479">
                  <c:v>22.561729</c:v>
                </c:pt>
                <c:pt idx="480">
                  <c:v>27.099945000000002</c:v>
                </c:pt>
                <c:pt idx="481">
                  <c:v>33.907269999999997</c:v>
                </c:pt>
                <c:pt idx="482">
                  <c:v>35.367041</c:v>
                </c:pt>
                <c:pt idx="483">
                  <c:v>42.174365999999999</c:v>
                </c:pt>
                <c:pt idx="484">
                  <c:v>45.223359000000002</c:v>
                </c:pt>
                <c:pt idx="485">
                  <c:v>52.030684000000001</c:v>
                </c:pt>
                <c:pt idx="486">
                  <c:v>57.781300999999999</c:v>
                </c:pt>
                <c:pt idx="487">
                  <c:v>64.588626000000005</c:v>
                </c:pt>
                <c:pt idx="488">
                  <c:v>68.349254999999999</c:v>
                </c:pt>
                <c:pt idx="489">
                  <c:v>70.020105000000001</c:v>
                </c:pt>
                <c:pt idx="490">
                  <c:v>70.020105000000001</c:v>
                </c:pt>
                <c:pt idx="491">
                  <c:v>70.131544000000005</c:v>
                </c:pt>
                <c:pt idx="492">
                  <c:v>73.851479999999995</c:v>
                </c:pt>
                <c:pt idx="493">
                  <c:v>73.851479999999995</c:v>
                </c:pt>
                <c:pt idx="494">
                  <c:v>73.851479999999995</c:v>
                </c:pt>
                <c:pt idx="495">
                  <c:v>73.851479999999995</c:v>
                </c:pt>
                <c:pt idx="496">
                  <c:v>75.461752000000004</c:v>
                </c:pt>
                <c:pt idx="497">
                  <c:v>75.461752000000004</c:v>
                </c:pt>
                <c:pt idx="498">
                  <c:v>75.745726000000005</c:v>
                </c:pt>
                <c:pt idx="499">
                  <c:v>75.745726000000005</c:v>
                </c:pt>
                <c:pt idx="500">
                  <c:v>79.527573000000004</c:v>
                </c:pt>
                <c:pt idx="501">
                  <c:v>82.269075999999998</c:v>
                </c:pt>
                <c:pt idx="502">
                  <c:v>85.461782999999997</c:v>
                </c:pt>
                <c:pt idx="503">
                  <c:v>90</c:v>
                </c:pt>
                <c:pt idx="504">
                  <c:v>88.845489000000001</c:v>
                </c:pt>
                <c:pt idx="505">
                  <c:v>87.914658000000003</c:v>
                </c:pt>
                <c:pt idx="506">
                  <c:v>86.455980999999994</c:v>
                </c:pt>
                <c:pt idx="507">
                  <c:v>84.923681999999999</c:v>
                </c:pt>
                <c:pt idx="508">
                  <c:v>84.106455999999994</c:v>
                </c:pt>
                <c:pt idx="509">
                  <c:v>83.123351999999997</c:v>
                </c:pt>
                <c:pt idx="510">
                  <c:v>82.926861000000002</c:v>
                </c:pt>
                <c:pt idx="511">
                  <c:v>81.767273000000003</c:v>
                </c:pt>
                <c:pt idx="512">
                  <c:v>80.363763000000006</c:v>
                </c:pt>
                <c:pt idx="513">
                  <c:v>80.176629000000005</c:v>
                </c:pt>
                <c:pt idx="514">
                  <c:v>79.117948999999996</c:v>
                </c:pt>
                <c:pt idx="515">
                  <c:v>77.794600000000003</c:v>
                </c:pt>
                <c:pt idx="516">
                  <c:v>76.471250999999995</c:v>
                </c:pt>
                <c:pt idx="517">
                  <c:v>76.294803999999999</c:v>
                </c:pt>
                <c:pt idx="518">
                  <c:v>75.867649</c:v>
                </c:pt>
                <c:pt idx="519">
                  <c:v>74.586184000000003</c:v>
                </c:pt>
                <c:pt idx="520">
                  <c:v>73.304717999999994</c:v>
                </c:pt>
                <c:pt idx="521">
                  <c:v>72.364976999999996</c:v>
                </c:pt>
                <c:pt idx="522">
                  <c:v>71.693123</c:v>
                </c:pt>
                <c:pt idx="523">
                  <c:v>70.573365999999993</c:v>
                </c:pt>
                <c:pt idx="524">
                  <c:v>69.453609</c:v>
                </c:pt>
                <c:pt idx="525">
                  <c:v>68.483153000000001</c:v>
                </c:pt>
                <c:pt idx="526">
                  <c:v>68.483153000000001</c:v>
                </c:pt>
                <c:pt idx="527">
                  <c:v>67.814245999999997</c:v>
                </c:pt>
                <c:pt idx="528">
                  <c:v>66.560046</c:v>
                </c:pt>
                <c:pt idx="529">
                  <c:v>65.305846000000003</c:v>
                </c:pt>
                <c:pt idx="530">
                  <c:v>64.553325999999998</c:v>
                </c:pt>
                <c:pt idx="531">
                  <c:v>64.553325999999998</c:v>
                </c:pt>
                <c:pt idx="532">
                  <c:v>63.720334999999999</c:v>
                </c:pt>
                <c:pt idx="533">
                  <c:v>63.421733000000003</c:v>
                </c:pt>
                <c:pt idx="534">
                  <c:v>63.176119</c:v>
                </c:pt>
                <c:pt idx="535">
                  <c:v>61.948048</c:v>
                </c:pt>
                <c:pt idx="536">
                  <c:v>60.719977</c:v>
                </c:pt>
                <c:pt idx="537">
                  <c:v>59.491906</c:v>
                </c:pt>
                <c:pt idx="538">
                  <c:v>59.491906</c:v>
                </c:pt>
                <c:pt idx="539">
                  <c:v>59.491906</c:v>
                </c:pt>
                <c:pt idx="540">
                  <c:v>58.539760999999999</c:v>
                </c:pt>
                <c:pt idx="541">
                  <c:v>57.441130999999999</c:v>
                </c:pt>
                <c:pt idx="542">
                  <c:v>56.342502000000003</c:v>
                </c:pt>
                <c:pt idx="543">
                  <c:v>55.610081999999998</c:v>
                </c:pt>
                <c:pt idx="544">
                  <c:v>55.610081999999998</c:v>
                </c:pt>
                <c:pt idx="545">
                  <c:v>54.693122000000002</c:v>
                </c:pt>
                <c:pt idx="546">
                  <c:v>53.710664999999999</c:v>
                </c:pt>
                <c:pt idx="547">
                  <c:v>52.728209</c:v>
                </c:pt>
                <c:pt idx="548">
                  <c:v>51.745752000000003</c:v>
                </c:pt>
                <c:pt idx="549">
                  <c:v>51.680255000000002</c:v>
                </c:pt>
                <c:pt idx="550">
                  <c:v>51.680255000000002</c:v>
                </c:pt>
                <c:pt idx="551">
                  <c:v>50.859099999999998</c:v>
                </c:pt>
                <c:pt idx="552">
                  <c:v>49.739342999999998</c:v>
                </c:pt>
                <c:pt idx="553">
                  <c:v>48.619585000000001</c:v>
                </c:pt>
                <c:pt idx="554">
                  <c:v>47.798430000000003</c:v>
                </c:pt>
                <c:pt idx="555">
                  <c:v>47.205249000000002</c:v>
                </c:pt>
                <c:pt idx="556">
                  <c:v>46.093034000000003</c:v>
                </c:pt>
                <c:pt idx="557">
                  <c:v>44.980817999999999</c:v>
                </c:pt>
                <c:pt idx="558">
                  <c:v>43.868603</c:v>
                </c:pt>
                <c:pt idx="559">
                  <c:v>43.868603</c:v>
                </c:pt>
                <c:pt idx="560">
                  <c:v>43.868603</c:v>
                </c:pt>
                <c:pt idx="561">
                  <c:v>43.28633</c:v>
                </c:pt>
                <c:pt idx="562">
                  <c:v>41.830644999999997</c:v>
                </c:pt>
                <c:pt idx="563">
                  <c:v>40.374960999999999</c:v>
                </c:pt>
                <c:pt idx="564">
                  <c:v>39.986778999999999</c:v>
                </c:pt>
                <c:pt idx="565">
                  <c:v>39.806229000000002</c:v>
                </c:pt>
                <c:pt idx="566">
                  <c:v>38.452108000000003</c:v>
                </c:pt>
                <c:pt idx="567">
                  <c:v>37.097985999999999</c:v>
                </c:pt>
                <c:pt idx="568">
                  <c:v>36.104964000000002</c:v>
                </c:pt>
                <c:pt idx="569">
                  <c:v>36.104964000000002</c:v>
                </c:pt>
                <c:pt idx="570">
                  <c:v>35.425690000000003</c:v>
                </c:pt>
                <c:pt idx="571">
                  <c:v>34.019613</c:v>
                </c:pt>
                <c:pt idx="572">
                  <c:v>34.243485999999997</c:v>
                </c:pt>
                <c:pt idx="573">
                  <c:v>34.623657999999999</c:v>
                </c:pt>
                <c:pt idx="574">
                  <c:v>34.623657999999999</c:v>
                </c:pt>
                <c:pt idx="575">
                  <c:v>34.623657999999999</c:v>
                </c:pt>
                <c:pt idx="576">
                  <c:v>39.154663999999997</c:v>
                </c:pt>
                <c:pt idx="577">
                  <c:v>39.161873999999997</c:v>
                </c:pt>
                <c:pt idx="578">
                  <c:v>39.161873999999997</c:v>
                </c:pt>
                <c:pt idx="579">
                  <c:v>39.161873999999997</c:v>
                </c:pt>
                <c:pt idx="580">
                  <c:v>41.423772</c:v>
                </c:pt>
                <c:pt idx="581">
                  <c:v>43.694235999999997</c:v>
                </c:pt>
                <c:pt idx="582">
                  <c:v>47.644398000000002</c:v>
                </c:pt>
                <c:pt idx="583">
                  <c:v>54.451723000000001</c:v>
                </c:pt>
                <c:pt idx="584">
                  <c:v>55.253937000000001</c:v>
                </c:pt>
                <c:pt idx="585">
                  <c:v>55.253937000000001</c:v>
                </c:pt>
                <c:pt idx="586">
                  <c:v>55.253937000000001</c:v>
                </c:pt>
                <c:pt idx="587">
                  <c:v>59.792153999999996</c:v>
                </c:pt>
                <c:pt idx="588">
                  <c:v>64.116209999999995</c:v>
                </c:pt>
                <c:pt idx="589">
                  <c:v>66.385317999999998</c:v>
                </c:pt>
                <c:pt idx="590">
                  <c:v>66.385317999999998</c:v>
                </c:pt>
                <c:pt idx="591">
                  <c:v>66.385317999999998</c:v>
                </c:pt>
                <c:pt idx="592">
                  <c:v>66.385317999999998</c:v>
                </c:pt>
                <c:pt idx="593">
                  <c:v>66.385326000000006</c:v>
                </c:pt>
                <c:pt idx="594">
                  <c:v>73.192643000000004</c:v>
                </c:pt>
                <c:pt idx="595">
                  <c:v>77.571284000000006</c:v>
                </c:pt>
                <c:pt idx="596">
                  <c:v>77.571284000000006</c:v>
                </c:pt>
                <c:pt idx="597">
                  <c:v>77.571284000000006</c:v>
                </c:pt>
                <c:pt idx="598">
                  <c:v>77.571291000000002</c:v>
                </c:pt>
                <c:pt idx="599">
                  <c:v>82.269075999999998</c:v>
                </c:pt>
                <c:pt idx="600">
                  <c:v>85.461782999999997</c:v>
                </c:pt>
                <c:pt idx="601">
                  <c:v>89.497069999999994</c:v>
                </c:pt>
                <c:pt idx="602">
                  <c:v>87.914658000000003</c:v>
                </c:pt>
                <c:pt idx="603">
                  <c:v>86.649855000000002</c:v>
                </c:pt>
                <c:pt idx="604">
                  <c:v>85.098607000000001</c:v>
                </c:pt>
                <c:pt idx="605">
                  <c:v>83.547359999999998</c:v>
                </c:pt>
                <c:pt idx="606">
                  <c:v>82.926861000000002</c:v>
                </c:pt>
                <c:pt idx="607">
                  <c:v>81.598867999999996</c:v>
                </c:pt>
                <c:pt idx="608">
                  <c:v>80.066569000000001</c:v>
                </c:pt>
                <c:pt idx="609">
                  <c:v>79.045035999999996</c:v>
                </c:pt>
                <c:pt idx="610">
                  <c:v>79.045035999999996</c:v>
                </c:pt>
                <c:pt idx="611">
                  <c:v>78.160825000000003</c:v>
                </c:pt>
                <c:pt idx="612">
                  <c:v>76.687139999999999</c:v>
                </c:pt>
                <c:pt idx="613">
                  <c:v>75.213454999999996</c:v>
                </c:pt>
                <c:pt idx="614">
                  <c:v>75.115208999999993</c:v>
                </c:pt>
                <c:pt idx="615">
                  <c:v>75.115208999999993</c:v>
                </c:pt>
                <c:pt idx="616">
                  <c:v>73.827237999999994</c:v>
                </c:pt>
                <c:pt idx="617">
                  <c:v>72.456368999999995</c:v>
                </c:pt>
                <c:pt idx="618">
                  <c:v>71.413934999999995</c:v>
                </c:pt>
                <c:pt idx="619">
                  <c:v>71.233384999999998</c:v>
                </c:pt>
                <c:pt idx="620">
                  <c:v>70.709407999999996</c:v>
                </c:pt>
                <c:pt idx="621">
                  <c:v>69.399466000000004</c:v>
                </c:pt>
                <c:pt idx="622">
                  <c:v>68.089523</c:v>
                </c:pt>
                <c:pt idx="623">
                  <c:v>67.303557999999995</c:v>
                </c:pt>
                <c:pt idx="624">
                  <c:v>67.303557999999995</c:v>
                </c:pt>
                <c:pt idx="625">
                  <c:v>67.303557999999995</c:v>
                </c:pt>
                <c:pt idx="626">
                  <c:v>66.139009999999999</c:v>
                </c:pt>
                <c:pt idx="627">
                  <c:v>64.974463</c:v>
                </c:pt>
                <c:pt idx="628">
                  <c:v>63.809916000000001</c:v>
                </c:pt>
                <c:pt idx="629">
                  <c:v>63.421733000000003</c:v>
                </c:pt>
                <c:pt idx="630">
                  <c:v>63.094248</c:v>
                </c:pt>
                <c:pt idx="631">
                  <c:v>61.866177</c:v>
                </c:pt>
                <c:pt idx="632">
                  <c:v>60.638106000000001</c:v>
                </c:pt>
                <c:pt idx="633">
                  <c:v>59.491906</c:v>
                </c:pt>
                <c:pt idx="634">
                  <c:v>59.491906</c:v>
                </c:pt>
                <c:pt idx="635">
                  <c:v>59.491906</c:v>
                </c:pt>
                <c:pt idx="636">
                  <c:v>58.637905000000003</c:v>
                </c:pt>
                <c:pt idx="637">
                  <c:v>57.473357999999998</c:v>
                </c:pt>
                <c:pt idx="638">
                  <c:v>56.308810000000001</c:v>
                </c:pt>
                <c:pt idx="639">
                  <c:v>55.610081999999998</c:v>
                </c:pt>
                <c:pt idx="640">
                  <c:v>55.610081999999998</c:v>
                </c:pt>
                <c:pt idx="641">
                  <c:v>54.476478</c:v>
                </c:pt>
                <c:pt idx="642">
                  <c:v>53.342874000000002</c:v>
                </c:pt>
                <c:pt idx="643">
                  <c:v>52.209269999999997</c:v>
                </c:pt>
                <c:pt idx="644">
                  <c:v>51.680255000000002</c:v>
                </c:pt>
                <c:pt idx="645">
                  <c:v>51.680255000000002</c:v>
                </c:pt>
                <c:pt idx="646">
                  <c:v>51.680255000000002</c:v>
                </c:pt>
                <c:pt idx="647">
                  <c:v>51.680255000000002</c:v>
                </c:pt>
                <c:pt idx="648">
                  <c:v>50.558838999999999</c:v>
                </c:pt>
                <c:pt idx="649">
                  <c:v>49.264896999999998</c:v>
                </c:pt>
                <c:pt idx="650">
                  <c:v>47.970956000000001</c:v>
                </c:pt>
                <c:pt idx="651">
                  <c:v>47.798430000000003</c:v>
                </c:pt>
                <c:pt idx="652">
                  <c:v>47.798430000000003</c:v>
                </c:pt>
                <c:pt idx="653">
                  <c:v>44.655118000000002</c:v>
                </c:pt>
                <c:pt idx="654">
                  <c:v>44.655118000000002</c:v>
                </c:pt>
                <c:pt idx="655">
                  <c:v>44.315173999999999</c:v>
                </c:pt>
                <c:pt idx="656">
                  <c:v>43.868603</c:v>
                </c:pt>
                <c:pt idx="657">
                  <c:v>42.336303999999998</c:v>
                </c:pt>
                <c:pt idx="658">
                  <c:v>40.804004999999997</c:v>
                </c:pt>
                <c:pt idx="659">
                  <c:v>39.986778999999999</c:v>
                </c:pt>
                <c:pt idx="660">
                  <c:v>38.863970999999999</c:v>
                </c:pt>
                <c:pt idx="661">
                  <c:v>37.460461000000002</c:v>
                </c:pt>
                <c:pt idx="662">
                  <c:v>36.056952000000003</c:v>
                </c:pt>
                <c:pt idx="663">
                  <c:v>35.546185000000001</c:v>
                </c:pt>
                <c:pt idx="664">
                  <c:v>34.013885999999999</c:v>
                </c:pt>
                <c:pt idx="665">
                  <c:v>32.481586999999998</c:v>
                </c:pt>
                <c:pt idx="666">
                  <c:v>32.175127000000003</c:v>
                </c:pt>
                <c:pt idx="667">
                  <c:v>32.175127000000003</c:v>
                </c:pt>
                <c:pt idx="668">
                  <c:v>29.031815000000002</c:v>
                </c:pt>
                <c:pt idx="669">
                  <c:v>33.570031999999998</c:v>
                </c:pt>
                <c:pt idx="670">
                  <c:v>39.154663999999997</c:v>
                </c:pt>
                <c:pt idx="671">
                  <c:v>39.154663999999997</c:v>
                </c:pt>
                <c:pt idx="672">
                  <c:v>39.154663999999997</c:v>
                </c:pt>
                <c:pt idx="673">
                  <c:v>40.079618000000004</c:v>
                </c:pt>
                <c:pt idx="674">
                  <c:v>40.079618000000004</c:v>
                </c:pt>
                <c:pt idx="675">
                  <c:v>40.079618000000004</c:v>
                </c:pt>
                <c:pt idx="676">
                  <c:v>40.079618000000004</c:v>
                </c:pt>
                <c:pt idx="677">
                  <c:v>40.079618000000004</c:v>
                </c:pt>
                <c:pt idx="678">
                  <c:v>40.079618000000004</c:v>
                </c:pt>
                <c:pt idx="679">
                  <c:v>40.079618000000004</c:v>
                </c:pt>
                <c:pt idx="680">
                  <c:v>40.079618000000004</c:v>
                </c:pt>
                <c:pt idx="681">
                  <c:v>40.079618000000004</c:v>
                </c:pt>
                <c:pt idx="682">
                  <c:v>40.079618000000004</c:v>
                </c:pt>
                <c:pt idx="683">
                  <c:v>40.079618000000004</c:v>
                </c:pt>
                <c:pt idx="684">
                  <c:v>40.079618000000004</c:v>
                </c:pt>
                <c:pt idx="685">
                  <c:v>44.617834000000002</c:v>
                </c:pt>
                <c:pt idx="686">
                  <c:v>51.425159000000001</c:v>
                </c:pt>
                <c:pt idx="687">
                  <c:v>58.232483999999999</c:v>
                </c:pt>
                <c:pt idx="688">
                  <c:v>58.232492000000001</c:v>
                </c:pt>
                <c:pt idx="689">
                  <c:v>58.232498999999997</c:v>
                </c:pt>
                <c:pt idx="690">
                  <c:v>64.116242</c:v>
                </c:pt>
                <c:pt idx="691">
                  <c:v>68.654481000000004</c:v>
                </c:pt>
                <c:pt idx="692">
                  <c:v>73.192643000000004</c:v>
                </c:pt>
                <c:pt idx="693">
                  <c:v>79.999967999999996</c:v>
                </c:pt>
                <c:pt idx="694">
                  <c:v>85.461782999999997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24-41A9-A7DC-D306E321D4FC}"/>
            </c:ext>
          </c:extLst>
        </c:ser>
        <c:ser>
          <c:idx val="1"/>
          <c:order val="1"/>
          <c:tx>
            <c:v>中央値</c:v>
          </c:tx>
          <c:spPr>
            <a:ln w="14288">
              <a:solidFill>
                <a:srgbClr val="159A8C"/>
              </a:solidFill>
            </a:ln>
          </c:spPr>
          <c:marker>
            <c:symbol val="none"/>
          </c:marker>
          <c:xVal>
            <c:numRef>
              <c:f>'Chart Data'!$C$2:$C$697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Data'!$D$2:$D$697</c:f>
              <c:numCache>
                <c:formatCode>0</c:formatCode>
                <c:ptCount val="696"/>
                <c:pt idx="0">
                  <c:v>59.166550000000001</c:v>
                </c:pt>
                <c:pt idx="1">
                  <c:v>59.166550000000001</c:v>
                </c:pt>
                <c:pt idx="2">
                  <c:v>59.166550000000001</c:v>
                </c:pt>
                <c:pt idx="3">
                  <c:v>59.166550000000001</c:v>
                </c:pt>
                <c:pt idx="4">
                  <c:v>59.166550000000001</c:v>
                </c:pt>
                <c:pt idx="5">
                  <c:v>59.166550000000001</c:v>
                </c:pt>
                <c:pt idx="6">
                  <c:v>62.176521000000001</c:v>
                </c:pt>
                <c:pt idx="7">
                  <c:v>64.794212000000002</c:v>
                </c:pt>
                <c:pt idx="8">
                  <c:v>67.882034000000004</c:v>
                </c:pt>
                <c:pt idx="9">
                  <c:v>69.357533000000004</c:v>
                </c:pt>
                <c:pt idx="10">
                  <c:v>69.850978999999995</c:v>
                </c:pt>
                <c:pt idx="11">
                  <c:v>71.033454000000006</c:v>
                </c:pt>
                <c:pt idx="12">
                  <c:v>73.721440999999999</c:v>
                </c:pt>
                <c:pt idx="13">
                  <c:v>74.055141000000006</c:v>
                </c:pt>
                <c:pt idx="14">
                  <c:v>77.873986000000002</c:v>
                </c:pt>
                <c:pt idx="15">
                  <c:v>78.805633999999998</c:v>
                </c:pt>
                <c:pt idx="16">
                  <c:v>79.999964000000006</c:v>
                </c:pt>
                <c:pt idx="17">
                  <c:v>79.999983999999998</c:v>
                </c:pt>
                <c:pt idx="18">
                  <c:v>80.470241000000001</c:v>
                </c:pt>
                <c:pt idx="19">
                  <c:v>82.504570999999999</c:v>
                </c:pt>
                <c:pt idx="20">
                  <c:v>82.925518999999994</c:v>
                </c:pt>
                <c:pt idx="21">
                  <c:v>84.286371000000003</c:v>
                </c:pt>
                <c:pt idx="22">
                  <c:v>85.281188</c:v>
                </c:pt>
                <c:pt idx="23">
                  <c:v>86.109781999999996</c:v>
                </c:pt>
                <c:pt idx="24">
                  <c:v>88.007019</c:v>
                </c:pt>
                <c:pt idx="25">
                  <c:v>88.330574999999996</c:v>
                </c:pt>
                <c:pt idx="26">
                  <c:v>87.979099000000005</c:v>
                </c:pt>
                <c:pt idx="27">
                  <c:v>87.147705999999999</c:v>
                </c:pt>
                <c:pt idx="28">
                  <c:v>85.825410000000005</c:v>
                </c:pt>
                <c:pt idx="29">
                  <c:v>84.130398</c:v>
                </c:pt>
                <c:pt idx="30">
                  <c:v>83.136297999999996</c:v>
                </c:pt>
                <c:pt idx="31">
                  <c:v>82.910899000000001</c:v>
                </c:pt>
                <c:pt idx="32">
                  <c:v>82.027867000000001</c:v>
                </c:pt>
                <c:pt idx="33">
                  <c:v>81.063010000000006</c:v>
                </c:pt>
                <c:pt idx="34">
                  <c:v>80.011016999999995</c:v>
                </c:pt>
                <c:pt idx="35">
                  <c:v>79.462857999999997</c:v>
                </c:pt>
                <c:pt idx="36">
                  <c:v>79.220190000000002</c:v>
                </c:pt>
                <c:pt idx="37">
                  <c:v>78.661612000000005</c:v>
                </c:pt>
                <c:pt idx="38">
                  <c:v>77.202633000000006</c:v>
                </c:pt>
                <c:pt idx="39">
                  <c:v>76.290705000000003</c:v>
                </c:pt>
                <c:pt idx="40">
                  <c:v>76.224120999999997</c:v>
                </c:pt>
                <c:pt idx="41">
                  <c:v>75.441428000000002</c:v>
                </c:pt>
                <c:pt idx="42">
                  <c:v>74.820846000000003</c:v>
                </c:pt>
                <c:pt idx="43">
                  <c:v>74.454086000000004</c:v>
                </c:pt>
                <c:pt idx="44">
                  <c:v>73.641593999999998</c:v>
                </c:pt>
                <c:pt idx="45">
                  <c:v>72.538735000000003</c:v>
                </c:pt>
                <c:pt idx="46">
                  <c:v>72.160072</c:v>
                </c:pt>
                <c:pt idx="47">
                  <c:v>71.233384999999998</c:v>
                </c:pt>
                <c:pt idx="48">
                  <c:v>71.156014999999996</c:v>
                </c:pt>
                <c:pt idx="49">
                  <c:v>70.203363999999993</c:v>
                </c:pt>
                <c:pt idx="50">
                  <c:v>69.662996000000007</c:v>
                </c:pt>
                <c:pt idx="51">
                  <c:v>69.703226000000001</c:v>
                </c:pt>
                <c:pt idx="52">
                  <c:v>69.662996000000007</c:v>
                </c:pt>
                <c:pt idx="53">
                  <c:v>68.988608999999997</c:v>
                </c:pt>
                <c:pt idx="54">
                  <c:v>68.122426000000004</c:v>
                </c:pt>
                <c:pt idx="55">
                  <c:v>67.675816999999995</c:v>
                </c:pt>
                <c:pt idx="56">
                  <c:v>67.073150999999996</c:v>
                </c:pt>
                <c:pt idx="57">
                  <c:v>67.241507999999996</c:v>
                </c:pt>
                <c:pt idx="58">
                  <c:v>66.615442999999999</c:v>
                </c:pt>
                <c:pt idx="59">
                  <c:v>65.989378000000002</c:v>
                </c:pt>
                <c:pt idx="60">
                  <c:v>65.424916999999994</c:v>
                </c:pt>
                <c:pt idx="61">
                  <c:v>65.039569999999998</c:v>
                </c:pt>
                <c:pt idx="62">
                  <c:v>64.675197999999995</c:v>
                </c:pt>
                <c:pt idx="63">
                  <c:v>64.566241000000005</c:v>
                </c:pt>
                <c:pt idx="64">
                  <c:v>64.048466000000005</c:v>
                </c:pt>
                <c:pt idx="65">
                  <c:v>63.522150000000003</c:v>
                </c:pt>
                <c:pt idx="66">
                  <c:v>63.399222999999999</c:v>
                </c:pt>
                <c:pt idx="67">
                  <c:v>62.852029000000002</c:v>
                </c:pt>
                <c:pt idx="68">
                  <c:v>62.304836000000002</c:v>
                </c:pt>
                <c:pt idx="69">
                  <c:v>61.850642999999998</c:v>
                </c:pt>
                <c:pt idx="70">
                  <c:v>61.611724000000002</c:v>
                </c:pt>
                <c:pt idx="71">
                  <c:v>60.819547999999998</c:v>
                </c:pt>
                <c:pt idx="72">
                  <c:v>59.647342000000002</c:v>
                </c:pt>
                <c:pt idx="73">
                  <c:v>58.826796999999999</c:v>
                </c:pt>
                <c:pt idx="74">
                  <c:v>57.959232999999998</c:v>
                </c:pt>
                <c:pt idx="75">
                  <c:v>57.055782000000001</c:v>
                </c:pt>
                <c:pt idx="76">
                  <c:v>58.454988</c:v>
                </c:pt>
                <c:pt idx="77">
                  <c:v>59.527675000000002</c:v>
                </c:pt>
                <c:pt idx="78">
                  <c:v>58.227938999999999</c:v>
                </c:pt>
                <c:pt idx="79">
                  <c:v>57.503022000000001</c:v>
                </c:pt>
                <c:pt idx="80">
                  <c:v>56.661797</c:v>
                </c:pt>
                <c:pt idx="81">
                  <c:v>56.130237999999999</c:v>
                </c:pt>
                <c:pt idx="82">
                  <c:v>54.678736000000001</c:v>
                </c:pt>
                <c:pt idx="83">
                  <c:v>53.227232999999998</c:v>
                </c:pt>
                <c:pt idx="84">
                  <c:v>52.702531</c:v>
                </c:pt>
                <c:pt idx="85">
                  <c:v>52.821123999999998</c:v>
                </c:pt>
                <c:pt idx="86">
                  <c:v>51.723995000000002</c:v>
                </c:pt>
                <c:pt idx="87">
                  <c:v>51.723995000000002</c:v>
                </c:pt>
                <c:pt idx="88">
                  <c:v>51.723995000000002</c:v>
                </c:pt>
                <c:pt idx="89">
                  <c:v>49.581474</c:v>
                </c:pt>
                <c:pt idx="90">
                  <c:v>49.326054999999997</c:v>
                </c:pt>
                <c:pt idx="91">
                  <c:v>49.326054999999997</c:v>
                </c:pt>
                <c:pt idx="92">
                  <c:v>51.595163999999997</c:v>
                </c:pt>
                <c:pt idx="93">
                  <c:v>56.133380000000002</c:v>
                </c:pt>
                <c:pt idx="94">
                  <c:v>59.537042999999997</c:v>
                </c:pt>
                <c:pt idx="95">
                  <c:v>64.075259000000003</c:v>
                </c:pt>
                <c:pt idx="96">
                  <c:v>65.712532999999993</c:v>
                </c:pt>
                <c:pt idx="97">
                  <c:v>66.084624000000005</c:v>
                </c:pt>
                <c:pt idx="98">
                  <c:v>70.622840999999994</c:v>
                </c:pt>
                <c:pt idx="99">
                  <c:v>73.862662</c:v>
                </c:pt>
                <c:pt idx="100">
                  <c:v>76.353502000000006</c:v>
                </c:pt>
                <c:pt idx="101">
                  <c:v>77.673944000000006</c:v>
                </c:pt>
                <c:pt idx="102">
                  <c:v>79.999956999999995</c:v>
                </c:pt>
                <c:pt idx="103">
                  <c:v>81.596317999999997</c:v>
                </c:pt>
                <c:pt idx="104">
                  <c:v>81.596333999999999</c:v>
                </c:pt>
                <c:pt idx="105">
                  <c:v>81.968408999999994</c:v>
                </c:pt>
                <c:pt idx="106">
                  <c:v>84.237517999999994</c:v>
                </c:pt>
                <c:pt idx="107">
                  <c:v>84.699276999999995</c:v>
                </c:pt>
                <c:pt idx="108">
                  <c:v>84.699276999999995</c:v>
                </c:pt>
                <c:pt idx="109">
                  <c:v>84.999977000000001</c:v>
                </c:pt>
                <c:pt idx="110">
                  <c:v>85.461759999999998</c:v>
                </c:pt>
                <c:pt idx="111">
                  <c:v>87.178503000000006</c:v>
                </c:pt>
                <c:pt idx="112">
                  <c:v>87.730884000000003</c:v>
                </c:pt>
                <c:pt idx="113">
                  <c:v>87.853863000000004</c:v>
                </c:pt>
                <c:pt idx="114">
                  <c:v>89.999956999999995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88.405067000000003</c:v>
                </c:pt>
                <c:pt idx="124">
                  <c:v>87.188522000000006</c:v>
                </c:pt>
                <c:pt idx="125">
                  <c:v>86.591341</c:v>
                </c:pt>
                <c:pt idx="126">
                  <c:v>85.295745999999994</c:v>
                </c:pt>
                <c:pt idx="127">
                  <c:v>84.116542999999993</c:v>
                </c:pt>
                <c:pt idx="128">
                  <c:v>83.432322999999997</c:v>
                </c:pt>
                <c:pt idx="129">
                  <c:v>82.655270000000002</c:v>
                </c:pt>
                <c:pt idx="130">
                  <c:v>81.862393999999995</c:v>
                </c:pt>
                <c:pt idx="131">
                  <c:v>81.367030999999997</c:v>
                </c:pt>
                <c:pt idx="132">
                  <c:v>80.416372999999993</c:v>
                </c:pt>
                <c:pt idx="133">
                  <c:v>79.913909000000004</c:v>
                </c:pt>
                <c:pt idx="134">
                  <c:v>79.340110999999993</c:v>
                </c:pt>
                <c:pt idx="135">
                  <c:v>78.713238000000004</c:v>
                </c:pt>
                <c:pt idx="136">
                  <c:v>78.131120999999993</c:v>
                </c:pt>
                <c:pt idx="137">
                  <c:v>77.567845000000005</c:v>
                </c:pt>
                <c:pt idx="138">
                  <c:v>77.056826000000001</c:v>
                </c:pt>
                <c:pt idx="139">
                  <c:v>76.692823000000004</c:v>
                </c:pt>
                <c:pt idx="140">
                  <c:v>75.906463000000002</c:v>
                </c:pt>
                <c:pt idx="141">
                  <c:v>75.160673000000003</c:v>
                </c:pt>
                <c:pt idx="142">
                  <c:v>74.691789999999997</c:v>
                </c:pt>
                <c:pt idx="143">
                  <c:v>74.105687000000003</c:v>
                </c:pt>
                <c:pt idx="144">
                  <c:v>73.519583999999995</c:v>
                </c:pt>
                <c:pt idx="145">
                  <c:v>73.324216000000007</c:v>
                </c:pt>
                <c:pt idx="146">
                  <c:v>73.324216000000007</c:v>
                </c:pt>
                <c:pt idx="147">
                  <c:v>73.324216000000007</c:v>
                </c:pt>
                <c:pt idx="148">
                  <c:v>73.324216000000007</c:v>
                </c:pt>
                <c:pt idx="149">
                  <c:v>73.324216000000007</c:v>
                </c:pt>
                <c:pt idx="150">
                  <c:v>72.624949999999998</c:v>
                </c:pt>
                <c:pt idx="151">
                  <c:v>71.539681999999999</c:v>
                </c:pt>
                <c:pt idx="152">
                  <c:v>70.958288999999994</c:v>
                </c:pt>
                <c:pt idx="153">
                  <c:v>70.288392999999999</c:v>
                </c:pt>
                <c:pt idx="154">
                  <c:v>69.476958999999994</c:v>
                </c:pt>
                <c:pt idx="155">
                  <c:v>68.294786999999999</c:v>
                </c:pt>
                <c:pt idx="156">
                  <c:v>67.544881000000004</c:v>
                </c:pt>
                <c:pt idx="157">
                  <c:v>66.407380000000003</c:v>
                </c:pt>
                <c:pt idx="158">
                  <c:v>65.812512999999996</c:v>
                </c:pt>
                <c:pt idx="159">
                  <c:v>65.308638999999999</c:v>
                </c:pt>
                <c:pt idx="160">
                  <c:v>65.308638999999999</c:v>
                </c:pt>
                <c:pt idx="161">
                  <c:v>64.956976999999995</c:v>
                </c:pt>
                <c:pt idx="162">
                  <c:v>64.370874000000001</c:v>
                </c:pt>
                <c:pt idx="163">
                  <c:v>63.784770000000002</c:v>
                </c:pt>
                <c:pt idx="164">
                  <c:v>63.472181999999997</c:v>
                </c:pt>
                <c:pt idx="165">
                  <c:v>63.142325</c:v>
                </c:pt>
                <c:pt idx="166">
                  <c:v>62.009028000000001</c:v>
                </c:pt>
                <c:pt idx="167">
                  <c:v>61.308135</c:v>
                </c:pt>
                <c:pt idx="168">
                  <c:v>60.323186</c:v>
                </c:pt>
                <c:pt idx="169">
                  <c:v>59.775993</c:v>
                </c:pt>
                <c:pt idx="170">
                  <c:v>58.691299999999998</c:v>
                </c:pt>
                <c:pt idx="171">
                  <c:v>58.412961000000003</c:v>
                </c:pt>
                <c:pt idx="172">
                  <c:v>58.183404000000003</c:v>
                </c:pt>
                <c:pt idx="173">
                  <c:v>57.494731999999999</c:v>
                </c:pt>
                <c:pt idx="174">
                  <c:v>56.806061</c:v>
                </c:pt>
                <c:pt idx="175">
                  <c:v>56.393627000000002</c:v>
                </c:pt>
                <c:pt idx="176">
                  <c:v>55.177827999999998</c:v>
                </c:pt>
                <c:pt idx="177">
                  <c:v>54.150962999999997</c:v>
                </c:pt>
                <c:pt idx="178">
                  <c:v>53.179884999999999</c:v>
                </c:pt>
                <c:pt idx="179">
                  <c:v>52.413736</c:v>
                </c:pt>
                <c:pt idx="180">
                  <c:v>51.385235000000002</c:v>
                </c:pt>
                <c:pt idx="181">
                  <c:v>50.391703</c:v>
                </c:pt>
                <c:pt idx="182">
                  <c:v>50.458886</c:v>
                </c:pt>
                <c:pt idx="183">
                  <c:v>49.47634</c:v>
                </c:pt>
                <c:pt idx="184">
                  <c:v>52.617652</c:v>
                </c:pt>
                <c:pt idx="185">
                  <c:v>53.566229</c:v>
                </c:pt>
                <c:pt idx="186">
                  <c:v>54.838859999999997</c:v>
                </c:pt>
                <c:pt idx="187">
                  <c:v>58.242522999999998</c:v>
                </c:pt>
                <c:pt idx="188">
                  <c:v>61.646185000000003</c:v>
                </c:pt>
                <c:pt idx="189">
                  <c:v>65.962988999999993</c:v>
                </c:pt>
                <c:pt idx="190">
                  <c:v>72.770313999999999</c:v>
                </c:pt>
                <c:pt idx="191">
                  <c:v>77.253241000000003</c:v>
                </c:pt>
                <c:pt idx="192">
                  <c:v>80.656903999999997</c:v>
                </c:pt>
                <c:pt idx="193">
                  <c:v>84.045925999999994</c:v>
                </c:pt>
                <c:pt idx="194">
                  <c:v>84.295422000000002</c:v>
                </c:pt>
                <c:pt idx="195">
                  <c:v>84.295426000000006</c:v>
                </c:pt>
                <c:pt idx="196">
                  <c:v>84.302137000000002</c:v>
                </c:pt>
                <c:pt idx="197">
                  <c:v>86.571241999999998</c:v>
                </c:pt>
                <c:pt idx="198">
                  <c:v>86.571241999999998</c:v>
                </c:pt>
                <c:pt idx="199">
                  <c:v>87.154403000000002</c:v>
                </c:pt>
                <c:pt idx="200">
                  <c:v>87.154403000000002</c:v>
                </c:pt>
                <c:pt idx="201">
                  <c:v>87.154403000000002</c:v>
                </c:pt>
                <c:pt idx="202">
                  <c:v>87.154403000000002</c:v>
                </c:pt>
                <c:pt idx="203">
                  <c:v>87.154403000000002</c:v>
                </c:pt>
                <c:pt idx="204">
                  <c:v>87.154403000000002</c:v>
                </c:pt>
                <c:pt idx="205">
                  <c:v>87.154403000000002</c:v>
                </c:pt>
                <c:pt idx="206">
                  <c:v>87.730872000000005</c:v>
                </c:pt>
                <c:pt idx="207">
                  <c:v>87.730872000000005</c:v>
                </c:pt>
                <c:pt idx="208">
                  <c:v>87.730872000000005</c:v>
                </c:pt>
                <c:pt idx="209">
                  <c:v>87.730872000000005</c:v>
                </c:pt>
                <c:pt idx="210">
                  <c:v>87.730891999999997</c:v>
                </c:pt>
                <c:pt idx="211">
                  <c:v>88.865430000000003</c:v>
                </c:pt>
                <c:pt idx="212">
                  <c:v>89.999983999999998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88.019114000000002</c:v>
                </c:pt>
                <c:pt idx="220">
                  <c:v>87.188522000000006</c:v>
                </c:pt>
                <c:pt idx="221">
                  <c:v>86.382688999999999</c:v>
                </c:pt>
                <c:pt idx="222">
                  <c:v>85.295745999999994</c:v>
                </c:pt>
                <c:pt idx="223">
                  <c:v>84.081136999999998</c:v>
                </c:pt>
                <c:pt idx="224">
                  <c:v>82.923288999999997</c:v>
                </c:pt>
                <c:pt idx="225">
                  <c:v>81.875107999999997</c:v>
                </c:pt>
                <c:pt idx="226">
                  <c:v>81.774096999999998</c:v>
                </c:pt>
                <c:pt idx="227">
                  <c:v>81.171577999999997</c:v>
                </c:pt>
                <c:pt idx="228">
                  <c:v>80.042518000000001</c:v>
                </c:pt>
                <c:pt idx="229">
                  <c:v>79.682540000000003</c:v>
                </c:pt>
                <c:pt idx="230">
                  <c:v>79.057833000000002</c:v>
                </c:pt>
                <c:pt idx="231">
                  <c:v>78.015738999999996</c:v>
                </c:pt>
                <c:pt idx="232">
                  <c:v>76.973643999999993</c:v>
                </c:pt>
                <c:pt idx="233">
                  <c:v>76.639004</c:v>
                </c:pt>
                <c:pt idx="234">
                  <c:v>76.513583999999994</c:v>
                </c:pt>
                <c:pt idx="235">
                  <c:v>75.722014999999999</c:v>
                </c:pt>
                <c:pt idx="236">
                  <c:v>74.533069999999995</c:v>
                </c:pt>
                <c:pt idx="237">
                  <c:v>73.344125000000005</c:v>
                </c:pt>
                <c:pt idx="238">
                  <c:v>72.702468999999994</c:v>
                </c:pt>
                <c:pt idx="239">
                  <c:v>72.428954000000004</c:v>
                </c:pt>
                <c:pt idx="240">
                  <c:v>72.069028000000003</c:v>
                </c:pt>
                <c:pt idx="241">
                  <c:v>72.069028000000003</c:v>
                </c:pt>
                <c:pt idx="242">
                  <c:v>72.069028000000003</c:v>
                </c:pt>
                <c:pt idx="243">
                  <c:v>71.681432999999998</c:v>
                </c:pt>
                <c:pt idx="244">
                  <c:v>71.137985999999998</c:v>
                </c:pt>
                <c:pt idx="245">
                  <c:v>70.551883000000004</c:v>
                </c:pt>
                <c:pt idx="246">
                  <c:v>70.161147</c:v>
                </c:pt>
                <c:pt idx="247">
                  <c:v>70.161147</c:v>
                </c:pt>
                <c:pt idx="248">
                  <c:v>69.897023000000004</c:v>
                </c:pt>
                <c:pt idx="249">
                  <c:v>69.038590999999997</c:v>
                </c:pt>
                <c:pt idx="250">
                  <c:v>68.193451999999994</c:v>
                </c:pt>
                <c:pt idx="251">
                  <c:v>67.658884</c:v>
                </c:pt>
                <c:pt idx="252">
                  <c:v>67.12097</c:v>
                </c:pt>
                <c:pt idx="253">
                  <c:v>66.620118000000005</c:v>
                </c:pt>
                <c:pt idx="254">
                  <c:v>65.994054000000006</c:v>
                </c:pt>
                <c:pt idx="255">
                  <c:v>65.989378000000002</c:v>
                </c:pt>
                <c:pt idx="256">
                  <c:v>65.386994999999999</c:v>
                </c:pt>
                <c:pt idx="257">
                  <c:v>64.257527999999994</c:v>
                </c:pt>
                <c:pt idx="258">
                  <c:v>63.128061000000002</c:v>
                </c:pt>
                <c:pt idx="259">
                  <c:v>62.188008000000004</c:v>
                </c:pt>
                <c:pt idx="260">
                  <c:v>62.047657000000001</c:v>
                </c:pt>
                <c:pt idx="261">
                  <c:v>61.052458000000001</c:v>
                </c:pt>
                <c:pt idx="262">
                  <c:v>60.263837000000002</c:v>
                </c:pt>
                <c:pt idx="263">
                  <c:v>59.737520000000004</c:v>
                </c:pt>
                <c:pt idx="264">
                  <c:v>59.491906</c:v>
                </c:pt>
                <c:pt idx="265">
                  <c:v>59.130806</c:v>
                </c:pt>
                <c:pt idx="266">
                  <c:v>58.453744</c:v>
                </c:pt>
                <c:pt idx="267">
                  <c:v>57.776682000000001</c:v>
                </c:pt>
                <c:pt idx="268">
                  <c:v>57.550994000000003</c:v>
                </c:pt>
                <c:pt idx="269">
                  <c:v>56.984192</c:v>
                </c:pt>
                <c:pt idx="270">
                  <c:v>55.980685000000001</c:v>
                </c:pt>
                <c:pt idx="271">
                  <c:v>54.686041000000003</c:v>
                </c:pt>
                <c:pt idx="272">
                  <c:v>53.693691000000001</c:v>
                </c:pt>
                <c:pt idx="273">
                  <c:v>53.522360999999997</c:v>
                </c:pt>
                <c:pt idx="274">
                  <c:v>52.908326000000002</c:v>
                </c:pt>
                <c:pt idx="275">
                  <c:v>52.141060000000003</c:v>
                </c:pt>
                <c:pt idx="276">
                  <c:v>50.760874999999999</c:v>
                </c:pt>
                <c:pt idx="277">
                  <c:v>49.994726</c:v>
                </c:pt>
                <c:pt idx="278">
                  <c:v>49.739342999999998</c:v>
                </c:pt>
                <c:pt idx="279">
                  <c:v>48.868662</c:v>
                </c:pt>
                <c:pt idx="280">
                  <c:v>47.949125000000002</c:v>
                </c:pt>
                <c:pt idx="281">
                  <c:v>47.679895999999999</c:v>
                </c:pt>
                <c:pt idx="282">
                  <c:v>51.228886000000003</c:v>
                </c:pt>
                <c:pt idx="283">
                  <c:v>58.036211000000002</c:v>
                </c:pt>
                <c:pt idx="284">
                  <c:v>64.030803000000006</c:v>
                </c:pt>
                <c:pt idx="285">
                  <c:v>68.116971000000007</c:v>
                </c:pt>
                <c:pt idx="286">
                  <c:v>70.838127999999998</c:v>
                </c:pt>
                <c:pt idx="287">
                  <c:v>70.838127999999998</c:v>
                </c:pt>
                <c:pt idx="288">
                  <c:v>71.412377000000006</c:v>
                </c:pt>
                <c:pt idx="289">
                  <c:v>73.303299999999993</c:v>
                </c:pt>
                <c:pt idx="290">
                  <c:v>73.765091999999996</c:v>
                </c:pt>
                <c:pt idx="291">
                  <c:v>73.765091999999996</c:v>
                </c:pt>
                <c:pt idx="292">
                  <c:v>73.765091999999996</c:v>
                </c:pt>
                <c:pt idx="293">
                  <c:v>74.788982000000004</c:v>
                </c:pt>
                <c:pt idx="294">
                  <c:v>74.788982000000004</c:v>
                </c:pt>
                <c:pt idx="295">
                  <c:v>75.021955000000005</c:v>
                </c:pt>
                <c:pt idx="296">
                  <c:v>76.400233999999998</c:v>
                </c:pt>
                <c:pt idx="297">
                  <c:v>77.730856000000003</c:v>
                </c:pt>
                <c:pt idx="298">
                  <c:v>79.832778000000005</c:v>
                </c:pt>
                <c:pt idx="299">
                  <c:v>80.294561999999999</c:v>
                </c:pt>
                <c:pt idx="300">
                  <c:v>82.730875999999995</c:v>
                </c:pt>
                <c:pt idx="301">
                  <c:v>83.865409999999997</c:v>
                </c:pt>
                <c:pt idx="302">
                  <c:v>84.370998999999998</c:v>
                </c:pt>
                <c:pt idx="303">
                  <c:v>85.012332999999998</c:v>
                </c:pt>
                <c:pt idx="304">
                  <c:v>85.012332999999998</c:v>
                </c:pt>
                <c:pt idx="305">
                  <c:v>86.841652999999994</c:v>
                </c:pt>
                <c:pt idx="306">
                  <c:v>87.796976999999998</c:v>
                </c:pt>
                <c:pt idx="307">
                  <c:v>87.796976999999998</c:v>
                </c:pt>
                <c:pt idx="308">
                  <c:v>87.796976999999998</c:v>
                </c:pt>
                <c:pt idx="309">
                  <c:v>89.538184999999999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88.233379999999997</c:v>
                </c:pt>
                <c:pt idx="316">
                  <c:v>87.188522000000006</c:v>
                </c:pt>
                <c:pt idx="317">
                  <c:v>86.803771999999995</c:v>
                </c:pt>
                <c:pt idx="318">
                  <c:v>85.333181999999994</c:v>
                </c:pt>
                <c:pt idx="319">
                  <c:v>83.908523000000002</c:v>
                </c:pt>
                <c:pt idx="320">
                  <c:v>83.277428999999998</c:v>
                </c:pt>
                <c:pt idx="321">
                  <c:v>82.574873999999994</c:v>
                </c:pt>
                <c:pt idx="322">
                  <c:v>81.793847</c:v>
                </c:pt>
                <c:pt idx="323">
                  <c:v>81.367030999999997</c:v>
                </c:pt>
                <c:pt idx="324">
                  <c:v>80.350578999999996</c:v>
                </c:pt>
                <c:pt idx="325">
                  <c:v>79.682540000000003</c:v>
                </c:pt>
                <c:pt idx="326">
                  <c:v>79.016622999999996</c:v>
                </c:pt>
                <c:pt idx="327">
                  <c:v>78.529188000000005</c:v>
                </c:pt>
                <c:pt idx="328">
                  <c:v>78.005595999999997</c:v>
                </c:pt>
                <c:pt idx="329">
                  <c:v>77.531835999999998</c:v>
                </c:pt>
                <c:pt idx="330">
                  <c:v>76.888853999999995</c:v>
                </c:pt>
                <c:pt idx="331">
                  <c:v>76.363073</c:v>
                </c:pt>
                <c:pt idx="332">
                  <c:v>75.906463000000002</c:v>
                </c:pt>
                <c:pt idx="333">
                  <c:v>75.325886999999994</c:v>
                </c:pt>
                <c:pt idx="334">
                  <c:v>75.132980000000003</c:v>
                </c:pt>
                <c:pt idx="335">
                  <c:v>74.939949999999996</c:v>
                </c:pt>
                <c:pt idx="336">
                  <c:v>73.747175999999996</c:v>
                </c:pt>
                <c:pt idx="337">
                  <c:v>72.945137000000003</c:v>
                </c:pt>
                <c:pt idx="338">
                  <c:v>72.702468999999994</c:v>
                </c:pt>
                <c:pt idx="339">
                  <c:v>72.041358000000002</c:v>
                </c:pt>
                <c:pt idx="340">
                  <c:v>71.425028999999995</c:v>
                </c:pt>
                <c:pt idx="341">
                  <c:v>70.838926000000001</c:v>
                </c:pt>
                <c:pt idx="342">
                  <c:v>70.448189999999997</c:v>
                </c:pt>
                <c:pt idx="343">
                  <c:v>70.272926999999996</c:v>
                </c:pt>
                <c:pt idx="344">
                  <c:v>70.272926999999996</c:v>
                </c:pt>
                <c:pt idx="345">
                  <c:v>70.272926999999996</c:v>
                </c:pt>
                <c:pt idx="346">
                  <c:v>70.272926999999996</c:v>
                </c:pt>
                <c:pt idx="347">
                  <c:v>70.272926999999996</c:v>
                </c:pt>
                <c:pt idx="348">
                  <c:v>70.272926999999996</c:v>
                </c:pt>
                <c:pt idx="349">
                  <c:v>70.272926999999996</c:v>
                </c:pt>
                <c:pt idx="350">
                  <c:v>70.272926999999996</c:v>
                </c:pt>
                <c:pt idx="351">
                  <c:v>69.803915000000003</c:v>
                </c:pt>
                <c:pt idx="352">
                  <c:v>69.277598999999995</c:v>
                </c:pt>
                <c:pt idx="353">
                  <c:v>69.037611999999996</c:v>
                </c:pt>
                <c:pt idx="354">
                  <c:v>67.929022000000003</c:v>
                </c:pt>
                <c:pt idx="355">
                  <c:v>66.995870999999994</c:v>
                </c:pt>
                <c:pt idx="356">
                  <c:v>66.141869999999997</c:v>
                </c:pt>
                <c:pt idx="357">
                  <c:v>65.443140999999997</c:v>
                </c:pt>
                <c:pt idx="358">
                  <c:v>64.334552000000002</c:v>
                </c:pt>
                <c:pt idx="359">
                  <c:v>63.303598000000001</c:v>
                </c:pt>
                <c:pt idx="360">
                  <c:v>62.531668000000003</c:v>
                </c:pt>
                <c:pt idx="361">
                  <c:v>61.619387000000003</c:v>
                </c:pt>
                <c:pt idx="362">
                  <c:v>61.093071000000002</c:v>
                </c:pt>
                <c:pt idx="363">
                  <c:v>60.566755000000001</c:v>
                </c:pt>
                <c:pt idx="364">
                  <c:v>60.426403999999998</c:v>
                </c:pt>
                <c:pt idx="365">
                  <c:v>59.825645000000002</c:v>
                </c:pt>
                <c:pt idx="366">
                  <c:v>58.695757</c:v>
                </c:pt>
                <c:pt idx="367">
                  <c:v>57.320943999999997</c:v>
                </c:pt>
                <c:pt idx="368">
                  <c:v>56.352499999999999</c:v>
                </c:pt>
                <c:pt idx="369">
                  <c:v>55.579666000000003</c:v>
                </c:pt>
                <c:pt idx="370">
                  <c:v>54.364127000000003</c:v>
                </c:pt>
                <c:pt idx="371">
                  <c:v>53.228786999999997</c:v>
                </c:pt>
                <c:pt idx="372">
                  <c:v>52.614752000000003</c:v>
                </c:pt>
                <c:pt idx="373">
                  <c:v>51.689495999999998</c:v>
                </c:pt>
                <c:pt idx="374">
                  <c:v>50.505332000000003</c:v>
                </c:pt>
                <c:pt idx="375">
                  <c:v>53.480431000000003</c:v>
                </c:pt>
                <c:pt idx="376">
                  <c:v>59.153202</c:v>
                </c:pt>
                <c:pt idx="377">
                  <c:v>64.336438999999999</c:v>
                </c:pt>
                <c:pt idx="378">
                  <c:v>67.395210000000006</c:v>
                </c:pt>
                <c:pt idx="379">
                  <c:v>68.957943</c:v>
                </c:pt>
                <c:pt idx="380">
                  <c:v>68.706478000000004</c:v>
                </c:pt>
                <c:pt idx="381">
                  <c:v>69.232887000000005</c:v>
                </c:pt>
                <c:pt idx="382">
                  <c:v>71.501994999999994</c:v>
                </c:pt>
                <c:pt idx="383">
                  <c:v>71.963584999999995</c:v>
                </c:pt>
                <c:pt idx="384">
                  <c:v>71.963584999999995</c:v>
                </c:pt>
                <c:pt idx="385">
                  <c:v>72.174739000000002</c:v>
                </c:pt>
                <c:pt idx="386">
                  <c:v>75.578400999999999</c:v>
                </c:pt>
                <c:pt idx="387">
                  <c:v>79.177362000000002</c:v>
                </c:pt>
                <c:pt idx="388">
                  <c:v>79.733509999999995</c:v>
                </c:pt>
                <c:pt idx="389">
                  <c:v>79.999967999999996</c:v>
                </c:pt>
                <c:pt idx="390">
                  <c:v>81.134527000000006</c:v>
                </c:pt>
                <c:pt idx="391">
                  <c:v>82.385726000000005</c:v>
                </c:pt>
                <c:pt idx="392">
                  <c:v>83.398910000000001</c:v>
                </c:pt>
                <c:pt idx="393">
                  <c:v>85.461768000000006</c:v>
                </c:pt>
                <c:pt idx="394">
                  <c:v>88.403627</c:v>
                </c:pt>
                <c:pt idx="395">
                  <c:v>89.538180999999994</c:v>
                </c:pt>
                <c:pt idx="396">
                  <c:v>89.999964000000006</c:v>
                </c:pt>
                <c:pt idx="397">
                  <c:v>89.999964000000006</c:v>
                </c:pt>
                <c:pt idx="398">
                  <c:v>89.999979999999994</c:v>
                </c:pt>
                <c:pt idx="399">
                  <c:v>89.999983999999998</c:v>
                </c:pt>
                <c:pt idx="400">
                  <c:v>89.999983999999998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89.663032999999999</c:v>
                </c:pt>
                <c:pt idx="411">
                  <c:v>87.979099000000005</c:v>
                </c:pt>
                <c:pt idx="412">
                  <c:v>87.188522000000006</c:v>
                </c:pt>
                <c:pt idx="413">
                  <c:v>86.803771999999995</c:v>
                </c:pt>
                <c:pt idx="414">
                  <c:v>85.831659999999999</c:v>
                </c:pt>
                <c:pt idx="415">
                  <c:v>84.207318000000001</c:v>
                </c:pt>
                <c:pt idx="416">
                  <c:v>83.118467999999993</c:v>
                </c:pt>
                <c:pt idx="417">
                  <c:v>82.094935000000007</c:v>
                </c:pt>
                <c:pt idx="418">
                  <c:v>81.746736999999996</c:v>
                </c:pt>
                <c:pt idx="419">
                  <c:v>81.037498999999997</c:v>
                </c:pt>
                <c:pt idx="420">
                  <c:v>80.051484000000002</c:v>
                </c:pt>
                <c:pt idx="421">
                  <c:v>80.009054000000006</c:v>
                </c:pt>
                <c:pt idx="422">
                  <c:v>79.164664000000002</c:v>
                </c:pt>
                <c:pt idx="423">
                  <c:v>78.591065</c:v>
                </c:pt>
                <c:pt idx="424">
                  <c:v>77.507444000000007</c:v>
                </c:pt>
                <c:pt idx="425">
                  <c:v>77.020515000000003</c:v>
                </c:pt>
                <c:pt idx="426">
                  <c:v>76.749902000000006</c:v>
                </c:pt>
                <c:pt idx="427">
                  <c:v>76.035381000000001</c:v>
                </c:pt>
                <c:pt idx="428">
                  <c:v>75.350562999999994</c:v>
                </c:pt>
                <c:pt idx="429">
                  <c:v>74.157787999999996</c:v>
                </c:pt>
                <c:pt idx="430">
                  <c:v>73.288572000000002</c:v>
                </c:pt>
                <c:pt idx="431">
                  <c:v>72.428954000000004</c:v>
                </c:pt>
                <c:pt idx="432">
                  <c:v>72.069028000000003</c:v>
                </c:pt>
                <c:pt idx="433">
                  <c:v>72.069028000000003</c:v>
                </c:pt>
                <c:pt idx="434">
                  <c:v>72.058323000000001</c:v>
                </c:pt>
                <c:pt idx="435">
                  <c:v>71.651206000000002</c:v>
                </c:pt>
                <c:pt idx="436">
                  <c:v>71.651206000000002</c:v>
                </c:pt>
                <c:pt idx="437">
                  <c:v>71.280467999999999</c:v>
                </c:pt>
                <c:pt idx="438">
                  <c:v>70.724360000000004</c:v>
                </c:pt>
                <c:pt idx="439">
                  <c:v>70.168253000000007</c:v>
                </c:pt>
                <c:pt idx="440">
                  <c:v>69.686293000000006</c:v>
                </c:pt>
                <c:pt idx="441">
                  <c:v>69.397221000000002</c:v>
                </c:pt>
                <c:pt idx="442">
                  <c:v>68.777781000000004</c:v>
                </c:pt>
                <c:pt idx="443">
                  <c:v>68.158340999999993</c:v>
                </c:pt>
                <c:pt idx="444">
                  <c:v>67.551582999999994</c:v>
                </c:pt>
                <c:pt idx="445">
                  <c:v>66.970190000000002</c:v>
                </c:pt>
                <c:pt idx="446">
                  <c:v>66.388796999999997</c:v>
                </c:pt>
                <c:pt idx="447">
                  <c:v>65.849834999999999</c:v>
                </c:pt>
                <c:pt idx="448">
                  <c:v>65.323519000000005</c:v>
                </c:pt>
                <c:pt idx="449">
                  <c:v>64.445541000000006</c:v>
                </c:pt>
                <c:pt idx="450">
                  <c:v>63.333120999999998</c:v>
                </c:pt>
                <c:pt idx="451">
                  <c:v>62.396141</c:v>
                </c:pt>
                <c:pt idx="452">
                  <c:v>61.811824999999999</c:v>
                </c:pt>
                <c:pt idx="453">
                  <c:v>60.901235</c:v>
                </c:pt>
                <c:pt idx="454">
                  <c:v>59.771766999999997</c:v>
                </c:pt>
                <c:pt idx="455">
                  <c:v>58.719937000000002</c:v>
                </c:pt>
                <c:pt idx="456">
                  <c:v>58.036568000000003</c:v>
                </c:pt>
                <c:pt idx="457">
                  <c:v>57.510252000000001</c:v>
                </c:pt>
                <c:pt idx="458">
                  <c:v>56.446435999999999</c:v>
                </c:pt>
                <c:pt idx="459">
                  <c:v>55.248244999999997</c:v>
                </c:pt>
                <c:pt idx="460">
                  <c:v>54.480812</c:v>
                </c:pt>
                <c:pt idx="461">
                  <c:v>53.751635</c:v>
                </c:pt>
                <c:pt idx="462">
                  <c:v>52.420046999999997</c:v>
                </c:pt>
                <c:pt idx="463">
                  <c:v>51.088458000000003</c:v>
                </c:pt>
                <c:pt idx="464">
                  <c:v>50.438839000000002</c:v>
                </c:pt>
                <c:pt idx="465">
                  <c:v>49.837335000000003</c:v>
                </c:pt>
                <c:pt idx="466">
                  <c:v>48.448777999999997</c:v>
                </c:pt>
                <c:pt idx="467">
                  <c:v>47.140422000000001</c:v>
                </c:pt>
                <c:pt idx="468">
                  <c:v>46.878070999999998</c:v>
                </c:pt>
                <c:pt idx="469">
                  <c:v>45.558199000000002</c:v>
                </c:pt>
                <c:pt idx="470">
                  <c:v>44.382094000000002</c:v>
                </c:pt>
                <c:pt idx="471">
                  <c:v>43.100707</c:v>
                </c:pt>
                <c:pt idx="472">
                  <c:v>43.100707</c:v>
                </c:pt>
                <c:pt idx="473">
                  <c:v>42.968372000000002</c:v>
                </c:pt>
                <c:pt idx="474">
                  <c:v>43.328453000000003</c:v>
                </c:pt>
                <c:pt idx="475">
                  <c:v>46.502187999999997</c:v>
                </c:pt>
                <c:pt idx="476">
                  <c:v>52.172406000000002</c:v>
                </c:pt>
                <c:pt idx="477">
                  <c:v>57.845177</c:v>
                </c:pt>
                <c:pt idx="478">
                  <c:v>61.568838</c:v>
                </c:pt>
                <c:pt idx="479">
                  <c:v>68.376163000000005</c:v>
                </c:pt>
                <c:pt idx="480">
                  <c:v>69.337258000000006</c:v>
                </c:pt>
                <c:pt idx="481">
                  <c:v>70.471812</c:v>
                </c:pt>
                <c:pt idx="482">
                  <c:v>72.708963999999995</c:v>
                </c:pt>
                <c:pt idx="483">
                  <c:v>75.408072000000004</c:v>
                </c:pt>
                <c:pt idx="484">
                  <c:v>78.680311000000003</c:v>
                </c:pt>
                <c:pt idx="485">
                  <c:v>78.680311000000003</c:v>
                </c:pt>
                <c:pt idx="486">
                  <c:v>79.380949000000001</c:v>
                </c:pt>
                <c:pt idx="487">
                  <c:v>79.380953000000005</c:v>
                </c:pt>
                <c:pt idx="488">
                  <c:v>81.784031999999996</c:v>
                </c:pt>
                <c:pt idx="489">
                  <c:v>84.375988000000007</c:v>
                </c:pt>
                <c:pt idx="490">
                  <c:v>84.837771000000004</c:v>
                </c:pt>
                <c:pt idx="491">
                  <c:v>84.837771000000004</c:v>
                </c:pt>
                <c:pt idx="492">
                  <c:v>84.837771000000004</c:v>
                </c:pt>
                <c:pt idx="493">
                  <c:v>87.269075999999998</c:v>
                </c:pt>
                <c:pt idx="494">
                  <c:v>87.269075999999998</c:v>
                </c:pt>
                <c:pt idx="495">
                  <c:v>87.269075999999998</c:v>
                </c:pt>
                <c:pt idx="496">
                  <c:v>87.730879999999999</c:v>
                </c:pt>
                <c:pt idx="497">
                  <c:v>88.472645</c:v>
                </c:pt>
                <c:pt idx="498">
                  <c:v>89.076401000000004</c:v>
                </c:pt>
                <c:pt idx="499">
                  <c:v>89.076401000000004</c:v>
                </c:pt>
                <c:pt idx="500">
                  <c:v>89.999983999999998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88.913300000000007</c:v>
                </c:pt>
                <c:pt idx="509">
                  <c:v>87.822233999999995</c:v>
                </c:pt>
                <c:pt idx="510">
                  <c:v>87.551590000000004</c:v>
                </c:pt>
                <c:pt idx="511">
                  <c:v>87.188522000000006</c:v>
                </c:pt>
                <c:pt idx="512">
                  <c:v>86.808197000000007</c:v>
                </c:pt>
                <c:pt idx="513">
                  <c:v>85.545655999999994</c:v>
                </c:pt>
                <c:pt idx="514">
                  <c:v>84.948807000000002</c:v>
                </c:pt>
                <c:pt idx="515">
                  <c:v>84.328654999999998</c:v>
                </c:pt>
                <c:pt idx="516">
                  <c:v>83.462466000000006</c:v>
                </c:pt>
                <c:pt idx="517">
                  <c:v>82.536237</c:v>
                </c:pt>
                <c:pt idx="518">
                  <c:v>81.550938000000002</c:v>
                </c:pt>
                <c:pt idx="519">
                  <c:v>81.227891</c:v>
                </c:pt>
                <c:pt idx="520">
                  <c:v>81.227891</c:v>
                </c:pt>
                <c:pt idx="521">
                  <c:v>81.227891</c:v>
                </c:pt>
                <c:pt idx="522">
                  <c:v>81.227891</c:v>
                </c:pt>
                <c:pt idx="523">
                  <c:v>80.914524999999998</c:v>
                </c:pt>
                <c:pt idx="524">
                  <c:v>80.914524999999998</c:v>
                </c:pt>
                <c:pt idx="525">
                  <c:v>80.914524999999998</c:v>
                </c:pt>
                <c:pt idx="526">
                  <c:v>80.914524999999998</c:v>
                </c:pt>
                <c:pt idx="527">
                  <c:v>80.730879000000002</c:v>
                </c:pt>
                <c:pt idx="528">
                  <c:v>80.179941999999997</c:v>
                </c:pt>
                <c:pt idx="529">
                  <c:v>79.629005000000006</c:v>
                </c:pt>
                <c:pt idx="530">
                  <c:v>79.078068000000002</c:v>
                </c:pt>
                <c:pt idx="531">
                  <c:v>78.704815999999994</c:v>
                </c:pt>
                <c:pt idx="532">
                  <c:v>77.912379999999999</c:v>
                </c:pt>
                <c:pt idx="533">
                  <c:v>76.771107999999998</c:v>
                </c:pt>
                <c:pt idx="534">
                  <c:v>75.741811999999996</c:v>
                </c:pt>
                <c:pt idx="535">
                  <c:v>75.276697999999996</c:v>
                </c:pt>
                <c:pt idx="536">
                  <c:v>74.826404999999994</c:v>
                </c:pt>
                <c:pt idx="537">
                  <c:v>74.212368999999995</c:v>
                </c:pt>
                <c:pt idx="538">
                  <c:v>73.598333999999994</c:v>
                </c:pt>
                <c:pt idx="539">
                  <c:v>73.091408999999999</c:v>
                </c:pt>
                <c:pt idx="540">
                  <c:v>72.540471999999994</c:v>
                </c:pt>
                <c:pt idx="541">
                  <c:v>71.733187999999998</c:v>
                </c:pt>
                <c:pt idx="542">
                  <c:v>70.669666000000007</c:v>
                </c:pt>
                <c:pt idx="543">
                  <c:v>70.120350999999999</c:v>
                </c:pt>
                <c:pt idx="544">
                  <c:v>69.238810999999998</c:v>
                </c:pt>
                <c:pt idx="545">
                  <c:v>68.703852999999995</c:v>
                </c:pt>
                <c:pt idx="546">
                  <c:v>67.976275999999999</c:v>
                </c:pt>
                <c:pt idx="547">
                  <c:v>66.986711</c:v>
                </c:pt>
                <c:pt idx="548">
                  <c:v>66.462260000000001</c:v>
                </c:pt>
                <c:pt idx="549">
                  <c:v>65.530968000000001</c:v>
                </c:pt>
                <c:pt idx="550">
                  <c:v>65.268983000000006</c:v>
                </c:pt>
                <c:pt idx="551">
                  <c:v>65.268986999999996</c:v>
                </c:pt>
                <c:pt idx="552">
                  <c:v>65.268986999999996</c:v>
                </c:pt>
                <c:pt idx="553">
                  <c:v>65.268986999999996</c:v>
                </c:pt>
                <c:pt idx="554">
                  <c:v>65.268986999999996</c:v>
                </c:pt>
                <c:pt idx="555">
                  <c:v>65.268986999999996</c:v>
                </c:pt>
                <c:pt idx="556">
                  <c:v>64.605456000000004</c:v>
                </c:pt>
                <c:pt idx="557">
                  <c:v>63.359639999999999</c:v>
                </c:pt>
                <c:pt idx="558">
                  <c:v>62.556269999999998</c:v>
                </c:pt>
                <c:pt idx="559">
                  <c:v>64.661877000000004</c:v>
                </c:pt>
                <c:pt idx="560">
                  <c:v>64.207098999999999</c:v>
                </c:pt>
                <c:pt idx="561">
                  <c:v>65.856054</c:v>
                </c:pt>
                <c:pt idx="562">
                  <c:v>65.399413999999993</c:v>
                </c:pt>
                <c:pt idx="563">
                  <c:v>65.234039999999993</c:v>
                </c:pt>
                <c:pt idx="564">
                  <c:v>64.702433999999997</c:v>
                </c:pt>
                <c:pt idx="565">
                  <c:v>63.921877000000002</c:v>
                </c:pt>
                <c:pt idx="566">
                  <c:v>63.012307999999997</c:v>
                </c:pt>
                <c:pt idx="567">
                  <c:v>65.165138999999996</c:v>
                </c:pt>
                <c:pt idx="568">
                  <c:v>68.568802000000005</c:v>
                </c:pt>
                <c:pt idx="569">
                  <c:v>69.071416999999997</c:v>
                </c:pt>
                <c:pt idx="570">
                  <c:v>68.394356000000002</c:v>
                </c:pt>
                <c:pt idx="571">
                  <c:v>67.762433000000001</c:v>
                </c:pt>
                <c:pt idx="572">
                  <c:v>67.762433000000001</c:v>
                </c:pt>
                <c:pt idx="573">
                  <c:v>66.756573000000003</c:v>
                </c:pt>
                <c:pt idx="574">
                  <c:v>69.788972999999999</c:v>
                </c:pt>
                <c:pt idx="575">
                  <c:v>74.327194000000006</c:v>
                </c:pt>
                <c:pt idx="576">
                  <c:v>77.730872000000005</c:v>
                </c:pt>
                <c:pt idx="577">
                  <c:v>79.273938000000001</c:v>
                </c:pt>
                <c:pt idx="578">
                  <c:v>81.134562000000003</c:v>
                </c:pt>
                <c:pt idx="579">
                  <c:v>82.004822000000004</c:v>
                </c:pt>
                <c:pt idx="580">
                  <c:v>82.004822000000004</c:v>
                </c:pt>
                <c:pt idx="581">
                  <c:v>82.004822000000004</c:v>
                </c:pt>
                <c:pt idx="582">
                  <c:v>82.004822000000004</c:v>
                </c:pt>
                <c:pt idx="583">
                  <c:v>82.818267000000006</c:v>
                </c:pt>
                <c:pt idx="584">
                  <c:v>83.865430000000003</c:v>
                </c:pt>
                <c:pt idx="585">
                  <c:v>84.705438000000001</c:v>
                </c:pt>
                <c:pt idx="586">
                  <c:v>86.543073000000007</c:v>
                </c:pt>
                <c:pt idx="587">
                  <c:v>87.677627000000001</c:v>
                </c:pt>
                <c:pt idx="588">
                  <c:v>87.677627000000001</c:v>
                </c:pt>
                <c:pt idx="589">
                  <c:v>88.204987000000003</c:v>
                </c:pt>
                <c:pt idx="590">
                  <c:v>88.258262999999999</c:v>
                </c:pt>
                <c:pt idx="591">
                  <c:v>88.258262999999999</c:v>
                </c:pt>
                <c:pt idx="592">
                  <c:v>88.258262999999999</c:v>
                </c:pt>
                <c:pt idx="593">
                  <c:v>88.258262999999999</c:v>
                </c:pt>
                <c:pt idx="594">
                  <c:v>89.265496999999996</c:v>
                </c:pt>
                <c:pt idx="595">
                  <c:v>89.872680000000003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89.061785</c:v>
                </c:pt>
                <c:pt idx="611">
                  <c:v>89.061785</c:v>
                </c:pt>
                <c:pt idx="612">
                  <c:v>89.061785</c:v>
                </c:pt>
                <c:pt idx="613">
                  <c:v>87.272439000000006</c:v>
                </c:pt>
                <c:pt idx="614">
                  <c:v>86.595376000000002</c:v>
                </c:pt>
                <c:pt idx="615">
                  <c:v>85.550855999999996</c:v>
                </c:pt>
                <c:pt idx="616">
                  <c:v>84.775068000000005</c:v>
                </c:pt>
                <c:pt idx="617">
                  <c:v>84.062791000000004</c:v>
                </c:pt>
                <c:pt idx="618">
                  <c:v>83.407820000000001</c:v>
                </c:pt>
                <c:pt idx="619">
                  <c:v>82.272536000000002</c:v>
                </c:pt>
                <c:pt idx="620">
                  <c:v>81.282814000000002</c:v>
                </c:pt>
                <c:pt idx="621">
                  <c:v>80.627842999999999</c:v>
                </c:pt>
                <c:pt idx="622">
                  <c:v>80.453183999999993</c:v>
                </c:pt>
                <c:pt idx="623">
                  <c:v>80.453183999999993</c:v>
                </c:pt>
                <c:pt idx="624">
                  <c:v>80.170134000000004</c:v>
                </c:pt>
                <c:pt idx="625">
                  <c:v>79.237117999999995</c:v>
                </c:pt>
                <c:pt idx="626">
                  <c:v>78.018431000000007</c:v>
                </c:pt>
                <c:pt idx="627">
                  <c:v>76.961485999999994</c:v>
                </c:pt>
                <c:pt idx="628">
                  <c:v>76.675815</c:v>
                </c:pt>
                <c:pt idx="629">
                  <c:v>76.225521999999998</c:v>
                </c:pt>
                <c:pt idx="630">
                  <c:v>74.991333999999995</c:v>
                </c:pt>
                <c:pt idx="631">
                  <c:v>73.956062000000003</c:v>
                </c:pt>
                <c:pt idx="632">
                  <c:v>73.218688999999998</c:v>
                </c:pt>
                <c:pt idx="633">
                  <c:v>72.632586000000003</c:v>
                </c:pt>
                <c:pt idx="634">
                  <c:v>72.046481999999997</c:v>
                </c:pt>
                <c:pt idx="635">
                  <c:v>71.343158000000003</c:v>
                </c:pt>
                <c:pt idx="636">
                  <c:v>70.757054999999994</c:v>
                </c:pt>
                <c:pt idx="637">
                  <c:v>69.775109999999998</c:v>
                </c:pt>
                <c:pt idx="638">
                  <c:v>68.673389999999998</c:v>
                </c:pt>
                <c:pt idx="639">
                  <c:v>68.079627000000002</c:v>
                </c:pt>
                <c:pt idx="640">
                  <c:v>67.384884</c:v>
                </c:pt>
                <c:pt idx="641">
                  <c:v>66.580914000000007</c:v>
                </c:pt>
                <c:pt idx="642">
                  <c:v>65.551451</c:v>
                </c:pt>
                <c:pt idx="643">
                  <c:v>65.247703000000001</c:v>
                </c:pt>
                <c:pt idx="644">
                  <c:v>65.247703000000001</c:v>
                </c:pt>
                <c:pt idx="645">
                  <c:v>64.743065000000001</c:v>
                </c:pt>
                <c:pt idx="646">
                  <c:v>64.160792000000001</c:v>
                </c:pt>
                <c:pt idx="647">
                  <c:v>63.578518000000003</c:v>
                </c:pt>
                <c:pt idx="648">
                  <c:v>63.264082000000002</c:v>
                </c:pt>
                <c:pt idx="649">
                  <c:v>62.579793000000002</c:v>
                </c:pt>
                <c:pt idx="650">
                  <c:v>61.284196999999999</c:v>
                </c:pt>
                <c:pt idx="651">
                  <c:v>60.408707999999997</c:v>
                </c:pt>
                <c:pt idx="652">
                  <c:v>59.667516999999997</c:v>
                </c:pt>
                <c:pt idx="653">
                  <c:v>58.859363000000002</c:v>
                </c:pt>
                <c:pt idx="654">
                  <c:v>57.943449000000001</c:v>
                </c:pt>
                <c:pt idx="655">
                  <c:v>57.721966000000002</c:v>
                </c:pt>
                <c:pt idx="656">
                  <c:v>57.109814</c:v>
                </c:pt>
                <c:pt idx="657">
                  <c:v>58.613731999999999</c:v>
                </c:pt>
                <c:pt idx="658">
                  <c:v>58.823017999999998</c:v>
                </c:pt>
                <c:pt idx="659">
                  <c:v>58.393681999999998</c:v>
                </c:pt>
                <c:pt idx="660">
                  <c:v>57.749513999999998</c:v>
                </c:pt>
                <c:pt idx="661">
                  <c:v>57.749513999999998</c:v>
                </c:pt>
                <c:pt idx="662">
                  <c:v>57.749513999999998</c:v>
                </c:pt>
                <c:pt idx="663">
                  <c:v>57.749513999999998</c:v>
                </c:pt>
                <c:pt idx="664">
                  <c:v>57.749513999999998</c:v>
                </c:pt>
                <c:pt idx="665">
                  <c:v>57.749513999999998</c:v>
                </c:pt>
                <c:pt idx="666">
                  <c:v>57.749513999999998</c:v>
                </c:pt>
                <c:pt idx="667">
                  <c:v>57.749513999999998</c:v>
                </c:pt>
                <c:pt idx="668">
                  <c:v>57.749513999999998</c:v>
                </c:pt>
                <c:pt idx="669">
                  <c:v>59.367033999999997</c:v>
                </c:pt>
                <c:pt idx="670">
                  <c:v>65.039805000000001</c:v>
                </c:pt>
                <c:pt idx="671">
                  <c:v>68.443467999999996</c:v>
                </c:pt>
                <c:pt idx="672">
                  <c:v>70.712559999999996</c:v>
                </c:pt>
                <c:pt idx="673">
                  <c:v>72.519885000000002</c:v>
                </c:pt>
                <c:pt idx="674">
                  <c:v>75.461752000000004</c:v>
                </c:pt>
                <c:pt idx="675">
                  <c:v>77.730860000000007</c:v>
                </c:pt>
                <c:pt idx="676">
                  <c:v>77.730860000000007</c:v>
                </c:pt>
                <c:pt idx="677">
                  <c:v>79.854580999999996</c:v>
                </c:pt>
                <c:pt idx="678">
                  <c:v>79.854580999999996</c:v>
                </c:pt>
                <c:pt idx="679">
                  <c:v>79.854580999999996</c:v>
                </c:pt>
                <c:pt idx="680">
                  <c:v>79.854580999999996</c:v>
                </c:pt>
                <c:pt idx="681">
                  <c:v>81.450918000000001</c:v>
                </c:pt>
                <c:pt idx="682">
                  <c:v>82.585487999999998</c:v>
                </c:pt>
                <c:pt idx="683">
                  <c:v>82.585487999999998</c:v>
                </c:pt>
                <c:pt idx="684">
                  <c:v>82.585487999999998</c:v>
                </c:pt>
                <c:pt idx="685">
                  <c:v>83.258258999999995</c:v>
                </c:pt>
                <c:pt idx="686">
                  <c:v>83.258258999999995</c:v>
                </c:pt>
                <c:pt idx="687">
                  <c:v>84.999983999999998</c:v>
                </c:pt>
                <c:pt idx="688">
                  <c:v>88.865433999999993</c:v>
                </c:pt>
                <c:pt idx="689">
                  <c:v>88.865433999999993</c:v>
                </c:pt>
                <c:pt idx="690">
                  <c:v>89.999967999999996</c:v>
                </c:pt>
                <c:pt idx="691">
                  <c:v>89.999967999999996</c:v>
                </c:pt>
                <c:pt idx="692">
                  <c:v>89.999983999999998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124-41A9-A7DC-D306E321D4FC}"/>
            </c:ext>
          </c:extLst>
        </c:ser>
        <c:ser>
          <c:idx val="2"/>
          <c:order val="2"/>
          <c:tx>
            <c:v>最大</c:v>
          </c:tx>
          <c:spPr>
            <a:ln w="14288">
              <a:solidFill>
                <a:srgbClr val="87949F"/>
              </a:solidFill>
            </a:ln>
          </c:spPr>
          <c:marker>
            <c:symbol val="none"/>
          </c:marker>
          <c:xVal>
            <c:numRef>
              <c:f>'Chart Data'!$E$2:$E$697</c:f>
              <c:numCache>
                <c:formatCode>General</c:formatCode>
                <c:ptCount val="696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  <c:pt idx="401">
                  <c:v>100.25</c:v>
                </c:pt>
                <c:pt idx="402">
                  <c:v>100.5</c:v>
                </c:pt>
                <c:pt idx="403">
                  <c:v>100.75</c:v>
                </c:pt>
                <c:pt idx="404">
                  <c:v>101</c:v>
                </c:pt>
                <c:pt idx="405">
                  <c:v>101.25</c:v>
                </c:pt>
                <c:pt idx="406">
                  <c:v>101.5</c:v>
                </c:pt>
                <c:pt idx="407">
                  <c:v>101.75</c:v>
                </c:pt>
                <c:pt idx="408">
                  <c:v>102</c:v>
                </c:pt>
                <c:pt idx="409">
                  <c:v>102.25</c:v>
                </c:pt>
                <c:pt idx="410">
                  <c:v>102.5</c:v>
                </c:pt>
                <c:pt idx="411">
                  <c:v>102.75</c:v>
                </c:pt>
                <c:pt idx="412">
                  <c:v>103</c:v>
                </c:pt>
                <c:pt idx="413">
                  <c:v>103.25</c:v>
                </c:pt>
                <c:pt idx="414">
                  <c:v>103.5</c:v>
                </c:pt>
                <c:pt idx="415">
                  <c:v>103.75</c:v>
                </c:pt>
                <c:pt idx="416">
                  <c:v>104</c:v>
                </c:pt>
                <c:pt idx="417">
                  <c:v>104.25</c:v>
                </c:pt>
                <c:pt idx="418">
                  <c:v>104.5</c:v>
                </c:pt>
                <c:pt idx="419">
                  <c:v>104.75</c:v>
                </c:pt>
                <c:pt idx="420">
                  <c:v>105</c:v>
                </c:pt>
                <c:pt idx="421">
                  <c:v>105.25</c:v>
                </c:pt>
                <c:pt idx="422">
                  <c:v>105.5</c:v>
                </c:pt>
                <c:pt idx="423">
                  <c:v>105.75</c:v>
                </c:pt>
                <c:pt idx="424">
                  <c:v>106</c:v>
                </c:pt>
                <c:pt idx="425">
                  <c:v>106.25</c:v>
                </c:pt>
                <c:pt idx="426">
                  <c:v>106.5</c:v>
                </c:pt>
                <c:pt idx="427">
                  <c:v>106.75</c:v>
                </c:pt>
                <c:pt idx="428">
                  <c:v>107</c:v>
                </c:pt>
                <c:pt idx="429">
                  <c:v>107.25</c:v>
                </c:pt>
                <c:pt idx="430">
                  <c:v>107.5</c:v>
                </c:pt>
                <c:pt idx="431">
                  <c:v>107.75</c:v>
                </c:pt>
                <c:pt idx="432">
                  <c:v>108</c:v>
                </c:pt>
                <c:pt idx="433">
                  <c:v>108.25</c:v>
                </c:pt>
                <c:pt idx="434">
                  <c:v>108.5</c:v>
                </c:pt>
                <c:pt idx="435">
                  <c:v>108.75</c:v>
                </c:pt>
                <c:pt idx="436">
                  <c:v>109</c:v>
                </c:pt>
                <c:pt idx="437">
                  <c:v>109.25</c:v>
                </c:pt>
                <c:pt idx="438">
                  <c:v>109.5</c:v>
                </c:pt>
                <c:pt idx="439">
                  <c:v>109.75</c:v>
                </c:pt>
                <c:pt idx="440">
                  <c:v>110</c:v>
                </c:pt>
                <c:pt idx="441">
                  <c:v>110.25</c:v>
                </c:pt>
                <c:pt idx="442">
                  <c:v>110.5</c:v>
                </c:pt>
                <c:pt idx="443">
                  <c:v>110.75</c:v>
                </c:pt>
                <c:pt idx="444">
                  <c:v>111</c:v>
                </c:pt>
                <c:pt idx="445">
                  <c:v>111.25</c:v>
                </c:pt>
                <c:pt idx="446">
                  <c:v>111.5</c:v>
                </c:pt>
                <c:pt idx="447">
                  <c:v>111.75</c:v>
                </c:pt>
                <c:pt idx="448">
                  <c:v>112</c:v>
                </c:pt>
                <c:pt idx="449">
                  <c:v>112.25</c:v>
                </c:pt>
                <c:pt idx="450">
                  <c:v>112.5</c:v>
                </c:pt>
                <c:pt idx="451">
                  <c:v>112.75</c:v>
                </c:pt>
                <c:pt idx="452">
                  <c:v>113</c:v>
                </c:pt>
                <c:pt idx="453">
                  <c:v>113.25</c:v>
                </c:pt>
                <c:pt idx="454">
                  <c:v>113.5</c:v>
                </c:pt>
                <c:pt idx="455">
                  <c:v>113.75</c:v>
                </c:pt>
                <c:pt idx="456">
                  <c:v>114</c:v>
                </c:pt>
                <c:pt idx="457">
                  <c:v>114.25</c:v>
                </c:pt>
                <c:pt idx="458">
                  <c:v>114.5</c:v>
                </c:pt>
                <c:pt idx="459">
                  <c:v>114.75</c:v>
                </c:pt>
                <c:pt idx="460">
                  <c:v>115</c:v>
                </c:pt>
                <c:pt idx="461">
                  <c:v>115.25</c:v>
                </c:pt>
                <c:pt idx="462">
                  <c:v>115.5</c:v>
                </c:pt>
                <c:pt idx="463">
                  <c:v>115.75</c:v>
                </c:pt>
                <c:pt idx="464">
                  <c:v>116</c:v>
                </c:pt>
                <c:pt idx="465">
                  <c:v>116.25</c:v>
                </c:pt>
                <c:pt idx="466">
                  <c:v>116.5</c:v>
                </c:pt>
                <c:pt idx="467">
                  <c:v>116.75</c:v>
                </c:pt>
                <c:pt idx="468">
                  <c:v>117</c:v>
                </c:pt>
                <c:pt idx="469">
                  <c:v>117.25</c:v>
                </c:pt>
                <c:pt idx="470">
                  <c:v>117.5</c:v>
                </c:pt>
                <c:pt idx="471">
                  <c:v>117.75</c:v>
                </c:pt>
                <c:pt idx="472">
                  <c:v>118</c:v>
                </c:pt>
                <c:pt idx="473">
                  <c:v>118.25</c:v>
                </c:pt>
                <c:pt idx="474">
                  <c:v>118.5</c:v>
                </c:pt>
                <c:pt idx="475">
                  <c:v>118.75</c:v>
                </c:pt>
                <c:pt idx="476">
                  <c:v>119</c:v>
                </c:pt>
                <c:pt idx="477">
                  <c:v>119.25</c:v>
                </c:pt>
                <c:pt idx="478">
                  <c:v>119.5</c:v>
                </c:pt>
                <c:pt idx="479">
                  <c:v>119.75</c:v>
                </c:pt>
                <c:pt idx="480">
                  <c:v>120</c:v>
                </c:pt>
                <c:pt idx="481">
                  <c:v>120.25</c:v>
                </c:pt>
                <c:pt idx="482">
                  <c:v>120.5</c:v>
                </c:pt>
                <c:pt idx="483">
                  <c:v>120.75</c:v>
                </c:pt>
                <c:pt idx="484">
                  <c:v>121</c:v>
                </c:pt>
                <c:pt idx="485">
                  <c:v>121.25</c:v>
                </c:pt>
                <c:pt idx="486">
                  <c:v>121.5</c:v>
                </c:pt>
                <c:pt idx="487">
                  <c:v>121.75</c:v>
                </c:pt>
                <c:pt idx="488">
                  <c:v>122</c:v>
                </c:pt>
                <c:pt idx="489">
                  <c:v>122.25</c:v>
                </c:pt>
                <c:pt idx="490">
                  <c:v>122.5</c:v>
                </c:pt>
                <c:pt idx="491">
                  <c:v>122.75</c:v>
                </c:pt>
                <c:pt idx="492">
                  <c:v>123</c:v>
                </c:pt>
                <c:pt idx="493">
                  <c:v>123.25</c:v>
                </c:pt>
                <c:pt idx="494">
                  <c:v>123.5</c:v>
                </c:pt>
                <c:pt idx="495">
                  <c:v>123.75</c:v>
                </c:pt>
                <c:pt idx="496">
                  <c:v>124</c:v>
                </c:pt>
                <c:pt idx="497">
                  <c:v>124.25</c:v>
                </c:pt>
                <c:pt idx="498">
                  <c:v>124.5</c:v>
                </c:pt>
                <c:pt idx="499">
                  <c:v>124.75</c:v>
                </c:pt>
                <c:pt idx="500">
                  <c:v>125</c:v>
                </c:pt>
                <c:pt idx="501">
                  <c:v>125.25</c:v>
                </c:pt>
                <c:pt idx="502">
                  <c:v>125.5</c:v>
                </c:pt>
                <c:pt idx="503">
                  <c:v>125.75</c:v>
                </c:pt>
                <c:pt idx="504">
                  <c:v>126</c:v>
                </c:pt>
                <c:pt idx="505">
                  <c:v>126.25</c:v>
                </c:pt>
                <c:pt idx="506">
                  <c:v>126.5</c:v>
                </c:pt>
                <c:pt idx="507">
                  <c:v>126.75</c:v>
                </c:pt>
                <c:pt idx="508">
                  <c:v>127</c:v>
                </c:pt>
                <c:pt idx="509">
                  <c:v>127.25</c:v>
                </c:pt>
                <c:pt idx="510">
                  <c:v>127.5</c:v>
                </c:pt>
                <c:pt idx="511">
                  <c:v>127.75</c:v>
                </c:pt>
                <c:pt idx="512">
                  <c:v>128</c:v>
                </c:pt>
                <c:pt idx="513">
                  <c:v>128.25</c:v>
                </c:pt>
                <c:pt idx="514">
                  <c:v>128.5</c:v>
                </c:pt>
                <c:pt idx="515">
                  <c:v>128.75</c:v>
                </c:pt>
                <c:pt idx="516">
                  <c:v>129</c:v>
                </c:pt>
                <c:pt idx="517">
                  <c:v>129.25</c:v>
                </c:pt>
                <c:pt idx="518">
                  <c:v>129.5</c:v>
                </c:pt>
                <c:pt idx="519">
                  <c:v>129.75</c:v>
                </c:pt>
                <c:pt idx="520">
                  <c:v>130</c:v>
                </c:pt>
                <c:pt idx="521">
                  <c:v>130.25</c:v>
                </c:pt>
                <c:pt idx="522">
                  <c:v>130.5</c:v>
                </c:pt>
                <c:pt idx="523">
                  <c:v>130.75</c:v>
                </c:pt>
                <c:pt idx="524">
                  <c:v>131</c:v>
                </c:pt>
                <c:pt idx="525">
                  <c:v>131.25</c:v>
                </c:pt>
                <c:pt idx="526">
                  <c:v>131.5</c:v>
                </c:pt>
                <c:pt idx="527">
                  <c:v>131.75</c:v>
                </c:pt>
                <c:pt idx="528">
                  <c:v>132</c:v>
                </c:pt>
                <c:pt idx="529">
                  <c:v>132.25</c:v>
                </c:pt>
                <c:pt idx="530">
                  <c:v>132.5</c:v>
                </c:pt>
                <c:pt idx="531">
                  <c:v>132.75</c:v>
                </c:pt>
                <c:pt idx="532">
                  <c:v>133</c:v>
                </c:pt>
                <c:pt idx="533">
                  <c:v>133.25</c:v>
                </c:pt>
                <c:pt idx="534">
                  <c:v>133.5</c:v>
                </c:pt>
                <c:pt idx="535">
                  <c:v>133.75</c:v>
                </c:pt>
                <c:pt idx="536">
                  <c:v>134</c:v>
                </c:pt>
                <c:pt idx="537">
                  <c:v>134.25</c:v>
                </c:pt>
                <c:pt idx="538">
                  <c:v>134.5</c:v>
                </c:pt>
                <c:pt idx="539">
                  <c:v>134.75</c:v>
                </c:pt>
                <c:pt idx="540">
                  <c:v>135</c:v>
                </c:pt>
                <c:pt idx="541">
                  <c:v>135.25</c:v>
                </c:pt>
                <c:pt idx="542">
                  <c:v>135.5</c:v>
                </c:pt>
                <c:pt idx="543">
                  <c:v>135.75</c:v>
                </c:pt>
                <c:pt idx="544">
                  <c:v>136</c:v>
                </c:pt>
                <c:pt idx="545">
                  <c:v>136.25</c:v>
                </c:pt>
                <c:pt idx="546">
                  <c:v>136.5</c:v>
                </c:pt>
                <c:pt idx="547">
                  <c:v>136.75</c:v>
                </c:pt>
                <c:pt idx="548">
                  <c:v>137</c:v>
                </c:pt>
                <c:pt idx="549">
                  <c:v>137.25</c:v>
                </c:pt>
                <c:pt idx="550">
                  <c:v>137.5</c:v>
                </c:pt>
                <c:pt idx="551">
                  <c:v>137.75</c:v>
                </c:pt>
                <c:pt idx="552">
                  <c:v>138</c:v>
                </c:pt>
                <c:pt idx="553">
                  <c:v>138.25</c:v>
                </c:pt>
                <c:pt idx="554">
                  <c:v>138.5</c:v>
                </c:pt>
                <c:pt idx="555">
                  <c:v>138.75</c:v>
                </c:pt>
                <c:pt idx="556">
                  <c:v>139</c:v>
                </c:pt>
                <c:pt idx="557">
                  <c:v>139.25</c:v>
                </c:pt>
                <c:pt idx="558">
                  <c:v>139.5</c:v>
                </c:pt>
                <c:pt idx="559">
                  <c:v>139.75</c:v>
                </c:pt>
                <c:pt idx="560">
                  <c:v>140</c:v>
                </c:pt>
                <c:pt idx="561">
                  <c:v>140.25</c:v>
                </c:pt>
                <c:pt idx="562">
                  <c:v>140.5</c:v>
                </c:pt>
                <c:pt idx="563">
                  <c:v>140.75</c:v>
                </c:pt>
                <c:pt idx="564">
                  <c:v>141</c:v>
                </c:pt>
                <c:pt idx="565">
                  <c:v>141.25</c:v>
                </c:pt>
                <c:pt idx="566">
                  <c:v>141.5</c:v>
                </c:pt>
                <c:pt idx="567">
                  <c:v>141.75</c:v>
                </c:pt>
                <c:pt idx="568">
                  <c:v>142</c:v>
                </c:pt>
                <c:pt idx="569">
                  <c:v>142.25</c:v>
                </c:pt>
                <c:pt idx="570">
                  <c:v>142.5</c:v>
                </c:pt>
                <c:pt idx="571">
                  <c:v>142.75</c:v>
                </c:pt>
                <c:pt idx="572">
                  <c:v>143</c:v>
                </c:pt>
                <c:pt idx="573">
                  <c:v>143.25</c:v>
                </c:pt>
                <c:pt idx="574">
                  <c:v>143.5</c:v>
                </c:pt>
                <c:pt idx="575">
                  <c:v>143.75</c:v>
                </c:pt>
                <c:pt idx="576">
                  <c:v>144</c:v>
                </c:pt>
                <c:pt idx="577">
                  <c:v>144.25</c:v>
                </c:pt>
                <c:pt idx="578">
                  <c:v>144.5</c:v>
                </c:pt>
                <c:pt idx="579">
                  <c:v>144.75</c:v>
                </c:pt>
                <c:pt idx="580">
                  <c:v>145</c:v>
                </c:pt>
                <c:pt idx="581">
                  <c:v>145.25</c:v>
                </c:pt>
                <c:pt idx="582">
                  <c:v>145.5</c:v>
                </c:pt>
                <c:pt idx="583">
                  <c:v>145.75</c:v>
                </c:pt>
                <c:pt idx="584">
                  <c:v>146</c:v>
                </c:pt>
                <c:pt idx="585">
                  <c:v>146.25</c:v>
                </c:pt>
                <c:pt idx="586">
                  <c:v>146.5</c:v>
                </c:pt>
                <c:pt idx="587">
                  <c:v>146.75</c:v>
                </c:pt>
                <c:pt idx="588">
                  <c:v>147</c:v>
                </c:pt>
                <c:pt idx="589">
                  <c:v>147.25</c:v>
                </c:pt>
                <c:pt idx="590">
                  <c:v>147.5</c:v>
                </c:pt>
                <c:pt idx="591">
                  <c:v>147.75</c:v>
                </c:pt>
                <c:pt idx="592">
                  <c:v>148</c:v>
                </c:pt>
                <c:pt idx="593">
                  <c:v>148.25</c:v>
                </c:pt>
                <c:pt idx="594">
                  <c:v>148.5</c:v>
                </c:pt>
                <c:pt idx="595">
                  <c:v>148.75</c:v>
                </c:pt>
                <c:pt idx="596">
                  <c:v>149</c:v>
                </c:pt>
                <c:pt idx="597">
                  <c:v>149.25</c:v>
                </c:pt>
                <c:pt idx="598">
                  <c:v>149.5</c:v>
                </c:pt>
                <c:pt idx="599">
                  <c:v>149.75</c:v>
                </c:pt>
                <c:pt idx="600">
                  <c:v>150</c:v>
                </c:pt>
                <c:pt idx="601">
                  <c:v>150.25</c:v>
                </c:pt>
                <c:pt idx="602">
                  <c:v>150.5</c:v>
                </c:pt>
                <c:pt idx="603">
                  <c:v>150.75</c:v>
                </c:pt>
                <c:pt idx="604">
                  <c:v>151</c:v>
                </c:pt>
                <c:pt idx="605">
                  <c:v>151.25</c:v>
                </c:pt>
                <c:pt idx="606">
                  <c:v>151.5</c:v>
                </c:pt>
                <c:pt idx="607">
                  <c:v>151.75</c:v>
                </c:pt>
                <c:pt idx="608">
                  <c:v>152</c:v>
                </c:pt>
                <c:pt idx="609">
                  <c:v>152.25</c:v>
                </c:pt>
                <c:pt idx="610">
                  <c:v>152.5</c:v>
                </c:pt>
                <c:pt idx="611">
                  <c:v>152.75</c:v>
                </c:pt>
                <c:pt idx="612">
                  <c:v>153</c:v>
                </c:pt>
                <c:pt idx="613">
                  <c:v>153.25</c:v>
                </c:pt>
                <c:pt idx="614">
                  <c:v>153.5</c:v>
                </c:pt>
                <c:pt idx="615">
                  <c:v>153.75</c:v>
                </c:pt>
                <c:pt idx="616">
                  <c:v>154</c:v>
                </c:pt>
                <c:pt idx="617">
                  <c:v>154.25</c:v>
                </c:pt>
                <c:pt idx="618">
                  <c:v>154.5</c:v>
                </c:pt>
                <c:pt idx="619">
                  <c:v>154.75</c:v>
                </c:pt>
                <c:pt idx="620">
                  <c:v>155</c:v>
                </c:pt>
                <c:pt idx="621">
                  <c:v>155.25</c:v>
                </c:pt>
                <c:pt idx="622">
                  <c:v>155.5</c:v>
                </c:pt>
                <c:pt idx="623">
                  <c:v>155.75</c:v>
                </c:pt>
                <c:pt idx="624">
                  <c:v>156</c:v>
                </c:pt>
                <c:pt idx="625">
                  <c:v>156.25</c:v>
                </c:pt>
                <c:pt idx="626">
                  <c:v>156.5</c:v>
                </c:pt>
                <c:pt idx="627">
                  <c:v>156.75</c:v>
                </c:pt>
                <c:pt idx="628">
                  <c:v>157</c:v>
                </c:pt>
                <c:pt idx="629">
                  <c:v>157.25</c:v>
                </c:pt>
                <c:pt idx="630">
                  <c:v>157.5</c:v>
                </c:pt>
                <c:pt idx="631">
                  <c:v>157.75</c:v>
                </c:pt>
                <c:pt idx="632">
                  <c:v>158</c:v>
                </c:pt>
                <c:pt idx="633">
                  <c:v>158.25</c:v>
                </c:pt>
                <c:pt idx="634">
                  <c:v>158.5</c:v>
                </c:pt>
                <c:pt idx="635">
                  <c:v>158.75</c:v>
                </c:pt>
                <c:pt idx="636">
                  <c:v>159</c:v>
                </c:pt>
                <c:pt idx="637">
                  <c:v>159.25</c:v>
                </c:pt>
                <c:pt idx="638">
                  <c:v>159.5</c:v>
                </c:pt>
                <c:pt idx="639">
                  <c:v>159.75</c:v>
                </c:pt>
                <c:pt idx="640">
                  <c:v>160</c:v>
                </c:pt>
                <c:pt idx="641">
                  <c:v>160.25</c:v>
                </c:pt>
                <c:pt idx="642">
                  <c:v>160.5</c:v>
                </c:pt>
                <c:pt idx="643">
                  <c:v>160.75</c:v>
                </c:pt>
                <c:pt idx="644">
                  <c:v>161</c:v>
                </c:pt>
                <c:pt idx="645">
                  <c:v>161.25</c:v>
                </c:pt>
                <c:pt idx="646">
                  <c:v>161.5</c:v>
                </c:pt>
                <c:pt idx="647">
                  <c:v>161.75</c:v>
                </c:pt>
                <c:pt idx="648">
                  <c:v>162</c:v>
                </c:pt>
                <c:pt idx="649">
                  <c:v>162.25</c:v>
                </c:pt>
                <c:pt idx="650">
                  <c:v>162.5</c:v>
                </c:pt>
                <c:pt idx="651">
                  <c:v>162.75</c:v>
                </c:pt>
                <c:pt idx="652">
                  <c:v>163</c:v>
                </c:pt>
                <c:pt idx="653">
                  <c:v>163.25</c:v>
                </c:pt>
                <c:pt idx="654">
                  <c:v>163.5</c:v>
                </c:pt>
                <c:pt idx="655">
                  <c:v>163.75</c:v>
                </c:pt>
                <c:pt idx="656">
                  <c:v>164</c:v>
                </c:pt>
                <c:pt idx="657">
                  <c:v>164.25</c:v>
                </c:pt>
                <c:pt idx="658">
                  <c:v>164.5</c:v>
                </c:pt>
                <c:pt idx="659">
                  <c:v>164.75</c:v>
                </c:pt>
                <c:pt idx="660">
                  <c:v>165</c:v>
                </c:pt>
                <c:pt idx="661">
                  <c:v>165.25</c:v>
                </c:pt>
                <c:pt idx="662">
                  <c:v>165.5</c:v>
                </c:pt>
                <c:pt idx="663">
                  <c:v>165.75</c:v>
                </c:pt>
                <c:pt idx="664">
                  <c:v>166</c:v>
                </c:pt>
                <c:pt idx="665">
                  <c:v>166.25</c:v>
                </c:pt>
                <c:pt idx="666">
                  <c:v>166.5</c:v>
                </c:pt>
                <c:pt idx="667">
                  <c:v>166.75</c:v>
                </c:pt>
                <c:pt idx="668">
                  <c:v>167</c:v>
                </c:pt>
                <c:pt idx="669">
                  <c:v>167.25</c:v>
                </c:pt>
                <c:pt idx="670">
                  <c:v>167.5</c:v>
                </c:pt>
                <c:pt idx="671">
                  <c:v>167.75</c:v>
                </c:pt>
                <c:pt idx="672">
                  <c:v>168</c:v>
                </c:pt>
                <c:pt idx="673">
                  <c:v>168.25</c:v>
                </c:pt>
                <c:pt idx="674">
                  <c:v>168.5</c:v>
                </c:pt>
                <c:pt idx="675">
                  <c:v>168.75</c:v>
                </c:pt>
                <c:pt idx="676">
                  <c:v>169</c:v>
                </c:pt>
                <c:pt idx="677">
                  <c:v>169.25</c:v>
                </c:pt>
                <c:pt idx="678">
                  <c:v>169.5</c:v>
                </c:pt>
                <c:pt idx="679">
                  <c:v>169.75</c:v>
                </c:pt>
                <c:pt idx="680">
                  <c:v>170</c:v>
                </c:pt>
                <c:pt idx="681">
                  <c:v>170.25</c:v>
                </c:pt>
                <c:pt idx="682">
                  <c:v>170.5</c:v>
                </c:pt>
                <c:pt idx="683">
                  <c:v>170.75</c:v>
                </c:pt>
                <c:pt idx="684">
                  <c:v>171</c:v>
                </c:pt>
                <c:pt idx="685">
                  <c:v>171.25</c:v>
                </c:pt>
                <c:pt idx="686">
                  <c:v>171.5</c:v>
                </c:pt>
                <c:pt idx="687">
                  <c:v>171.75</c:v>
                </c:pt>
                <c:pt idx="688">
                  <c:v>172</c:v>
                </c:pt>
                <c:pt idx="689">
                  <c:v>172.25</c:v>
                </c:pt>
                <c:pt idx="690">
                  <c:v>172.5</c:v>
                </c:pt>
                <c:pt idx="691">
                  <c:v>172.75</c:v>
                </c:pt>
                <c:pt idx="692">
                  <c:v>173</c:v>
                </c:pt>
                <c:pt idx="693">
                  <c:v>173.25</c:v>
                </c:pt>
                <c:pt idx="694">
                  <c:v>173.5</c:v>
                </c:pt>
                <c:pt idx="695">
                  <c:v>173.75</c:v>
                </c:pt>
              </c:numCache>
            </c:numRef>
          </c:xVal>
          <c:yVal>
            <c:numRef>
              <c:f>'Chart Data'!$F$2:$F$697</c:f>
              <c:numCache>
                <c:formatCode>0</c:formatCode>
                <c:ptCount val="696"/>
                <c:pt idx="0">
                  <c:v>77.433000000000007</c:v>
                </c:pt>
                <c:pt idx="1">
                  <c:v>77.433000000000007</c:v>
                </c:pt>
                <c:pt idx="2">
                  <c:v>77.433000000000007</c:v>
                </c:pt>
                <c:pt idx="3">
                  <c:v>78.314957000000007</c:v>
                </c:pt>
                <c:pt idx="4">
                  <c:v>78.314957000000007</c:v>
                </c:pt>
                <c:pt idx="5">
                  <c:v>78.314957000000007</c:v>
                </c:pt>
                <c:pt idx="6">
                  <c:v>79.660341000000003</c:v>
                </c:pt>
                <c:pt idx="7">
                  <c:v>84.198558000000006</c:v>
                </c:pt>
                <c:pt idx="8">
                  <c:v>85.461736000000002</c:v>
                </c:pt>
                <c:pt idx="9">
                  <c:v>85.461736000000002</c:v>
                </c:pt>
                <c:pt idx="10">
                  <c:v>86.467665999999994</c:v>
                </c:pt>
                <c:pt idx="11">
                  <c:v>86.807293000000001</c:v>
                </c:pt>
                <c:pt idx="12">
                  <c:v>86.807300999999995</c:v>
                </c:pt>
                <c:pt idx="13">
                  <c:v>87.730891999999997</c:v>
                </c:pt>
                <c:pt idx="14">
                  <c:v>88.216071999999997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88.123569000000003</c:v>
                </c:pt>
                <c:pt idx="31">
                  <c:v>87.188522000000006</c:v>
                </c:pt>
                <c:pt idx="32">
                  <c:v>87.188522000000006</c:v>
                </c:pt>
                <c:pt idx="33">
                  <c:v>87.188522000000006</c:v>
                </c:pt>
                <c:pt idx="34">
                  <c:v>87.188522000000006</c:v>
                </c:pt>
                <c:pt idx="35">
                  <c:v>87.188522000000006</c:v>
                </c:pt>
                <c:pt idx="36">
                  <c:v>87.188522000000006</c:v>
                </c:pt>
                <c:pt idx="37">
                  <c:v>87.188522000000006</c:v>
                </c:pt>
                <c:pt idx="38">
                  <c:v>87.188522000000006</c:v>
                </c:pt>
                <c:pt idx="39">
                  <c:v>87.188522000000006</c:v>
                </c:pt>
                <c:pt idx="40">
                  <c:v>87.188522000000006</c:v>
                </c:pt>
                <c:pt idx="41">
                  <c:v>87.188522000000006</c:v>
                </c:pt>
                <c:pt idx="42">
                  <c:v>87.188522000000006</c:v>
                </c:pt>
                <c:pt idx="43">
                  <c:v>87.188522000000006</c:v>
                </c:pt>
                <c:pt idx="44">
                  <c:v>87.188522000000006</c:v>
                </c:pt>
                <c:pt idx="45">
                  <c:v>87.188522000000006</c:v>
                </c:pt>
                <c:pt idx="46">
                  <c:v>87.188522000000006</c:v>
                </c:pt>
                <c:pt idx="47">
                  <c:v>87.188522000000006</c:v>
                </c:pt>
                <c:pt idx="48">
                  <c:v>87.188522000000006</c:v>
                </c:pt>
                <c:pt idx="49">
                  <c:v>87.188522000000006</c:v>
                </c:pt>
                <c:pt idx="50">
                  <c:v>87.188522000000006</c:v>
                </c:pt>
                <c:pt idx="51">
                  <c:v>87.188522000000006</c:v>
                </c:pt>
                <c:pt idx="52">
                  <c:v>87.188522000000006</c:v>
                </c:pt>
                <c:pt idx="53">
                  <c:v>87.188522000000006</c:v>
                </c:pt>
                <c:pt idx="54">
                  <c:v>87.188522000000006</c:v>
                </c:pt>
                <c:pt idx="55">
                  <c:v>87.188522000000006</c:v>
                </c:pt>
                <c:pt idx="56">
                  <c:v>87.188522000000006</c:v>
                </c:pt>
                <c:pt idx="57">
                  <c:v>87.188522000000006</c:v>
                </c:pt>
                <c:pt idx="58">
                  <c:v>87.188522000000006</c:v>
                </c:pt>
                <c:pt idx="59">
                  <c:v>87.188522000000006</c:v>
                </c:pt>
                <c:pt idx="60">
                  <c:v>89.999944999999997</c:v>
                </c:pt>
                <c:pt idx="61">
                  <c:v>89.999944999999997</c:v>
                </c:pt>
                <c:pt idx="62">
                  <c:v>89.999944999999997</c:v>
                </c:pt>
                <c:pt idx="63">
                  <c:v>90</c:v>
                </c:pt>
                <c:pt idx="64">
                  <c:v>90</c:v>
                </c:pt>
                <c:pt idx="65">
                  <c:v>90</c:v>
                </c:pt>
                <c:pt idx="66">
                  <c:v>90</c:v>
                </c:pt>
                <c:pt idx="67">
                  <c:v>90</c:v>
                </c:pt>
                <c:pt idx="68">
                  <c:v>90</c:v>
                </c:pt>
                <c:pt idx="69">
                  <c:v>90</c:v>
                </c:pt>
                <c:pt idx="70">
                  <c:v>90</c:v>
                </c:pt>
                <c:pt idx="71">
                  <c:v>90</c:v>
                </c:pt>
                <c:pt idx="72">
                  <c:v>90</c:v>
                </c:pt>
                <c:pt idx="73">
                  <c:v>90</c:v>
                </c:pt>
                <c:pt idx="74">
                  <c:v>90</c:v>
                </c:pt>
                <c:pt idx="75">
                  <c:v>90</c:v>
                </c:pt>
                <c:pt idx="76">
                  <c:v>90</c:v>
                </c:pt>
                <c:pt idx="77">
                  <c:v>90</c:v>
                </c:pt>
                <c:pt idx="78">
                  <c:v>90</c:v>
                </c:pt>
                <c:pt idx="79">
                  <c:v>90</c:v>
                </c:pt>
                <c:pt idx="80">
                  <c:v>90</c:v>
                </c:pt>
                <c:pt idx="81">
                  <c:v>90</c:v>
                </c:pt>
                <c:pt idx="82">
                  <c:v>90</c:v>
                </c:pt>
                <c:pt idx="83">
                  <c:v>90</c:v>
                </c:pt>
                <c:pt idx="84">
                  <c:v>90</c:v>
                </c:pt>
                <c:pt idx="85">
                  <c:v>90</c:v>
                </c:pt>
                <c:pt idx="86">
                  <c:v>90</c:v>
                </c:pt>
                <c:pt idx="87">
                  <c:v>90</c:v>
                </c:pt>
                <c:pt idx="88">
                  <c:v>90</c:v>
                </c:pt>
                <c:pt idx="89">
                  <c:v>90</c:v>
                </c:pt>
                <c:pt idx="90">
                  <c:v>90</c:v>
                </c:pt>
                <c:pt idx="91">
                  <c:v>90</c:v>
                </c:pt>
                <c:pt idx="92">
                  <c:v>90</c:v>
                </c:pt>
                <c:pt idx="93">
                  <c:v>90</c:v>
                </c:pt>
                <c:pt idx="94">
                  <c:v>90</c:v>
                </c:pt>
                <c:pt idx="95">
                  <c:v>90</c:v>
                </c:pt>
                <c:pt idx="96">
                  <c:v>90</c:v>
                </c:pt>
                <c:pt idx="97">
                  <c:v>90</c:v>
                </c:pt>
                <c:pt idx="98">
                  <c:v>90</c:v>
                </c:pt>
                <c:pt idx="99">
                  <c:v>90</c:v>
                </c:pt>
                <c:pt idx="100">
                  <c:v>90</c:v>
                </c:pt>
                <c:pt idx="101">
                  <c:v>90</c:v>
                </c:pt>
                <c:pt idx="102">
                  <c:v>90</c:v>
                </c:pt>
                <c:pt idx="103">
                  <c:v>90</c:v>
                </c:pt>
                <c:pt idx="104">
                  <c:v>90</c:v>
                </c:pt>
                <c:pt idx="105">
                  <c:v>90</c:v>
                </c:pt>
                <c:pt idx="106">
                  <c:v>90</c:v>
                </c:pt>
                <c:pt idx="107">
                  <c:v>90</c:v>
                </c:pt>
                <c:pt idx="108">
                  <c:v>90</c:v>
                </c:pt>
                <c:pt idx="109">
                  <c:v>90</c:v>
                </c:pt>
                <c:pt idx="110">
                  <c:v>90</c:v>
                </c:pt>
                <c:pt idx="111">
                  <c:v>90</c:v>
                </c:pt>
                <c:pt idx="112">
                  <c:v>90</c:v>
                </c:pt>
                <c:pt idx="113">
                  <c:v>90</c:v>
                </c:pt>
                <c:pt idx="114">
                  <c:v>90</c:v>
                </c:pt>
                <c:pt idx="115">
                  <c:v>90</c:v>
                </c:pt>
                <c:pt idx="116">
                  <c:v>90</c:v>
                </c:pt>
                <c:pt idx="117">
                  <c:v>90</c:v>
                </c:pt>
                <c:pt idx="118">
                  <c:v>90</c:v>
                </c:pt>
                <c:pt idx="119">
                  <c:v>90</c:v>
                </c:pt>
                <c:pt idx="120">
                  <c:v>90</c:v>
                </c:pt>
                <c:pt idx="121">
                  <c:v>90</c:v>
                </c:pt>
                <c:pt idx="122">
                  <c:v>90</c:v>
                </c:pt>
                <c:pt idx="123">
                  <c:v>90</c:v>
                </c:pt>
                <c:pt idx="124">
                  <c:v>90</c:v>
                </c:pt>
                <c:pt idx="125">
                  <c:v>88.123569000000003</c:v>
                </c:pt>
                <c:pt idx="126">
                  <c:v>88.123569000000003</c:v>
                </c:pt>
                <c:pt idx="127">
                  <c:v>87.188522000000006</c:v>
                </c:pt>
                <c:pt idx="128">
                  <c:v>87.188522000000006</c:v>
                </c:pt>
                <c:pt idx="129">
                  <c:v>87.188522000000006</c:v>
                </c:pt>
                <c:pt idx="130">
                  <c:v>87.188522000000006</c:v>
                </c:pt>
                <c:pt idx="131">
                  <c:v>87.188522000000006</c:v>
                </c:pt>
                <c:pt idx="132">
                  <c:v>87.188522000000006</c:v>
                </c:pt>
                <c:pt idx="133">
                  <c:v>87.188522000000006</c:v>
                </c:pt>
                <c:pt idx="134">
                  <c:v>87.188522000000006</c:v>
                </c:pt>
                <c:pt idx="135">
                  <c:v>87.188522000000006</c:v>
                </c:pt>
                <c:pt idx="136">
                  <c:v>88.703995000000006</c:v>
                </c:pt>
                <c:pt idx="137">
                  <c:v>88.704003</c:v>
                </c:pt>
                <c:pt idx="138">
                  <c:v>88.704003</c:v>
                </c:pt>
                <c:pt idx="139">
                  <c:v>88.704003</c:v>
                </c:pt>
                <c:pt idx="140">
                  <c:v>88.704003</c:v>
                </c:pt>
                <c:pt idx="141">
                  <c:v>88.704003</c:v>
                </c:pt>
                <c:pt idx="142">
                  <c:v>90</c:v>
                </c:pt>
                <c:pt idx="143">
                  <c:v>90</c:v>
                </c:pt>
                <c:pt idx="144">
                  <c:v>90</c:v>
                </c:pt>
                <c:pt idx="145">
                  <c:v>90</c:v>
                </c:pt>
                <c:pt idx="146">
                  <c:v>90</c:v>
                </c:pt>
                <c:pt idx="147">
                  <c:v>90</c:v>
                </c:pt>
                <c:pt idx="148">
                  <c:v>90</c:v>
                </c:pt>
                <c:pt idx="149">
                  <c:v>90</c:v>
                </c:pt>
                <c:pt idx="150">
                  <c:v>90</c:v>
                </c:pt>
                <c:pt idx="151">
                  <c:v>90</c:v>
                </c:pt>
                <c:pt idx="152">
                  <c:v>90</c:v>
                </c:pt>
                <c:pt idx="153">
                  <c:v>90</c:v>
                </c:pt>
                <c:pt idx="154">
                  <c:v>90</c:v>
                </c:pt>
                <c:pt idx="155">
                  <c:v>90</c:v>
                </c:pt>
                <c:pt idx="156">
                  <c:v>90</c:v>
                </c:pt>
                <c:pt idx="157">
                  <c:v>90</c:v>
                </c:pt>
                <c:pt idx="158">
                  <c:v>90</c:v>
                </c:pt>
                <c:pt idx="159">
                  <c:v>90</c:v>
                </c:pt>
                <c:pt idx="160">
                  <c:v>90</c:v>
                </c:pt>
                <c:pt idx="161">
                  <c:v>90</c:v>
                </c:pt>
                <c:pt idx="162">
                  <c:v>90</c:v>
                </c:pt>
                <c:pt idx="163">
                  <c:v>90</c:v>
                </c:pt>
                <c:pt idx="164">
                  <c:v>90</c:v>
                </c:pt>
                <c:pt idx="165">
                  <c:v>90</c:v>
                </c:pt>
                <c:pt idx="166">
                  <c:v>90</c:v>
                </c:pt>
                <c:pt idx="167">
                  <c:v>90</c:v>
                </c:pt>
                <c:pt idx="168">
                  <c:v>90</c:v>
                </c:pt>
                <c:pt idx="169">
                  <c:v>90</c:v>
                </c:pt>
                <c:pt idx="170">
                  <c:v>90</c:v>
                </c:pt>
                <c:pt idx="171">
                  <c:v>90</c:v>
                </c:pt>
                <c:pt idx="172">
                  <c:v>90</c:v>
                </c:pt>
                <c:pt idx="173">
                  <c:v>90</c:v>
                </c:pt>
                <c:pt idx="174">
                  <c:v>90</c:v>
                </c:pt>
                <c:pt idx="175">
                  <c:v>90</c:v>
                </c:pt>
                <c:pt idx="176">
                  <c:v>90</c:v>
                </c:pt>
                <c:pt idx="177">
                  <c:v>90</c:v>
                </c:pt>
                <c:pt idx="178">
                  <c:v>90</c:v>
                </c:pt>
                <c:pt idx="179">
                  <c:v>90</c:v>
                </c:pt>
                <c:pt idx="180">
                  <c:v>90</c:v>
                </c:pt>
                <c:pt idx="181">
                  <c:v>90</c:v>
                </c:pt>
                <c:pt idx="182">
                  <c:v>90</c:v>
                </c:pt>
                <c:pt idx="183">
                  <c:v>90</c:v>
                </c:pt>
                <c:pt idx="184">
                  <c:v>90</c:v>
                </c:pt>
                <c:pt idx="185">
                  <c:v>90</c:v>
                </c:pt>
                <c:pt idx="186">
                  <c:v>90</c:v>
                </c:pt>
                <c:pt idx="187">
                  <c:v>90</c:v>
                </c:pt>
                <c:pt idx="188">
                  <c:v>90</c:v>
                </c:pt>
                <c:pt idx="189">
                  <c:v>90</c:v>
                </c:pt>
                <c:pt idx="190">
                  <c:v>90</c:v>
                </c:pt>
                <c:pt idx="191">
                  <c:v>90</c:v>
                </c:pt>
                <c:pt idx="192">
                  <c:v>90</c:v>
                </c:pt>
                <c:pt idx="193">
                  <c:v>90</c:v>
                </c:pt>
                <c:pt idx="194">
                  <c:v>90</c:v>
                </c:pt>
                <c:pt idx="195">
                  <c:v>90</c:v>
                </c:pt>
                <c:pt idx="196">
                  <c:v>90</c:v>
                </c:pt>
                <c:pt idx="197">
                  <c:v>90</c:v>
                </c:pt>
                <c:pt idx="198">
                  <c:v>90</c:v>
                </c:pt>
                <c:pt idx="199">
                  <c:v>90</c:v>
                </c:pt>
                <c:pt idx="200">
                  <c:v>90</c:v>
                </c:pt>
                <c:pt idx="201">
                  <c:v>90</c:v>
                </c:pt>
                <c:pt idx="202">
                  <c:v>90</c:v>
                </c:pt>
                <c:pt idx="203">
                  <c:v>90</c:v>
                </c:pt>
                <c:pt idx="204">
                  <c:v>90</c:v>
                </c:pt>
                <c:pt idx="205">
                  <c:v>90</c:v>
                </c:pt>
                <c:pt idx="206">
                  <c:v>90</c:v>
                </c:pt>
                <c:pt idx="207">
                  <c:v>90</c:v>
                </c:pt>
                <c:pt idx="208">
                  <c:v>90</c:v>
                </c:pt>
                <c:pt idx="209">
                  <c:v>90</c:v>
                </c:pt>
                <c:pt idx="210">
                  <c:v>90</c:v>
                </c:pt>
                <c:pt idx="211">
                  <c:v>90</c:v>
                </c:pt>
                <c:pt idx="212">
                  <c:v>90</c:v>
                </c:pt>
                <c:pt idx="213">
                  <c:v>90</c:v>
                </c:pt>
                <c:pt idx="214">
                  <c:v>90</c:v>
                </c:pt>
                <c:pt idx="215">
                  <c:v>90</c:v>
                </c:pt>
                <c:pt idx="216">
                  <c:v>90</c:v>
                </c:pt>
                <c:pt idx="217">
                  <c:v>90</c:v>
                </c:pt>
                <c:pt idx="218">
                  <c:v>90</c:v>
                </c:pt>
                <c:pt idx="219">
                  <c:v>90</c:v>
                </c:pt>
                <c:pt idx="220">
                  <c:v>90</c:v>
                </c:pt>
                <c:pt idx="221">
                  <c:v>88.123569000000003</c:v>
                </c:pt>
                <c:pt idx="222">
                  <c:v>88.123569000000003</c:v>
                </c:pt>
                <c:pt idx="223">
                  <c:v>87.914658000000003</c:v>
                </c:pt>
                <c:pt idx="224">
                  <c:v>87.188522000000006</c:v>
                </c:pt>
                <c:pt idx="225">
                  <c:v>87.188522000000006</c:v>
                </c:pt>
                <c:pt idx="226">
                  <c:v>87.188522000000006</c:v>
                </c:pt>
                <c:pt idx="227">
                  <c:v>87.188522000000006</c:v>
                </c:pt>
                <c:pt idx="228">
                  <c:v>87.188522000000006</c:v>
                </c:pt>
                <c:pt idx="229">
                  <c:v>87.188522000000006</c:v>
                </c:pt>
                <c:pt idx="230">
                  <c:v>87.188522000000006</c:v>
                </c:pt>
                <c:pt idx="231">
                  <c:v>87.188522000000006</c:v>
                </c:pt>
                <c:pt idx="232">
                  <c:v>87.188522000000006</c:v>
                </c:pt>
                <c:pt idx="233">
                  <c:v>87.188522000000006</c:v>
                </c:pt>
                <c:pt idx="234">
                  <c:v>89.999938</c:v>
                </c:pt>
                <c:pt idx="235">
                  <c:v>89.999938</c:v>
                </c:pt>
                <c:pt idx="236">
                  <c:v>89.999938</c:v>
                </c:pt>
                <c:pt idx="237">
                  <c:v>89.999938</c:v>
                </c:pt>
                <c:pt idx="238">
                  <c:v>89.999938</c:v>
                </c:pt>
                <c:pt idx="239">
                  <c:v>89.999938</c:v>
                </c:pt>
                <c:pt idx="240">
                  <c:v>89.999938</c:v>
                </c:pt>
                <c:pt idx="241">
                  <c:v>89.999938</c:v>
                </c:pt>
                <c:pt idx="242">
                  <c:v>90</c:v>
                </c:pt>
                <c:pt idx="243">
                  <c:v>90</c:v>
                </c:pt>
                <c:pt idx="244">
                  <c:v>90</c:v>
                </c:pt>
                <c:pt idx="245">
                  <c:v>90</c:v>
                </c:pt>
                <c:pt idx="246">
                  <c:v>90</c:v>
                </c:pt>
                <c:pt idx="247">
                  <c:v>90</c:v>
                </c:pt>
                <c:pt idx="248">
                  <c:v>90</c:v>
                </c:pt>
                <c:pt idx="249">
                  <c:v>90</c:v>
                </c:pt>
                <c:pt idx="250">
                  <c:v>90</c:v>
                </c:pt>
                <c:pt idx="251">
                  <c:v>90</c:v>
                </c:pt>
                <c:pt idx="252">
                  <c:v>90</c:v>
                </c:pt>
                <c:pt idx="253">
                  <c:v>90</c:v>
                </c:pt>
                <c:pt idx="254">
                  <c:v>90</c:v>
                </c:pt>
                <c:pt idx="255">
                  <c:v>90</c:v>
                </c:pt>
                <c:pt idx="256">
                  <c:v>90</c:v>
                </c:pt>
                <c:pt idx="257">
                  <c:v>90</c:v>
                </c:pt>
                <c:pt idx="258">
                  <c:v>90</c:v>
                </c:pt>
                <c:pt idx="259">
                  <c:v>90</c:v>
                </c:pt>
                <c:pt idx="260">
                  <c:v>90</c:v>
                </c:pt>
                <c:pt idx="261">
                  <c:v>90</c:v>
                </c:pt>
                <c:pt idx="262">
                  <c:v>90</c:v>
                </c:pt>
                <c:pt idx="263">
                  <c:v>90</c:v>
                </c:pt>
                <c:pt idx="264">
                  <c:v>90</c:v>
                </c:pt>
                <c:pt idx="265">
                  <c:v>90</c:v>
                </c:pt>
                <c:pt idx="266">
                  <c:v>90</c:v>
                </c:pt>
                <c:pt idx="267">
                  <c:v>90</c:v>
                </c:pt>
                <c:pt idx="268">
                  <c:v>90</c:v>
                </c:pt>
                <c:pt idx="269">
                  <c:v>90</c:v>
                </c:pt>
                <c:pt idx="270">
                  <c:v>90</c:v>
                </c:pt>
                <c:pt idx="271">
                  <c:v>90</c:v>
                </c:pt>
                <c:pt idx="272">
                  <c:v>90</c:v>
                </c:pt>
                <c:pt idx="273">
                  <c:v>90</c:v>
                </c:pt>
                <c:pt idx="274">
                  <c:v>90</c:v>
                </c:pt>
                <c:pt idx="275">
                  <c:v>90</c:v>
                </c:pt>
                <c:pt idx="276">
                  <c:v>90</c:v>
                </c:pt>
                <c:pt idx="277">
                  <c:v>90</c:v>
                </c:pt>
                <c:pt idx="278">
                  <c:v>90</c:v>
                </c:pt>
                <c:pt idx="279">
                  <c:v>90</c:v>
                </c:pt>
                <c:pt idx="280">
                  <c:v>90</c:v>
                </c:pt>
                <c:pt idx="281">
                  <c:v>90</c:v>
                </c:pt>
                <c:pt idx="282">
                  <c:v>90</c:v>
                </c:pt>
                <c:pt idx="283">
                  <c:v>90</c:v>
                </c:pt>
                <c:pt idx="284">
                  <c:v>90</c:v>
                </c:pt>
                <c:pt idx="285">
                  <c:v>90</c:v>
                </c:pt>
                <c:pt idx="286">
                  <c:v>90</c:v>
                </c:pt>
                <c:pt idx="287">
                  <c:v>90</c:v>
                </c:pt>
                <c:pt idx="288">
                  <c:v>90</c:v>
                </c:pt>
                <c:pt idx="289">
                  <c:v>90</c:v>
                </c:pt>
                <c:pt idx="290">
                  <c:v>90</c:v>
                </c:pt>
                <c:pt idx="291">
                  <c:v>90</c:v>
                </c:pt>
                <c:pt idx="292">
                  <c:v>90</c:v>
                </c:pt>
                <c:pt idx="293">
                  <c:v>90</c:v>
                </c:pt>
                <c:pt idx="294">
                  <c:v>90</c:v>
                </c:pt>
                <c:pt idx="295">
                  <c:v>90</c:v>
                </c:pt>
                <c:pt idx="296">
                  <c:v>90</c:v>
                </c:pt>
                <c:pt idx="297">
                  <c:v>90</c:v>
                </c:pt>
                <c:pt idx="298">
                  <c:v>90</c:v>
                </c:pt>
                <c:pt idx="299">
                  <c:v>90</c:v>
                </c:pt>
                <c:pt idx="300">
                  <c:v>90</c:v>
                </c:pt>
                <c:pt idx="301">
                  <c:v>90</c:v>
                </c:pt>
                <c:pt idx="302">
                  <c:v>90</c:v>
                </c:pt>
                <c:pt idx="303">
                  <c:v>90</c:v>
                </c:pt>
                <c:pt idx="304">
                  <c:v>90</c:v>
                </c:pt>
                <c:pt idx="305">
                  <c:v>90</c:v>
                </c:pt>
                <c:pt idx="306">
                  <c:v>90</c:v>
                </c:pt>
                <c:pt idx="307">
                  <c:v>90</c:v>
                </c:pt>
                <c:pt idx="308">
                  <c:v>90</c:v>
                </c:pt>
                <c:pt idx="309">
                  <c:v>90</c:v>
                </c:pt>
                <c:pt idx="310">
                  <c:v>90</c:v>
                </c:pt>
                <c:pt idx="311">
                  <c:v>90</c:v>
                </c:pt>
                <c:pt idx="312">
                  <c:v>90</c:v>
                </c:pt>
                <c:pt idx="313">
                  <c:v>90</c:v>
                </c:pt>
                <c:pt idx="314">
                  <c:v>90</c:v>
                </c:pt>
                <c:pt idx="315">
                  <c:v>90</c:v>
                </c:pt>
                <c:pt idx="316">
                  <c:v>90</c:v>
                </c:pt>
                <c:pt idx="317">
                  <c:v>90</c:v>
                </c:pt>
                <c:pt idx="318">
                  <c:v>88.123569000000003</c:v>
                </c:pt>
                <c:pt idx="319">
                  <c:v>87.188522000000006</c:v>
                </c:pt>
                <c:pt idx="320">
                  <c:v>87.188522000000006</c:v>
                </c:pt>
                <c:pt idx="321">
                  <c:v>87.188522000000006</c:v>
                </c:pt>
                <c:pt idx="322">
                  <c:v>87.188522000000006</c:v>
                </c:pt>
                <c:pt idx="323">
                  <c:v>87.188522000000006</c:v>
                </c:pt>
                <c:pt idx="324">
                  <c:v>87.188522000000006</c:v>
                </c:pt>
                <c:pt idx="325">
                  <c:v>87.188522000000006</c:v>
                </c:pt>
                <c:pt idx="326">
                  <c:v>87.188522000000006</c:v>
                </c:pt>
                <c:pt idx="327">
                  <c:v>87.188522000000006</c:v>
                </c:pt>
                <c:pt idx="328">
                  <c:v>87.188522000000006</c:v>
                </c:pt>
                <c:pt idx="329">
                  <c:v>87.188522000000006</c:v>
                </c:pt>
                <c:pt idx="330">
                  <c:v>87.188522000000006</c:v>
                </c:pt>
                <c:pt idx="331">
                  <c:v>87.188522000000006</c:v>
                </c:pt>
                <c:pt idx="332">
                  <c:v>87.188522000000006</c:v>
                </c:pt>
                <c:pt idx="333">
                  <c:v>87.188522000000006</c:v>
                </c:pt>
                <c:pt idx="334">
                  <c:v>87.188522000000006</c:v>
                </c:pt>
                <c:pt idx="335">
                  <c:v>87.188522000000006</c:v>
                </c:pt>
                <c:pt idx="336">
                  <c:v>87.188522000000006</c:v>
                </c:pt>
                <c:pt idx="337">
                  <c:v>87.188522000000006</c:v>
                </c:pt>
                <c:pt idx="338">
                  <c:v>87.188522000000006</c:v>
                </c:pt>
                <c:pt idx="339">
                  <c:v>90</c:v>
                </c:pt>
                <c:pt idx="340">
                  <c:v>90</c:v>
                </c:pt>
                <c:pt idx="341">
                  <c:v>90</c:v>
                </c:pt>
                <c:pt idx="342">
                  <c:v>90</c:v>
                </c:pt>
                <c:pt idx="343">
                  <c:v>90</c:v>
                </c:pt>
                <c:pt idx="344">
                  <c:v>90</c:v>
                </c:pt>
                <c:pt idx="345">
                  <c:v>90</c:v>
                </c:pt>
                <c:pt idx="346">
                  <c:v>90</c:v>
                </c:pt>
                <c:pt idx="347">
                  <c:v>90</c:v>
                </c:pt>
                <c:pt idx="348">
                  <c:v>90</c:v>
                </c:pt>
                <c:pt idx="349">
                  <c:v>90</c:v>
                </c:pt>
                <c:pt idx="350">
                  <c:v>90</c:v>
                </c:pt>
                <c:pt idx="351">
                  <c:v>90</c:v>
                </c:pt>
                <c:pt idx="352">
                  <c:v>90</c:v>
                </c:pt>
                <c:pt idx="353">
                  <c:v>90</c:v>
                </c:pt>
                <c:pt idx="354">
                  <c:v>90</c:v>
                </c:pt>
                <c:pt idx="355">
                  <c:v>90</c:v>
                </c:pt>
                <c:pt idx="356">
                  <c:v>90</c:v>
                </c:pt>
                <c:pt idx="357">
                  <c:v>90</c:v>
                </c:pt>
                <c:pt idx="358">
                  <c:v>90</c:v>
                </c:pt>
                <c:pt idx="359">
                  <c:v>90</c:v>
                </c:pt>
                <c:pt idx="360">
                  <c:v>90</c:v>
                </c:pt>
                <c:pt idx="361">
                  <c:v>90</c:v>
                </c:pt>
                <c:pt idx="362">
                  <c:v>90</c:v>
                </c:pt>
                <c:pt idx="363">
                  <c:v>90</c:v>
                </c:pt>
                <c:pt idx="364">
                  <c:v>90</c:v>
                </c:pt>
                <c:pt idx="365">
                  <c:v>90</c:v>
                </c:pt>
                <c:pt idx="366">
                  <c:v>90</c:v>
                </c:pt>
                <c:pt idx="367">
                  <c:v>90</c:v>
                </c:pt>
                <c:pt idx="368">
                  <c:v>90</c:v>
                </c:pt>
                <c:pt idx="369">
                  <c:v>90</c:v>
                </c:pt>
                <c:pt idx="370">
                  <c:v>90</c:v>
                </c:pt>
                <c:pt idx="371">
                  <c:v>90</c:v>
                </c:pt>
                <c:pt idx="372">
                  <c:v>90</c:v>
                </c:pt>
                <c:pt idx="373">
                  <c:v>90</c:v>
                </c:pt>
                <c:pt idx="374">
                  <c:v>90</c:v>
                </c:pt>
                <c:pt idx="375">
                  <c:v>90</c:v>
                </c:pt>
                <c:pt idx="376">
                  <c:v>90</c:v>
                </c:pt>
                <c:pt idx="377">
                  <c:v>90</c:v>
                </c:pt>
                <c:pt idx="378">
                  <c:v>90</c:v>
                </c:pt>
                <c:pt idx="379">
                  <c:v>90</c:v>
                </c:pt>
                <c:pt idx="380">
                  <c:v>90</c:v>
                </c:pt>
                <c:pt idx="381">
                  <c:v>90</c:v>
                </c:pt>
                <c:pt idx="382">
                  <c:v>90</c:v>
                </c:pt>
                <c:pt idx="383">
                  <c:v>90</c:v>
                </c:pt>
                <c:pt idx="384">
                  <c:v>90</c:v>
                </c:pt>
                <c:pt idx="385">
                  <c:v>90</c:v>
                </c:pt>
                <c:pt idx="386">
                  <c:v>90</c:v>
                </c:pt>
                <c:pt idx="387">
                  <c:v>90</c:v>
                </c:pt>
                <c:pt idx="388">
                  <c:v>90</c:v>
                </c:pt>
                <c:pt idx="389">
                  <c:v>90</c:v>
                </c:pt>
                <c:pt idx="390">
                  <c:v>90</c:v>
                </c:pt>
                <c:pt idx="391">
                  <c:v>90</c:v>
                </c:pt>
                <c:pt idx="392">
                  <c:v>90</c:v>
                </c:pt>
                <c:pt idx="393">
                  <c:v>90</c:v>
                </c:pt>
                <c:pt idx="394">
                  <c:v>90</c:v>
                </c:pt>
                <c:pt idx="395">
                  <c:v>90</c:v>
                </c:pt>
                <c:pt idx="396">
                  <c:v>90</c:v>
                </c:pt>
                <c:pt idx="397">
                  <c:v>90</c:v>
                </c:pt>
                <c:pt idx="398">
                  <c:v>90</c:v>
                </c:pt>
                <c:pt idx="399">
                  <c:v>90</c:v>
                </c:pt>
                <c:pt idx="400">
                  <c:v>90</c:v>
                </c:pt>
                <c:pt idx="401">
                  <c:v>90</c:v>
                </c:pt>
                <c:pt idx="402">
                  <c:v>90</c:v>
                </c:pt>
                <c:pt idx="403">
                  <c:v>90</c:v>
                </c:pt>
                <c:pt idx="404">
                  <c:v>90</c:v>
                </c:pt>
                <c:pt idx="405">
                  <c:v>90</c:v>
                </c:pt>
                <c:pt idx="406">
                  <c:v>90</c:v>
                </c:pt>
                <c:pt idx="407">
                  <c:v>90</c:v>
                </c:pt>
                <c:pt idx="408">
                  <c:v>90</c:v>
                </c:pt>
                <c:pt idx="409">
                  <c:v>90</c:v>
                </c:pt>
                <c:pt idx="410">
                  <c:v>90</c:v>
                </c:pt>
                <c:pt idx="411">
                  <c:v>90</c:v>
                </c:pt>
                <c:pt idx="412">
                  <c:v>90</c:v>
                </c:pt>
                <c:pt idx="413">
                  <c:v>90</c:v>
                </c:pt>
                <c:pt idx="414">
                  <c:v>88.123569000000003</c:v>
                </c:pt>
                <c:pt idx="415">
                  <c:v>87.914658000000003</c:v>
                </c:pt>
                <c:pt idx="416">
                  <c:v>87.188522000000006</c:v>
                </c:pt>
                <c:pt idx="417">
                  <c:v>87.188522000000006</c:v>
                </c:pt>
                <c:pt idx="418">
                  <c:v>87.188522000000006</c:v>
                </c:pt>
                <c:pt idx="419">
                  <c:v>87.188522000000006</c:v>
                </c:pt>
                <c:pt idx="420">
                  <c:v>87.188522000000006</c:v>
                </c:pt>
                <c:pt idx="421">
                  <c:v>87.188522000000006</c:v>
                </c:pt>
                <c:pt idx="422">
                  <c:v>87.188522000000006</c:v>
                </c:pt>
                <c:pt idx="423">
                  <c:v>87.106891000000005</c:v>
                </c:pt>
                <c:pt idx="424">
                  <c:v>87.106891000000005</c:v>
                </c:pt>
                <c:pt idx="425">
                  <c:v>87.106891000000005</c:v>
                </c:pt>
                <c:pt idx="426">
                  <c:v>87.106891000000005</c:v>
                </c:pt>
                <c:pt idx="427">
                  <c:v>90</c:v>
                </c:pt>
                <c:pt idx="428">
                  <c:v>90</c:v>
                </c:pt>
                <c:pt idx="429">
                  <c:v>90</c:v>
                </c:pt>
                <c:pt idx="430">
                  <c:v>90</c:v>
                </c:pt>
                <c:pt idx="431">
                  <c:v>90</c:v>
                </c:pt>
                <c:pt idx="432">
                  <c:v>90</c:v>
                </c:pt>
                <c:pt idx="433">
                  <c:v>90</c:v>
                </c:pt>
                <c:pt idx="434">
                  <c:v>90</c:v>
                </c:pt>
                <c:pt idx="435">
                  <c:v>90</c:v>
                </c:pt>
                <c:pt idx="436">
                  <c:v>90</c:v>
                </c:pt>
                <c:pt idx="437">
                  <c:v>90</c:v>
                </c:pt>
                <c:pt idx="438">
                  <c:v>90</c:v>
                </c:pt>
                <c:pt idx="439">
                  <c:v>90</c:v>
                </c:pt>
                <c:pt idx="440">
                  <c:v>90</c:v>
                </c:pt>
                <c:pt idx="441">
                  <c:v>90</c:v>
                </c:pt>
                <c:pt idx="442">
                  <c:v>90</c:v>
                </c:pt>
                <c:pt idx="443">
                  <c:v>90</c:v>
                </c:pt>
                <c:pt idx="444">
                  <c:v>90</c:v>
                </c:pt>
                <c:pt idx="445">
                  <c:v>90</c:v>
                </c:pt>
                <c:pt idx="446">
                  <c:v>90</c:v>
                </c:pt>
                <c:pt idx="447">
                  <c:v>90</c:v>
                </c:pt>
                <c:pt idx="448">
                  <c:v>90</c:v>
                </c:pt>
                <c:pt idx="449">
                  <c:v>90</c:v>
                </c:pt>
                <c:pt idx="450">
                  <c:v>90</c:v>
                </c:pt>
                <c:pt idx="451">
                  <c:v>90</c:v>
                </c:pt>
                <c:pt idx="452">
                  <c:v>90</c:v>
                </c:pt>
                <c:pt idx="453">
                  <c:v>90</c:v>
                </c:pt>
                <c:pt idx="454">
                  <c:v>90</c:v>
                </c:pt>
                <c:pt idx="455">
                  <c:v>90</c:v>
                </c:pt>
                <c:pt idx="456">
                  <c:v>90</c:v>
                </c:pt>
                <c:pt idx="457">
                  <c:v>90</c:v>
                </c:pt>
                <c:pt idx="458">
                  <c:v>90</c:v>
                </c:pt>
                <c:pt idx="459">
                  <c:v>90</c:v>
                </c:pt>
                <c:pt idx="460">
                  <c:v>90</c:v>
                </c:pt>
                <c:pt idx="461">
                  <c:v>90</c:v>
                </c:pt>
                <c:pt idx="462">
                  <c:v>90</c:v>
                </c:pt>
                <c:pt idx="463">
                  <c:v>90</c:v>
                </c:pt>
                <c:pt idx="464">
                  <c:v>90</c:v>
                </c:pt>
                <c:pt idx="465">
                  <c:v>90</c:v>
                </c:pt>
                <c:pt idx="466">
                  <c:v>90</c:v>
                </c:pt>
                <c:pt idx="467">
                  <c:v>90</c:v>
                </c:pt>
                <c:pt idx="468">
                  <c:v>90</c:v>
                </c:pt>
                <c:pt idx="469">
                  <c:v>90</c:v>
                </c:pt>
                <c:pt idx="470">
                  <c:v>90</c:v>
                </c:pt>
                <c:pt idx="471">
                  <c:v>90</c:v>
                </c:pt>
                <c:pt idx="472">
                  <c:v>90</c:v>
                </c:pt>
                <c:pt idx="473">
                  <c:v>90</c:v>
                </c:pt>
                <c:pt idx="474">
                  <c:v>90</c:v>
                </c:pt>
                <c:pt idx="475">
                  <c:v>90</c:v>
                </c:pt>
                <c:pt idx="476">
                  <c:v>90</c:v>
                </c:pt>
                <c:pt idx="477">
                  <c:v>90</c:v>
                </c:pt>
                <c:pt idx="478">
                  <c:v>90</c:v>
                </c:pt>
                <c:pt idx="479">
                  <c:v>90</c:v>
                </c:pt>
                <c:pt idx="480">
                  <c:v>90</c:v>
                </c:pt>
                <c:pt idx="481">
                  <c:v>90</c:v>
                </c:pt>
                <c:pt idx="482">
                  <c:v>90</c:v>
                </c:pt>
                <c:pt idx="483">
                  <c:v>90</c:v>
                </c:pt>
                <c:pt idx="484">
                  <c:v>90</c:v>
                </c:pt>
                <c:pt idx="485">
                  <c:v>90</c:v>
                </c:pt>
                <c:pt idx="486">
                  <c:v>90</c:v>
                </c:pt>
                <c:pt idx="487">
                  <c:v>90</c:v>
                </c:pt>
                <c:pt idx="488">
                  <c:v>90</c:v>
                </c:pt>
                <c:pt idx="489">
                  <c:v>90</c:v>
                </c:pt>
                <c:pt idx="490">
                  <c:v>90</c:v>
                </c:pt>
                <c:pt idx="491">
                  <c:v>90</c:v>
                </c:pt>
                <c:pt idx="492">
                  <c:v>90</c:v>
                </c:pt>
                <c:pt idx="493">
                  <c:v>90</c:v>
                </c:pt>
                <c:pt idx="494">
                  <c:v>90</c:v>
                </c:pt>
                <c:pt idx="495">
                  <c:v>90</c:v>
                </c:pt>
                <c:pt idx="496">
                  <c:v>90</c:v>
                </c:pt>
                <c:pt idx="497">
                  <c:v>90</c:v>
                </c:pt>
                <c:pt idx="498">
                  <c:v>90</c:v>
                </c:pt>
                <c:pt idx="499">
                  <c:v>90</c:v>
                </c:pt>
                <c:pt idx="500">
                  <c:v>90</c:v>
                </c:pt>
                <c:pt idx="501">
                  <c:v>90</c:v>
                </c:pt>
                <c:pt idx="502">
                  <c:v>90</c:v>
                </c:pt>
                <c:pt idx="503">
                  <c:v>90</c:v>
                </c:pt>
                <c:pt idx="504">
                  <c:v>90</c:v>
                </c:pt>
                <c:pt idx="505">
                  <c:v>90</c:v>
                </c:pt>
                <c:pt idx="506">
                  <c:v>90</c:v>
                </c:pt>
                <c:pt idx="507">
                  <c:v>90</c:v>
                </c:pt>
                <c:pt idx="508">
                  <c:v>90</c:v>
                </c:pt>
                <c:pt idx="509">
                  <c:v>90</c:v>
                </c:pt>
                <c:pt idx="510">
                  <c:v>90</c:v>
                </c:pt>
                <c:pt idx="511">
                  <c:v>90</c:v>
                </c:pt>
                <c:pt idx="512">
                  <c:v>90</c:v>
                </c:pt>
                <c:pt idx="513">
                  <c:v>90</c:v>
                </c:pt>
                <c:pt idx="514">
                  <c:v>90</c:v>
                </c:pt>
                <c:pt idx="515">
                  <c:v>90</c:v>
                </c:pt>
                <c:pt idx="516">
                  <c:v>90</c:v>
                </c:pt>
                <c:pt idx="517">
                  <c:v>90</c:v>
                </c:pt>
                <c:pt idx="518">
                  <c:v>90</c:v>
                </c:pt>
                <c:pt idx="519">
                  <c:v>90</c:v>
                </c:pt>
                <c:pt idx="520">
                  <c:v>90</c:v>
                </c:pt>
                <c:pt idx="521">
                  <c:v>90</c:v>
                </c:pt>
                <c:pt idx="522">
                  <c:v>90</c:v>
                </c:pt>
                <c:pt idx="523">
                  <c:v>90</c:v>
                </c:pt>
                <c:pt idx="524">
                  <c:v>90</c:v>
                </c:pt>
                <c:pt idx="525">
                  <c:v>90</c:v>
                </c:pt>
                <c:pt idx="526">
                  <c:v>90</c:v>
                </c:pt>
                <c:pt idx="527">
                  <c:v>90</c:v>
                </c:pt>
                <c:pt idx="528">
                  <c:v>90</c:v>
                </c:pt>
                <c:pt idx="529">
                  <c:v>90</c:v>
                </c:pt>
                <c:pt idx="530">
                  <c:v>90</c:v>
                </c:pt>
                <c:pt idx="531">
                  <c:v>90</c:v>
                </c:pt>
                <c:pt idx="532">
                  <c:v>90</c:v>
                </c:pt>
                <c:pt idx="533">
                  <c:v>90</c:v>
                </c:pt>
                <c:pt idx="534">
                  <c:v>90</c:v>
                </c:pt>
                <c:pt idx="535">
                  <c:v>90</c:v>
                </c:pt>
                <c:pt idx="536">
                  <c:v>90</c:v>
                </c:pt>
                <c:pt idx="537">
                  <c:v>90</c:v>
                </c:pt>
                <c:pt idx="538">
                  <c:v>90</c:v>
                </c:pt>
                <c:pt idx="539">
                  <c:v>90</c:v>
                </c:pt>
                <c:pt idx="540">
                  <c:v>90</c:v>
                </c:pt>
                <c:pt idx="541">
                  <c:v>90</c:v>
                </c:pt>
                <c:pt idx="542">
                  <c:v>90</c:v>
                </c:pt>
                <c:pt idx="543">
                  <c:v>90</c:v>
                </c:pt>
                <c:pt idx="544">
                  <c:v>90</c:v>
                </c:pt>
                <c:pt idx="545">
                  <c:v>90</c:v>
                </c:pt>
                <c:pt idx="546">
                  <c:v>90</c:v>
                </c:pt>
                <c:pt idx="547">
                  <c:v>90</c:v>
                </c:pt>
                <c:pt idx="548">
                  <c:v>90</c:v>
                </c:pt>
                <c:pt idx="549">
                  <c:v>90</c:v>
                </c:pt>
                <c:pt idx="550">
                  <c:v>90</c:v>
                </c:pt>
                <c:pt idx="551">
                  <c:v>90</c:v>
                </c:pt>
                <c:pt idx="552">
                  <c:v>90</c:v>
                </c:pt>
                <c:pt idx="553">
                  <c:v>90</c:v>
                </c:pt>
                <c:pt idx="554">
                  <c:v>90</c:v>
                </c:pt>
                <c:pt idx="555">
                  <c:v>90</c:v>
                </c:pt>
                <c:pt idx="556">
                  <c:v>90</c:v>
                </c:pt>
                <c:pt idx="557">
                  <c:v>90</c:v>
                </c:pt>
                <c:pt idx="558">
                  <c:v>90</c:v>
                </c:pt>
                <c:pt idx="559">
                  <c:v>90</c:v>
                </c:pt>
                <c:pt idx="560">
                  <c:v>90</c:v>
                </c:pt>
                <c:pt idx="561">
                  <c:v>90</c:v>
                </c:pt>
                <c:pt idx="562">
                  <c:v>90</c:v>
                </c:pt>
                <c:pt idx="563">
                  <c:v>90</c:v>
                </c:pt>
                <c:pt idx="564">
                  <c:v>90</c:v>
                </c:pt>
                <c:pt idx="565">
                  <c:v>90</c:v>
                </c:pt>
                <c:pt idx="566">
                  <c:v>90</c:v>
                </c:pt>
                <c:pt idx="567">
                  <c:v>90</c:v>
                </c:pt>
                <c:pt idx="568">
                  <c:v>90</c:v>
                </c:pt>
                <c:pt idx="569">
                  <c:v>90</c:v>
                </c:pt>
                <c:pt idx="570">
                  <c:v>90</c:v>
                </c:pt>
                <c:pt idx="571">
                  <c:v>90</c:v>
                </c:pt>
                <c:pt idx="572">
                  <c:v>90</c:v>
                </c:pt>
                <c:pt idx="573">
                  <c:v>90</c:v>
                </c:pt>
                <c:pt idx="574">
                  <c:v>90</c:v>
                </c:pt>
                <c:pt idx="575">
                  <c:v>90</c:v>
                </c:pt>
                <c:pt idx="576">
                  <c:v>90</c:v>
                </c:pt>
                <c:pt idx="577">
                  <c:v>90</c:v>
                </c:pt>
                <c:pt idx="578">
                  <c:v>90</c:v>
                </c:pt>
                <c:pt idx="579">
                  <c:v>90</c:v>
                </c:pt>
                <c:pt idx="580">
                  <c:v>90</c:v>
                </c:pt>
                <c:pt idx="581">
                  <c:v>90</c:v>
                </c:pt>
                <c:pt idx="582">
                  <c:v>90</c:v>
                </c:pt>
                <c:pt idx="583">
                  <c:v>90</c:v>
                </c:pt>
                <c:pt idx="584">
                  <c:v>90</c:v>
                </c:pt>
                <c:pt idx="585">
                  <c:v>90</c:v>
                </c:pt>
                <c:pt idx="586">
                  <c:v>90</c:v>
                </c:pt>
                <c:pt idx="587">
                  <c:v>90</c:v>
                </c:pt>
                <c:pt idx="588">
                  <c:v>90</c:v>
                </c:pt>
                <c:pt idx="589">
                  <c:v>90</c:v>
                </c:pt>
                <c:pt idx="590">
                  <c:v>90</c:v>
                </c:pt>
                <c:pt idx="591">
                  <c:v>90</c:v>
                </c:pt>
                <c:pt idx="592">
                  <c:v>90</c:v>
                </c:pt>
                <c:pt idx="593">
                  <c:v>90</c:v>
                </c:pt>
                <c:pt idx="594">
                  <c:v>90</c:v>
                </c:pt>
                <c:pt idx="595">
                  <c:v>90</c:v>
                </c:pt>
                <c:pt idx="596">
                  <c:v>90</c:v>
                </c:pt>
                <c:pt idx="597">
                  <c:v>90</c:v>
                </c:pt>
                <c:pt idx="598">
                  <c:v>90</c:v>
                </c:pt>
                <c:pt idx="599">
                  <c:v>90</c:v>
                </c:pt>
                <c:pt idx="600">
                  <c:v>90</c:v>
                </c:pt>
                <c:pt idx="601">
                  <c:v>90</c:v>
                </c:pt>
                <c:pt idx="602">
                  <c:v>90</c:v>
                </c:pt>
                <c:pt idx="603">
                  <c:v>90</c:v>
                </c:pt>
                <c:pt idx="604">
                  <c:v>90</c:v>
                </c:pt>
                <c:pt idx="605">
                  <c:v>90</c:v>
                </c:pt>
                <c:pt idx="606">
                  <c:v>90</c:v>
                </c:pt>
                <c:pt idx="607">
                  <c:v>90</c:v>
                </c:pt>
                <c:pt idx="608">
                  <c:v>90</c:v>
                </c:pt>
                <c:pt idx="609">
                  <c:v>90</c:v>
                </c:pt>
                <c:pt idx="610">
                  <c:v>90</c:v>
                </c:pt>
                <c:pt idx="611">
                  <c:v>90</c:v>
                </c:pt>
                <c:pt idx="612">
                  <c:v>90</c:v>
                </c:pt>
                <c:pt idx="613">
                  <c:v>90</c:v>
                </c:pt>
                <c:pt idx="614">
                  <c:v>90</c:v>
                </c:pt>
                <c:pt idx="615">
                  <c:v>90</c:v>
                </c:pt>
                <c:pt idx="616">
                  <c:v>90</c:v>
                </c:pt>
                <c:pt idx="617">
                  <c:v>90</c:v>
                </c:pt>
                <c:pt idx="618">
                  <c:v>90</c:v>
                </c:pt>
                <c:pt idx="619">
                  <c:v>90</c:v>
                </c:pt>
                <c:pt idx="620">
                  <c:v>90</c:v>
                </c:pt>
                <c:pt idx="621">
                  <c:v>90</c:v>
                </c:pt>
                <c:pt idx="622">
                  <c:v>90</c:v>
                </c:pt>
                <c:pt idx="623">
                  <c:v>90</c:v>
                </c:pt>
                <c:pt idx="624">
                  <c:v>90</c:v>
                </c:pt>
                <c:pt idx="625">
                  <c:v>90</c:v>
                </c:pt>
                <c:pt idx="626">
                  <c:v>90</c:v>
                </c:pt>
                <c:pt idx="627">
                  <c:v>90</c:v>
                </c:pt>
                <c:pt idx="628">
                  <c:v>90</c:v>
                </c:pt>
                <c:pt idx="629">
                  <c:v>90</c:v>
                </c:pt>
                <c:pt idx="630">
                  <c:v>90</c:v>
                </c:pt>
                <c:pt idx="631">
                  <c:v>90</c:v>
                </c:pt>
                <c:pt idx="632">
                  <c:v>90</c:v>
                </c:pt>
                <c:pt idx="633">
                  <c:v>90</c:v>
                </c:pt>
                <c:pt idx="634">
                  <c:v>90</c:v>
                </c:pt>
                <c:pt idx="635">
                  <c:v>90</c:v>
                </c:pt>
                <c:pt idx="636">
                  <c:v>90</c:v>
                </c:pt>
                <c:pt idx="637">
                  <c:v>90</c:v>
                </c:pt>
                <c:pt idx="638">
                  <c:v>90</c:v>
                </c:pt>
                <c:pt idx="639">
                  <c:v>90</c:v>
                </c:pt>
                <c:pt idx="640">
                  <c:v>90</c:v>
                </c:pt>
                <c:pt idx="641">
                  <c:v>90</c:v>
                </c:pt>
                <c:pt idx="642">
                  <c:v>90</c:v>
                </c:pt>
                <c:pt idx="643">
                  <c:v>90</c:v>
                </c:pt>
                <c:pt idx="644">
                  <c:v>90</c:v>
                </c:pt>
                <c:pt idx="645">
                  <c:v>90</c:v>
                </c:pt>
                <c:pt idx="646">
                  <c:v>90</c:v>
                </c:pt>
                <c:pt idx="647">
                  <c:v>90</c:v>
                </c:pt>
                <c:pt idx="648">
                  <c:v>90</c:v>
                </c:pt>
                <c:pt idx="649">
                  <c:v>90</c:v>
                </c:pt>
                <c:pt idx="650">
                  <c:v>90</c:v>
                </c:pt>
                <c:pt idx="651">
                  <c:v>90</c:v>
                </c:pt>
                <c:pt idx="652">
                  <c:v>90</c:v>
                </c:pt>
                <c:pt idx="653">
                  <c:v>90</c:v>
                </c:pt>
                <c:pt idx="654">
                  <c:v>90</c:v>
                </c:pt>
                <c:pt idx="655">
                  <c:v>90</c:v>
                </c:pt>
                <c:pt idx="656">
                  <c:v>90</c:v>
                </c:pt>
                <c:pt idx="657">
                  <c:v>90</c:v>
                </c:pt>
                <c:pt idx="658">
                  <c:v>90</c:v>
                </c:pt>
                <c:pt idx="659">
                  <c:v>90</c:v>
                </c:pt>
                <c:pt idx="660">
                  <c:v>90</c:v>
                </c:pt>
                <c:pt idx="661">
                  <c:v>90</c:v>
                </c:pt>
                <c:pt idx="662">
                  <c:v>90</c:v>
                </c:pt>
                <c:pt idx="663">
                  <c:v>90</c:v>
                </c:pt>
                <c:pt idx="664">
                  <c:v>90</c:v>
                </c:pt>
                <c:pt idx="665">
                  <c:v>90</c:v>
                </c:pt>
                <c:pt idx="666">
                  <c:v>90</c:v>
                </c:pt>
                <c:pt idx="667">
                  <c:v>90</c:v>
                </c:pt>
                <c:pt idx="668">
                  <c:v>90</c:v>
                </c:pt>
                <c:pt idx="669">
                  <c:v>90</c:v>
                </c:pt>
                <c:pt idx="670">
                  <c:v>90</c:v>
                </c:pt>
                <c:pt idx="671">
                  <c:v>90</c:v>
                </c:pt>
                <c:pt idx="672">
                  <c:v>90</c:v>
                </c:pt>
                <c:pt idx="673">
                  <c:v>90</c:v>
                </c:pt>
                <c:pt idx="674">
                  <c:v>90</c:v>
                </c:pt>
                <c:pt idx="675">
                  <c:v>90</c:v>
                </c:pt>
                <c:pt idx="676">
                  <c:v>90</c:v>
                </c:pt>
                <c:pt idx="677">
                  <c:v>90</c:v>
                </c:pt>
                <c:pt idx="678">
                  <c:v>90</c:v>
                </c:pt>
                <c:pt idx="679">
                  <c:v>90</c:v>
                </c:pt>
                <c:pt idx="680">
                  <c:v>90</c:v>
                </c:pt>
                <c:pt idx="681">
                  <c:v>90</c:v>
                </c:pt>
                <c:pt idx="682">
                  <c:v>90</c:v>
                </c:pt>
                <c:pt idx="683">
                  <c:v>90</c:v>
                </c:pt>
                <c:pt idx="684">
                  <c:v>90</c:v>
                </c:pt>
                <c:pt idx="685">
                  <c:v>90</c:v>
                </c:pt>
                <c:pt idx="686">
                  <c:v>90</c:v>
                </c:pt>
                <c:pt idx="687">
                  <c:v>90</c:v>
                </c:pt>
                <c:pt idx="688">
                  <c:v>90</c:v>
                </c:pt>
                <c:pt idx="689">
                  <c:v>90</c:v>
                </c:pt>
                <c:pt idx="690">
                  <c:v>90</c:v>
                </c:pt>
                <c:pt idx="691">
                  <c:v>90</c:v>
                </c:pt>
                <c:pt idx="692">
                  <c:v>90</c:v>
                </c:pt>
                <c:pt idx="693">
                  <c:v>90</c:v>
                </c:pt>
                <c:pt idx="694">
                  <c:v>90</c:v>
                </c:pt>
                <c:pt idx="695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24-41A9-A7DC-D306E321D4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Noto Sans JP"/>
                    <a:ea typeface="Noto Sans JP"/>
                    <a:cs typeface="Noto Sans JP"/>
                  </a:rPr>
                  <a:t>SOC [%]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173.75"/>
          <c:min val="0"/>
        </c:scaling>
        <c:delete val="0"/>
        <c:axPos val="b"/>
        <c:majorGridlines>
          <c:spPr>
            <a:ln w="7620">
              <a:solidFill>
                <a:srgbClr val="D9D9D9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endParaRPr lang="ja-JP"/>
          </a:p>
        </c:txPr>
        <c:crossAx val="48672768"/>
        <c:crosses val="autoZero"/>
        <c:crossBetween val="midCat"/>
        <c:majorUnit val="24"/>
      </c:valAx>
    </c:plotArea>
    <c:legend>
      <c:legendPos val="b"/>
      <c:overlay val="0"/>
      <c:txPr>
        <a:bodyPr anchorCtr="1"/>
        <a:lstStyle/>
        <a:p>
          <a:pPr>
            <a:defRPr sz="1350">
              <a:latin typeface="Noto Sans JP"/>
              <a:ea typeface="Noto Sans JP"/>
              <a:cs typeface="Noto Sans JP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9月19日版の構成と用語を継承し、結果はf524eca2の12週に更新した。旧版の数値と混ぜない。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診断結果の条件付き週次評価。統合最適性・独立した正式研究採用は未確認。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前回の宿題は7日間への拡張、季節4区分と晴れ・くもり・雨の標準曲線、天候によるばらつき。最適化ケース数は12で、4季節は気象の分類である。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月1週の記述的比較。手法の優越性・PVだけの因果効果は今回の結論に含めない。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PVは総発電入力。走行以外の営業所負荷を0とするモデル上の仮定。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出典：DAY_WEEK_PARAMETER_COMPARISON_20260927.mdと各週のPrepared。BEVとBESSのSOC上限を混同しない。1日実験から終端方針とPV境界等が変わり、単純な費用比較はしない。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設備定格の実証ではなく設定条件の検算。200 kWは有料超過の課金閾値。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3は配車と固定配車下の充電を分ける。各段階のgapは週間統合gapではない。予測は学習年のみのclimatology、評価は2025年の履歴推定。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実車運行の観測ではなく計算上の実行。重複する計画窓を合算しない。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2026年の固定ダイヤを2025年の気象で評価する仮想実験。各月平均への外挿はしない。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昼間は晴天時GHIが20 W/m²以上。昼間降水1 mm以上を雨、その他は日射/晴天時日射の比0.7以上を晴れ、未満をくもり。2℃以下で昼間降水1 mm以上は降水形態を識別できず除外。3月3日の1日を除き364日を分類。P10とP90は各時刻の経験分位点で、一つの実際の日の曲線でも信頼区間でもない。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公式の天気分類・長期平年値・予測区間ではない。2025年評価の予測学習には使わない。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出典：evidence/weather/seasonal_curves.csv。晴れ45日、くもり17日、雨29日。分類ルールは前ページ。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P10/P90は時刻別の経験分位点。PV発電量[kW]や将来の予測範囲とは別。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出典：evidence/weather/seasonal_curves.csv。晴れ57日、くもり15日、雨20日。分類ルールは前ページ。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P10/P90は時刻別の経験分位点。PV発電量[kW]や将来の予測範囲とは別。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出典：evidence/weather/seasonal_curves.csv。晴れ41日、くもり22日、雨28日。分類ルールは前ページ。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P10/P90は時刻別の経験分位点。PV発電量[kW]や将来の予測範囲とは別。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出典：evidence/weather/seasonal_curves.csv。晴れ70日、くもり10日、雨10日。分類ルールは前ページ。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P10/P90は時刻別の経験分位点。PV発電量[kW]や将来の予測範囲とは別。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全12週の原本ZIPとPrepared hash、physical accepted、account eligible、missing/duplicate slotsなし、全便充足と日別台帳を再照合した。1・11・12月は原FAILEDを残した図表復旧。図の生成だけを計算完了と数えていない。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DIAGNOSTIC / NOT USED FOR RESEARCH CONCLUSIONS。独立した正式研究採用は未承認。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PV→BESSと、その後のBESS→バスを同じ発電量として二重計上しない。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単位：万円。設備投資・保守・劣化・運転士費等は未計上。超過モデル費は実請求額ではない。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15分平均受電電力。ピークの高さだけで、購入電力量や超過費用は決まらない。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超過時間は200 kW+0.001 kWを超えた区間を数える。電力量は原値を積算。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同時に観測した計画の説明。ピークを回避できたかの対照計算は未実施。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超過モデル費＝200 kWを超える電力量×500円/kWh。実請求差・手法の削減効果ではない。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BESSは余剰PVで充電。原本のbalancedは終端方針の充足であり、初終端一致ではない。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今回の価値は週次成立と費用の説明。対照実験がないので削減額や優越性は言わない。電費一定で空調季節変動を評価していない。各月1週と2025年1年の記述統計から月平均・長期傾向を断定しない。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正式研究採用BLOCKEDを保持。DIAGNOSTIC / NOT USED FOR RESEARCH CONCLUSIONS。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燃料費は消費在庫の評価を含む。営業距離は停留所列に基づく代理距離。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燃料費は消費在庫の評価を含む。営業距離は停留所列に基づく代理距離。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GHI [kWh/m²/日]とPV発電量[kWh]は別量。分類除外日も日射量の記述集計には含む。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原本・入力・会計・各CSVのhashと再生成手順を同梱。最適化の再実行なし。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出典：evidence/2025-01-06/energy_15min.csv、vehicle_soc.csv、vehicle_schedule.csv、charging_schedule.csv。SOC時点0は週初。時点697は最終翌朝の終端。ICEに電池SOCはない。日ごとに無料補充する処理ではない。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出典：evidence/2025-02-03/energy_15min.csv、vehicle_soc.csv、vehicle_schedule.csv、charging_schedule.csv。SOC時点0は週初。時点695は最終翌朝の終端。ICEに電池SOCはない。日ごとに無料補充する処理ではない。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出典：evidence/2025-03-03/energy_15min.csv、vehicle_soc.csv、vehicle_schedule.csv、charging_schedule.csv。SOC時点0は週初。時点695は最終翌朝の終端。ICEに電池SOCはない。日ごとに無料補充する処理ではない。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出典：evidence/2025-04-07/energy_15min.csv、vehicle_soc.csv、vehicle_schedule.csv、charging_schedule.csv。SOC時点0は週初。時点695は最終翌朝の終端。ICEに電池SOCはない。日ごとに無料補充する処理ではない。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出典：evidence/2025-05-12/energy_15min.csv、vehicle_soc.csv、vehicle_schedule.csv、charging_schedule.csv。SOC時点0は週初。時点695は最終翌朝の終端。ICEに電池SOCはない。日ごとに無料補充する処理ではない。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出典：evidence/2025-06-02/energy_15min.csv、vehicle_soc.csv、vehicle_schedule.csv、charging_schedule.csv。SOC時点0は週初。時点695は最終翌朝の終端。ICEに電池SOCはない。日ごとに無料補充する処理ではない。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出典：evidence/2025-07-07/energy_15min.csv、vehicle_soc.csv、vehicle_schedule.csv、charging_schedule.csv。SOC時点0は週初。時点695は最終翌朝の終端。ICEに電池SOCはない。日ごとに無料補充する処理ではない。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出典：evidence/2025-08-04/energy_15min.csv、vehicle_soc.csv、vehicle_schedule.csv、charging_schedule.csv。SOC時点0は週初。時点697は最終翌朝の終端。ICEに電池SOCはない。日ごとに無料補充する処理ではない。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出典：evidence/2025-09-01/energy_15min.csv、vehicle_soc.csv、vehicle_schedule.csv、charging_schedule.csv。SOC時点0は週初。時点695は最終翌朝の終端。ICEに電池SOCはない。日ごとに無料補充する処理ではない。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出典：evidence/2025-10-06/energy_15min.csv、vehicle_soc.csv、vehicle_schedule.csv、charging_schedule.csv。SOC時点0は週初。時点697は最終翌朝の終端。ICEに電池SOCはない。日ごとに無料補充する処理ではない。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出典：evidence/2025-11-10/energy_15min.csv、vehicle_soc.csv、vehicle_schedule.csv、charging_schedule.csv。SOC時点0は週初。時点695は最終翌朝の終端。ICEに電池SOCはない。日ごとに無料補充する処理ではない。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出典：evidence/2025-12-01/energy_15min.csv、vehicle_soc.csv、vehicle_schedule.csv、charging_schedule.csv。SOC時点0は週初。時点695は最終翌朝の終端。ICEに電池SOCはない。日ごとに無料補充する処理ではない。</a:t>
            </a:r>
          </a:p>
          <a:p>
            <a:r>
              <a:t>計算固定版 f524eca2552a4386bd033a15bbe046c14dc09281。比較revision 6729fc3bb239e8985c73f9ec537f6bd9d476794bc32391c1a68a996ff4d3a7fd。出典は同梱evidence/。研究採用BLOCKEDを保持。チャート系列は小数6桁に表示用丸め、CSVは原値を保持。</a:t>
            </a:r>
          </a:p>
          <a:p>
            <a: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D76550-E177-4507-88CA-E53D38BB13F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修士論文研究　2026年9月進捗報告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AB8E8D-B073-412E-BA03-B16EB1088EE5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仮・正式用 ／ 弦巻営業所 渋21・22・23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C0B9B4C-A08D-4ABB-B389-E45BA8779B38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各月の代表1週について、運用と費用を原本から説明する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9025BE9-B2D9-4808-AD78-BEA9DE11126A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診断結果の条件付き週次評価。統合最適性・独立した正式研究採用は未確認。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AA4A579-1BEB-4F1C-98F8-A3CCDC84179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33F2EC7-6B83-45D8-A4A6-91377756F8D3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3525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混成バスの7日間運用・充電計画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A24F01-7E53-4154-A31F-DAA044AB7A5B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12代表週の費用・電力利用と</a:t>
            </a:r>
          </a:p>
          <a:p>
            <a:pPr>
              <a:defRPr sz="262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季節別・天候別の日射カーブ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052CC4-2C2E-4227-8813-23A39D34395D}"/>
              </a:ext>
            </a:extLst>
          </p:cNvPr>
          <p:cNvSpPr>
            <a:spLocks noGrp="1"/>
          </p:cNvSpPr>
          <p:nvPr/>
        </p:nvSpPr>
        <p:spPr>
          <a:xfrm>
            <a:off x="666750" y="5057775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電力システム研究室　劉 承洋　／　2026年9月28日更新</a:t>
            </a:r>
          </a:p>
        </p:txBody>
      </p:sp>
    </p:spTree>
    <p:extLst>
      <p:ext uri="{BB962C8B-B14F-4D97-AF65-F5344CB8AC3E}">
        <p14:creationId xmlns:p14="http://schemas.microsoft.com/office/powerpoint/2010/main" val="157612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28343BA-6CB5-45C4-98AE-BA1CC4C0297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研究の目的と、前回MTGからの進捗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8C60D2-9179-49EE-8435-AB77E7C3CD5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全便を運行する条件で、配車と充電の費用を評価する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D6A2F5-6E69-4AFE-A84F-13AD18C6866D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7日間の成立と費用差の内訳を、同じ入力版で確認した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0A38FC-CF2F-491B-9BEC-35568B32FBD0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月1週の記述的比較。手法の優越性・PVだけの因果効果は今回の結論に含めない。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2B45F0D-3C94-40DC-A605-7D65E20FBB5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86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前回の課題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今回示す結果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連続7日間の運用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各日の日付別ダイヤ・PVと、車両/BESS状態を継承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週次費用と月別の差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全12週の費目、電力量、車両使用を同じ形式で比較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天候ごとの標準カーブ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2025年35,040区間から、4季節×3天候の平均と分布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先生への回答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3月と11月の受電時系列・超過時間・費用差を照合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41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0742A2-43DA-4405-B7BB-A8A6F09C73C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対象システムと用語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4EFE70-43C6-42CC-B55F-EED44CA5CA9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太陽光・系統からの電力で、電気バスの運行を支える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6FD079-BCB7-4961-96F5-D1336DC6F179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車載電池と営業所の蓄電池を分けて扱う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D07041A-DEF2-4360-8155-45E051286F94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PVは総発電入力。走行以外の営業所負荷を0とするモデル上の仮定。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81C326-8E56-467D-A9C6-C1CE2678749E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名称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意味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今回の役割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BEV / ICE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電気バス / エンジンバス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各便を担当する車両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太陽光発電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バスへの直接供給と、余剰の蓄電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BESS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営業所の定置用蓄電池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余剰PVを貯め、必要時に放電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電池容量に対する残量の割合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車載電池とBESSそれぞれの上下限を確認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系統からの受電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外部電力系統からの購入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不足する充電電力を供給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19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FBE0D20-ABAA-4DB6-A54A-CE2999A1C9E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車両・設備・境界条件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B51AED-1263-4762-AB08-E50662D7613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各月で共通の設備と費用定義を使用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C74B9A3-77F4-4800-BC3B-2655BBC1921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BEVは翌朝出庫までに運用上限へ。BESSは終端復元を課さない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C0334-EF4B-4A43-BEA7-F41426150C62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設備定格の実証ではなく設定条件の検算。200 kWは有料超過の課金閾値。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DF4FA9-E9D4-4D01-A5D1-116881F89639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設定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車両・消費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BEV35台 / ICE25台、314 kWh、1.316 kWh/km、4.52 km/L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車載電池 / 充電器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SOC20～90%、翌朝目標90%、90 kW×10基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PV / BESS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1,000 kW / 6,000 kWh・900 kW、充放電効率各0.95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BESS残量・運用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初期3,000、下限1,200、上限4,800 kWh。系統充電なし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主な費用係数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買電30円/kWh、軽油150円/L、車両20,000円/台日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超過・CO₂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kW超過分500円/kWh、CO₂ 1円/kg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87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4CF3C7-EB5C-4518-A30D-A8FC2367306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計画・実行と、評価期間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933C36-BD38-4562-B131-BF11858091C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 dirty="0" err="1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配車を決めた後、充電を毎時更新し、採用した区間だけを集計</a:t>
            </a:r>
            <a:endParaRPr sz="1800" b="0" dirty="0">
              <a:solidFill>
                <a:srgbClr val="59687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ED9F4C4-C6BF-4680-BF18-D8C245CD299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営業168時間に、最終翌朝の充電・受電・費用を加える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A3C1F47-9ED3-45C4-804B-D173AC597A7E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実車運行の観測ではなく計算上の実行。重複する計画窓を合算しない。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44D8FD-B23B-4F90-A97E-6D797FDD0C5B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8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段階・指標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扱い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事前計画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配車の候補を作り、固定配車の下で充電を計画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毎時の更新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実行SOC・BESS残量等を引き継ぎ、次の採用区間を決める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営業期間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7日間＝168時間＝672区間（15分刻み）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費用・購入電力量・受電ピーク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最終翌朝を含む。3月/11月は173.75時間・695区間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平均受電電力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営業168時間平均と、評価期間全体平均を区別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866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4335D1-D346-4D56-AE45-699226228F9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2025年の各月から選んだ12代表週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D141DD7-3FB6-482C-ADD9-5F0425012E9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平日5日・土曜1日・日曜1日。各週1,704便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EC08FF-980F-4CAF-BC9D-5961F7D3C6D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月ごとのシナリオを増やさず、「仮・正式用」の12期間として管理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2C5486-7433-436A-84EC-F30B61A31DE6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2026年の固定ダイヤを2025年の気象で評価する仮想実験。各月平均への外挿はしない。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5ECBDD-E375-4C07-AEFE-6B5C993E2E05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開始日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開始日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2025-01-06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2025-07-07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2025-02-03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2025-08-04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2025-03-03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2025-09-01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2025-04-07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2025-10-06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2025-05-12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2025-11-10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2025-12-01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19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297CDE-2435-4906-A982-26D7B21BDAF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天候カーブの分類とデータ範囲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94966B9-A528-4DE2-8EEF-B8B9C07A993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弦巻地点、2025年1月1日～12月31日、15分値35,040件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902F45-2BC0-4A69-BAF3-908EDA95D5E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季節4区分×晴れ・くもり・雨。平均と日々の分布を示す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78EAF08-9290-4D76-A341-5AFABCDD14FB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公式の天気分類・長期平年値・予測区間ではない。2025年評価の予測学習には使わない。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796F94-A64C-4D34-9627-CDF57669E666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8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固定した規則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季節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春3～5月、夏6～8月、秋9～11月、冬12～2月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昼間の降水量が1 mm以上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晴れ / くもり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雨以外で、晴天時日射に対する比が0.7以上 / 未満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低温降水の扱い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2℃以下の降水で判別困難な3月3日を分類から除外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ばらつき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各時刻の平均・P10・P90。全分類で10日以上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351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C4437AE-65F5-4C79-B8D4-B3A3425A3CE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春（3～5月）の天候別日射カーブ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C87E42-EBCF-44EF-97D4-74A1AA01B23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全天日射強度 GHI [W/m²]。2025年の同じ分類の日から集計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C03210C-DB87-47CE-AF92-1AA5EECD8CB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平均だけでなく、同じ季節・天候内の日々のばらつきがある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5F816B-3888-414D-9D54-7FB5DB009B72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P10/P90は時刻別の経験分位点。PV発電量[kW]や将来の予測範囲とは別。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A7ADB6-44AA-4780-8CB4-9BADB78B4249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AB94749-6FB3-4DEE-96F0-0D6F75464EC0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晴れ　n=45日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5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1F80137-C7CC-4F15-831D-2CB72394C4E4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くもり　n=17日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36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C17DF6-700C-4441-9B86-36222D382019}"/>
              </a:ext>
            </a:extLst>
          </p:cNvPr>
          <p:cNvSpPr>
            <a:spLocks noGrp="1"/>
          </p:cNvSpPr>
          <p:nvPr/>
        </p:nvSpPr>
        <p:spPr>
          <a:xfrm>
            <a:off x="818197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雨　n=29日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817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1938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9497943-AE9A-4B9B-91A8-559B5C8BCFC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夏（6～8月）の天候別日射カーブ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E53610-991B-4143-8E8E-C26B66E8A12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全天日射強度 GHI [W/m²]。2025年の同じ分類の日から集計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0FA5243-1919-4B12-A103-879E07AF5C28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平均だけでなく、同じ季節・天候内の日々のばらつきがある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CB416A-E623-41D5-B543-9095FA8ABD02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P10/P90は時刻別の経験分位点。PV発電量[kW]や将来の予測範囲とは別。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A1039B7-DE70-4A8F-91FF-CB527AEB60AE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45CD8A-AC11-4D38-A41B-888E76803D41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晴れ　n=57日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5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2B872F-F1CD-4B1A-B491-3346B0506C47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くもり　n=15日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36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6BC15D0-C17A-4771-AE73-4A65509E9C74}"/>
              </a:ext>
            </a:extLst>
          </p:cNvPr>
          <p:cNvSpPr>
            <a:spLocks noGrp="1"/>
          </p:cNvSpPr>
          <p:nvPr/>
        </p:nvSpPr>
        <p:spPr>
          <a:xfrm>
            <a:off x="818197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雨　n=20日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817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4170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8679A77-EEB3-454B-9694-06BD37260BD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秋（9～11月）の天候別日射カーブ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3138C3-06F8-4B40-95B5-4378D6C32CC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全天日射強度 GHI [W/m²]。2025年の同じ分類の日から集計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BC2DC0-14A7-4550-B716-15C16A5F738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平均だけでなく、同じ季節・天候内の日々のばらつきがある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F4124C-221B-4582-84CE-5A07C2FFE2F6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P10/P90は時刻別の経験分位点。PV発電量[kW]や将来の予測範囲とは別。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ACCC56-A37E-43B8-86E0-D1425E96E01E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7431489-765E-47FE-81E5-D19CD4C6E78E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晴れ　n=41日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5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9628F5-CBB5-4796-BA3C-10324209DA76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くもり　n=22日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36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2A60D76-B539-4DD5-8191-9DD6E8165F0A}"/>
              </a:ext>
            </a:extLst>
          </p:cNvPr>
          <p:cNvSpPr>
            <a:spLocks noGrp="1"/>
          </p:cNvSpPr>
          <p:nvPr/>
        </p:nvSpPr>
        <p:spPr>
          <a:xfrm>
            <a:off x="818197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雨　n=28日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817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3106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5FED96E-C37E-4C19-A777-0C16B048A02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冬（12～2月）の天候別日射カーブ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FB5888A-8736-4068-A3EB-42156D4A707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全天日射強度 GHI [W/m²]。2025年の同じ分類の日から集計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76DBC5-230E-4FF1-876E-C8030489EB0D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平均だけでなく、同じ季節・天候内の日々のばらつきがある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6C6B14-A8D1-45DE-8983-F79941ABECA6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P10/P90は時刻別の経験分位点。PV発電量[kW]や将来の予測範囲とは別。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12E0C29-AB41-405E-8956-D6B656A4A17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B0952E-3CE8-42A3-AF87-1346B58DD138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晴れ　n=70日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5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4B0207F-89FD-4057-AF9B-AE324ECAD4CE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くもり　n=10日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36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D1A7032-4DD6-416A-9CF4-7B15EF17246F}"/>
              </a:ext>
            </a:extLst>
          </p:cNvPr>
          <p:cNvSpPr>
            <a:spLocks noGrp="1"/>
          </p:cNvSpPr>
          <p:nvPr/>
        </p:nvSpPr>
        <p:spPr>
          <a:xfrm>
            <a:off x="8181975" y="1695450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雨　n=10日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8172450" y="2133600"/>
          <a:ext cx="37147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5476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80A1AB-232B-4096-A6E3-6D8BD3A6CC0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12週で運行・電力収支・費用の照合が成立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5888250-D17A-4DD6-BCA7-08412DCB72B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全便、車両SOC、翌朝の補充と会計を保存原本で確認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053B2C-4A3E-4BE4-BD92-C70E782D8B53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計算結果を使った条件付き週次評価として、12週を比較できる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2CC677-95A5-48BF-BB12-F4B33538E3C9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DIAGNOSTIC / NOT USED FOR RESEARCH CONCLUSIONS。独立した正式研究採用は未承認。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A6A900-67D8-4BFF-BF34-13750FEB39F5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確認項目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結果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運行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12/12週、各1,704便。全対象便を一度ずつ担当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物理・会計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各週の物理判定を通過。最終実行会計・日別台帳を照合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日境界・最終翌朝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SOC状態列と評価区間数を照合。日次の無料リセットなし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図表復旧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1・11・12月は原FAILEDを保全。検算済み原本から収録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未証明の範囲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週間統合最適性・対照手法への優越性・実設備の運用保証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11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6A19C9D-3D57-4113-9A4E-F30EF2EB0CC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月別代表週のPV供給と購入電力量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18D829-1A6E-4D19-A5D9-B622BF50F2D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左：PVの受け渡し先。右：系統からの週間購入電力量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CCC6921-B9F6-4B04-BE2F-B62E8A7E0D77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PV供給量と、運行・充電の時間帯の両方が電力利用に関係する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C18F127-8691-4B8E-9FD5-71344A8F9C1F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PV→BESSと、その後のBESS→バスを同じ発電量として二重計上しない。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F06D31A-2277-4618-A6B6-39119A497DEB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23875" y="1733550"/>
          <a:ext cx="5476875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315075" y="1733550"/>
          <a:ext cx="533400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39573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355185E-989E-4ADB-8CDA-CB017AE3E65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週次費用は車両日費と電力関連費に分けて読む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1A576C-9ED8-42FE-BA06-3B2F5C58612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総費用の比較に加えて、車両日費を除く内訳を表示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800F35B-268D-4440-AAB9-F78DD2F0B67C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車両日費が大きいため、総額だけでは電力利用の差が見えにくい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5ACA298-AF9B-41B8-B2BC-29201AF4382E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単位：万円。設備投資・保守・劣化・運転士費等は未計上。超過モデル費は実請求額ではない。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DB3FBD-C2D6-4CB0-B8D9-EC21F3368F4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23875" y="1733550"/>
          <a:ext cx="5476875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315075" y="1733550"/>
          <a:ext cx="533400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725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73615E-1361-4662-99AB-A2DD7A4B29D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3月と11月の受電時系列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3EFA49-5F74-4571-8F0A-F2FC6C36873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横軸は日付：上段3月・下段11月。薄い破線は0時の日境界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AFA02-5A6E-41A5-B5F3-5476F702DF4E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11月の最大値は高いが、3月は200 kWを超える区間が多い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71AFC1-DE21-4066-9C13-B0CDE5A1298A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15分平均受電電力。ピークの高さだけで、購入電力量や超過費用は決まらない。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3B8D23-E30D-443B-85BB-4DF487DF04DF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762125"/>
          <a:ext cx="107632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E5BA6E-406B-FA29-06F2-BFAED2B8895C}"/>
              </a:ext>
            </a:extLst>
          </p:cNvPr>
          <p:cNvSpPr txBox="1"/>
          <p:nvPr/>
        </p:nvSpPr>
        <p:spPr>
          <a:xfrm>
            <a:off x="1883267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441386-7DBD-75E4-1507-7B33D4A5C953}"/>
              </a:ext>
            </a:extLst>
          </p:cNvPr>
          <p:cNvSpPr txBox="1"/>
          <p:nvPr/>
        </p:nvSpPr>
        <p:spPr>
          <a:xfrm>
            <a:off x="3176727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D44CA3-E08D-872F-3B40-0DC1FED1BF84}"/>
              </a:ext>
            </a:extLst>
          </p:cNvPr>
          <p:cNvSpPr txBox="1"/>
          <p:nvPr/>
        </p:nvSpPr>
        <p:spPr>
          <a:xfrm>
            <a:off x="4470186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47F53E-C6A8-7FBE-A75C-FC77C7B80349}"/>
              </a:ext>
            </a:extLst>
          </p:cNvPr>
          <p:cNvSpPr txBox="1"/>
          <p:nvPr/>
        </p:nvSpPr>
        <p:spPr>
          <a:xfrm>
            <a:off x="5763646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583822-87D3-C422-8F9A-549CC6980390}"/>
              </a:ext>
            </a:extLst>
          </p:cNvPr>
          <p:cNvSpPr txBox="1"/>
          <p:nvPr/>
        </p:nvSpPr>
        <p:spPr>
          <a:xfrm>
            <a:off x="7057106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97571B-28B1-C90C-FBEA-B1B0FB576043}"/>
              </a:ext>
            </a:extLst>
          </p:cNvPr>
          <p:cNvSpPr txBox="1"/>
          <p:nvPr/>
        </p:nvSpPr>
        <p:spPr>
          <a:xfrm>
            <a:off x="8350565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4FD84D-0C7C-5CB5-A111-F0653F057814}"/>
              </a:ext>
            </a:extLst>
          </p:cNvPr>
          <p:cNvSpPr txBox="1"/>
          <p:nvPr/>
        </p:nvSpPr>
        <p:spPr>
          <a:xfrm>
            <a:off x="9644025" y="41055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8A52C5B-A1D9-D251-E2E5-BDE253A9616B}"/>
              </a:ext>
            </a:extLst>
          </p:cNvPr>
          <p:cNvSpPr txBox="1"/>
          <p:nvPr/>
        </p:nvSpPr>
        <p:spPr>
          <a:xfrm>
            <a:off x="10719137" y="410553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3/10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316544A-0876-2B14-9E00-6F81CE9342CA}"/>
              </a:ext>
            </a:extLst>
          </p:cNvPr>
          <p:cNvSpPr txBox="1"/>
          <p:nvPr/>
        </p:nvSpPr>
        <p:spPr>
          <a:xfrm>
            <a:off x="1883267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9A55F5C-B973-2B62-F1F4-9E2EB252D63E}"/>
              </a:ext>
            </a:extLst>
          </p:cNvPr>
          <p:cNvSpPr txBox="1"/>
          <p:nvPr/>
        </p:nvSpPr>
        <p:spPr>
          <a:xfrm>
            <a:off x="3176727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CD5F4CE-F006-FAAB-4442-C8D86F42DA34}"/>
              </a:ext>
            </a:extLst>
          </p:cNvPr>
          <p:cNvSpPr txBox="1"/>
          <p:nvPr/>
        </p:nvSpPr>
        <p:spPr>
          <a:xfrm>
            <a:off x="4470186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56F1FEC-8073-AD15-55B4-7FD0649393BA}"/>
              </a:ext>
            </a:extLst>
          </p:cNvPr>
          <p:cNvSpPr txBox="1"/>
          <p:nvPr/>
        </p:nvSpPr>
        <p:spPr>
          <a:xfrm>
            <a:off x="5763646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DAD48B6-6C57-998A-4DC3-00CD98AE08BE}"/>
              </a:ext>
            </a:extLst>
          </p:cNvPr>
          <p:cNvSpPr txBox="1"/>
          <p:nvPr/>
        </p:nvSpPr>
        <p:spPr>
          <a:xfrm>
            <a:off x="7057106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3E2E6F-28A5-6E3B-83A1-BB3A957C99D7}"/>
              </a:ext>
            </a:extLst>
          </p:cNvPr>
          <p:cNvSpPr txBox="1"/>
          <p:nvPr/>
        </p:nvSpPr>
        <p:spPr>
          <a:xfrm>
            <a:off x="8350565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DC30FD8-A00E-A818-56F3-A07747762584}"/>
              </a:ext>
            </a:extLst>
          </p:cNvPr>
          <p:cNvSpPr txBox="1"/>
          <p:nvPr/>
        </p:nvSpPr>
        <p:spPr>
          <a:xfrm>
            <a:off x="9644025" y="433413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998447B-3468-24AD-2F5A-ADD722D3D03B}"/>
              </a:ext>
            </a:extLst>
          </p:cNvPr>
          <p:cNvSpPr txBox="1"/>
          <p:nvPr/>
        </p:nvSpPr>
        <p:spPr>
          <a:xfrm>
            <a:off x="10719137" y="433413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11/17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427356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F82307-ACEB-43B4-B8BF-8A2ED39A826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3月と11月：購入量・時間・最大値の違い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F867727-8D99-4831-9094-D520A58132F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営業168時間と、翌朝を含む評価173.75時間を分ける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28BDFE0-86A1-4531-A1BC-1B25B113D964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3月の超過電力量は3,319 kWh、11月は1,500 kWh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41C552-4023-470D-82A5-99E2FABE850B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超過時間は200 kW+0.001 kWを超えた区間を数える。電力量は原値を積算。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ABE2D1E-8A8D-47B6-B7F9-57F9EAFCD533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指標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3月3日開始週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11月10日開始週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週間購入電力量 [kWh]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10,178.23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6,700.57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受電ピーク [kW]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732.21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週間平均受電電力 [kW]（168 h）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60.58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39.88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評価期間平均受電電力 [kW]（173.75 h）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58.58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38.56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kW超過時間 [h]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21.75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11.75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kW超過電力量 [kWh]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3,319.01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1,499.77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321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5BF535-2C6C-488F-8116-FC21464E8A2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受電ピークの周辺を同じ時間幅で確認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F9AF07-C6DD-413B-9B95-6B3651A624C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各週の最大区間と前後3時間。横軸は各対象日の実時刻 [JST]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3AE3B4F-E385-452F-A184-09AF6AC72A5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最大値は3月6日04:15、11月14日04:15の区間で発生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E954F5-8C20-4E6B-B2D7-563F8603AFB5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同時に観測した計画の説明。ピークを回避できたかの対照計算は未実施。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720EA3-9C6C-4448-BA40-AE5E3670604C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260994-9F81-4E0F-917D-0E455987DA87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3月6日　受電ピーク 630.0 kW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23875" y="2228850"/>
          <a:ext cx="561975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68A8F7-6AE4-4C2E-B967-CE114C3DACDE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5619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11月14日　受電ピーク 732.2 kW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6334125" y="2228850"/>
          <a:ext cx="561975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69F8C8-6DA7-6023-1B8E-9DC3095CA5FB}"/>
              </a:ext>
            </a:extLst>
          </p:cNvPr>
          <p:cNvSpPr txBox="1"/>
          <p:nvPr/>
        </p:nvSpPr>
        <p:spPr>
          <a:xfrm>
            <a:off x="1309562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01:15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FB8F449-C46C-CA69-065F-506D69B0CB09}"/>
              </a:ext>
            </a:extLst>
          </p:cNvPr>
          <p:cNvSpPr txBox="1"/>
          <p:nvPr/>
        </p:nvSpPr>
        <p:spPr>
          <a:xfrm>
            <a:off x="1983200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02:15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64F026-18B7-0197-77E8-24A88F56047E}"/>
              </a:ext>
            </a:extLst>
          </p:cNvPr>
          <p:cNvSpPr txBox="1"/>
          <p:nvPr/>
        </p:nvSpPr>
        <p:spPr>
          <a:xfrm>
            <a:off x="2656838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03:15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32B2F0A-218E-7F51-70FA-C59B4E3BE5BD}"/>
              </a:ext>
            </a:extLst>
          </p:cNvPr>
          <p:cNvSpPr txBox="1"/>
          <p:nvPr/>
        </p:nvSpPr>
        <p:spPr>
          <a:xfrm>
            <a:off x="3330477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04:15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E65197-F04E-C257-48D0-A4FEEB8C3470}"/>
              </a:ext>
            </a:extLst>
          </p:cNvPr>
          <p:cNvSpPr txBox="1"/>
          <p:nvPr/>
        </p:nvSpPr>
        <p:spPr>
          <a:xfrm>
            <a:off x="4004115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05:15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E3D856-86EF-AA3A-3267-21ACC0DB5FDA}"/>
              </a:ext>
            </a:extLst>
          </p:cNvPr>
          <p:cNvSpPr txBox="1"/>
          <p:nvPr/>
        </p:nvSpPr>
        <p:spPr>
          <a:xfrm>
            <a:off x="4677753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06:15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B57C199-7E6B-18D2-A354-63FE66B931A5}"/>
              </a:ext>
            </a:extLst>
          </p:cNvPr>
          <p:cNvSpPr txBox="1"/>
          <p:nvPr/>
        </p:nvSpPr>
        <p:spPr>
          <a:xfrm>
            <a:off x="5351392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07:15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FC8145F-0466-2DAF-F062-1C02982A658D}"/>
              </a:ext>
            </a:extLst>
          </p:cNvPr>
          <p:cNvSpPr txBox="1"/>
          <p:nvPr/>
        </p:nvSpPr>
        <p:spPr>
          <a:xfrm>
            <a:off x="7119812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01:15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87AC77-3055-AD79-6E39-16378B6CB606}"/>
              </a:ext>
            </a:extLst>
          </p:cNvPr>
          <p:cNvSpPr txBox="1"/>
          <p:nvPr/>
        </p:nvSpPr>
        <p:spPr>
          <a:xfrm>
            <a:off x="7793450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02:15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819036B-B059-2613-31D3-AA69744E9C4A}"/>
              </a:ext>
            </a:extLst>
          </p:cNvPr>
          <p:cNvSpPr txBox="1"/>
          <p:nvPr/>
        </p:nvSpPr>
        <p:spPr>
          <a:xfrm>
            <a:off x="8467089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03:15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286C7A4-E3FF-CE79-0979-FEAB17F6E42B}"/>
              </a:ext>
            </a:extLst>
          </p:cNvPr>
          <p:cNvSpPr txBox="1"/>
          <p:nvPr/>
        </p:nvSpPr>
        <p:spPr>
          <a:xfrm>
            <a:off x="9140727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04:15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CA7CF5-789F-BA41-F84A-F1C4A2586792}"/>
              </a:ext>
            </a:extLst>
          </p:cNvPr>
          <p:cNvSpPr txBox="1"/>
          <p:nvPr/>
        </p:nvSpPr>
        <p:spPr>
          <a:xfrm>
            <a:off x="9814365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05:15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40ED5E1-30D5-F715-8179-3130A943FC35}"/>
              </a:ext>
            </a:extLst>
          </p:cNvPr>
          <p:cNvSpPr txBox="1"/>
          <p:nvPr/>
        </p:nvSpPr>
        <p:spPr>
          <a:xfrm>
            <a:off x="10488003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06:15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12216E-4ED4-3221-464D-C5345ADF3570}"/>
              </a:ext>
            </a:extLst>
          </p:cNvPr>
          <p:cNvSpPr txBox="1"/>
          <p:nvPr/>
        </p:nvSpPr>
        <p:spPr>
          <a:xfrm>
            <a:off x="11161641" y="4105536"/>
            <a:ext cx="533400" cy="230832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07:15</a:t>
            </a:r>
            <a:endParaRPr kumimoji="1" lang="ja-JP" altLang="en-US" sz="120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933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FA741A5-71D4-49DA-A8AE-06D7877CF07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3月と11月の費用差を費目へ分解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CB821B-5ED8-4159-AB94-D9BD02A9379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同じ1,704便・206台日。表示は万円、原値は最終実行会計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B01F15-B2B2-4B08-85C6-705A63202BB5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主な差は超過モデル費。料金係数と受電時系列を併せて解釈する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DA79DE-CC44-4994-8EE4-25AE8248DAA5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超過モデル費＝200 kWを超える電力量×500円/kWh。実請求差・手法の削減効果ではない。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44FC2E-D8FD-4D16-A5AD-68D81119974B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費目 [万円]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差（3月−11月）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車両日費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買電費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燃料費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3.60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3.53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超過モデル費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CO₂費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0.40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0.18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総費用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612.65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511.02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412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B39D4E-3AF4-4267-BDB1-39DA3175ED6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BESSの初期・終端在庫と解釈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F899BC-7AD6-4216-9798-6E150F8C02B0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毎週3,000 kWhから開始し、下限1,200 kWhを満たす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1974D5-B77A-46B2-B98C-678A3CEF1551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在庫の取り崩しを、毎週繰り返せる節約とは扱わない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9D00F3F-4FF9-4043-A306-1CB08128C605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BESSは余剰PVで充電。原本のbalancedは終端方針の充足であり、初終端一致ではない。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F6FC58-EF5B-4E41-86F2-D4B66DA504D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733550"/>
          <a:ext cx="1076325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0683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CD51FD-45A5-42A2-B928-C128386B9CB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今回の結論と、主張できる範囲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608887-20CA-473C-A64E-C67BD5D73F0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月別代表週の運用と費用を、日付・時系列・費目で説明できる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3724EBB-0D35-43B7-97A5-05EC0F347395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12週の整合した結果と天候別カーブが、次の比較の土台になった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23CE4F-2792-4687-A2C3-EB797C6B7187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正式研究採用BLOCKEDを保持。DIAGNOSTIC / NOT USED FOR RESEARCH CONCLUSIONS。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368C1F-D871-4843-B3BF-B297A3EB18A0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8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問い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今回の回答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7日間をつなげられたか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全12週で全便・物理・会計・最終翌朝の範囲を照合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費用は何で変わったか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車両日費を分離。3月/11月の主な差は超過モデル費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天候のムラを示せたか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4季節×3天候の平均とP10/P90を、日数付きで提示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次に確かめること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実設備条件・距離根拠、同条件の対照、探索ばらつき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現状の限界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統合最適性未証明、電費一定、各月1週、設備投資未評価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712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935D82-9CD9-4D0D-9F16-A17EF524D8B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補足：費用と単位当たり費用（1～6月）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B57B23-ADE3-4D24-AE98-81CF5FA5CC9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営業7日間＋最終翌朝。円/営業kmには回送kmを分母として含めない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DA607C-7E1D-4522-963A-813F9326ADB7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同じ便数でも、月別の購入量と受電時間帯を確認する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AD9C23-5990-4A9D-BAFB-A46E284FF930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燃料費は消費在庫の評価を含む。営業距離は停留所列に基づく代理距離。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AA9EFC-B7F2-4E3F-9E6D-0BAF02638952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総費用 [万円]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車両日費 [万円]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円/営業km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円/便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486.05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410.00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349.04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2,852.38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477.64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2,803.04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612.65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439.95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3,595.37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423.51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304.13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2,485.38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481.15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345.52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2,823.64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328.72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2,686.38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92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19C2D2-756A-45EA-A3A1-C5E2F9E2157F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補足：費用と単位当たり費用（7～12月）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C28D48-6F9C-47B3-B769-619A1D1A1AD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営業7日間＋最終翌朝。円/営業kmには回送kmを分母として含めない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01CC490-6373-4DC6-93C9-4CF93DAF823A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同じ便数でも、月別の購入量と受電時間帯を確認する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344E8E-E74C-4E8C-987C-61E72C019E61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燃料費は消費在庫の評価を含む。営業距離は停留所列に基づく代理距離。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D5A60A-0EFE-487A-9C8B-A67D27FCC2E9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7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総費用 [万円]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車両日費 [万円]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円/営業km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円/便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418.59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300.59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2,456.51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417.85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2,452.15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496.62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356.63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2,914.46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466.35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334.89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2,736.80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511.02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366.97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2,998.92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499.26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358.53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2,929.94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623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1CE3B35-05E6-47BC-AC60-EAABD9C5FCE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補足：代表週の日射量と、月全体との差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A6D33C-28AA-44F5-A0C4-C7F3CC70D16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2025年の日積算GHIで事後確認。週は結果を見て選び直していない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5584CBE-68E4-4431-AB20-2E21E3452E8A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3月の選択週は月平均より日射が少ない。月の平均結果と呼ばない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F2FF756-C1D5-4451-9574-339AAFE938A0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GHI [kWh/m²/日]とPV発電量[kWh]は別量。分類除外日も日射量の記述集計には含む。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7602D5-CCF2-4434-A271-EF561EB3E952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0480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選択週の日平均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月全体の日平均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差 [%]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2025-03-03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2.497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3.851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-35.2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2025-07-07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2025-10-06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2.902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2.415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20.2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2025-11-10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588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C5DAEFB-58BB-45EF-BD57-FBF70593AFC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補足：求解品質と検証の範囲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4747AC-109A-47A7-9AA4-8EA1A4645C1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実行可能性、会計、最適性、研究採用を区別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7877B8-F899-41AA-A8CA-40A502D634E8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統合週間gapは未算出。段階別gapを総費用の誤差率には使わない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703FF01-4538-460E-AECF-472EFDC56A96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原本・入力・会計・各CSVのhashと再生成手順を同梱。最適化の再実行なし。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07C311-5CA0-4BEA-86A5-C946B144D41D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571500" y="1743075"/>
          <a:ext cx="11049000" cy="374332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76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記録と位置付け</a:t>
                      </a:r>
                    </a:p>
                  </a:txBody>
                  <a:tcPr>
                    <a:solidFill>
                      <a:srgbClr val="202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計算固定版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f524eca2552a4386bd033a15bbe046c14dc09281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求解構成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配車と充電の二段階、固定配車の毎時充電更新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予測 / 評価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学習年のみのclimatology / 2025年Solcast履歴推定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時間上限・gap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時間上限内の可行解を含む。全体最適性を証明していない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正式判定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BLOCKEDを保存。対照比較・独立承認等は未完了</a:t>
                      </a:r>
                    </a:p>
                  </a:txBody>
                  <a:tcPr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CO₂図表の注意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B5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係数照合の描画失敗は別記。会計正本のCO₂費を使用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003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3CAC02-CBFD-4B73-9271-E1AA61D4B1E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補足：1月代表週の電力需給と車両SOC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4E4DD5-0306-450C-82FA-3DE35DF5BFE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2025-01-06開始 ／ 174.25時間（最終翌朝含む）／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513AEE9-E021-47B7-8289-69D203988E2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日別使用台数：32、32、32、32、32、25、20台。原値は同梱CSVを参照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2156BC-2134-42E8-A9C6-34FE777A8AEE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C72266-44AB-45CE-A4C8-6F9B840BC20B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15CE4B-0A9B-62FF-93EC-6EBCC728B94B}"/>
              </a:ext>
            </a:extLst>
          </p:cNvPr>
          <p:cNvSpPr txBox="1"/>
          <p:nvPr/>
        </p:nvSpPr>
        <p:spPr>
          <a:xfrm>
            <a:off x="196277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4D7F01-8230-11FB-0040-40357D7752FC}"/>
              </a:ext>
            </a:extLst>
          </p:cNvPr>
          <p:cNvSpPr txBox="1"/>
          <p:nvPr/>
        </p:nvSpPr>
        <p:spPr>
          <a:xfrm>
            <a:off x="322487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7F747C-C2A3-9C7C-2889-6BFD983D8286}"/>
              </a:ext>
            </a:extLst>
          </p:cNvPr>
          <p:cNvSpPr txBox="1"/>
          <p:nvPr/>
        </p:nvSpPr>
        <p:spPr>
          <a:xfrm>
            <a:off x="448697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3470FFC-1366-3D7C-855D-281F65C821C5}"/>
              </a:ext>
            </a:extLst>
          </p:cNvPr>
          <p:cNvSpPr txBox="1"/>
          <p:nvPr/>
        </p:nvSpPr>
        <p:spPr>
          <a:xfrm>
            <a:off x="574907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C3BBB7-9EE1-5C07-F087-8977988EC964}"/>
              </a:ext>
            </a:extLst>
          </p:cNvPr>
          <p:cNvSpPr txBox="1"/>
          <p:nvPr/>
        </p:nvSpPr>
        <p:spPr>
          <a:xfrm>
            <a:off x="701117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4108D0-0AFA-B39F-94D1-64244F5E22AD}"/>
              </a:ext>
            </a:extLst>
          </p:cNvPr>
          <p:cNvSpPr txBox="1"/>
          <p:nvPr/>
        </p:nvSpPr>
        <p:spPr>
          <a:xfrm>
            <a:off x="8273269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84A35D-7DC5-44C4-E02D-9D2B800587BE}"/>
              </a:ext>
            </a:extLst>
          </p:cNvPr>
          <p:cNvSpPr txBox="1"/>
          <p:nvPr/>
        </p:nvSpPr>
        <p:spPr>
          <a:xfrm>
            <a:off x="9535368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981D3F5-13E5-E071-D46C-5A6D9460EB0D}"/>
              </a:ext>
            </a:extLst>
          </p:cNvPr>
          <p:cNvSpPr txBox="1"/>
          <p:nvPr/>
        </p:nvSpPr>
        <p:spPr>
          <a:xfrm>
            <a:off x="10597454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1/13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084D1F-E941-CEF3-89F2-01F44EF63C60}"/>
              </a:ext>
            </a:extLst>
          </p:cNvPr>
          <p:cNvSpPr txBox="1"/>
          <p:nvPr/>
        </p:nvSpPr>
        <p:spPr>
          <a:xfrm>
            <a:off x="187414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CF6F4DE-F2AC-89EE-FD18-C6942F28F1BB}"/>
              </a:ext>
            </a:extLst>
          </p:cNvPr>
          <p:cNvSpPr txBox="1"/>
          <p:nvPr/>
        </p:nvSpPr>
        <p:spPr>
          <a:xfrm>
            <a:off x="314935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814A142-8379-BD0E-73A7-78EE615E264C}"/>
              </a:ext>
            </a:extLst>
          </p:cNvPr>
          <p:cNvSpPr txBox="1"/>
          <p:nvPr/>
        </p:nvSpPr>
        <p:spPr>
          <a:xfrm>
            <a:off x="442456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425D6F5-2372-82AC-8011-0D5A69C7FC04}"/>
              </a:ext>
            </a:extLst>
          </p:cNvPr>
          <p:cNvSpPr txBox="1"/>
          <p:nvPr/>
        </p:nvSpPr>
        <p:spPr>
          <a:xfrm>
            <a:off x="569977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40C0620-E2A6-2D54-C066-891FE8DA006C}"/>
              </a:ext>
            </a:extLst>
          </p:cNvPr>
          <p:cNvSpPr txBox="1"/>
          <p:nvPr/>
        </p:nvSpPr>
        <p:spPr>
          <a:xfrm>
            <a:off x="6974980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DB79A5-29CD-51DF-6B1B-436EDB0512A4}"/>
              </a:ext>
            </a:extLst>
          </p:cNvPr>
          <p:cNvSpPr txBox="1"/>
          <p:nvPr/>
        </p:nvSpPr>
        <p:spPr>
          <a:xfrm>
            <a:off x="825018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E89F0B-24D6-6A6B-4BAE-7276BD05E53D}"/>
              </a:ext>
            </a:extLst>
          </p:cNvPr>
          <p:cNvSpPr txBox="1"/>
          <p:nvPr/>
        </p:nvSpPr>
        <p:spPr>
          <a:xfrm>
            <a:off x="952539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B054C8-897D-B217-238C-01B60FAD3221}"/>
              </a:ext>
            </a:extLst>
          </p:cNvPr>
          <p:cNvSpPr txBox="1"/>
          <p:nvPr/>
        </p:nvSpPr>
        <p:spPr>
          <a:xfrm>
            <a:off x="10595747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1/13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46657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FDAE76-33FF-4D27-8ED6-698B8107D07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補足：2月代表週の電力需給と車両SOC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5D70B3-8229-48FF-B1B4-C6CBC6B3452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2025-02-03開始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0E7142-6EDC-4FE9-A272-F831F999C9C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D4900FF-95E0-4879-BAA9-21B8787B3D08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5B1995-AE95-49BA-A08C-52B9052D1ED9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DB3DC4-603A-9618-42C1-7F3ED0B01437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0667F7-6898-07F5-0D94-C5654D4EBD01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868610E-AA72-C582-EA1B-4234DFF33B51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71CC2B7-D2E0-B3F5-7DD9-E672FB9111E6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11016D1-26A0-7A5B-9EEF-64A6ECD89B90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379B9C-3EB4-C0EC-D86A-05173703D92E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878AE9B-27B8-6556-F088-DB458172B5C2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A36B25C-1593-7F3C-023C-D0B4712409D7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2/10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6932F9-B0C1-C439-C84D-E41D1A6DCC48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71AEF7C-05A2-C235-532C-366994BF1B2D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525A8FF-CE33-F2FD-6543-3DE61CCB14AA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861FD0-A72D-3AC9-D464-0E18C7D09AB5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3D469C8-8843-0BF7-8A63-EECAAE00838C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7373A80-B88D-A00A-F8F0-102BD15CDA0D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5BF2DF9-7D1C-CDA1-0207-FDD550061BFA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0F1642-1661-718C-37EB-2ED8789842BB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2/10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99008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28A81C-75A4-489D-98D6-C5E8053EC24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補足：3月代表週の電力需給と車両SOC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74D140-FCA6-42F4-9EBC-2B61C46560C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2025-03-03開始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6A617B0-B137-47BB-A4DF-9A552F654909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3A75C1-611E-491C-A1D5-B2633CCDE7A7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635AFAF-FB1F-4D48-9556-E9F90A66949C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738C3D-0B3E-836E-08FE-4ACC02DBC498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0C86B3-BF2B-10B3-54F9-90F3A2FE7D4F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246CEEE-4FCE-38A0-2B29-5AC68C5C29DB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2C2000-905E-681E-DBF1-525C8FAE3BF4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FFFC2D9-9C2A-CC62-109E-FB913B8924DF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9FD084-1AE0-320F-1F59-0CA66D2BB748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817D872-2258-1EEB-7133-C90551D6046A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3E8F305-EC44-8393-B55C-785D0AE436AA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3/10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5A0FA5-1927-E1E7-383E-E18E9613F22F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B87DE67-931E-7409-E083-EB7726D6563D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9517EA-ADEA-AA21-1119-831F0D35A55D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A4DF52F-0148-401B-396A-3425C833D5CA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72E80BF-808D-808E-AC06-88EDC9549E12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4EA3358-34D9-13BD-6182-DB5DFC10EDD8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38D419-1EC6-D9CA-A117-41AECB526C74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B61206C-67F4-FA22-6D75-AEB5BE1B43BA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3/10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672468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5FA7BE-5E75-4F84-8023-47351B68832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補足：4月代表週の電力需給と車両SOC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ECA241-3483-4790-8360-5BCD377735F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2025-04-07開始 ／ 173.75時間（最終翌朝含む）／ 1704便 ／ 運行BEV 25台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0AFDB9-53A8-4D15-87A8-84958EAB6C43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27742A-711D-4571-A111-7EA706382020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AC38D7E-C8F8-4ED9-8F2E-8830BC5E4ED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A8C3F0-20B0-5CAD-02D4-F60CF58B37E8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A130D-0DFC-E31B-DE42-44B75790ABB1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5D719B-4D4A-0E40-F884-4FC4BCA1D228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D7FA07-FBC6-CA43-70A4-B72285009608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AEA48D-4970-1CCC-2007-F8283E875840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45F561-5548-8932-FB06-F8267E11D78E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6DCAB84-61D0-EC16-CDD5-0860E95C1DE0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9256FFE-9B39-09FF-D7D1-AB767F848C79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4/14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E3DC5EA-7D88-9333-47C2-BE41BCAF0BFC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F05756B-4A14-1897-6A62-33C2EC6BB8C0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31DC98-E5CD-CB58-F828-4D8E41AF6546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0199C11-D635-F351-84AA-B50226EC24AE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FC5B636-72BE-A15A-0AE3-74CD65ABC685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7FFF485-7D10-379B-B77C-FCFE4756DD43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68D058E-2BBC-708A-87B4-27B8F0B60142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69470F6-997E-0A5D-4887-ED85A931DBAA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4/14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769907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4DA4057-D1F8-423A-92FE-06FA900E1C4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補足：5月代表週の電力需給と車両SOC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FFF8E2-8150-4F74-86C8-76802B452BA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2025-05-12開始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9AE99DE-564D-4097-8AF3-5A8D90AF705D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776F92-6C82-49E1-95E1-D15E492829CD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99707-87C6-419E-AEC5-32BEC4C3FD58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FF3299-BF80-146C-E3ED-812934A71C33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1588C1-4DF2-BF6C-B2EF-DD0EC1513405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4E1F93-C0FB-B1F7-CF65-81A8A15E9FA8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F3C3CA3-C696-1AB0-D1DF-DE361CC9AF88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32B1CE-799F-6861-08BE-A55868B3E88F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9E60E3-ADCD-415C-0760-90C96B8C26BB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9A2B61D-5984-85EA-DEC3-2F26ADDAD34B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131EA71-8999-C0AF-87BD-047A933F9E16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5/19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14ED47-6F06-7AB1-A500-8AB5C06419B3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140996-CA1E-EF2E-59A3-E3259789E128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6BE9D59-43C8-0680-6793-5AFD7ACC3B5A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FA3FDE-8DF6-220C-8F97-4B7111389FA2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3CD0B18-FCF7-1FEA-61D6-CC79691ECDC0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0D40CB0-6678-4368-244C-A383429225D5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4AEE67C-4EC2-9263-4B04-8D8D86119732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73DF0E8-CBF0-5C55-11BA-D78D15209E8B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5/19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2104062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36CE3E-E558-4A26-A507-67351EED654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補足：6月代表週の電力需給と車両SOC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138931-3BF6-4D64-AA25-5AF35CD7395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2025-06-02開始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B79F42-C629-4187-BAFB-695E8E2871C5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7C362E-1922-49BE-80C6-F32E19022DC3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3D09C61-BE53-496F-AE7D-74F35E6FE402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4D95C61-8AAF-DCCC-7BCA-1A9B5502F5D7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D23D05-950F-6E40-6FB2-1FE3BB0897B2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8F9006-D6EA-0574-17ED-2F240B1BB249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205352-4416-9DE8-33CA-7AA971FA932B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F3FCFE5-70AE-4270-CF76-42F23D6C03A8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6EE920-4636-4D73-B3D3-F7F09F2D7EDE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A2FC397-F027-D9E8-0365-36E54ED299AD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6467DAB-3FF9-DEB6-0E21-AF22EB4899C8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6/9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1702D3-AF64-C882-E762-BA5C868DB9B4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22FCBA8-416F-DD23-8F1C-88F2B43037B4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67C4698-7163-C3CE-04AE-3C878126EFD7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A1C857E-E746-E442-CC47-03C444A2E0DB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841CBDC-8DDA-EF49-8AB9-0C8366232CF2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F6F2BA3-1715-8E6B-E460-6E2858C63D65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F6ECB86-C4F7-F4CB-94BC-474CAE09D7CF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13E91FE-2E7F-C34D-68DD-B3EA5D325649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6/9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950334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63A6F0F-708D-4F54-BFF3-C4D3276078C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補足：7月代表週の電力需給と車両SOC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B88B61-6C5F-45C1-A5DD-92DD096A1C9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2025-07-07開始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BB56656-26A1-4F4C-A390-47ADC0791DFB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EE68F5-F126-4992-B618-B628A22D2C95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B27228F-7A1F-433B-BECC-0EE8E233C0C5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8DC246-F9A5-7402-EAEA-7D5881ADECA3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545280-5D4F-05EB-AF86-D39B0CBAA5C3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8D2EA93-E98E-0C9B-7229-3DC81460DC76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9D3CE9-5DDC-84E7-A3E9-D0D636FC9FB3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027ABB-EAFB-EB41-CD19-3549CACFA23F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D4989C-1E01-67E4-F8E2-F02011149FC5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53325E3-EA48-1E03-546F-05F534246608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8894DF3-E361-4B2F-687D-9675D65E59D9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7/14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BC8923E-161E-1BA0-6F92-DB90529309AA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5580214-2444-87CF-7748-DF8DB5DE24F0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A402B1-E744-B4AB-517D-8704E52BDB51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F8FF4D-AF9D-791F-985A-5833E05B2AC9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FE3DFDE-2848-E420-0F48-55D3AC3DE7A9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6AE1389-1F11-9ACC-8087-D6BE32EFC021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8FF5227-D517-7ACB-1262-92187A518C58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39DD1C8-9565-3447-2BC0-137FE46182F9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7/14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672120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280D6C-63DC-45DC-B1F9-CD51F597874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補足：8月代表週の電力需給と車両SOC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DAF8522-5FD0-4D1E-8CE5-40F3E5F0117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2025-08-04開始 ／ 174.25時間（最終翌朝含む）／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45B444-4975-499E-83D8-AD6E536A1CD6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E0AA28-955D-4D2B-9523-95DD1DFE9E00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13CE76-33D4-417B-B304-A7A9717EE22D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6F3CBF8-19EE-FF77-11C4-5E792BED96A2}"/>
              </a:ext>
            </a:extLst>
          </p:cNvPr>
          <p:cNvSpPr txBox="1"/>
          <p:nvPr/>
        </p:nvSpPr>
        <p:spPr>
          <a:xfrm>
            <a:off x="196277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E1BC9A-A835-E05D-34FB-0C9F02537289}"/>
              </a:ext>
            </a:extLst>
          </p:cNvPr>
          <p:cNvSpPr txBox="1"/>
          <p:nvPr/>
        </p:nvSpPr>
        <p:spPr>
          <a:xfrm>
            <a:off x="322487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F089AD-8F74-02BC-77E2-2897E85EED2D}"/>
              </a:ext>
            </a:extLst>
          </p:cNvPr>
          <p:cNvSpPr txBox="1"/>
          <p:nvPr/>
        </p:nvSpPr>
        <p:spPr>
          <a:xfrm>
            <a:off x="448697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B4E3C7-475C-7807-B7C8-0A58E33B9640}"/>
              </a:ext>
            </a:extLst>
          </p:cNvPr>
          <p:cNvSpPr txBox="1"/>
          <p:nvPr/>
        </p:nvSpPr>
        <p:spPr>
          <a:xfrm>
            <a:off x="574907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473806-366B-5B73-A41A-E8FF34E51CC6}"/>
              </a:ext>
            </a:extLst>
          </p:cNvPr>
          <p:cNvSpPr txBox="1"/>
          <p:nvPr/>
        </p:nvSpPr>
        <p:spPr>
          <a:xfrm>
            <a:off x="701117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246B2F-27DA-7FDC-8800-1A5846430F9A}"/>
              </a:ext>
            </a:extLst>
          </p:cNvPr>
          <p:cNvSpPr txBox="1"/>
          <p:nvPr/>
        </p:nvSpPr>
        <p:spPr>
          <a:xfrm>
            <a:off x="8273269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75F7087-E581-0544-03A3-7480822BDB82}"/>
              </a:ext>
            </a:extLst>
          </p:cNvPr>
          <p:cNvSpPr txBox="1"/>
          <p:nvPr/>
        </p:nvSpPr>
        <p:spPr>
          <a:xfrm>
            <a:off x="9535368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CC7BFE-3BA1-ED9B-8504-49D1157B9EA3}"/>
              </a:ext>
            </a:extLst>
          </p:cNvPr>
          <p:cNvSpPr txBox="1"/>
          <p:nvPr/>
        </p:nvSpPr>
        <p:spPr>
          <a:xfrm>
            <a:off x="10597454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8/11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17C40AC-DA71-ECCA-9F95-EF0EE2B64DFB}"/>
              </a:ext>
            </a:extLst>
          </p:cNvPr>
          <p:cNvSpPr txBox="1"/>
          <p:nvPr/>
        </p:nvSpPr>
        <p:spPr>
          <a:xfrm>
            <a:off x="187414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EC2057A-3BFC-C8EE-DF3C-78B9314C319D}"/>
              </a:ext>
            </a:extLst>
          </p:cNvPr>
          <p:cNvSpPr txBox="1"/>
          <p:nvPr/>
        </p:nvSpPr>
        <p:spPr>
          <a:xfrm>
            <a:off x="314935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4320F9C-C992-B877-79F6-0AA8B9424C65}"/>
              </a:ext>
            </a:extLst>
          </p:cNvPr>
          <p:cNvSpPr txBox="1"/>
          <p:nvPr/>
        </p:nvSpPr>
        <p:spPr>
          <a:xfrm>
            <a:off x="442456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587EF5E-47EF-F47E-69FC-D89BE29079EB}"/>
              </a:ext>
            </a:extLst>
          </p:cNvPr>
          <p:cNvSpPr txBox="1"/>
          <p:nvPr/>
        </p:nvSpPr>
        <p:spPr>
          <a:xfrm>
            <a:off x="569977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A4F0B8-C747-7EAA-FE0C-0094A1A140BE}"/>
              </a:ext>
            </a:extLst>
          </p:cNvPr>
          <p:cNvSpPr txBox="1"/>
          <p:nvPr/>
        </p:nvSpPr>
        <p:spPr>
          <a:xfrm>
            <a:off x="6974980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8F8EB5B-7629-DD21-41E4-29C2C35DD818}"/>
              </a:ext>
            </a:extLst>
          </p:cNvPr>
          <p:cNvSpPr txBox="1"/>
          <p:nvPr/>
        </p:nvSpPr>
        <p:spPr>
          <a:xfrm>
            <a:off x="825018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3ACA829-E8B3-6720-DAE0-AD185458FA8E}"/>
              </a:ext>
            </a:extLst>
          </p:cNvPr>
          <p:cNvSpPr txBox="1"/>
          <p:nvPr/>
        </p:nvSpPr>
        <p:spPr>
          <a:xfrm>
            <a:off x="952539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B38DC86-8BBF-7594-EE16-02DE17981A7A}"/>
              </a:ext>
            </a:extLst>
          </p:cNvPr>
          <p:cNvSpPr txBox="1"/>
          <p:nvPr/>
        </p:nvSpPr>
        <p:spPr>
          <a:xfrm>
            <a:off x="10595747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8/11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261248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B20C69F-6BF9-4E00-966A-21BBEF8DEB2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補足：9月代表週の電力需給と車両SOC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C84F18-D3F3-42C4-AC53-D0001987B860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2025-09-01開始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F833F4-D36D-4DAF-8134-A69D8B5C0FC4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C15AE4-AD8C-4229-BB35-D448DAE1283E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D24B86-C3E3-4563-BDDC-9FB4E0630B3F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9BA5AA-7CB4-69CA-2EFA-1864C1EEC09B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9A91A9-8D5A-CE50-5AF4-8E60347526A5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8C832D-817B-0256-B455-E291B5D25282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FF145F5-C756-2639-EF84-1871D9DF89BF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3B07774-88BD-2999-F053-DA6746FB732D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882E290-38D3-9F78-0379-9388B8309917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5A0089A-40EF-E6AA-1C4E-8A698AA1E7C0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B42AC2-9C55-A145-E8D0-5605A58139C5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9/8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9E33C6F-7CB0-A8D4-84CF-21AB3745735B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7CE37F7-1BAD-3CB4-F529-00F7C37DC76D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817F549-5C35-8A4C-40A0-CC40C7025ADB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64DFD97-9D46-DE1D-C144-DCA27BB7C785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5F8917-9833-23EB-60BE-1859CF7023EF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70C6435-2940-5D17-6161-BCA567AAE3F9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AB0D569-4193-95A9-D98E-CF861376199B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8658633-F966-ADA0-94C9-9C98163065C9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9/8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458902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F8AA76-A15D-4FB8-B4BF-4E5C6A80AC1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補足：10月代表週の電力需給と車両SOC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CBB616-59A4-456A-9922-244D6BB34E0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2025-10-06開始 ／ 174.25時間（最終翌朝含む）／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8A922F-ECFD-451A-AA80-152A09559B63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日別使用台数：32、32、32、32、32、25、20台。原値は同梱CSVを参照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4CB46AC-09AE-4219-977F-FA0F0DD7967B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D6AE31-EA16-4698-8162-7DF528D538A3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BF7EC66-1BA2-BF61-AB67-A3406C0F3E3B}"/>
              </a:ext>
            </a:extLst>
          </p:cNvPr>
          <p:cNvSpPr txBox="1"/>
          <p:nvPr/>
        </p:nvSpPr>
        <p:spPr>
          <a:xfrm>
            <a:off x="196277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7D6255-FDA4-FD96-7F3A-D67F7C24BE6C}"/>
              </a:ext>
            </a:extLst>
          </p:cNvPr>
          <p:cNvSpPr txBox="1"/>
          <p:nvPr/>
        </p:nvSpPr>
        <p:spPr>
          <a:xfrm>
            <a:off x="322487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5B5A18-B1CB-8C86-DBE3-1902971DC614}"/>
              </a:ext>
            </a:extLst>
          </p:cNvPr>
          <p:cNvSpPr txBox="1"/>
          <p:nvPr/>
        </p:nvSpPr>
        <p:spPr>
          <a:xfrm>
            <a:off x="448697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EF349D-0C79-6684-4B76-A0D412E66B2C}"/>
              </a:ext>
            </a:extLst>
          </p:cNvPr>
          <p:cNvSpPr txBox="1"/>
          <p:nvPr/>
        </p:nvSpPr>
        <p:spPr>
          <a:xfrm>
            <a:off x="574907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B73DB3-98A3-11DA-0EDC-7650B39145AF}"/>
              </a:ext>
            </a:extLst>
          </p:cNvPr>
          <p:cNvSpPr txBox="1"/>
          <p:nvPr/>
        </p:nvSpPr>
        <p:spPr>
          <a:xfrm>
            <a:off x="701117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06EE79-9DFA-66F3-F52E-EBD30F1E0EA9}"/>
              </a:ext>
            </a:extLst>
          </p:cNvPr>
          <p:cNvSpPr txBox="1"/>
          <p:nvPr/>
        </p:nvSpPr>
        <p:spPr>
          <a:xfrm>
            <a:off x="8273269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06366E-DD40-C0B7-3E3D-CE9B8DF99045}"/>
              </a:ext>
            </a:extLst>
          </p:cNvPr>
          <p:cNvSpPr txBox="1"/>
          <p:nvPr/>
        </p:nvSpPr>
        <p:spPr>
          <a:xfrm>
            <a:off x="9535368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B53392E-9213-3FE6-3A5A-BFEA9550C7AE}"/>
              </a:ext>
            </a:extLst>
          </p:cNvPr>
          <p:cNvSpPr txBox="1"/>
          <p:nvPr/>
        </p:nvSpPr>
        <p:spPr>
          <a:xfrm>
            <a:off x="10597454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10/13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145BB2-D3C3-33B1-FE06-4D67B1126ACD}"/>
              </a:ext>
            </a:extLst>
          </p:cNvPr>
          <p:cNvSpPr txBox="1"/>
          <p:nvPr/>
        </p:nvSpPr>
        <p:spPr>
          <a:xfrm>
            <a:off x="187414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7B3B59-C213-A305-9FB0-E480A1A398AE}"/>
              </a:ext>
            </a:extLst>
          </p:cNvPr>
          <p:cNvSpPr txBox="1"/>
          <p:nvPr/>
        </p:nvSpPr>
        <p:spPr>
          <a:xfrm>
            <a:off x="314935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597D42A-9A01-5F85-9B06-19EF90A23EE5}"/>
              </a:ext>
            </a:extLst>
          </p:cNvPr>
          <p:cNvSpPr txBox="1"/>
          <p:nvPr/>
        </p:nvSpPr>
        <p:spPr>
          <a:xfrm>
            <a:off x="442456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10/8(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9E66234-3FC2-5014-B5B8-B5B473BE5A37}"/>
              </a:ext>
            </a:extLst>
          </p:cNvPr>
          <p:cNvSpPr txBox="1"/>
          <p:nvPr/>
        </p:nvSpPr>
        <p:spPr>
          <a:xfrm>
            <a:off x="5699771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10/9(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82A403-ABDC-28DE-E76A-4BF97B8AA557}"/>
              </a:ext>
            </a:extLst>
          </p:cNvPr>
          <p:cNvSpPr txBox="1"/>
          <p:nvPr/>
        </p:nvSpPr>
        <p:spPr>
          <a:xfrm>
            <a:off x="6974980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EF7587-2EA6-5561-4706-AEFF61817EF7}"/>
              </a:ext>
            </a:extLst>
          </p:cNvPr>
          <p:cNvSpPr txBox="1"/>
          <p:nvPr/>
        </p:nvSpPr>
        <p:spPr>
          <a:xfrm>
            <a:off x="825018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CC7BF82-AC72-B041-D41B-96A0B35C97AF}"/>
              </a:ext>
            </a:extLst>
          </p:cNvPr>
          <p:cNvSpPr txBox="1"/>
          <p:nvPr/>
        </p:nvSpPr>
        <p:spPr>
          <a:xfrm>
            <a:off x="9525399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B3B95FD-917B-BCF3-2BA6-39044B3C348A}"/>
              </a:ext>
            </a:extLst>
          </p:cNvPr>
          <p:cNvSpPr txBox="1"/>
          <p:nvPr/>
        </p:nvSpPr>
        <p:spPr>
          <a:xfrm>
            <a:off x="10595747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10/13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057849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D897015-4899-46B1-99B2-A4374DD4BCA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補足：11月代表週の電力需給と車両SOC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AF5949-E0C9-4008-AAA3-FB6A7D0B8D0E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2025-11-10開始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2AC1B8-AEE1-48C3-9515-0D731B551CFC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ABEED9-C91D-483E-8F54-1BE0478591A5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CADB6E-F39E-4CDE-B9C4-4A42A1EF90B0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4C73C0-788B-9627-A5E4-8002B18B8F01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884004-1A27-8939-4613-724BAD415FB5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DA4DD2-0154-06FB-62F4-F3CB3CB61EA1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B56FDA-C1D9-AC31-CD43-65C56FE4BE1F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4D0979-FA76-A51A-7F01-2CF303618DE5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410A3A-435B-CFAA-428B-034D2B83C141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1A98786-374B-8BFA-9840-CCAFDDD2B7A2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FD2451-99FE-C8BD-3B1E-A9530729D793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11/17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BDE97F-B73A-A363-B361-953FDD566F9F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11/10(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4BD5FE2-2DC1-CA9B-F711-8CF2E40C22E4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6DC5C5B-7329-D9BF-BD7F-6C2A85F1315F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D24BE90-3A3F-E03F-E8AB-FD8A399B7086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2DE3E95-155C-9D3B-13B7-AFCA5E386918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B9D36F5-7F0D-8D20-89A5-66DBCED4049B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97AB415-6D7C-419B-9656-84E14F934D20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AE045A5-5E24-A11F-A048-9051435FE2AF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11/17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537590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64EAB2-4538-4F51-8762-F06BCDA345D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02B58"/>
                </a:solidFill>
                <a:latin typeface="Noto Sans JP"/>
                <a:ea typeface="Noto Sans JP"/>
                <a:cs typeface="Noto Sans JP"/>
              </a:rPr>
              <a:t>補足：12月代表週の電力需給と車両SOC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E08382D-3D43-4BDB-8E51-533484539E8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2025-12-01開始 ／ 173.75時間（最終翌朝含む）／ 1704便 ／ 運行BEV 26台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E3D5F2-9B02-493D-8287-9D4AC7857A8E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59A8C"/>
                </a:solidFill>
                <a:latin typeface="Noto Sans JP"/>
                <a:ea typeface="Noto Sans JP"/>
                <a:cs typeface="Noto Sans JP"/>
              </a:rPr>
              <a:t>日別使用台数：32、32、32、32、32、26、20台。原値は同梱CSVを参照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93B8D2-397B-431D-9BD8-A8CCD61AA48C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854A30"/>
                </a:solidFill>
                <a:latin typeface="Noto Sans JP"/>
                <a:ea typeface="Noto Sans JP"/>
                <a:cs typeface="Noto Sans JP"/>
              </a:rPr>
              <a:t>日付は各日の中央、破線は0時。上：15分平均電力。下：運行BEVのSOC最小・中央値・最大（未使用車を除く）。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A04A425-964C-4672-958C-83B721486DF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59687B"/>
                </a:solidFill>
                <a:latin typeface="Noto Sans JP"/>
                <a:ea typeface="Noto Sans JP"/>
                <a:cs typeface="Noto Sans JP"/>
              </a:rPr>
              <a:t>36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66750" y="1571625"/>
          <a:ext cx="10763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66750" y="3695700"/>
          <a:ext cx="1076325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7FD90D-1853-8FE6-B5E8-B951F7B60711}"/>
              </a:ext>
            </a:extLst>
          </p:cNvPr>
          <p:cNvSpPr txBox="1"/>
          <p:nvPr/>
        </p:nvSpPr>
        <p:spPr>
          <a:xfrm>
            <a:off x="1964590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DE9292-DC77-2E21-1F83-3CAB0DCF62EF}"/>
              </a:ext>
            </a:extLst>
          </p:cNvPr>
          <p:cNvSpPr txBox="1"/>
          <p:nvPr/>
        </p:nvSpPr>
        <p:spPr>
          <a:xfrm>
            <a:off x="3230321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ED70FD-81EE-4362-28CE-546D84A38EE5}"/>
              </a:ext>
            </a:extLst>
          </p:cNvPr>
          <p:cNvSpPr txBox="1"/>
          <p:nvPr/>
        </p:nvSpPr>
        <p:spPr>
          <a:xfrm>
            <a:off x="4496052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4E614AC-6E70-458C-AC36-9E06F062B1B1}"/>
              </a:ext>
            </a:extLst>
          </p:cNvPr>
          <p:cNvSpPr txBox="1"/>
          <p:nvPr/>
        </p:nvSpPr>
        <p:spPr>
          <a:xfrm>
            <a:off x="5761783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6EB1DBF-0F3A-A2B1-9944-0A67451339C4}"/>
              </a:ext>
            </a:extLst>
          </p:cNvPr>
          <p:cNvSpPr txBox="1"/>
          <p:nvPr/>
        </p:nvSpPr>
        <p:spPr>
          <a:xfrm>
            <a:off x="7027514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E93FC85-8DFC-DD8B-B564-587191E18C56}"/>
              </a:ext>
            </a:extLst>
          </p:cNvPr>
          <p:cNvSpPr txBox="1"/>
          <p:nvPr/>
        </p:nvSpPr>
        <p:spPr>
          <a:xfrm>
            <a:off x="8293245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56B6E81-6A5D-4959-6EA7-AC13393F2E40}"/>
              </a:ext>
            </a:extLst>
          </p:cNvPr>
          <p:cNvSpPr txBox="1"/>
          <p:nvPr/>
        </p:nvSpPr>
        <p:spPr>
          <a:xfrm>
            <a:off x="9558976" y="293567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D8CCC1E-579E-0B08-525E-A2CF62F9F955}"/>
              </a:ext>
            </a:extLst>
          </p:cNvPr>
          <p:cNvSpPr txBox="1"/>
          <p:nvPr/>
        </p:nvSpPr>
        <p:spPr>
          <a:xfrm>
            <a:off x="10610166" y="293567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12/8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91502F6-00DA-72C6-8806-4ACAF0A77AB4}"/>
              </a:ext>
            </a:extLst>
          </p:cNvPr>
          <p:cNvSpPr txBox="1"/>
          <p:nvPr/>
        </p:nvSpPr>
        <p:spPr>
          <a:xfrm>
            <a:off x="1875977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12/1(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6A0F17C-961B-2131-CF60-B19134DD4907}"/>
              </a:ext>
            </a:extLst>
          </p:cNvPr>
          <p:cNvSpPr txBox="1"/>
          <p:nvPr/>
        </p:nvSpPr>
        <p:spPr>
          <a:xfrm>
            <a:off x="3154856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12/2(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火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12CEC8-1F29-4E89-DB79-272C815E09F9}"/>
              </a:ext>
            </a:extLst>
          </p:cNvPr>
          <p:cNvSpPr txBox="1"/>
          <p:nvPr/>
        </p:nvSpPr>
        <p:spPr>
          <a:xfrm>
            <a:off x="4433735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12/3(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水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D546080-4A4A-8713-58E3-B154F8C83796}"/>
              </a:ext>
            </a:extLst>
          </p:cNvPr>
          <p:cNvSpPr txBox="1"/>
          <p:nvPr/>
        </p:nvSpPr>
        <p:spPr>
          <a:xfrm>
            <a:off x="5712614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12/4(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木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3B298B6-7980-772D-6998-08DE3E7D304F}"/>
              </a:ext>
            </a:extLst>
          </p:cNvPr>
          <p:cNvSpPr txBox="1"/>
          <p:nvPr/>
        </p:nvSpPr>
        <p:spPr>
          <a:xfrm>
            <a:off x="699149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12/5(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金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03EAF2-154E-6E5C-A680-A194A8118133}"/>
              </a:ext>
            </a:extLst>
          </p:cNvPr>
          <p:cNvSpPr txBox="1"/>
          <p:nvPr/>
        </p:nvSpPr>
        <p:spPr>
          <a:xfrm>
            <a:off x="8270373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12/6(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土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1C77890-F4C9-24EB-8A0F-755687ED53E9}"/>
              </a:ext>
            </a:extLst>
          </p:cNvPr>
          <p:cNvSpPr txBox="1"/>
          <p:nvPr/>
        </p:nvSpPr>
        <p:spPr>
          <a:xfrm>
            <a:off x="9549252" y="4859726"/>
            <a:ext cx="965200" cy="238527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12/7(</a:t>
            </a:r>
            <a:r>
              <a:rPr kumimoji="1" lang="ja-JP" altLang="en-US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</a:t>
            </a:r>
            <a:r>
              <a:rPr kumimoji="1" lang="en-US" altLang="ja-JP" sz="125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  <a:endParaRPr kumimoji="1" lang="ja-JP" altLang="en-US" sz="1250">
              <a:solidFill>
                <a:srgbClr val="59627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7C554D1-9750-307E-CC4E-5FE4CC4072B5}"/>
              </a:ext>
            </a:extLst>
          </p:cNvPr>
          <p:cNvSpPr txBox="1"/>
          <p:nvPr/>
        </p:nvSpPr>
        <p:spPr>
          <a:xfrm>
            <a:off x="10608591" y="4859726"/>
            <a:ext cx="431800" cy="323165"/>
          </a:xfrm>
          <a:prstGeom prst="rect">
            <a:avLst/>
          </a:prstGeom>
          <a:noFill/>
        </p:spPr>
        <p:txBody>
          <a:bodyPr vert="horz" lIns="0" tIns="0" rIns="0" rtlCol="0">
            <a:spAutoFit/>
          </a:bodyPr>
          <a:lstStyle/>
          <a:p>
            <a:pPr algn="ctr"/>
            <a:r>
              <a:rPr kumimoji="1" lang="en-US" altLang="ja-JP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12/8
</a:t>
            </a:r>
            <a:r>
              <a:rPr kumimoji="1" lang="ja-JP" altLang="en-US" sz="900">
                <a:solidFill>
                  <a:srgbClr val="59627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翌朝</a:t>
            </a:r>
          </a:p>
        </p:txBody>
      </p:sp>
    </p:spTree>
    <p:extLst>
      <p:ext uri="{BB962C8B-B14F-4D97-AF65-F5344CB8AC3E}">
        <p14:creationId xmlns:p14="http://schemas.microsoft.com/office/powerpoint/2010/main" val="17970619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5204</Words>
  <Application>Microsoft Office PowerPoint</Application>
  <DocSecurity>0</DocSecurity>
  <PresentationFormat>ワイド画面</PresentationFormat>
  <Paragraphs>855</Paragraphs>
  <Slides>36</Slides>
  <Notes>36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39" baseType="lpstr">
      <vt:lpstr>Noto Sans JP</vt:lpstr>
      <vt:lpstr>Aptos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2026-09-27T15:26:41Z</dcterms:created>
  <dcterms:modified xsi:type="dcterms:W3CDTF">2026-09-28T06:12:48Z</dcterms:modified>
</cp:coreProperties>
</file>