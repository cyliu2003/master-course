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6_623097D7.xml" ContentType="application/vnd.ms-powerpoint.comments+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ppt/comments/modernComment_108_5BE48309.xml" ContentType="application/vnd.ms-powerpoint.comments+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1.xml" ContentType="application/vnd.openxmlformats-officedocument.presentationml.notesSlide+xml"/>
  <Override PartName="/ppt/comments/modernComment_10A_44D448FB.xml" ContentType="application/vnd.ms-powerpoint.comment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12.xml" ContentType="application/vnd.openxmlformats-officedocument.presentationml.notesSlide+xml"/>
  <Override PartName="/ppt/comments/modernComment_10B_635E1D8C.xml" ContentType="application/vnd.ms-powerpoint.comments+xml"/>
  <Override PartName="/ppt/notesSlides/notesSlide13.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14.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15.xml" ContentType="application/vnd.openxmlformats-officedocument.presentationml.notesSlide+xml"/>
  <Override PartName="/ppt/comments/modernComment_10E_5513B9AF.xml" ContentType="application/vnd.ms-powerpoint.comments+xml"/>
  <Override PartName="/ppt/charts/chart17.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8.xml" ContentType="application/vnd.openxmlformats-officedocument.drawingml.chart+xml"/>
  <Override PartName="/ppt/charts/chart19.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0.xml" ContentType="application/vnd.openxmlformats-officedocument.drawingml.chart+xml"/>
  <Override PartName="/ppt/notesSlides/notesSlide20.xml" ContentType="application/vnd.openxmlformats-officedocument.presentationml.notesSlide+xml"/>
  <Override PartName="/ppt/comments/modernComment_113_389B748A.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17_4EF9F43A.xml" ContentType="application/vnd.ms-powerpoint.comments+xml"/>
  <Override PartName="/ppt/notesSlides/notesSlide25.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notesSlides/notesSlide26.xml" ContentType="application/vnd.openxmlformats-officedocument.presentationml.notesSlide+xml"/>
  <Override PartName="/ppt/charts/chart23.xml" ContentType="application/vnd.openxmlformats-officedocument.drawingml.chart+xml"/>
  <Override PartName="/ppt/charts/chart24.xml" ContentType="application/vnd.openxmlformats-officedocument.drawingml.chart+xml"/>
  <Override PartName="/ppt/notesSlides/notesSlide27.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notesSlides/notesSlide28.xml" ContentType="application/vnd.openxmlformats-officedocument.presentationml.notesSlide+xml"/>
  <Override PartName="/ppt/charts/chart27.xml" ContentType="application/vnd.openxmlformats-officedocument.drawingml.chart+xml"/>
  <Override PartName="/ppt/charts/chart28.xml" ContentType="application/vnd.openxmlformats-officedocument.drawingml.chart+xml"/>
  <Override PartName="/ppt/notesSlides/notesSlide29.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notesSlides/notesSlide30.xml" ContentType="application/vnd.openxmlformats-officedocument.presentationml.notesSlide+xml"/>
  <Override PartName="/ppt/charts/chart31.xml" ContentType="application/vnd.openxmlformats-officedocument.drawingml.chart+xml"/>
  <Override PartName="/ppt/charts/chart32.xml" ContentType="application/vnd.openxmlformats-officedocument.drawingml.chart+xml"/>
  <Override PartName="/ppt/notesSlides/notesSlide31.xml" ContentType="application/vnd.openxmlformats-officedocument.presentationml.notesSlide+xml"/>
  <Override PartName="/ppt/charts/chart33.xml" ContentType="application/vnd.openxmlformats-officedocument.drawingml.chart+xml"/>
  <Override PartName="/ppt/charts/chart34.xml" ContentType="application/vnd.openxmlformats-officedocument.drawingml.chart+xml"/>
  <Override PartName="/ppt/notesSlides/notesSlide32.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33.xml" ContentType="application/vnd.openxmlformats-officedocument.presentationml.notesSlide+xml"/>
  <Override PartName="/ppt/charts/chart37.xml" ContentType="application/vnd.openxmlformats-officedocument.drawingml.chart+xml"/>
  <Override PartName="/ppt/charts/chart38.xml" ContentType="application/vnd.openxmlformats-officedocument.drawingml.chart+xml"/>
  <Override PartName="/ppt/notesSlides/notesSlide34.xml" ContentType="application/vnd.openxmlformats-officedocument.presentationml.notesSlide+xml"/>
  <Override PartName="/ppt/charts/chart39.xml" ContentType="application/vnd.openxmlformats-officedocument.drawingml.chart+xml"/>
  <Override PartName="/ppt/charts/chart40.xml" ContentType="application/vnd.openxmlformats-officedocument.drawingml.chart+xml"/>
  <Override PartName="/ppt/notesSlides/notesSlide35.xml" ContentType="application/vnd.openxmlformats-officedocument.presentationml.notesSlide+xml"/>
  <Override PartName="/ppt/charts/chart41.xml" ContentType="application/vnd.openxmlformats-officedocument.drawingml.chart+xml"/>
  <Override PartName="/ppt/charts/chart42.xml" ContentType="application/vnd.openxmlformats-officedocument.drawingml.chart+xml"/>
  <Override PartName="/ppt/notesSlides/notesSlide36.xml" ContentType="application/vnd.openxmlformats-officedocument.presentationml.notesSlide+xml"/>
  <Override PartName="/ppt/charts/chart43.xml" ContentType="application/vnd.openxmlformats-officedocument.drawingml.chart+xml"/>
  <Override PartName="/ppt/charts/chart44.xml" ContentType="application/vnd.openxmlformats-officedocument.drawingml.chart+xml"/>
  <Override PartName="/ppt/notesSlides/notesSlide37.xml" ContentType="application/vnd.openxmlformats-officedocument.presentationml.notesSlide+xml"/>
  <Override PartName="/ppt/charts/chart45.xml" ContentType="application/vnd.openxmlformats-officedocument.drawingml.chart+xml"/>
  <Override PartName="/ppt/charts/chart46.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A59EE4-79A3-4AFB-BAA3-365A261A14E5}" name="URABE Chiyori" initials="UC" userId="S::curabe@tcu.ac.jp::9964f947-cc7c-4995-b41c-d9988c405df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78"/>
    <p:restoredTop sz="94658"/>
  </p:normalViewPr>
  <p:slideViewPr>
    <p:cSldViewPr snapToGrid="0">
      <p:cViewPr varScale="1">
        <p:scale>
          <a:sx n="116" d="100"/>
          <a:sy n="116" d="100"/>
        </p:scale>
        <p:origin x="7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8/10/relationships/authors" Target="authors.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0.022222</c:v>
                </c:pt>
                <c:pt idx="19">
                  <c:v>1.133333</c:v>
                </c:pt>
                <c:pt idx="20">
                  <c:v>6.488889</c:v>
                </c:pt>
                <c:pt idx="21">
                  <c:v>15.466667</c:v>
                </c:pt>
                <c:pt idx="22">
                  <c:v>28.933333</c:v>
                </c:pt>
                <c:pt idx="23">
                  <c:v>49.755556</c:v>
                </c:pt>
                <c:pt idx="24">
                  <c:v>77.266667</c:v>
                </c:pt>
                <c:pt idx="25">
                  <c:v>114.888889</c:v>
                </c:pt>
                <c:pt idx="26">
                  <c:v>159.444444</c:v>
                </c:pt>
                <c:pt idx="27">
                  <c:v>204.111111</c:v>
                </c:pt>
                <c:pt idx="28">
                  <c:v>251.155556</c:v>
                </c:pt>
                <c:pt idx="29">
                  <c:v>305.622222</c:v>
                </c:pt>
                <c:pt idx="30">
                  <c:v>361.6</c:v>
                </c:pt>
                <c:pt idx="31">
                  <c:v>411.511111</c:v>
                </c:pt>
                <c:pt idx="32">
                  <c:v>464</c:v>
                </c:pt>
                <c:pt idx="33">
                  <c:v>511.711111</c:v>
                </c:pt>
                <c:pt idx="34">
                  <c:v>551.333333</c:v>
                </c:pt>
                <c:pt idx="35">
                  <c:v>589.355556</c:v>
                </c:pt>
                <c:pt idx="36">
                  <c:v>621.355556</c:v>
                </c:pt>
                <c:pt idx="37">
                  <c:v>661.333333</c:v>
                </c:pt>
                <c:pt idx="38">
                  <c:v>698.488889</c:v>
                </c:pt>
                <c:pt idx="39">
                  <c:v>733.133333</c:v>
                </c:pt>
                <c:pt idx="40">
                  <c:v>762.244444</c:v>
                </c:pt>
                <c:pt idx="41">
                  <c:v>782.955556</c:v>
                </c:pt>
                <c:pt idx="42">
                  <c:v>810.6</c:v>
                </c:pt>
                <c:pt idx="43">
                  <c:v>827.155556</c:v>
                </c:pt>
                <c:pt idx="44">
                  <c:v>842.911111</c:v>
                </c:pt>
                <c:pt idx="45">
                  <c:v>841.377778</c:v>
                </c:pt>
                <c:pt idx="46">
                  <c:v>835.755556</c:v>
                </c:pt>
                <c:pt idx="47">
                  <c:v>832.155556</c:v>
                </c:pt>
                <c:pt idx="48">
                  <c:v>839.044444</c:v>
                </c:pt>
                <c:pt idx="49">
                  <c:v>845.244444</c:v>
                </c:pt>
                <c:pt idx="50">
                  <c:v>833.444444</c:v>
                </c:pt>
                <c:pt idx="51">
                  <c:v>821.733333</c:v>
                </c:pt>
                <c:pt idx="52">
                  <c:v>800.555556</c:v>
                </c:pt>
                <c:pt idx="53">
                  <c:v>779.8</c:v>
                </c:pt>
                <c:pt idx="54">
                  <c:v>755.4</c:v>
                </c:pt>
                <c:pt idx="55">
                  <c:v>726.533333</c:v>
                </c:pt>
                <c:pt idx="56">
                  <c:v>685.911111</c:v>
                </c:pt>
                <c:pt idx="57">
                  <c:v>636.977778</c:v>
                </c:pt>
                <c:pt idx="58">
                  <c:v>598.533333</c:v>
                </c:pt>
                <c:pt idx="59">
                  <c:v>549.266667</c:v>
                </c:pt>
                <c:pt idx="60">
                  <c:v>495.311111</c:v>
                </c:pt>
                <c:pt idx="61">
                  <c:v>442.822222</c:v>
                </c:pt>
                <c:pt idx="62">
                  <c:v>389.844444</c:v>
                </c:pt>
                <c:pt idx="63">
                  <c:v>343.222222</c:v>
                </c:pt>
                <c:pt idx="64">
                  <c:v>294.288889</c:v>
                </c:pt>
                <c:pt idx="65">
                  <c:v>240.577778</c:v>
                </c:pt>
                <c:pt idx="66">
                  <c:v>186.533333</c:v>
                </c:pt>
                <c:pt idx="67">
                  <c:v>141.666667</c:v>
                </c:pt>
                <c:pt idx="68">
                  <c:v>100.088889</c:v>
                </c:pt>
                <c:pt idx="69">
                  <c:v>64.288889</c:v>
                </c:pt>
                <c:pt idx="70">
                  <c:v>36.866667</c:v>
                </c:pt>
                <c:pt idx="71">
                  <c:v>17.088889</c:v>
                </c:pt>
                <c:pt idx="72">
                  <c:v>6.133333</c:v>
                </c:pt>
                <c:pt idx="73">
                  <c:v>1.266667</c:v>
                </c:pt>
                <c:pt idx="74">
                  <c:v>0.044444</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31E8-43F8-B633-BCB752E73415}"/>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4.2</c:v>
                </c:pt>
                <c:pt idx="25">
                  <c:v>26.4</c:v>
                </c:pt>
                <c:pt idx="26">
                  <c:v>53.6</c:v>
                </c:pt>
                <c:pt idx="27">
                  <c:v>103.4</c:v>
                </c:pt>
                <c:pt idx="28">
                  <c:v>151.6</c:v>
                </c:pt>
                <c:pt idx="29">
                  <c:v>194.4</c:v>
                </c:pt>
                <c:pt idx="30">
                  <c:v>250.2</c:v>
                </c:pt>
                <c:pt idx="31">
                  <c:v>291.2</c:v>
                </c:pt>
                <c:pt idx="32">
                  <c:v>352.2</c:v>
                </c:pt>
                <c:pt idx="33">
                  <c:v>409.6</c:v>
                </c:pt>
                <c:pt idx="34">
                  <c:v>429.6</c:v>
                </c:pt>
                <c:pt idx="35">
                  <c:v>471.8</c:v>
                </c:pt>
                <c:pt idx="36">
                  <c:v>472.2</c:v>
                </c:pt>
                <c:pt idx="37">
                  <c:v>486.6</c:v>
                </c:pt>
                <c:pt idx="38">
                  <c:v>509.2</c:v>
                </c:pt>
                <c:pt idx="39">
                  <c:v>561</c:v>
                </c:pt>
                <c:pt idx="40">
                  <c:v>579.4</c:v>
                </c:pt>
                <c:pt idx="41">
                  <c:v>600.200000</c:v>
                </c:pt>
                <c:pt idx="42">
                  <c:v>689.4</c:v>
                </c:pt>
                <c:pt idx="43">
                  <c:v>671</c:v>
                </c:pt>
                <c:pt idx="44">
                  <c:v>713.8</c:v>
                </c:pt>
                <c:pt idx="45">
                  <c:v>698.4</c:v>
                </c:pt>
                <c:pt idx="46">
                  <c:v>649.200000</c:v>
                </c:pt>
                <c:pt idx="47">
                  <c:v>649.4</c:v>
                </c:pt>
                <c:pt idx="48">
                  <c:v>711</c:v>
                </c:pt>
                <c:pt idx="49">
                  <c:v>767.4</c:v>
                </c:pt>
                <c:pt idx="50">
                  <c:v>752.8</c:v>
                </c:pt>
                <c:pt idx="51">
                  <c:v>750.4</c:v>
                </c:pt>
                <c:pt idx="52">
                  <c:v>731.4</c:v>
                </c:pt>
                <c:pt idx="53">
                  <c:v>692.4</c:v>
                </c:pt>
                <c:pt idx="54">
                  <c:v>685</c:v>
                </c:pt>
                <c:pt idx="55">
                  <c:v>654.4</c:v>
                </c:pt>
                <c:pt idx="56">
                  <c:v>605.6</c:v>
                </c:pt>
                <c:pt idx="57">
                  <c:v>535.200000</c:v>
                </c:pt>
                <c:pt idx="58">
                  <c:v>505.2</c:v>
                </c:pt>
                <c:pt idx="59">
                  <c:v>440</c:v>
                </c:pt>
                <c:pt idx="60">
                  <c:v>387.6</c:v>
                </c:pt>
                <c:pt idx="61">
                  <c:v>338.2</c:v>
                </c:pt>
                <c:pt idx="62">
                  <c:v>269.8</c:v>
                </c:pt>
                <c:pt idx="63">
                  <c:v>236</c:v>
                </c:pt>
                <c:pt idx="64">
                  <c:v>196.6</c:v>
                </c:pt>
                <c:pt idx="65">
                  <c:v>142.4</c:v>
                </c:pt>
                <c:pt idx="66">
                  <c:v>93.4</c:v>
                </c:pt>
                <c:pt idx="67">
                  <c:v>57.2</c:v>
                </c:pt>
                <c:pt idx="68">
                  <c:v>36.6</c:v>
                </c:pt>
                <c:pt idx="69">
                  <c:v>18</c:v>
                </c:pt>
                <c:pt idx="70">
                  <c:v>2</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31E8-43F8-B633-BCB752E73415}"/>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c:v>
                </c:pt>
                <c:pt idx="20">
                  <c:v>27.6</c:v>
                </c:pt>
                <c:pt idx="21">
                  <c:v>47.6</c:v>
                </c:pt>
                <c:pt idx="22">
                  <c:v>81</c:v>
                </c:pt>
                <c:pt idx="23">
                  <c:v>123</c:v>
                </c:pt>
                <c:pt idx="24">
                  <c:v>164.4</c:v>
                </c:pt>
                <c:pt idx="25">
                  <c:v>215.6</c:v>
                </c:pt>
                <c:pt idx="26">
                  <c:v>274</c:v>
                </c:pt>
                <c:pt idx="27">
                  <c:v>332.2</c:v>
                </c:pt>
                <c:pt idx="28">
                  <c:v>389.2</c:v>
                </c:pt>
                <c:pt idx="29">
                  <c:v>442.8</c:v>
                </c:pt>
                <c:pt idx="30">
                  <c:v>491.2</c:v>
                </c:pt>
                <c:pt idx="31">
                  <c:v>541.6</c:v>
                </c:pt>
                <c:pt idx="32">
                  <c:v>593.6</c:v>
                </c:pt>
                <c:pt idx="33">
                  <c:v>639</c:v>
                </c:pt>
                <c:pt idx="34">
                  <c:v>683.4</c:v>
                </c:pt>
                <c:pt idx="35">
                  <c:v>728.4</c:v>
                </c:pt>
                <c:pt idx="36">
                  <c:v>763.6</c:v>
                </c:pt>
                <c:pt idx="37">
                  <c:v>801.2</c:v>
                </c:pt>
                <c:pt idx="38">
                  <c:v>834.2</c:v>
                </c:pt>
                <c:pt idx="39">
                  <c:v>862.2</c:v>
                </c:pt>
                <c:pt idx="40">
                  <c:v>890</c:v>
                </c:pt>
                <c:pt idx="41">
                  <c:v>909.2</c:v>
                </c:pt>
                <c:pt idx="42">
                  <c:v>926</c:v>
                </c:pt>
                <c:pt idx="43">
                  <c:v>940</c:v>
                </c:pt>
                <c:pt idx="44">
                  <c:v>953.8</c:v>
                </c:pt>
                <c:pt idx="45">
                  <c:v>959.2</c:v>
                </c:pt>
                <c:pt idx="46">
                  <c:v>961.6</c:v>
                </c:pt>
                <c:pt idx="47">
                  <c:v>958.6</c:v>
                </c:pt>
                <c:pt idx="48">
                  <c:v>947.8</c:v>
                </c:pt>
                <c:pt idx="49">
                  <c:v>944.6</c:v>
                </c:pt>
                <c:pt idx="50">
                  <c:v>925.2</c:v>
                </c:pt>
                <c:pt idx="51">
                  <c:v>907.2</c:v>
                </c:pt>
                <c:pt idx="52">
                  <c:v>889.8</c:v>
                </c:pt>
                <c:pt idx="53">
                  <c:v>865.2</c:v>
                </c:pt>
                <c:pt idx="54">
                  <c:v>837</c:v>
                </c:pt>
                <c:pt idx="55">
                  <c:v>802.4</c:v>
                </c:pt>
                <c:pt idx="56">
                  <c:v>766.2</c:v>
                </c:pt>
                <c:pt idx="57">
                  <c:v>731.8</c:v>
                </c:pt>
                <c:pt idx="58">
                  <c:v>684.2</c:v>
                </c:pt>
                <c:pt idx="59">
                  <c:v>641.6</c:v>
                </c:pt>
                <c:pt idx="60">
                  <c:v>596</c:v>
                </c:pt>
                <c:pt idx="61">
                  <c:v>549.6</c:v>
                </c:pt>
                <c:pt idx="62">
                  <c:v>501.6</c:v>
                </c:pt>
                <c:pt idx="63">
                  <c:v>449.6</c:v>
                </c:pt>
                <c:pt idx="64">
                  <c:v>403.8</c:v>
                </c:pt>
                <c:pt idx="65">
                  <c:v>347.8</c:v>
                </c:pt>
                <c:pt idx="66">
                  <c:v>278</c:v>
                </c:pt>
                <c:pt idx="67">
                  <c:v>220</c:v>
                </c:pt>
                <c:pt idx="68">
                  <c:v>180.4</c:v>
                </c:pt>
                <c:pt idx="69">
                  <c:v>124.6</c:v>
                </c:pt>
                <c:pt idx="70">
                  <c:v>81.600000</c:v>
                </c:pt>
                <c:pt idx="71">
                  <c:v>43.4</c:v>
                </c:pt>
                <c:pt idx="72">
                  <c:v>18.600000</c:v>
                </c:pt>
                <c:pt idx="73">
                  <c:v>5</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31E8-43F8-B633-BCB752E7341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0.117647</c:v>
                </c:pt>
                <c:pt idx="19">
                  <c:v>3.470588</c:v>
                </c:pt>
                <c:pt idx="20">
                  <c:v>10.882353</c:v>
                </c:pt>
                <c:pt idx="21">
                  <c:v>21.882353</c:v>
                </c:pt>
                <c:pt idx="22">
                  <c:v>34.235294</c:v>
                </c:pt>
                <c:pt idx="23">
                  <c:v>54.117647</c:v>
                </c:pt>
                <c:pt idx="24">
                  <c:v>71.176471</c:v>
                </c:pt>
                <c:pt idx="25">
                  <c:v>96.705882</c:v>
                </c:pt>
                <c:pt idx="26">
                  <c:v>125.882353</c:v>
                </c:pt>
                <c:pt idx="27">
                  <c:v>153.529412</c:v>
                </c:pt>
                <c:pt idx="28">
                  <c:v>180.294118</c:v>
                </c:pt>
                <c:pt idx="29">
                  <c:v>202.529412</c:v>
                </c:pt>
                <c:pt idx="30">
                  <c:v>232.529412</c:v>
                </c:pt>
                <c:pt idx="31">
                  <c:v>255.352941</c:v>
                </c:pt>
                <c:pt idx="32">
                  <c:v>274.352941</c:v>
                </c:pt>
                <c:pt idx="33">
                  <c:v>306.588235</c:v>
                </c:pt>
                <c:pt idx="34">
                  <c:v>350.941176</c:v>
                </c:pt>
                <c:pt idx="35">
                  <c:v>399.647059</c:v>
                </c:pt>
                <c:pt idx="36">
                  <c:v>406.588235</c:v>
                </c:pt>
                <c:pt idx="37">
                  <c:v>399.117647</c:v>
                </c:pt>
                <c:pt idx="38">
                  <c:v>409.352941</c:v>
                </c:pt>
                <c:pt idx="39">
                  <c:v>418.352941</c:v>
                </c:pt>
                <c:pt idx="40">
                  <c:v>401.235294</c:v>
                </c:pt>
                <c:pt idx="41">
                  <c:v>392</c:v>
                </c:pt>
                <c:pt idx="42">
                  <c:v>431.352941</c:v>
                </c:pt>
                <c:pt idx="43">
                  <c:v>430.588235</c:v>
                </c:pt>
                <c:pt idx="44">
                  <c:v>436.882353</c:v>
                </c:pt>
                <c:pt idx="45">
                  <c:v>448.117647</c:v>
                </c:pt>
                <c:pt idx="46">
                  <c:v>427.235294</c:v>
                </c:pt>
                <c:pt idx="47">
                  <c:v>441.882353</c:v>
                </c:pt>
                <c:pt idx="48">
                  <c:v>434</c:v>
                </c:pt>
                <c:pt idx="49">
                  <c:v>426.058824</c:v>
                </c:pt>
                <c:pt idx="50">
                  <c:v>391.352941</c:v>
                </c:pt>
                <c:pt idx="51">
                  <c:v>397.882353</c:v>
                </c:pt>
                <c:pt idx="52">
                  <c:v>398.176471</c:v>
                </c:pt>
                <c:pt idx="53">
                  <c:v>402.058824</c:v>
                </c:pt>
                <c:pt idx="54">
                  <c:v>374.588235</c:v>
                </c:pt>
                <c:pt idx="55">
                  <c:v>330.352941</c:v>
                </c:pt>
                <c:pt idx="56">
                  <c:v>295.294118</c:v>
                </c:pt>
                <c:pt idx="57">
                  <c:v>281.294118</c:v>
                </c:pt>
                <c:pt idx="58">
                  <c:v>284.705882</c:v>
                </c:pt>
                <c:pt idx="59">
                  <c:v>261.176471</c:v>
                </c:pt>
                <c:pt idx="60">
                  <c:v>226.058824</c:v>
                </c:pt>
                <c:pt idx="61">
                  <c:v>197.882353</c:v>
                </c:pt>
                <c:pt idx="62">
                  <c:v>172</c:v>
                </c:pt>
                <c:pt idx="63">
                  <c:v>163.764706</c:v>
                </c:pt>
                <c:pt idx="64">
                  <c:v>142.176471</c:v>
                </c:pt>
                <c:pt idx="65">
                  <c:v>120.117647</c:v>
                </c:pt>
                <c:pt idx="66">
                  <c:v>104.647059</c:v>
                </c:pt>
                <c:pt idx="67">
                  <c:v>87.176471</c:v>
                </c:pt>
                <c:pt idx="68">
                  <c:v>61.529412</c:v>
                </c:pt>
                <c:pt idx="69">
                  <c:v>43.588235</c:v>
                </c:pt>
                <c:pt idx="70">
                  <c:v>25.823529</c:v>
                </c:pt>
                <c:pt idx="71">
                  <c:v>16.352941</c:v>
                </c:pt>
                <c:pt idx="72">
                  <c:v>7.705882</c:v>
                </c:pt>
                <c:pt idx="73">
                  <c:v>2.352941</c:v>
                </c:pt>
                <c:pt idx="74">
                  <c:v>0.117647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E0C-487F-A048-65981FDAA86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3</c:v>
                </c:pt>
                <c:pt idx="24">
                  <c:v>11.8</c:v>
                </c:pt>
                <c:pt idx="25">
                  <c:v>21.2</c:v>
                </c:pt>
                <c:pt idx="26">
                  <c:v>42.6</c:v>
                </c:pt>
                <c:pt idx="27">
                  <c:v>73</c:v>
                </c:pt>
                <c:pt idx="28">
                  <c:v>90.6</c:v>
                </c:pt>
                <c:pt idx="29">
                  <c:v>112.4</c:v>
                </c:pt>
                <c:pt idx="30">
                  <c:v>131.6</c:v>
                </c:pt>
                <c:pt idx="31">
                  <c:v>113.4</c:v>
                </c:pt>
                <c:pt idx="32">
                  <c:v>116.6</c:v>
                </c:pt>
                <c:pt idx="33">
                  <c:v>159.4</c:v>
                </c:pt>
                <c:pt idx="34">
                  <c:v>171.8</c:v>
                </c:pt>
                <c:pt idx="35">
                  <c:v>194.6</c:v>
                </c:pt>
                <c:pt idx="36">
                  <c:v>209.4</c:v>
                </c:pt>
                <c:pt idx="37">
                  <c:v>208.4</c:v>
                </c:pt>
                <c:pt idx="38">
                  <c:v>204.6</c:v>
                </c:pt>
                <c:pt idx="39">
                  <c:v>225.2</c:v>
                </c:pt>
                <c:pt idx="40">
                  <c:v>233</c:v>
                </c:pt>
                <c:pt idx="41">
                  <c:v>209.4</c:v>
                </c:pt>
                <c:pt idx="42">
                  <c:v>231.4</c:v>
                </c:pt>
                <c:pt idx="43">
                  <c:v>231.6</c:v>
                </c:pt>
                <c:pt idx="44">
                  <c:v>252.2</c:v>
                </c:pt>
                <c:pt idx="45">
                  <c:v>279.400000</c:v>
                </c:pt>
                <c:pt idx="46">
                  <c:v>239.6</c:v>
                </c:pt>
                <c:pt idx="47">
                  <c:v>242.8</c:v>
                </c:pt>
                <c:pt idx="48">
                  <c:v>260.600000</c:v>
                </c:pt>
                <c:pt idx="49">
                  <c:v>212.6</c:v>
                </c:pt>
                <c:pt idx="50">
                  <c:v>201.4</c:v>
                </c:pt>
                <c:pt idx="51">
                  <c:v>196.6</c:v>
                </c:pt>
                <c:pt idx="52">
                  <c:v>178.2</c:v>
                </c:pt>
                <c:pt idx="53">
                  <c:v>203.2</c:v>
                </c:pt>
                <c:pt idx="54">
                  <c:v>195</c:v>
                </c:pt>
                <c:pt idx="55">
                  <c:v>142.800000</c:v>
                </c:pt>
                <c:pt idx="56">
                  <c:v>120.6</c:v>
                </c:pt>
                <c:pt idx="57">
                  <c:v>146.800000</c:v>
                </c:pt>
                <c:pt idx="58">
                  <c:v>140</c:v>
                </c:pt>
                <c:pt idx="59">
                  <c:v>116.2</c:v>
                </c:pt>
                <c:pt idx="60">
                  <c:v>106.4</c:v>
                </c:pt>
                <c:pt idx="61">
                  <c:v>119.4</c:v>
                </c:pt>
                <c:pt idx="62">
                  <c:v>103.2</c:v>
                </c:pt>
                <c:pt idx="63">
                  <c:v>93.4</c:v>
                </c:pt>
                <c:pt idx="64">
                  <c:v>80</c:v>
                </c:pt>
                <c:pt idx="65">
                  <c:v>79</c:v>
                </c:pt>
                <c:pt idx="66">
                  <c:v>53.8</c:v>
                </c:pt>
                <c:pt idx="67">
                  <c:v>35.800000</c:v>
                </c:pt>
                <c:pt idx="68">
                  <c:v>14.6</c:v>
                </c:pt>
                <c:pt idx="69">
                  <c:v>11.4</c:v>
                </c:pt>
                <c:pt idx="70">
                  <c:v>3.4</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E0C-487F-A048-65981FDAA86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c:v>
                </c:pt>
                <c:pt idx="19">
                  <c:v>10</c:v>
                </c:pt>
                <c:pt idx="20">
                  <c:v>28</c:v>
                </c:pt>
                <c:pt idx="21">
                  <c:v>54.4</c:v>
                </c:pt>
                <c:pt idx="22">
                  <c:v>80.8</c:v>
                </c:pt>
                <c:pt idx="23">
                  <c:v>127.2</c:v>
                </c:pt>
                <c:pt idx="24">
                  <c:v>142.200000</c:v>
                </c:pt>
                <c:pt idx="25">
                  <c:v>161</c:v>
                </c:pt>
                <c:pt idx="26">
                  <c:v>207.8</c:v>
                </c:pt>
                <c:pt idx="27">
                  <c:v>246.6</c:v>
                </c:pt>
                <c:pt idx="28">
                  <c:v>281.600000</c:v>
                </c:pt>
                <c:pt idx="29">
                  <c:v>329.2</c:v>
                </c:pt>
                <c:pt idx="30">
                  <c:v>409.8</c:v>
                </c:pt>
                <c:pt idx="31">
                  <c:v>433.2</c:v>
                </c:pt>
                <c:pt idx="32">
                  <c:v>449.6</c:v>
                </c:pt>
                <c:pt idx="33">
                  <c:v>494</c:v>
                </c:pt>
                <c:pt idx="34">
                  <c:v>582</c:v>
                </c:pt>
                <c:pt idx="35">
                  <c:v>670</c:v>
                </c:pt>
                <c:pt idx="36">
                  <c:v>674</c:v>
                </c:pt>
                <c:pt idx="37">
                  <c:v>654.200000</c:v>
                </c:pt>
                <c:pt idx="38">
                  <c:v>661</c:v>
                </c:pt>
                <c:pt idx="39">
                  <c:v>703.6</c:v>
                </c:pt>
                <c:pt idx="40">
                  <c:v>562</c:v>
                </c:pt>
                <c:pt idx="41">
                  <c:v>572.200000</c:v>
                </c:pt>
                <c:pt idx="42">
                  <c:v>670.6</c:v>
                </c:pt>
                <c:pt idx="43">
                  <c:v>660.6</c:v>
                </c:pt>
                <c:pt idx="44">
                  <c:v>777.8</c:v>
                </c:pt>
                <c:pt idx="45">
                  <c:v>735.6</c:v>
                </c:pt>
                <c:pt idx="46">
                  <c:v>665.6</c:v>
                </c:pt>
                <c:pt idx="47">
                  <c:v>728</c:v>
                </c:pt>
                <c:pt idx="48">
                  <c:v>672</c:v>
                </c:pt>
                <c:pt idx="49">
                  <c:v>654.6</c:v>
                </c:pt>
                <c:pt idx="50">
                  <c:v>597.6</c:v>
                </c:pt>
                <c:pt idx="51">
                  <c:v>663.8</c:v>
                </c:pt>
                <c:pt idx="52">
                  <c:v>641</c:v>
                </c:pt>
                <c:pt idx="53">
                  <c:v>588.6</c:v>
                </c:pt>
                <c:pt idx="54">
                  <c:v>564</c:v>
                </c:pt>
                <c:pt idx="55">
                  <c:v>513.800000</c:v>
                </c:pt>
                <c:pt idx="56">
                  <c:v>437.6</c:v>
                </c:pt>
                <c:pt idx="57">
                  <c:v>425.8</c:v>
                </c:pt>
                <c:pt idx="58">
                  <c:v>409</c:v>
                </c:pt>
                <c:pt idx="59">
                  <c:v>415.2</c:v>
                </c:pt>
                <c:pt idx="60">
                  <c:v>365</c:v>
                </c:pt>
                <c:pt idx="61">
                  <c:v>305.400000</c:v>
                </c:pt>
                <c:pt idx="62">
                  <c:v>266.8</c:v>
                </c:pt>
                <c:pt idx="63">
                  <c:v>243.4</c:v>
                </c:pt>
                <c:pt idx="64">
                  <c:v>203.2</c:v>
                </c:pt>
                <c:pt idx="65">
                  <c:v>181.4</c:v>
                </c:pt>
                <c:pt idx="66">
                  <c:v>165.6</c:v>
                </c:pt>
                <c:pt idx="67">
                  <c:v>142.6</c:v>
                </c:pt>
                <c:pt idx="68">
                  <c:v>101.8</c:v>
                </c:pt>
                <c:pt idx="69">
                  <c:v>79</c:v>
                </c:pt>
                <c:pt idx="70">
                  <c:v>53.8</c:v>
                </c:pt>
                <c:pt idx="71">
                  <c:v>35.800000</c:v>
                </c:pt>
                <c:pt idx="72">
                  <c:v>19</c:v>
                </c:pt>
                <c:pt idx="73">
                  <c:v>6.6</c:v>
                </c:pt>
                <c:pt idx="74">
                  <c:v>0.4</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E0C-487F-A048-65981FDAA86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1.172414</c:v>
                </c:pt>
                <c:pt idx="20">
                  <c:v>5.344828</c:v>
                </c:pt>
                <c:pt idx="21">
                  <c:v>10.517241</c:v>
                </c:pt>
                <c:pt idx="22">
                  <c:v>17</c:v>
                </c:pt>
                <c:pt idx="23">
                  <c:v>29.482759</c:v>
                </c:pt>
                <c:pt idx="24">
                  <c:v>41.034483</c:v>
                </c:pt>
                <c:pt idx="25">
                  <c:v>55.517241</c:v>
                </c:pt>
                <c:pt idx="26">
                  <c:v>70.379310</c:v>
                </c:pt>
                <c:pt idx="27">
                  <c:v>87.517241</c:v>
                </c:pt>
                <c:pt idx="28">
                  <c:v>105.103448</c:v>
                </c:pt>
                <c:pt idx="29">
                  <c:v>111.965517</c:v>
                </c:pt>
                <c:pt idx="30">
                  <c:v>130.103448</c:v>
                </c:pt>
                <c:pt idx="31">
                  <c:v>151.655172</c:v>
                </c:pt>
                <c:pt idx="32">
                  <c:v>166.965517</c:v>
                </c:pt>
                <c:pt idx="33">
                  <c:v>175.965517</c:v>
                </c:pt>
                <c:pt idx="34">
                  <c:v>192.793103</c:v>
                </c:pt>
                <c:pt idx="35">
                  <c:v>204.413793</c:v>
                </c:pt>
                <c:pt idx="36">
                  <c:v>209.689655</c:v>
                </c:pt>
                <c:pt idx="37">
                  <c:v>226.931034</c:v>
                </c:pt>
                <c:pt idx="38">
                  <c:v>249.931034</c:v>
                </c:pt>
                <c:pt idx="39">
                  <c:v>276.862069</c:v>
                </c:pt>
                <c:pt idx="40">
                  <c:v>284.241379</c:v>
                </c:pt>
                <c:pt idx="41">
                  <c:v>278.689655</c:v>
                </c:pt>
                <c:pt idx="42">
                  <c:v>281.344828</c:v>
                </c:pt>
                <c:pt idx="43">
                  <c:v>283.103448</c:v>
                </c:pt>
                <c:pt idx="44">
                  <c:v>299.586207</c:v>
                </c:pt>
                <c:pt idx="45">
                  <c:v>327</c:v>
                </c:pt>
                <c:pt idx="46">
                  <c:v>327.068966</c:v>
                </c:pt>
                <c:pt idx="47">
                  <c:v>298.206897</c:v>
                </c:pt>
                <c:pt idx="48">
                  <c:v>292.965517</c:v>
                </c:pt>
                <c:pt idx="49">
                  <c:v>280.724138</c:v>
                </c:pt>
                <c:pt idx="50">
                  <c:v>270.241379</c:v>
                </c:pt>
                <c:pt idx="51">
                  <c:v>252.310345</c:v>
                </c:pt>
                <c:pt idx="52">
                  <c:v>236.965517</c:v>
                </c:pt>
                <c:pt idx="53">
                  <c:v>249</c:v>
                </c:pt>
                <c:pt idx="54">
                  <c:v>225.965517</c:v>
                </c:pt>
                <c:pt idx="55">
                  <c:v>233.206897</c:v>
                </c:pt>
                <c:pt idx="56">
                  <c:v>228.172414</c:v>
                </c:pt>
                <c:pt idx="57">
                  <c:v>203.655172</c:v>
                </c:pt>
                <c:pt idx="58">
                  <c:v>188.241379</c:v>
                </c:pt>
                <c:pt idx="59">
                  <c:v>185.413793</c:v>
                </c:pt>
                <c:pt idx="60">
                  <c:v>176.517241</c:v>
                </c:pt>
                <c:pt idx="61">
                  <c:v>149.103448</c:v>
                </c:pt>
                <c:pt idx="62">
                  <c:v>140.241379</c:v>
                </c:pt>
                <c:pt idx="63">
                  <c:v>131.862069</c:v>
                </c:pt>
                <c:pt idx="64">
                  <c:v>119.448276</c:v>
                </c:pt>
                <c:pt idx="65">
                  <c:v>107.724138</c:v>
                </c:pt>
                <c:pt idx="66">
                  <c:v>91.862069</c:v>
                </c:pt>
                <c:pt idx="67">
                  <c:v>68.620690</c:v>
                </c:pt>
                <c:pt idx="68">
                  <c:v>48.137931</c:v>
                </c:pt>
                <c:pt idx="69">
                  <c:v>32.103448</c:v>
                </c:pt>
                <c:pt idx="70">
                  <c:v>21.551724</c:v>
                </c:pt>
                <c:pt idx="71">
                  <c:v>13.862069</c:v>
                </c:pt>
                <c:pt idx="72">
                  <c:v>5.655172</c:v>
                </c:pt>
                <c:pt idx="73">
                  <c:v>1.37931</c:v>
                </c:pt>
                <c:pt idx="74">
                  <c:v>0.206897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FC2-4679-92A8-5497F21FF5E6}"/>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0.8</c:v>
                </c:pt>
                <c:pt idx="25">
                  <c:v>8.6</c:v>
                </c:pt>
                <c:pt idx="26">
                  <c:v>12.8</c:v>
                </c:pt>
                <c:pt idx="27">
                  <c:v>19.600000</c:v>
                </c:pt>
                <c:pt idx="28">
                  <c:v>39</c:v>
                </c:pt>
                <c:pt idx="29">
                  <c:v>41.8</c:v>
                </c:pt>
                <c:pt idx="30">
                  <c:v>57.6</c:v>
                </c:pt>
                <c:pt idx="31">
                  <c:v>67.400000</c:v>
                </c:pt>
                <c:pt idx="32">
                  <c:v>78.8</c:v>
                </c:pt>
                <c:pt idx="33">
                  <c:v>89.4</c:v>
                </c:pt>
                <c:pt idx="34">
                  <c:v>85.2</c:v>
                </c:pt>
                <c:pt idx="35">
                  <c:v>95.2</c:v>
                </c:pt>
                <c:pt idx="36">
                  <c:v>89.8</c:v>
                </c:pt>
                <c:pt idx="37">
                  <c:v>80.600000</c:v>
                </c:pt>
                <c:pt idx="38">
                  <c:v>80.8</c:v>
                </c:pt>
                <c:pt idx="39">
                  <c:v>97.4</c:v>
                </c:pt>
                <c:pt idx="40">
                  <c:v>112.2</c:v>
                </c:pt>
                <c:pt idx="41">
                  <c:v>119</c:v>
                </c:pt>
                <c:pt idx="42">
                  <c:v>121</c:v>
                </c:pt>
                <c:pt idx="43">
                  <c:v>100.2</c:v>
                </c:pt>
                <c:pt idx="44">
                  <c:v>118.8</c:v>
                </c:pt>
                <c:pt idx="45">
                  <c:v>127.6</c:v>
                </c:pt>
                <c:pt idx="46">
                  <c:v>123.4</c:v>
                </c:pt>
                <c:pt idx="47">
                  <c:v>114</c:v>
                </c:pt>
                <c:pt idx="48">
                  <c:v>106.8</c:v>
                </c:pt>
                <c:pt idx="49">
                  <c:v>96.4</c:v>
                </c:pt>
                <c:pt idx="50">
                  <c:v>106.6</c:v>
                </c:pt>
                <c:pt idx="51">
                  <c:v>88.2</c:v>
                </c:pt>
                <c:pt idx="52">
                  <c:v>88</c:v>
                </c:pt>
                <c:pt idx="53">
                  <c:v>100.4</c:v>
                </c:pt>
                <c:pt idx="54">
                  <c:v>83.4</c:v>
                </c:pt>
                <c:pt idx="55">
                  <c:v>82.4</c:v>
                </c:pt>
                <c:pt idx="56">
                  <c:v>81</c:v>
                </c:pt>
                <c:pt idx="57">
                  <c:v>57.8</c:v>
                </c:pt>
                <c:pt idx="58">
                  <c:v>78.600000</c:v>
                </c:pt>
                <c:pt idx="59">
                  <c:v>73.400000</c:v>
                </c:pt>
                <c:pt idx="60">
                  <c:v>62.4</c:v>
                </c:pt>
                <c:pt idx="61">
                  <c:v>51.8</c:v>
                </c:pt>
                <c:pt idx="62">
                  <c:v>65.400000</c:v>
                </c:pt>
                <c:pt idx="63">
                  <c:v>65.600000</c:v>
                </c:pt>
                <c:pt idx="64">
                  <c:v>53.8</c:v>
                </c:pt>
                <c:pt idx="65">
                  <c:v>49</c:v>
                </c:pt>
                <c:pt idx="66">
                  <c:v>27.8</c:v>
                </c:pt>
                <c:pt idx="67">
                  <c:v>17.400000</c:v>
                </c:pt>
                <c:pt idx="68">
                  <c:v>8</c:v>
                </c:pt>
                <c:pt idx="69">
                  <c:v>4</c:v>
                </c:pt>
                <c:pt idx="70">
                  <c:v>1</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FC2-4679-92A8-5497F21FF5E6}"/>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5.4</c:v>
                </c:pt>
                <c:pt idx="20">
                  <c:v>19.2</c:v>
                </c:pt>
                <c:pt idx="21">
                  <c:v>27.2</c:v>
                </c:pt>
                <c:pt idx="22">
                  <c:v>44.2</c:v>
                </c:pt>
                <c:pt idx="23">
                  <c:v>67.8</c:v>
                </c:pt>
                <c:pt idx="24">
                  <c:v>88</c:v>
                </c:pt>
                <c:pt idx="25">
                  <c:v>122.8</c:v>
                </c:pt>
                <c:pt idx="26">
                  <c:v>153.4</c:v>
                </c:pt>
                <c:pt idx="27">
                  <c:v>184.8</c:v>
                </c:pt>
                <c:pt idx="28">
                  <c:v>212.8</c:v>
                </c:pt>
                <c:pt idx="29">
                  <c:v>231.6</c:v>
                </c:pt>
                <c:pt idx="30">
                  <c:v>245.6</c:v>
                </c:pt>
                <c:pt idx="31">
                  <c:v>271</c:v>
                </c:pt>
                <c:pt idx="32">
                  <c:v>310.600000</c:v>
                </c:pt>
                <c:pt idx="33">
                  <c:v>300.8</c:v>
                </c:pt>
                <c:pt idx="34">
                  <c:v>340.4</c:v>
                </c:pt>
                <c:pt idx="35">
                  <c:v>402.2</c:v>
                </c:pt>
                <c:pt idx="36">
                  <c:v>388.4</c:v>
                </c:pt>
                <c:pt idx="37">
                  <c:v>471.8</c:v>
                </c:pt>
                <c:pt idx="38">
                  <c:v>515.6</c:v>
                </c:pt>
                <c:pt idx="39">
                  <c:v>545.800000</c:v>
                </c:pt>
                <c:pt idx="40">
                  <c:v>503.6</c:v>
                </c:pt>
                <c:pt idx="41">
                  <c:v>529.6</c:v>
                </c:pt>
                <c:pt idx="42">
                  <c:v>518</c:v>
                </c:pt>
                <c:pt idx="43">
                  <c:v>578.800000</c:v>
                </c:pt>
                <c:pt idx="44">
                  <c:v>637.6</c:v>
                </c:pt>
                <c:pt idx="45">
                  <c:v>804</c:v>
                </c:pt>
                <c:pt idx="46">
                  <c:v>784.6</c:v>
                </c:pt>
                <c:pt idx="47">
                  <c:v>669.4</c:v>
                </c:pt>
                <c:pt idx="48">
                  <c:v>634.6</c:v>
                </c:pt>
                <c:pt idx="49">
                  <c:v>597.800000</c:v>
                </c:pt>
                <c:pt idx="50">
                  <c:v>561.6</c:v>
                </c:pt>
                <c:pt idx="51">
                  <c:v>445</c:v>
                </c:pt>
                <c:pt idx="52">
                  <c:v>428.8</c:v>
                </c:pt>
                <c:pt idx="53">
                  <c:v>451.8</c:v>
                </c:pt>
                <c:pt idx="54">
                  <c:v>417.6</c:v>
                </c:pt>
                <c:pt idx="55">
                  <c:v>526</c:v>
                </c:pt>
                <c:pt idx="56">
                  <c:v>549.200000</c:v>
                </c:pt>
                <c:pt idx="57">
                  <c:v>508.4</c:v>
                </c:pt>
                <c:pt idx="58">
                  <c:v>446.2</c:v>
                </c:pt>
                <c:pt idx="59">
                  <c:v>354</c:v>
                </c:pt>
                <c:pt idx="60">
                  <c:v>383.8</c:v>
                </c:pt>
                <c:pt idx="61">
                  <c:v>287.2</c:v>
                </c:pt>
                <c:pt idx="62">
                  <c:v>241.8</c:v>
                </c:pt>
                <c:pt idx="63">
                  <c:v>202</c:v>
                </c:pt>
                <c:pt idx="64">
                  <c:v>216.6</c:v>
                </c:pt>
                <c:pt idx="65">
                  <c:v>209</c:v>
                </c:pt>
                <c:pt idx="66">
                  <c:v>176.4</c:v>
                </c:pt>
                <c:pt idx="67">
                  <c:v>131.800000</c:v>
                </c:pt>
                <c:pt idx="68">
                  <c:v>89</c:v>
                </c:pt>
                <c:pt idx="69">
                  <c:v>71.8</c:v>
                </c:pt>
                <c:pt idx="70">
                  <c:v>59</c:v>
                </c:pt>
                <c:pt idx="71">
                  <c:v>34.200000</c:v>
                </c:pt>
                <c:pt idx="72">
                  <c:v>16</c:v>
                </c:pt>
                <c:pt idx="73">
                  <c:v>5.6</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FC2-4679-92A8-5497F21FF5E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1.140351</c:v>
                </c:pt>
                <c:pt idx="19">
                  <c:v>7.631579</c:v>
                </c:pt>
                <c:pt idx="20">
                  <c:v>20.701754</c:v>
                </c:pt>
                <c:pt idx="21">
                  <c:v>43.210526</c:v>
                </c:pt>
                <c:pt idx="22">
                  <c:v>71.052632</c:v>
                </c:pt>
                <c:pt idx="23">
                  <c:v>102.157895</c:v>
                </c:pt>
                <c:pt idx="24">
                  <c:v>139.438596</c:v>
                </c:pt>
                <c:pt idx="25">
                  <c:v>179.877193</c:v>
                </c:pt>
                <c:pt idx="26">
                  <c:v>223.122807</c:v>
                </c:pt>
                <c:pt idx="27">
                  <c:v>272.245614</c:v>
                </c:pt>
                <c:pt idx="28">
                  <c:v>321</c:v>
                </c:pt>
                <c:pt idx="29">
                  <c:v>369.912281</c:v>
                </c:pt>
                <c:pt idx="30">
                  <c:v>416.438596</c:v>
                </c:pt>
                <c:pt idx="31">
                  <c:v>468.649123</c:v>
                </c:pt>
                <c:pt idx="32">
                  <c:v>516.929825</c:v>
                </c:pt>
                <c:pt idx="33">
                  <c:v>556.719298</c:v>
                </c:pt>
                <c:pt idx="34">
                  <c:v>596.017544</c:v>
                </c:pt>
                <c:pt idx="35">
                  <c:v>635</c:v>
                </c:pt>
                <c:pt idx="36">
                  <c:v>666.947368</c:v>
                </c:pt>
                <c:pt idx="37">
                  <c:v>694.561404</c:v>
                </c:pt>
                <c:pt idx="38">
                  <c:v>720.22807</c:v>
                </c:pt>
                <c:pt idx="39">
                  <c:v>741.736842</c:v>
                </c:pt>
                <c:pt idx="40">
                  <c:v>757.736842</c:v>
                </c:pt>
                <c:pt idx="41">
                  <c:v>782.491228</c:v>
                </c:pt>
                <c:pt idx="42">
                  <c:v>809.807018</c:v>
                </c:pt>
                <c:pt idx="43">
                  <c:v>814.070175</c:v>
                </c:pt>
                <c:pt idx="44">
                  <c:v>828.666667</c:v>
                </c:pt>
                <c:pt idx="45">
                  <c:v>828.508772</c:v>
                </c:pt>
                <c:pt idx="46">
                  <c:v>840.929825</c:v>
                </c:pt>
                <c:pt idx="47">
                  <c:v>848.45614</c:v>
                </c:pt>
                <c:pt idx="48">
                  <c:v>846.491228</c:v>
                </c:pt>
                <c:pt idx="49">
                  <c:v>847.333333</c:v>
                </c:pt>
                <c:pt idx="50">
                  <c:v>848.403509</c:v>
                </c:pt>
                <c:pt idx="51">
                  <c:v>835.859649</c:v>
                </c:pt>
                <c:pt idx="52">
                  <c:v>818.789474</c:v>
                </c:pt>
                <c:pt idx="53">
                  <c:v>791.105263</c:v>
                </c:pt>
                <c:pt idx="54">
                  <c:v>758.561404</c:v>
                </c:pt>
                <c:pt idx="55">
                  <c:v>724.561404</c:v>
                </c:pt>
                <c:pt idx="56">
                  <c:v>688.824561</c:v>
                </c:pt>
                <c:pt idx="57">
                  <c:v>658.666667</c:v>
                </c:pt>
                <c:pt idx="58">
                  <c:v>619.192982</c:v>
                </c:pt>
                <c:pt idx="59">
                  <c:v>575.157895</c:v>
                </c:pt>
                <c:pt idx="60">
                  <c:v>533.684211</c:v>
                </c:pt>
                <c:pt idx="61">
                  <c:v>491.701754</c:v>
                </c:pt>
                <c:pt idx="62">
                  <c:v>448.666667</c:v>
                </c:pt>
                <c:pt idx="63">
                  <c:v>405.333333</c:v>
                </c:pt>
                <c:pt idx="64">
                  <c:v>359.684211</c:v>
                </c:pt>
                <c:pt idx="65">
                  <c:v>310.807018</c:v>
                </c:pt>
                <c:pt idx="66">
                  <c:v>263.842105</c:v>
                </c:pt>
                <c:pt idx="67">
                  <c:v>214.684211</c:v>
                </c:pt>
                <c:pt idx="68">
                  <c:v>172.824561</c:v>
                </c:pt>
                <c:pt idx="69">
                  <c:v>134.578947</c:v>
                </c:pt>
                <c:pt idx="70">
                  <c:v>97.508772</c:v>
                </c:pt>
                <c:pt idx="71">
                  <c:v>63.421053</c:v>
                </c:pt>
                <c:pt idx="72">
                  <c:v>38</c:v>
                </c:pt>
                <c:pt idx="73">
                  <c:v>18.964912</c:v>
                </c:pt>
                <c:pt idx="74">
                  <c:v>5.228070</c:v>
                </c:pt>
                <c:pt idx="75">
                  <c:v>0.421053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0CA9-4BBA-AF77-80928EC49B1B}"/>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8</c:v>
                </c:pt>
                <c:pt idx="22">
                  <c:v>23.6</c:v>
                </c:pt>
                <c:pt idx="23">
                  <c:v>43.4</c:v>
                </c:pt>
                <c:pt idx="24">
                  <c:v>74.600000</c:v>
                </c:pt>
                <c:pt idx="25">
                  <c:v>102.6</c:v>
                </c:pt>
                <c:pt idx="26">
                  <c:v>126.8</c:v>
                </c:pt>
                <c:pt idx="27">
                  <c:v>173</c:v>
                </c:pt>
                <c:pt idx="28">
                  <c:v>221.8</c:v>
                </c:pt>
                <c:pt idx="29">
                  <c:v>232.4</c:v>
                </c:pt>
                <c:pt idx="30">
                  <c:v>276</c:v>
                </c:pt>
                <c:pt idx="31">
                  <c:v>328.6</c:v>
                </c:pt>
                <c:pt idx="32">
                  <c:v>400.4</c:v>
                </c:pt>
                <c:pt idx="33">
                  <c:v>426.8</c:v>
                </c:pt>
                <c:pt idx="34">
                  <c:v>475.2</c:v>
                </c:pt>
                <c:pt idx="35">
                  <c:v>505.4</c:v>
                </c:pt>
                <c:pt idx="36">
                  <c:v>516.4</c:v>
                </c:pt>
                <c:pt idx="37">
                  <c:v>516.800000</c:v>
                </c:pt>
                <c:pt idx="38">
                  <c:v>529.4</c:v>
                </c:pt>
                <c:pt idx="39">
                  <c:v>557.200000</c:v>
                </c:pt>
                <c:pt idx="40">
                  <c:v>525.4</c:v>
                </c:pt>
                <c:pt idx="41">
                  <c:v>550.4</c:v>
                </c:pt>
                <c:pt idx="42">
                  <c:v>616.6</c:v>
                </c:pt>
                <c:pt idx="43">
                  <c:v>628.4</c:v>
                </c:pt>
                <c:pt idx="44">
                  <c:v>656</c:v>
                </c:pt>
                <c:pt idx="45">
                  <c:v>612.6</c:v>
                </c:pt>
                <c:pt idx="46">
                  <c:v>666.6</c:v>
                </c:pt>
                <c:pt idx="47">
                  <c:v>670.2</c:v>
                </c:pt>
                <c:pt idx="48">
                  <c:v>706.4</c:v>
                </c:pt>
                <c:pt idx="49">
                  <c:v>701.4</c:v>
                </c:pt>
                <c:pt idx="50">
                  <c:v>729</c:v>
                </c:pt>
                <c:pt idx="51">
                  <c:v>737.8</c:v>
                </c:pt>
                <c:pt idx="52">
                  <c:v>723.8</c:v>
                </c:pt>
                <c:pt idx="53">
                  <c:v>675.8</c:v>
                </c:pt>
                <c:pt idx="54">
                  <c:v>627.800000</c:v>
                </c:pt>
                <c:pt idx="55">
                  <c:v>552.800000</c:v>
                </c:pt>
                <c:pt idx="56">
                  <c:v>520.4</c:v>
                </c:pt>
                <c:pt idx="57">
                  <c:v>543.6</c:v>
                </c:pt>
                <c:pt idx="58">
                  <c:v>503.8</c:v>
                </c:pt>
                <c:pt idx="59">
                  <c:v>402.8</c:v>
                </c:pt>
                <c:pt idx="60">
                  <c:v>350</c:v>
                </c:pt>
                <c:pt idx="61">
                  <c:v>343</c:v>
                </c:pt>
                <c:pt idx="62">
                  <c:v>310</c:v>
                </c:pt>
                <c:pt idx="63">
                  <c:v>255.2</c:v>
                </c:pt>
                <c:pt idx="64">
                  <c:v>216</c:v>
                </c:pt>
                <c:pt idx="65">
                  <c:v>181.8</c:v>
                </c:pt>
                <c:pt idx="66">
                  <c:v>152.200000</c:v>
                </c:pt>
                <c:pt idx="67">
                  <c:v>128.6</c:v>
                </c:pt>
                <c:pt idx="68">
                  <c:v>100</c:v>
                </c:pt>
                <c:pt idx="69">
                  <c:v>73</c:v>
                </c:pt>
                <c:pt idx="70">
                  <c:v>36.200000</c:v>
                </c:pt>
                <c:pt idx="71">
                  <c:v>18.8</c:v>
                </c:pt>
                <c:pt idx="72">
                  <c:v>3</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0CA9-4BBA-AF77-80928EC49B1B}"/>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4.400000</c:v>
                </c:pt>
                <c:pt idx="19">
                  <c:v>18.400000</c:v>
                </c:pt>
                <c:pt idx="20">
                  <c:v>44</c:v>
                </c:pt>
                <c:pt idx="21">
                  <c:v>77.2</c:v>
                </c:pt>
                <c:pt idx="22">
                  <c:v>110.8</c:v>
                </c:pt>
                <c:pt idx="23">
                  <c:v>150.200000</c:v>
                </c:pt>
                <c:pt idx="24">
                  <c:v>207.4</c:v>
                </c:pt>
                <c:pt idx="25">
                  <c:v>250.8</c:v>
                </c:pt>
                <c:pt idx="26">
                  <c:v>307.2</c:v>
                </c:pt>
                <c:pt idx="27">
                  <c:v>354</c:v>
                </c:pt>
                <c:pt idx="28">
                  <c:v>419.8</c:v>
                </c:pt>
                <c:pt idx="29">
                  <c:v>469.4</c:v>
                </c:pt>
                <c:pt idx="30">
                  <c:v>517.200000</c:v>
                </c:pt>
                <c:pt idx="31">
                  <c:v>569</c:v>
                </c:pt>
                <c:pt idx="32">
                  <c:v>613.4</c:v>
                </c:pt>
                <c:pt idx="33">
                  <c:v>656.2</c:v>
                </c:pt>
                <c:pt idx="34">
                  <c:v>697.2</c:v>
                </c:pt>
                <c:pt idx="35">
                  <c:v>735.4</c:v>
                </c:pt>
                <c:pt idx="36">
                  <c:v>767</c:v>
                </c:pt>
                <c:pt idx="37">
                  <c:v>799.2</c:v>
                </c:pt>
                <c:pt idx="38">
                  <c:v>831</c:v>
                </c:pt>
                <c:pt idx="39">
                  <c:v>857.8</c:v>
                </c:pt>
                <c:pt idx="40">
                  <c:v>880.6</c:v>
                </c:pt>
                <c:pt idx="41">
                  <c:v>900.6</c:v>
                </c:pt>
                <c:pt idx="42">
                  <c:v>917.2</c:v>
                </c:pt>
                <c:pt idx="43">
                  <c:v>929.8</c:v>
                </c:pt>
                <c:pt idx="44">
                  <c:v>941.4</c:v>
                </c:pt>
                <c:pt idx="45">
                  <c:v>950.4</c:v>
                </c:pt>
                <c:pt idx="46">
                  <c:v>951.6</c:v>
                </c:pt>
                <c:pt idx="47">
                  <c:v>953.8</c:v>
                </c:pt>
                <c:pt idx="48">
                  <c:v>949</c:v>
                </c:pt>
                <c:pt idx="49">
                  <c:v>941.8</c:v>
                </c:pt>
                <c:pt idx="50">
                  <c:v>933.4</c:v>
                </c:pt>
                <c:pt idx="51">
                  <c:v>919.4</c:v>
                </c:pt>
                <c:pt idx="52">
                  <c:v>902.4</c:v>
                </c:pt>
                <c:pt idx="53">
                  <c:v>880.8</c:v>
                </c:pt>
                <c:pt idx="54">
                  <c:v>846.4</c:v>
                </c:pt>
                <c:pt idx="55">
                  <c:v>822.2</c:v>
                </c:pt>
                <c:pt idx="56">
                  <c:v>793</c:v>
                </c:pt>
                <c:pt idx="57">
                  <c:v>752.4</c:v>
                </c:pt>
                <c:pt idx="58">
                  <c:v>717</c:v>
                </c:pt>
                <c:pt idx="59">
                  <c:v>680.4</c:v>
                </c:pt>
                <c:pt idx="60">
                  <c:v>637.4</c:v>
                </c:pt>
                <c:pt idx="61">
                  <c:v>593.800000</c:v>
                </c:pt>
                <c:pt idx="62">
                  <c:v>550.4</c:v>
                </c:pt>
                <c:pt idx="63">
                  <c:v>503</c:v>
                </c:pt>
                <c:pt idx="64">
                  <c:v>452.8</c:v>
                </c:pt>
                <c:pt idx="65">
                  <c:v>403.4</c:v>
                </c:pt>
                <c:pt idx="66">
                  <c:v>351.4</c:v>
                </c:pt>
                <c:pt idx="67">
                  <c:v>301.400000</c:v>
                </c:pt>
                <c:pt idx="68">
                  <c:v>249.2</c:v>
                </c:pt>
                <c:pt idx="69">
                  <c:v>200.8</c:v>
                </c:pt>
                <c:pt idx="70">
                  <c:v>154.4</c:v>
                </c:pt>
                <c:pt idx="71">
                  <c:v>107.8</c:v>
                </c:pt>
                <c:pt idx="72">
                  <c:v>70</c:v>
                </c:pt>
                <c:pt idx="73">
                  <c:v>40.4</c:v>
                </c:pt>
                <c:pt idx="74">
                  <c:v>13</c:v>
                </c:pt>
                <c:pt idx="75">
                  <c:v>1.4</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0CA9-4BBA-AF77-80928EC49B1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1.066667</c:v>
                </c:pt>
                <c:pt idx="19">
                  <c:v>10.333333</c:v>
                </c:pt>
                <c:pt idx="20">
                  <c:v>24.6</c:v>
                </c:pt>
                <c:pt idx="21">
                  <c:v>39.933333</c:v>
                </c:pt>
                <c:pt idx="22">
                  <c:v>57.133333</c:v>
                </c:pt>
                <c:pt idx="23">
                  <c:v>75.133333</c:v>
                </c:pt>
                <c:pt idx="24">
                  <c:v>98.4</c:v>
                </c:pt>
                <c:pt idx="25">
                  <c:v>123.066667</c:v>
                </c:pt>
                <c:pt idx="26">
                  <c:v>150.866667</c:v>
                </c:pt>
                <c:pt idx="27">
                  <c:v>172.666667</c:v>
                </c:pt>
                <c:pt idx="28">
                  <c:v>208.733333</c:v>
                </c:pt>
                <c:pt idx="29">
                  <c:v>234.666667</c:v>
                </c:pt>
                <c:pt idx="30">
                  <c:v>265.400000</c:v>
                </c:pt>
                <c:pt idx="31">
                  <c:v>298.600000</c:v>
                </c:pt>
                <c:pt idx="32">
                  <c:v>348.733333</c:v>
                </c:pt>
                <c:pt idx="33">
                  <c:v>334.266667</c:v>
                </c:pt>
                <c:pt idx="34">
                  <c:v>322.133333</c:v>
                </c:pt>
                <c:pt idx="35">
                  <c:v>362.466667</c:v>
                </c:pt>
                <c:pt idx="36">
                  <c:v>400.266667</c:v>
                </c:pt>
                <c:pt idx="37">
                  <c:v>392.666667</c:v>
                </c:pt>
                <c:pt idx="38">
                  <c:v>383.066667</c:v>
                </c:pt>
                <c:pt idx="39">
                  <c:v>374.533333</c:v>
                </c:pt>
                <c:pt idx="40">
                  <c:v>369.533333</c:v>
                </c:pt>
                <c:pt idx="41">
                  <c:v>380.066667</c:v>
                </c:pt>
                <c:pt idx="42">
                  <c:v>408.133333</c:v>
                </c:pt>
                <c:pt idx="43">
                  <c:v>422.466667</c:v>
                </c:pt>
                <c:pt idx="44">
                  <c:v>430.066667</c:v>
                </c:pt>
                <c:pt idx="45">
                  <c:v>425.066667</c:v>
                </c:pt>
                <c:pt idx="46">
                  <c:v>428.066667</c:v>
                </c:pt>
                <c:pt idx="47">
                  <c:v>430</c:v>
                </c:pt>
                <c:pt idx="48">
                  <c:v>443.2</c:v>
                </c:pt>
                <c:pt idx="49">
                  <c:v>476</c:v>
                </c:pt>
                <c:pt idx="50">
                  <c:v>496.8</c:v>
                </c:pt>
                <c:pt idx="51">
                  <c:v>461.533333</c:v>
                </c:pt>
                <c:pt idx="52">
                  <c:v>443.066667</c:v>
                </c:pt>
                <c:pt idx="53">
                  <c:v>461.333333</c:v>
                </c:pt>
                <c:pt idx="54">
                  <c:v>431.133333</c:v>
                </c:pt>
                <c:pt idx="55">
                  <c:v>410.2</c:v>
                </c:pt>
                <c:pt idx="56">
                  <c:v>378.466667</c:v>
                </c:pt>
                <c:pt idx="57">
                  <c:v>366.933333</c:v>
                </c:pt>
                <c:pt idx="58">
                  <c:v>340.466667</c:v>
                </c:pt>
                <c:pt idx="59">
                  <c:v>303.733333</c:v>
                </c:pt>
                <c:pt idx="60">
                  <c:v>280.133333</c:v>
                </c:pt>
                <c:pt idx="61">
                  <c:v>255.266667</c:v>
                </c:pt>
                <c:pt idx="62">
                  <c:v>235.333333</c:v>
                </c:pt>
                <c:pt idx="63">
                  <c:v>210.4</c:v>
                </c:pt>
                <c:pt idx="64">
                  <c:v>189.733333</c:v>
                </c:pt>
                <c:pt idx="65">
                  <c:v>165.533333</c:v>
                </c:pt>
                <c:pt idx="66">
                  <c:v>151</c:v>
                </c:pt>
                <c:pt idx="67">
                  <c:v>133</c:v>
                </c:pt>
                <c:pt idx="68">
                  <c:v>101.266667</c:v>
                </c:pt>
                <c:pt idx="69">
                  <c:v>70.8</c:v>
                </c:pt>
                <c:pt idx="70">
                  <c:v>47.666667</c:v>
                </c:pt>
                <c:pt idx="71">
                  <c:v>32.733333</c:v>
                </c:pt>
                <c:pt idx="72">
                  <c:v>20.266667</c:v>
                </c:pt>
                <c:pt idx="73">
                  <c:v>12</c:v>
                </c:pt>
                <c:pt idx="74">
                  <c:v>3.466667</c:v>
                </c:pt>
                <c:pt idx="75">
                  <c:v>0.266667</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4CC9-4D3A-ABAC-072B254BF7D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8.800000</c:v>
                </c:pt>
                <c:pt idx="22">
                  <c:v>17.8</c:v>
                </c:pt>
                <c:pt idx="23">
                  <c:v>27.6</c:v>
                </c:pt>
                <c:pt idx="24">
                  <c:v>57.6</c:v>
                </c:pt>
                <c:pt idx="25">
                  <c:v>73</c:v>
                </c:pt>
                <c:pt idx="26">
                  <c:v>87</c:v>
                </c:pt>
                <c:pt idx="27">
                  <c:v>83.2</c:v>
                </c:pt>
                <c:pt idx="28">
                  <c:v>119.6</c:v>
                </c:pt>
                <c:pt idx="29">
                  <c:v>131</c:v>
                </c:pt>
                <c:pt idx="30">
                  <c:v>135.200000</c:v>
                </c:pt>
                <c:pt idx="31">
                  <c:v>136</c:v>
                </c:pt>
                <c:pt idx="32">
                  <c:v>128.800000</c:v>
                </c:pt>
                <c:pt idx="33">
                  <c:v>149.4</c:v>
                </c:pt>
                <c:pt idx="34">
                  <c:v>145</c:v>
                </c:pt>
                <c:pt idx="35">
                  <c:v>145.200000</c:v>
                </c:pt>
                <c:pt idx="36">
                  <c:v>160</c:v>
                </c:pt>
                <c:pt idx="37">
                  <c:v>157.4</c:v>
                </c:pt>
                <c:pt idx="38">
                  <c:v>170.8</c:v>
                </c:pt>
                <c:pt idx="39">
                  <c:v>178</c:v>
                </c:pt>
                <c:pt idx="40">
                  <c:v>181.4</c:v>
                </c:pt>
                <c:pt idx="41">
                  <c:v>230.8</c:v>
                </c:pt>
                <c:pt idx="42">
                  <c:v>211.6</c:v>
                </c:pt>
                <c:pt idx="43">
                  <c:v>261.600000</c:v>
                </c:pt>
                <c:pt idx="44">
                  <c:v>247.4</c:v>
                </c:pt>
                <c:pt idx="45">
                  <c:v>189.4</c:v>
                </c:pt>
                <c:pt idx="46">
                  <c:v>193.6</c:v>
                </c:pt>
                <c:pt idx="47">
                  <c:v>251.4</c:v>
                </c:pt>
                <c:pt idx="48">
                  <c:v>232.2</c:v>
                </c:pt>
                <c:pt idx="49">
                  <c:v>240</c:v>
                </c:pt>
                <c:pt idx="50">
                  <c:v>184.2</c:v>
                </c:pt>
                <c:pt idx="51">
                  <c:v>178.2</c:v>
                </c:pt>
                <c:pt idx="52">
                  <c:v>177.2</c:v>
                </c:pt>
                <c:pt idx="53">
                  <c:v>245.6</c:v>
                </c:pt>
                <c:pt idx="54">
                  <c:v>214.2</c:v>
                </c:pt>
                <c:pt idx="55">
                  <c:v>224</c:v>
                </c:pt>
                <c:pt idx="56">
                  <c:v>213.8</c:v>
                </c:pt>
                <c:pt idx="57">
                  <c:v>179.4</c:v>
                </c:pt>
                <c:pt idx="58">
                  <c:v>145.4</c:v>
                </c:pt>
                <c:pt idx="59">
                  <c:v>130</c:v>
                </c:pt>
                <c:pt idx="60">
                  <c:v>120.8</c:v>
                </c:pt>
                <c:pt idx="61">
                  <c:v>130.200000</c:v>
                </c:pt>
                <c:pt idx="62">
                  <c:v>116.2</c:v>
                </c:pt>
                <c:pt idx="63">
                  <c:v>105</c:v>
                </c:pt>
                <c:pt idx="64">
                  <c:v>105.8</c:v>
                </c:pt>
                <c:pt idx="65">
                  <c:v>82</c:v>
                </c:pt>
                <c:pt idx="66">
                  <c:v>78.600000</c:v>
                </c:pt>
                <c:pt idx="67">
                  <c:v>67</c:v>
                </c:pt>
                <c:pt idx="68">
                  <c:v>53.6</c:v>
                </c:pt>
                <c:pt idx="69">
                  <c:v>40</c:v>
                </c:pt>
                <c:pt idx="70">
                  <c:v>27</c:v>
                </c:pt>
                <c:pt idx="71">
                  <c:v>12.2</c:v>
                </c:pt>
                <c:pt idx="72">
                  <c:v>3.4</c:v>
                </c:pt>
                <c:pt idx="73">
                  <c:v>0.4</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4CC9-4D3A-ABAC-072B254BF7D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17.600000</c:v>
                </c:pt>
                <c:pt idx="20">
                  <c:v>44.8</c:v>
                </c:pt>
                <c:pt idx="21">
                  <c:v>73.2</c:v>
                </c:pt>
                <c:pt idx="22">
                  <c:v>101.4</c:v>
                </c:pt>
                <c:pt idx="23">
                  <c:v>132.6</c:v>
                </c:pt>
                <c:pt idx="24">
                  <c:v>165</c:v>
                </c:pt>
                <c:pt idx="25">
                  <c:v>191.6</c:v>
                </c:pt>
                <c:pt idx="26">
                  <c:v>220.4</c:v>
                </c:pt>
                <c:pt idx="27">
                  <c:v>237.6</c:v>
                </c:pt>
                <c:pt idx="28">
                  <c:v>284.400000</c:v>
                </c:pt>
                <c:pt idx="29">
                  <c:v>361.2</c:v>
                </c:pt>
                <c:pt idx="30">
                  <c:v>411.2</c:v>
                </c:pt>
                <c:pt idx="31">
                  <c:v>435</c:v>
                </c:pt>
                <c:pt idx="32">
                  <c:v>539.800000</c:v>
                </c:pt>
                <c:pt idx="33">
                  <c:v>563.800000</c:v>
                </c:pt>
                <c:pt idx="34">
                  <c:v>517.4</c:v>
                </c:pt>
                <c:pt idx="35">
                  <c:v>600.6</c:v>
                </c:pt>
                <c:pt idx="36">
                  <c:v>698.2</c:v>
                </c:pt>
                <c:pt idx="37">
                  <c:v>715.6</c:v>
                </c:pt>
                <c:pt idx="38">
                  <c:v>623.6</c:v>
                </c:pt>
                <c:pt idx="39">
                  <c:v>608.200000</c:v>
                </c:pt>
                <c:pt idx="40">
                  <c:v>551.800000</c:v>
                </c:pt>
                <c:pt idx="41">
                  <c:v>532.800000</c:v>
                </c:pt>
                <c:pt idx="42">
                  <c:v>599.6</c:v>
                </c:pt>
                <c:pt idx="43">
                  <c:v>601</c:v>
                </c:pt>
                <c:pt idx="44">
                  <c:v>656.6</c:v>
                </c:pt>
                <c:pt idx="45">
                  <c:v>759.6</c:v>
                </c:pt>
                <c:pt idx="46">
                  <c:v>674.2</c:v>
                </c:pt>
                <c:pt idx="47">
                  <c:v>664.8</c:v>
                </c:pt>
                <c:pt idx="48">
                  <c:v>713</c:v>
                </c:pt>
                <c:pt idx="49">
                  <c:v>672.2</c:v>
                </c:pt>
                <c:pt idx="50">
                  <c:v>702</c:v>
                </c:pt>
                <c:pt idx="51">
                  <c:v>682.4</c:v>
                </c:pt>
                <c:pt idx="52">
                  <c:v>679.8</c:v>
                </c:pt>
                <c:pt idx="53">
                  <c:v>665.2</c:v>
                </c:pt>
                <c:pt idx="54">
                  <c:v>649.6</c:v>
                </c:pt>
                <c:pt idx="55">
                  <c:v>600.800000</c:v>
                </c:pt>
                <c:pt idx="56">
                  <c:v>540.200000</c:v>
                </c:pt>
                <c:pt idx="57">
                  <c:v>502.8</c:v>
                </c:pt>
                <c:pt idx="58">
                  <c:v>523.6</c:v>
                </c:pt>
                <c:pt idx="59">
                  <c:v>512.800000</c:v>
                </c:pt>
                <c:pt idx="60">
                  <c:v>428.6</c:v>
                </c:pt>
                <c:pt idx="61">
                  <c:v>399.4</c:v>
                </c:pt>
                <c:pt idx="62">
                  <c:v>373.8</c:v>
                </c:pt>
                <c:pt idx="63">
                  <c:v>372</c:v>
                </c:pt>
                <c:pt idx="64">
                  <c:v>345.4</c:v>
                </c:pt>
                <c:pt idx="65">
                  <c:v>266.8</c:v>
                </c:pt>
                <c:pt idx="66">
                  <c:v>219.8</c:v>
                </c:pt>
                <c:pt idx="67">
                  <c:v>195.4</c:v>
                </c:pt>
                <c:pt idx="68">
                  <c:v>146.6</c:v>
                </c:pt>
                <c:pt idx="69">
                  <c:v>99.2</c:v>
                </c:pt>
                <c:pt idx="70">
                  <c:v>77.600000</c:v>
                </c:pt>
                <c:pt idx="71">
                  <c:v>50</c:v>
                </c:pt>
                <c:pt idx="72">
                  <c:v>35.800000</c:v>
                </c:pt>
                <c:pt idx="73">
                  <c:v>22.2</c:v>
                </c:pt>
                <c:pt idx="74">
                  <c:v>7</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4CC9-4D3A-ABAC-072B254BF7D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0.45</c:v>
                </c:pt>
                <c:pt idx="19">
                  <c:v>5.85</c:v>
                </c:pt>
                <c:pt idx="20">
                  <c:v>17.2</c:v>
                </c:pt>
                <c:pt idx="21">
                  <c:v>32.550000</c:v>
                </c:pt>
                <c:pt idx="22">
                  <c:v>50.65</c:v>
                </c:pt>
                <c:pt idx="23">
                  <c:v>74.600000</c:v>
                </c:pt>
                <c:pt idx="24">
                  <c:v>100.4</c:v>
                </c:pt>
                <c:pt idx="25">
                  <c:v>128.4</c:v>
                </c:pt>
                <c:pt idx="26">
                  <c:v>156.450000</c:v>
                </c:pt>
                <c:pt idx="27">
                  <c:v>174.6</c:v>
                </c:pt>
                <c:pt idx="28">
                  <c:v>190</c:v>
                </c:pt>
                <c:pt idx="29">
                  <c:v>221.25</c:v>
                </c:pt>
                <c:pt idx="30">
                  <c:v>231.95</c:v>
                </c:pt>
                <c:pt idx="31">
                  <c:v>252.8</c:v>
                </c:pt>
                <c:pt idx="32">
                  <c:v>283.7</c:v>
                </c:pt>
                <c:pt idx="33">
                  <c:v>300.900000</c:v>
                </c:pt>
                <c:pt idx="34">
                  <c:v>306.100000</c:v>
                </c:pt>
                <c:pt idx="35">
                  <c:v>319.55</c:v>
                </c:pt>
                <c:pt idx="36">
                  <c:v>341.5</c:v>
                </c:pt>
                <c:pt idx="37">
                  <c:v>347.9</c:v>
                </c:pt>
                <c:pt idx="38">
                  <c:v>358.7</c:v>
                </c:pt>
                <c:pt idx="39">
                  <c:v>375.25</c:v>
                </c:pt>
                <c:pt idx="40">
                  <c:v>404.65</c:v>
                </c:pt>
                <c:pt idx="41">
                  <c:v>424.6</c:v>
                </c:pt>
                <c:pt idx="42">
                  <c:v>442.6</c:v>
                </c:pt>
                <c:pt idx="43">
                  <c:v>453.8</c:v>
                </c:pt>
                <c:pt idx="44">
                  <c:v>479.2</c:v>
                </c:pt>
                <c:pt idx="45">
                  <c:v>477.05</c:v>
                </c:pt>
                <c:pt idx="46">
                  <c:v>469.1</c:v>
                </c:pt>
                <c:pt idx="47">
                  <c:v>456.95</c:v>
                </c:pt>
                <c:pt idx="48">
                  <c:v>451.1</c:v>
                </c:pt>
                <c:pt idx="49">
                  <c:v>440.95</c:v>
                </c:pt>
                <c:pt idx="50">
                  <c:v>450.45</c:v>
                </c:pt>
                <c:pt idx="51">
                  <c:v>469.2</c:v>
                </c:pt>
                <c:pt idx="52">
                  <c:v>456.15</c:v>
                </c:pt>
                <c:pt idx="53">
                  <c:v>413.1</c:v>
                </c:pt>
                <c:pt idx="54">
                  <c:v>395.55</c:v>
                </c:pt>
                <c:pt idx="55">
                  <c:v>378.25</c:v>
                </c:pt>
                <c:pt idx="56">
                  <c:v>363.35</c:v>
                </c:pt>
                <c:pt idx="57">
                  <c:v>359.1</c:v>
                </c:pt>
                <c:pt idx="58">
                  <c:v>341.75</c:v>
                </c:pt>
                <c:pt idx="59">
                  <c:v>308.25</c:v>
                </c:pt>
                <c:pt idx="60">
                  <c:v>292.850000</c:v>
                </c:pt>
                <c:pt idx="61">
                  <c:v>283.05</c:v>
                </c:pt>
                <c:pt idx="62">
                  <c:v>272</c:v>
                </c:pt>
                <c:pt idx="63">
                  <c:v>244.65</c:v>
                </c:pt>
                <c:pt idx="64">
                  <c:v>217</c:v>
                </c:pt>
                <c:pt idx="65">
                  <c:v>197.4</c:v>
                </c:pt>
                <c:pt idx="66">
                  <c:v>178.55</c:v>
                </c:pt>
                <c:pt idx="67">
                  <c:v>145.85</c:v>
                </c:pt>
                <c:pt idx="68">
                  <c:v>113.25</c:v>
                </c:pt>
                <c:pt idx="69">
                  <c:v>86.65</c:v>
                </c:pt>
                <c:pt idx="70">
                  <c:v>57.1</c:v>
                </c:pt>
                <c:pt idx="71">
                  <c:v>39.450000</c:v>
                </c:pt>
                <c:pt idx="72">
                  <c:v>25.15</c:v>
                </c:pt>
                <c:pt idx="73">
                  <c:v>13.2</c:v>
                </c:pt>
                <c:pt idx="74">
                  <c:v>4.150000</c:v>
                </c:pt>
                <c:pt idx="75">
                  <c:v>0.2</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C74-440E-82EB-E5D671A09D7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10</c:v>
                </c:pt>
                <c:pt idx="22">
                  <c:v>18.600000</c:v>
                </c:pt>
                <c:pt idx="23">
                  <c:v>38</c:v>
                </c:pt>
                <c:pt idx="24">
                  <c:v>48.6</c:v>
                </c:pt>
                <c:pt idx="25">
                  <c:v>60.6</c:v>
                </c:pt>
                <c:pt idx="26">
                  <c:v>80</c:v>
                </c:pt>
                <c:pt idx="27">
                  <c:v>102.3</c:v>
                </c:pt>
                <c:pt idx="28">
                  <c:v>81.7</c:v>
                </c:pt>
                <c:pt idx="29">
                  <c:v>90.5</c:v>
                </c:pt>
                <c:pt idx="30">
                  <c:v>87.6</c:v>
                </c:pt>
                <c:pt idx="31">
                  <c:v>97.2</c:v>
                </c:pt>
                <c:pt idx="32">
                  <c:v>83.3</c:v>
                </c:pt>
                <c:pt idx="33">
                  <c:v>83.7</c:v>
                </c:pt>
                <c:pt idx="34">
                  <c:v>102.8</c:v>
                </c:pt>
                <c:pt idx="35">
                  <c:v>103.4</c:v>
                </c:pt>
                <c:pt idx="36">
                  <c:v>117.4</c:v>
                </c:pt>
                <c:pt idx="37">
                  <c:v>106.8</c:v>
                </c:pt>
                <c:pt idx="38">
                  <c:v>100.2</c:v>
                </c:pt>
                <c:pt idx="39">
                  <c:v>118.3</c:v>
                </c:pt>
                <c:pt idx="40">
                  <c:v>142.200000</c:v>
                </c:pt>
                <c:pt idx="41">
                  <c:v>101.8</c:v>
                </c:pt>
                <c:pt idx="42">
                  <c:v>121.1</c:v>
                </c:pt>
                <c:pt idx="43">
                  <c:v>117.5</c:v>
                </c:pt>
                <c:pt idx="44">
                  <c:v>122.8</c:v>
                </c:pt>
                <c:pt idx="45">
                  <c:v>116.5</c:v>
                </c:pt>
                <c:pt idx="46">
                  <c:v>112.9</c:v>
                </c:pt>
                <c:pt idx="47">
                  <c:v>114.4</c:v>
                </c:pt>
                <c:pt idx="48">
                  <c:v>148</c:v>
                </c:pt>
                <c:pt idx="49">
                  <c:v>103</c:v>
                </c:pt>
                <c:pt idx="50">
                  <c:v>104.6</c:v>
                </c:pt>
                <c:pt idx="51">
                  <c:v>102.3</c:v>
                </c:pt>
                <c:pt idx="52">
                  <c:v>118</c:v>
                </c:pt>
                <c:pt idx="53">
                  <c:v>88</c:v>
                </c:pt>
                <c:pt idx="54">
                  <c:v>114.3</c:v>
                </c:pt>
                <c:pt idx="55">
                  <c:v>98.8</c:v>
                </c:pt>
                <c:pt idx="56">
                  <c:v>121.1</c:v>
                </c:pt>
                <c:pt idx="57">
                  <c:v>86.7</c:v>
                </c:pt>
                <c:pt idx="58">
                  <c:v>93.1</c:v>
                </c:pt>
                <c:pt idx="59">
                  <c:v>88.8</c:v>
                </c:pt>
                <c:pt idx="60">
                  <c:v>75</c:v>
                </c:pt>
                <c:pt idx="61">
                  <c:v>92.7</c:v>
                </c:pt>
                <c:pt idx="62">
                  <c:v>69.900000</c:v>
                </c:pt>
                <c:pt idx="63">
                  <c:v>97.5</c:v>
                </c:pt>
                <c:pt idx="64">
                  <c:v>68.2</c:v>
                </c:pt>
                <c:pt idx="65">
                  <c:v>77.8</c:v>
                </c:pt>
                <c:pt idx="66">
                  <c:v>61.8</c:v>
                </c:pt>
                <c:pt idx="67">
                  <c:v>58.4</c:v>
                </c:pt>
                <c:pt idx="68">
                  <c:v>41.3</c:v>
                </c:pt>
                <c:pt idx="69">
                  <c:v>29.7</c:v>
                </c:pt>
                <c:pt idx="70">
                  <c:v>19.900000</c:v>
                </c:pt>
                <c:pt idx="71">
                  <c:v>13</c:v>
                </c:pt>
                <c:pt idx="72">
                  <c:v>7.9</c:v>
                </c:pt>
                <c:pt idx="73">
                  <c:v>2</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C74-440E-82EB-E5D671A09D7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12</c:v>
                </c:pt>
                <c:pt idx="20">
                  <c:v>36.1</c:v>
                </c:pt>
                <c:pt idx="21">
                  <c:v>61.3</c:v>
                </c:pt>
                <c:pt idx="22">
                  <c:v>94.6</c:v>
                </c:pt>
                <c:pt idx="23">
                  <c:v>116.5</c:v>
                </c:pt>
                <c:pt idx="24">
                  <c:v>147.4</c:v>
                </c:pt>
                <c:pt idx="25">
                  <c:v>203.6</c:v>
                </c:pt>
                <c:pt idx="26">
                  <c:v>261.5</c:v>
                </c:pt>
                <c:pt idx="27">
                  <c:v>294</c:v>
                </c:pt>
                <c:pt idx="28">
                  <c:v>360.8</c:v>
                </c:pt>
                <c:pt idx="29">
                  <c:v>403.2</c:v>
                </c:pt>
                <c:pt idx="30">
                  <c:v>427</c:v>
                </c:pt>
                <c:pt idx="31">
                  <c:v>505.9</c:v>
                </c:pt>
                <c:pt idx="32">
                  <c:v>552.5</c:v>
                </c:pt>
                <c:pt idx="33">
                  <c:v>596.300000</c:v>
                </c:pt>
                <c:pt idx="34">
                  <c:v>632</c:v>
                </c:pt>
                <c:pt idx="35">
                  <c:v>657.9</c:v>
                </c:pt>
                <c:pt idx="36">
                  <c:v>680.8</c:v>
                </c:pt>
                <c:pt idx="37">
                  <c:v>754.8</c:v>
                </c:pt>
                <c:pt idx="38">
                  <c:v>786.4</c:v>
                </c:pt>
                <c:pt idx="39">
                  <c:v>768.6</c:v>
                </c:pt>
                <c:pt idx="40">
                  <c:v>730.3</c:v>
                </c:pt>
                <c:pt idx="41">
                  <c:v>747.3</c:v>
                </c:pt>
                <c:pt idx="42">
                  <c:v>796.2</c:v>
                </c:pt>
                <c:pt idx="43">
                  <c:v>819.3</c:v>
                </c:pt>
                <c:pt idx="44">
                  <c:v>815.8</c:v>
                </c:pt>
                <c:pt idx="45">
                  <c:v>869.3</c:v>
                </c:pt>
                <c:pt idx="46">
                  <c:v>870.7</c:v>
                </c:pt>
                <c:pt idx="47">
                  <c:v>832.8</c:v>
                </c:pt>
                <c:pt idx="48">
                  <c:v>825.1</c:v>
                </c:pt>
                <c:pt idx="49">
                  <c:v>842.1</c:v>
                </c:pt>
                <c:pt idx="50">
                  <c:v>841.5</c:v>
                </c:pt>
                <c:pt idx="51">
                  <c:v>821.5</c:v>
                </c:pt>
                <c:pt idx="52">
                  <c:v>802.1</c:v>
                </c:pt>
                <c:pt idx="53">
                  <c:v>754.4</c:v>
                </c:pt>
                <c:pt idx="54">
                  <c:v>749.7</c:v>
                </c:pt>
                <c:pt idx="55">
                  <c:v>751.9</c:v>
                </c:pt>
                <c:pt idx="56">
                  <c:v>722.7</c:v>
                </c:pt>
                <c:pt idx="57">
                  <c:v>707.6</c:v>
                </c:pt>
                <c:pt idx="58">
                  <c:v>663.6</c:v>
                </c:pt>
                <c:pt idx="59">
                  <c:v>590.6</c:v>
                </c:pt>
                <c:pt idx="60">
                  <c:v>562.800000</c:v>
                </c:pt>
                <c:pt idx="61">
                  <c:v>474.2</c:v>
                </c:pt>
                <c:pt idx="62">
                  <c:v>480.1</c:v>
                </c:pt>
                <c:pt idx="63">
                  <c:v>471.4</c:v>
                </c:pt>
                <c:pt idx="64">
                  <c:v>391.9</c:v>
                </c:pt>
                <c:pt idx="65">
                  <c:v>340</c:v>
                </c:pt>
                <c:pt idx="66">
                  <c:v>316.3</c:v>
                </c:pt>
                <c:pt idx="67">
                  <c:v>247</c:v>
                </c:pt>
                <c:pt idx="68">
                  <c:v>217.1</c:v>
                </c:pt>
                <c:pt idx="69">
                  <c:v>146.9</c:v>
                </c:pt>
                <c:pt idx="70">
                  <c:v>121.2</c:v>
                </c:pt>
                <c:pt idx="71">
                  <c:v>89.3</c:v>
                </c:pt>
                <c:pt idx="72">
                  <c:v>42.6</c:v>
                </c:pt>
                <c:pt idx="73">
                  <c:v>26.7</c:v>
                </c:pt>
                <c:pt idx="74">
                  <c:v>9.1</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C74-440E-82EB-E5D671A09D7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0.439024</c:v>
                </c:pt>
                <c:pt idx="22">
                  <c:v>3.902439</c:v>
                </c:pt>
                <c:pt idx="23">
                  <c:v>13.341463</c:v>
                </c:pt>
                <c:pt idx="24">
                  <c:v>26.439024</c:v>
                </c:pt>
                <c:pt idx="25">
                  <c:v>47.048780</c:v>
                </c:pt>
                <c:pt idx="26">
                  <c:v>74.341463</c:v>
                </c:pt>
                <c:pt idx="27">
                  <c:v>113.707317</c:v>
                </c:pt>
                <c:pt idx="28">
                  <c:v>148.560976</c:v>
                </c:pt>
                <c:pt idx="29">
                  <c:v>191.609756</c:v>
                </c:pt>
                <c:pt idx="30">
                  <c:v>236.463415</c:v>
                </c:pt>
                <c:pt idx="31">
                  <c:v>289.756098</c:v>
                </c:pt>
                <c:pt idx="32">
                  <c:v>334.390244</c:v>
                </c:pt>
                <c:pt idx="33">
                  <c:v>377.756098</c:v>
                </c:pt>
                <c:pt idx="34">
                  <c:v>409.609756</c:v>
                </c:pt>
                <c:pt idx="35">
                  <c:v>449.390244</c:v>
                </c:pt>
                <c:pt idx="36">
                  <c:v>492.170732</c:v>
                </c:pt>
                <c:pt idx="37">
                  <c:v>518.682927</c:v>
                </c:pt>
                <c:pt idx="38">
                  <c:v>561.268293</c:v>
                </c:pt>
                <c:pt idx="39">
                  <c:v>588.073171</c:v>
                </c:pt>
                <c:pt idx="40">
                  <c:v>603.048780</c:v>
                </c:pt>
                <c:pt idx="41">
                  <c:v>621.268293</c:v>
                </c:pt>
                <c:pt idx="42">
                  <c:v>636.317073</c:v>
                </c:pt>
                <c:pt idx="43">
                  <c:v>643.682927</c:v>
                </c:pt>
                <c:pt idx="44">
                  <c:v>652.048780</c:v>
                </c:pt>
                <c:pt idx="45">
                  <c:v>650.268293</c:v>
                </c:pt>
                <c:pt idx="46">
                  <c:v>648.926829</c:v>
                </c:pt>
                <c:pt idx="47">
                  <c:v>637.902439</c:v>
                </c:pt>
                <c:pt idx="48">
                  <c:v>633.170732</c:v>
                </c:pt>
                <c:pt idx="49">
                  <c:v>623.048780</c:v>
                </c:pt>
                <c:pt idx="50">
                  <c:v>603.609756</c:v>
                </c:pt>
                <c:pt idx="51">
                  <c:v>576.024390</c:v>
                </c:pt>
                <c:pt idx="52">
                  <c:v>560.121951</c:v>
                </c:pt>
                <c:pt idx="53">
                  <c:v>538.731707</c:v>
                </c:pt>
                <c:pt idx="54">
                  <c:v>511.804878</c:v>
                </c:pt>
                <c:pt idx="55">
                  <c:v>476.658537</c:v>
                </c:pt>
                <c:pt idx="56">
                  <c:v>430.853659</c:v>
                </c:pt>
                <c:pt idx="57">
                  <c:v>388.975610</c:v>
                </c:pt>
                <c:pt idx="58">
                  <c:v>352.512195</c:v>
                </c:pt>
                <c:pt idx="59">
                  <c:v>313.243902</c:v>
                </c:pt>
                <c:pt idx="60">
                  <c:v>280.365854</c:v>
                </c:pt>
                <c:pt idx="61">
                  <c:v>238.195122</c:v>
                </c:pt>
                <c:pt idx="62">
                  <c:v>193.609756</c:v>
                </c:pt>
                <c:pt idx="63">
                  <c:v>152.439024</c:v>
                </c:pt>
                <c:pt idx="64">
                  <c:v>115.634146</c:v>
                </c:pt>
                <c:pt idx="65">
                  <c:v>82.585366</c:v>
                </c:pt>
                <c:pt idx="66">
                  <c:v>54.926829</c:v>
                </c:pt>
                <c:pt idx="67">
                  <c:v>35.707317</c:v>
                </c:pt>
                <c:pt idx="68">
                  <c:v>21.463415</c:v>
                </c:pt>
                <c:pt idx="69">
                  <c:v>10.560976</c:v>
                </c:pt>
                <c:pt idx="70">
                  <c:v>3.658537</c:v>
                </c:pt>
                <c:pt idx="71">
                  <c:v>0.804878</c:v>
                </c:pt>
                <c:pt idx="72">
                  <c:v>0.048780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8BF-4AD1-A296-A35DE99F96C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7</c:v>
                </c:pt>
                <c:pt idx="27">
                  <c:v>29</c:v>
                </c:pt>
                <c:pt idx="28">
                  <c:v>62</c:v>
                </c:pt>
                <c:pt idx="29">
                  <c:v>93</c:v>
                </c:pt>
                <c:pt idx="30">
                  <c:v>128</c:v>
                </c:pt>
                <c:pt idx="31">
                  <c:v>183</c:v>
                </c:pt>
                <c:pt idx="32">
                  <c:v>241</c:v>
                </c:pt>
                <c:pt idx="33">
                  <c:v>269</c:v>
                </c:pt>
                <c:pt idx="34">
                  <c:v>283</c:v>
                </c:pt>
                <c:pt idx="35">
                  <c:v>331</c:v>
                </c:pt>
                <c:pt idx="36">
                  <c:v>385</c:v>
                </c:pt>
                <c:pt idx="37">
                  <c:v>319</c:v>
                </c:pt>
                <c:pt idx="38">
                  <c:v>437</c:v>
                </c:pt>
                <c:pt idx="39">
                  <c:v>459</c:v>
                </c:pt>
                <c:pt idx="40">
                  <c:v>477</c:v>
                </c:pt>
                <c:pt idx="41">
                  <c:v>478</c:v>
                </c:pt>
                <c:pt idx="42">
                  <c:v>498</c:v>
                </c:pt>
                <c:pt idx="43">
                  <c:v>478</c:v>
                </c:pt>
                <c:pt idx="44">
                  <c:v>509</c:v>
                </c:pt>
                <c:pt idx="45">
                  <c:v>439</c:v>
                </c:pt>
                <c:pt idx="46">
                  <c:v>496</c:v>
                </c:pt>
                <c:pt idx="47">
                  <c:v>480</c:v>
                </c:pt>
                <c:pt idx="48">
                  <c:v>481</c:v>
                </c:pt>
                <c:pt idx="49">
                  <c:v>436</c:v>
                </c:pt>
                <c:pt idx="50">
                  <c:v>454</c:v>
                </c:pt>
                <c:pt idx="51">
                  <c:v>372</c:v>
                </c:pt>
                <c:pt idx="52">
                  <c:v>341</c:v>
                </c:pt>
                <c:pt idx="53">
                  <c:v>386</c:v>
                </c:pt>
                <c:pt idx="54">
                  <c:v>367</c:v>
                </c:pt>
                <c:pt idx="55">
                  <c:v>380</c:v>
                </c:pt>
                <c:pt idx="56">
                  <c:v>270</c:v>
                </c:pt>
                <c:pt idx="57">
                  <c:v>262</c:v>
                </c:pt>
                <c:pt idx="58">
                  <c:v>244</c:v>
                </c:pt>
                <c:pt idx="59">
                  <c:v>176</c:v>
                </c:pt>
                <c:pt idx="60">
                  <c:v>177</c:v>
                </c:pt>
                <c:pt idx="61">
                  <c:v>135</c:v>
                </c:pt>
                <c:pt idx="62">
                  <c:v>87</c:v>
                </c:pt>
                <c:pt idx="63">
                  <c:v>61</c:v>
                </c:pt>
                <c:pt idx="64">
                  <c:v>22</c:v>
                </c:pt>
                <c:pt idx="65">
                  <c:v>4</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8BF-4AD1-A296-A35DE99F96C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2</c:v>
                </c:pt>
                <c:pt idx="22">
                  <c:v>16</c:v>
                </c:pt>
                <c:pt idx="23">
                  <c:v>50</c:v>
                </c:pt>
                <c:pt idx="24">
                  <c:v>80</c:v>
                </c:pt>
                <c:pt idx="25">
                  <c:v>120</c:v>
                </c:pt>
                <c:pt idx="26">
                  <c:v>165</c:v>
                </c:pt>
                <c:pt idx="27">
                  <c:v>214</c:v>
                </c:pt>
                <c:pt idx="28">
                  <c:v>263</c:v>
                </c:pt>
                <c:pt idx="29">
                  <c:v>312</c:v>
                </c:pt>
                <c:pt idx="30">
                  <c:v>361</c:v>
                </c:pt>
                <c:pt idx="31">
                  <c:v>414</c:v>
                </c:pt>
                <c:pt idx="32">
                  <c:v>463</c:v>
                </c:pt>
                <c:pt idx="33">
                  <c:v>508</c:v>
                </c:pt>
                <c:pt idx="34">
                  <c:v>553</c:v>
                </c:pt>
                <c:pt idx="35">
                  <c:v>590</c:v>
                </c:pt>
                <c:pt idx="36">
                  <c:v>643</c:v>
                </c:pt>
                <c:pt idx="37">
                  <c:v>684</c:v>
                </c:pt>
                <c:pt idx="38">
                  <c:v>718</c:v>
                </c:pt>
                <c:pt idx="39">
                  <c:v>744</c:v>
                </c:pt>
                <c:pt idx="40">
                  <c:v>763</c:v>
                </c:pt>
                <c:pt idx="41">
                  <c:v>784</c:v>
                </c:pt>
                <c:pt idx="42">
                  <c:v>801</c:v>
                </c:pt>
                <c:pt idx="43">
                  <c:v>799</c:v>
                </c:pt>
                <c:pt idx="44">
                  <c:v>823</c:v>
                </c:pt>
                <c:pt idx="45">
                  <c:v>815</c:v>
                </c:pt>
                <c:pt idx="46">
                  <c:v>823</c:v>
                </c:pt>
                <c:pt idx="47">
                  <c:v>825</c:v>
                </c:pt>
                <c:pt idx="48">
                  <c:v>805</c:v>
                </c:pt>
                <c:pt idx="49">
                  <c:v>792</c:v>
                </c:pt>
                <c:pt idx="50">
                  <c:v>785</c:v>
                </c:pt>
                <c:pt idx="51">
                  <c:v>746</c:v>
                </c:pt>
                <c:pt idx="52">
                  <c:v>723</c:v>
                </c:pt>
                <c:pt idx="53">
                  <c:v>696</c:v>
                </c:pt>
                <c:pt idx="54">
                  <c:v>666</c:v>
                </c:pt>
                <c:pt idx="55">
                  <c:v>633</c:v>
                </c:pt>
                <c:pt idx="56">
                  <c:v>597</c:v>
                </c:pt>
                <c:pt idx="57">
                  <c:v>577</c:v>
                </c:pt>
                <c:pt idx="58">
                  <c:v>547</c:v>
                </c:pt>
                <c:pt idx="59">
                  <c:v>520</c:v>
                </c:pt>
                <c:pt idx="60">
                  <c:v>475</c:v>
                </c:pt>
                <c:pt idx="61">
                  <c:v>428</c:v>
                </c:pt>
                <c:pt idx="62">
                  <c:v>379</c:v>
                </c:pt>
                <c:pt idx="63">
                  <c:v>323</c:v>
                </c:pt>
                <c:pt idx="64">
                  <c:v>266</c:v>
                </c:pt>
                <c:pt idx="65">
                  <c:v>218</c:v>
                </c:pt>
                <c:pt idx="66">
                  <c:v>162</c:v>
                </c:pt>
                <c:pt idx="67">
                  <c:v>114</c:v>
                </c:pt>
                <c:pt idx="68">
                  <c:v>84</c:v>
                </c:pt>
                <c:pt idx="69">
                  <c:v>48</c:v>
                </c:pt>
                <c:pt idx="70">
                  <c:v>18</c:v>
                </c:pt>
                <c:pt idx="71">
                  <c:v>2</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8BF-4AD1-A296-A35DE99F96C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0.681818</c:v>
                </c:pt>
                <c:pt idx="23">
                  <c:v>3.727273</c:v>
                </c:pt>
                <c:pt idx="24">
                  <c:v>12.772727</c:v>
                </c:pt>
                <c:pt idx="25">
                  <c:v>27.818182</c:v>
                </c:pt>
                <c:pt idx="26">
                  <c:v>43.454545</c:v>
                </c:pt>
                <c:pt idx="27">
                  <c:v>71.181818</c:v>
                </c:pt>
                <c:pt idx="28">
                  <c:v>102.954545</c:v>
                </c:pt>
                <c:pt idx="29">
                  <c:v>127.590909</c:v>
                </c:pt>
                <c:pt idx="30">
                  <c:v>161.409091</c:v>
                </c:pt>
                <c:pt idx="31">
                  <c:v>178.909091</c:v>
                </c:pt>
                <c:pt idx="32">
                  <c:v>204.045455</c:v>
                </c:pt>
                <c:pt idx="33">
                  <c:v>203</c:v>
                </c:pt>
                <c:pt idx="34">
                  <c:v>216.909091</c:v>
                </c:pt>
                <c:pt idx="35">
                  <c:v>227.090909</c:v>
                </c:pt>
                <c:pt idx="36">
                  <c:v>251.5</c:v>
                </c:pt>
                <c:pt idx="37">
                  <c:v>274.272727</c:v>
                </c:pt>
                <c:pt idx="38">
                  <c:v>301.636364</c:v>
                </c:pt>
                <c:pt idx="39">
                  <c:v>311.090909</c:v>
                </c:pt>
                <c:pt idx="40">
                  <c:v>312.136364</c:v>
                </c:pt>
                <c:pt idx="41">
                  <c:v>300.318182</c:v>
                </c:pt>
                <c:pt idx="42">
                  <c:v>322.681818</c:v>
                </c:pt>
                <c:pt idx="43">
                  <c:v>320.5</c:v>
                </c:pt>
                <c:pt idx="44">
                  <c:v>356.590909</c:v>
                </c:pt>
                <c:pt idx="45">
                  <c:v>341.772727</c:v>
                </c:pt>
                <c:pt idx="46">
                  <c:v>341.227273</c:v>
                </c:pt>
                <c:pt idx="47">
                  <c:v>333.863636</c:v>
                </c:pt>
                <c:pt idx="48">
                  <c:v>313.863636</c:v>
                </c:pt>
                <c:pt idx="49">
                  <c:v>304.045455</c:v>
                </c:pt>
                <c:pt idx="50">
                  <c:v>277.272727</c:v>
                </c:pt>
                <c:pt idx="51">
                  <c:v>273.045455</c:v>
                </c:pt>
                <c:pt idx="52">
                  <c:v>289.409091</c:v>
                </c:pt>
                <c:pt idx="53">
                  <c:v>286</c:v>
                </c:pt>
                <c:pt idx="54">
                  <c:v>258</c:v>
                </c:pt>
                <c:pt idx="55">
                  <c:v>233.136364</c:v>
                </c:pt>
                <c:pt idx="56">
                  <c:v>207.590909</c:v>
                </c:pt>
                <c:pt idx="57">
                  <c:v>194.409091</c:v>
                </c:pt>
                <c:pt idx="58">
                  <c:v>172.318182</c:v>
                </c:pt>
                <c:pt idx="59">
                  <c:v>153.590909</c:v>
                </c:pt>
                <c:pt idx="60">
                  <c:v>143.681818</c:v>
                </c:pt>
                <c:pt idx="61">
                  <c:v>126.318182</c:v>
                </c:pt>
                <c:pt idx="62">
                  <c:v>95.090909</c:v>
                </c:pt>
                <c:pt idx="63">
                  <c:v>81.181818</c:v>
                </c:pt>
                <c:pt idx="64">
                  <c:v>58.318182</c:v>
                </c:pt>
                <c:pt idx="65">
                  <c:v>34.227273</c:v>
                </c:pt>
                <c:pt idx="66">
                  <c:v>22.727273</c:v>
                </c:pt>
                <c:pt idx="67">
                  <c:v>12.409091</c:v>
                </c:pt>
                <c:pt idx="68">
                  <c:v>5.363636</c:v>
                </c:pt>
                <c:pt idx="69">
                  <c:v>2.772727</c:v>
                </c:pt>
                <c:pt idx="70">
                  <c:v>0.454545</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711-4D90-9125-23C25E6C82D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4.2</c:v>
                </c:pt>
                <c:pt idx="26">
                  <c:v>13</c:v>
                </c:pt>
                <c:pt idx="27">
                  <c:v>28.1</c:v>
                </c:pt>
                <c:pt idx="28">
                  <c:v>55.7</c:v>
                </c:pt>
                <c:pt idx="29">
                  <c:v>77.100000</c:v>
                </c:pt>
                <c:pt idx="30">
                  <c:v>80.5</c:v>
                </c:pt>
                <c:pt idx="31">
                  <c:v>116.6</c:v>
                </c:pt>
                <c:pt idx="32">
                  <c:v>100.9</c:v>
                </c:pt>
                <c:pt idx="33">
                  <c:v>94.8</c:v>
                </c:pt>
                <c:pt idx="34">
                  <c:v>133.200000</c:v>
                </c:pt>
                <c:pt idx="35">
                  <c:v>145.6</c:v>
                </c:pt>
                <c:pt idx="36">
                  <c:v>152.6</c:v>
                </c:pt>
                <c:pt idx="37">
                  <c:v>148.4</c:v>
                </c:pt>
                <c:pt idx="38">
                  <c:v>142.700000</c:v>
                </c:pt>
                <c:pt idx="39">
                  <c:v>124.8</c:v>
                </c:pt>
                <c:pt idx="40">
                  <c:v>98.7</c:v>
                </c:pt>
                <c:pt idx="41">
                  <c:v>99.6</c:v>
                </c:pt>
                <c:pt idx="42">
                  <c:v>108.6</c:v>
                </c:pt>
                <c:pt idx="43">
                  <c:v>125.7</c:v>
                </c:pt>
                <c:pt idx="44">
                  <c:v>153</c:v>
                </c:pt>
                <c:pt idx="45">
                  <c:v>170.2</c:v>
                </c:pt>
                <c:pt idx="46">
                  <c:v>166.4</c:v>
                </c:pt>
                <c:pt idx="47">
                  <c:v>128</c:v>
                </c:pt>
                <c:pt idx="48">
                  <c:v>130.5</c:v>
                </c:pt>
                <c:pt idx="49">
                  <c:v>138.9</c:v>
                </c:pt>
                <c:pt idx="50">
                  <c:v>140.4</c:v>
                </c:pt>
                <c:pt idx="51">
                  <c:v>150.1</c:v>
                </c:pt>
                <c:pt idx="52">
                  <c:v>119.5</c:v>
                </c:pt>
                <c:pt idx="53">
                  <c:v>126.3</c:v>
                </c:pt>
                <c:pt idx="54">
                  <c:v>104.5</c:v>
                </c:pt>
                <c:pt idx="55">
                  <c:v>99.3</c:v>
                </c:pt>
                <c:pt idx="56">
                  <c:v>94.5</c:v>
                </c:pt>
                <c:pt idx="57">
                  <c:v>100.9</c:v>
                </c:pt>
                <c:pt idx="58">
                  <c:v>87.7</c:v>
                </c:pt>
                <c:pt idx="59">
                  <c:v>85.5</c:v>
                </c:pt>
                <c:pt idx="60">
                  <c:v>57.3</c:v>
                </c:pt>
                <c:pt idx="61">
                  <c:v>41.5</c:v>
                </c:pt>
                <c:pt idx="62">
                  <c:v>35.1</c:v>
                </c:pt>
                <c:pt idx="63">
                  <c:v>13.4</c:v>
                </c:pt>
                <c:pt idx="64">
                  <c:v>10</c:v>
                </c:pt>
                <c:pt idx="65">
                  <c:v>4.100000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711-4D90-9125-23C25E6C82D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2.8</c:v>
                </c:pt>
                <c:pt idx="23">
                  <c:v>15.1</c:v>
                </c:pt>
                <c:pt idx="24">
                  <c:v>31.9</c:v>
                </c:pt>
                <c:pt idx="25">
                  <c:v>61</c:v>
                </c:pt>
                <c:pt idx="26">
                  <c:v>89.4</c:v>
                </c:pt>
                <c:pt idx="27">
                  <c:v>130.700000</c:v>
                </c:pt>
                <c:pt idx="28">
                  <c:v>174.1</c:v>
                </c:pt>
                <c:pt idx="29">
                  <c:v>199.5</c:v>
                </c:pt>
                <c:pt idx="30">
                  <c:v>255</c:v>
                </c:pt>
                <c:pt idx="31">
                  <c:v>237.2</c:v>
                </c:pt>
                <c:pt idx="32">
                  <c:v>309</c:v>
                </c:pt>
                <c:pt idx="33">
                  <c:v>295.2</c:v>
                </c:pt>
                <c:pt idx="34">
                  <c:v>323.900000</c:v>
                </c:pt>
                <c:pt idx="35">
                  <c:v>334.3</c:v>
                </c:pt>
                <c:pt idx="36">
                  <c:v>378</c:v>
                </c:pt>
                <c:pt idx="37">
                  <c:v>434.8</c:v>
                </c:pt>
                <c:pt idx="38">
                  <c:v>453</c:v>
                </c:pt>
                <c:pt idx="39">
                  <c:v>517.700000</c:v>
                </c:pt>
                <c:pt idx="40">
                  <c:v>591.200000</c:v>
                </c:pt>
                <c:pt idx="41">
                  <c:v>488.8</c:v>
                </c:pt>
                <c:pt idx="42">
                  <c:v>507.4</c:v>
                </c:pt>
                <c:pt idx="43">
                  <c:v>509.2</c:v>
                </c:pt>
                <c:pt idx="44">
                  <c:v>557.300000</c:v>
                </c:pt>
                <c:pt idx="45">
                  <c:v>527</c:v>
                </c:pt>
                <c:pt idx="46">
                  <c:v>548.5</c:v>
                </c:pt>
                <c:pt idx="47">
                  <c:v>527.300000</c:v>
                </c:pt>
                <c:pt idx="48">
                  <c:v>531.4</c:v>
                </c:pt>
                <c:pt idx="49">
                  <c:v>512.200000</c:v>
                </c:pt>
                <c:pt idx="50">
                  <c:v>472.5</c:v>
                </c:pt>
                <c:pt idx="51">
                  <c:v>456.2</c:v>
                </c:pt>
                <c:pt idx="52">
                  <c:v>504</c:v>
                </c:pt>
                <c:pt idx="53">
                  <c:v>505.5</c:v>
                </c:pt>
                <c:pt idx="54">
                  <c:v>407.3</c:v>
                </c:pt>
                <c:pt idx="55">
                  <c:v>396.4</c:v>
                </c:pt>
                <c:pt idx="56">
                  <c:v>337.8</c:v>
                </c:pt>
                <c:pt idx="57">
                  <c:v>305.600000</c:v>
                </c:pt>
                <c:pt idx="58">
                  <c:v>234.7</c:v>
                </c:pt>
                <c:pt idx="59">
                  <c:v>250.5</c:v>
                </c:pt>
                <c:pt idx="60">
                  <c:v>217.8</c:v>
                </c:pt>
                <c:pt idx="61">
                  <c:v>230.1</c:v>
                </c:pt>
                <c:pt idx="62">
                  <c:v>156.1</c:v>
                </c:pt>
                <c:pt idx="63">
                  <c:v>136.6</c:v>
                </c:pt>
                <c:pt idx="64">
                  <c:v>110.5</c:v>
                </c:pt>
                <c:pt idx="65">
                  <c:v>67.2</c:v>
                </c:pt>
                <c:pt idx="66">
                  <c:v>60.3</c:v>
                </c:pt>
                <c:pt idx="67">
                  <c:v>30.9</c:v>
                </c:pt>
                <c:pt idx="68">
                  <c:v>17.600000</c:v>
                </c:pt>
                <c:pt idx="69">
                  <c:v>9.200000</c:v>
                </c:pt>
                <c:pt idx="70">
                  <c:v>0.9</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711-4D90-9125-23C25E6C82D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0.142857</c:v>
                </c:pt>
                <c:pt idx="22">
                  <c:v>2.964286</c:v>
                </c:pt>
                <c:pt idx="23">
                  <c:v>11.107143</c:v>
                </c:pt>
                <c:pt idx="24">
                  <c:v>21.571429</c:v>
                </c:pt>
                <c:pt idx="25">
                  <c:v>37.785714</c:v>
                </c:pt>
                <c:pt idx="26">
                  <c:v>56.428571</c:v>
                </c:pt>
                <c:pt idx="27">
                  <c:v>77.357143</c:v>
                </c:pt>
                <c:pt idx="28">
                  <c:v>100.642857</c:v>
                </c:pt>
                <c:pt idx="29">
                  <c:v>126.142857</c:v>
                </c:pt>
                <c:pt idx="30">
                  <c:v>147.357143</c:v>
                </c:pt>
                <c:pt idx="31">
                  <c:v>175.071429</c:v>
                </c:pt>
                <c:pt idx="32">
                  <c:v>203.892857</c:v>
                </c:pt>
                <c:pt idx="33">
                  <c:v>228.357143</c:v>
                </c:pt>
                <c:pt idx="34">
                  <c:v>230.678571</c:v>
                </c:pt>
                <c:pt idx="35">
                  <c:v>236.642857</c:v>
                </c:pt>
                <c:pt idx="36">
                  <c:v>252.357143</c:v>
                </c:pt>
                <c:pt idx="37">
                  <c:v>283.785714</c:v>
                </c:pt>
                <c:pt idx="38">
                  <c:v>299.821429</c:v>
                </c:pt>
                <c:pt idx="39">
                  <c:v>312.892857</c:v>
                </c:pt>
                <c:pt idx="40">
                  <c:v>316.678571</c:v>
                </c:pt>
                <c:pt idx="41">
                  <c:v>303.964286</c:v>
                </c:pt>
                <c:pt idx="42">
                  <c:v>285.785714</c:v>
                </c:pt>
                <c:pt idx="43">
                  <c:v>276.392857</c:v>
                </c:pt>
                <c:pt idx="44">
                  <c:v>292.214286</c:v>
                </c:pt>
                <c:pt idx="45">
                  <c:v>271.464286</c:v>
                </c:pt>
                <c:pt idx="46">
                  <c:v>262.857143</c:v>
                </c:pt>
                <c:pt idx="47">
                  <c:v>275.928571</c:v>
                </c:pt>
                <c:pt idx="48">
                  <c:v>291.071429</c:v>
                </c:pt>
                <c:pt idx="49">
                  <c:v>285.5</c:v>
                </c:pt>
                <c:pt idx="50">
                  <c:v>248.75</c:v>
                </c:pt>
                <c:pt idx="51">
                  <c:v>220.75</c:v>
                </c:pt>
                <c:pt idx="52">
                  <c:v>220.25</c:v>
                </c:pt>
                <c:pt idx="53">
                  <c:v>186.071429</c:v>
                </c:pt>
                <c:pt idx="54">
                  <c:v>175.357143</c:v>
                </c:pt>
                <c:pt idx="55">
                  <c:v>155.571429</c:v>
                </c:pt>
                <c:pt idx="56">
                  <c:v>147.821429</c:v>
                </c:pt>
                <c:pt idx="57">
                  <c:v>145.892857</c:v>
                </c:pt>
                <c:pt idx="58">
                  <c:v>137.214286</c:v>
                </c:pt>
                <c:pt idx="59">
                  <c:v>138.857143</c:v>
                </c:pt>
                <c:pt idx="60">
                  <c:v>125.75</c:v>
                </c:pt>
                <c:pt idx="61">
                  <c:v>120.071429</c:v>
                </c:pt>
                <c:pt idx="62">
                  <c:v>100.214286</c:v>
                </c:pt>
                <c:pt idx="63">
                  <c:v>84.964286</c:v>
                </c:pt>
                <c:pt idx="64">
                  <c:v>68.035714</c:v>
                </c:pt>
                <c:pt idx="65">
                  <c:v>47.392857</c:v>
                </c:pt>
                <c:pt idx="66">
                  <c:v>32.107143</c:v>
                </c:pt>
                <c:pt idx="67">
                  <c:v>20.535714</c:v>
                </c:pt>
                <c:pt idx="68">
                  <c:v>11.464286</c:v>
                </c:pt>
                <c:pt idx="69">
                  <c:v>4.678571</c:v>
                </c:pt>
                <c:pt idx="70">
                  <c:v>1.857143</c:v>
                </c:pt>
                <c:pt idx="71">
                  <c:v>0.285714</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144F-4313-B50B-70228D28502F}"/>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9.700000</c:v>
                </c:pt>
                <c:pt idx="27">
                  <c:v>15.7</c:v>
                </c:pt>
                <c:pt idx="28">
                  <c:v>31.8</c:v>
                </c:pt>
                <c:pt idx="29">
                  <c:v>45.5</c:v>
                </c:pt>
                <c:pt idx="30">
                  <c:v>50.6</c:v>
                </c:pt>
                <c:pt idx="31">
                  <c:v>71.3</c:v>
                </c:pt>
                <c:pt idx="32">
                  <c:v>71.5</c:v>
                </c:pt>
                <c:pt idx="33">
                  <c:v>69.400000</c:v>
                </c:pt>
                <c:pt idx="34">
                  <c:v>60.4</c:v>
                </c:pt>
                <c:pt idx="35">
                  <c:v>51.7</c:v>
                </c:pt>
                <c:pt idx="36">
                  <c:v>68.3</c:v>
                </c:pt>
                <c:pt idx="37">
                  <c:v>66.600000</c:v>
                </c:pt>
                <c:pt idx="38">
                  <c:v>65.900000</c:v>
                </c:pt>
                <c:pt idx="39">
                  <c:v>77.900000</c:v>
                </c:pt>
                <c:pt idx="40">
                  <c:v>53.1</c:v>
                </c:pt>
                <c:pt idx="41">
                  <c:v>63.1</c:v>
                </c:pt>
                <c:pt idx="42">
                  <c:v>59.5</c:v>
                </c:pt>
                <c:pt idx="43">
                  <c:v>69.2</c:v>
                </c:pt>
                <c:pt idx="44">
                  <c:v>87.6</c:v>
                </c:pt>
                <c:pt idx="45">
                  <c:v>52</c:v>
                </c:pt>
                <c:pt idx="46">
                  <c:v>71.8</c:v>
                </c:pt>
                <c:pt idx="47">
                  <c:v>69.400000</c:v>
                </c:pt>
                <c:pt idx="48">
                  <c:v>67.2</c:v>
                </c:pt>
                <c:pt idx="49">
                  <c:v>75.5</c:v>
                </c:pt>
                <c:pt idx="50">
                  <c:v>58</c:v>
                </c:pt>
                <c:pt idx="51">
                  <c:v>67.5</c:v>
                </c:pt>
                <c:pt idx="52">
                  <c:v>58.1</c:v>
                </c:pt>
                <c:pt idx="53">
                  <c:v>51</c:v>
                </c:pt>
                <c:pt idx="54">
                  <c:v>52.8</c:v>
                </c:pt>
                <c:pt idx="55">
                  <c:v>41.1</c:v>
                </c:pt>
                <c:pt idx="56">
                  <c:v>33.700000</c:v>
                </c:pt>
                <c:pt idx="57">
                  <c:v>39.6</c:v>
                </c:pt>
                <c:pt idx="58">
                  <c:v>33.1</c:v>
                </c:pt>
                <c:pt idx="59">
                  <c:v>40.800000</c:v>
                </c:pt>
                <c:pt idx="60">
                  <c:v>29.8</c:v>
                </c:pt>
                <c:pt idx="61">
                  <c:v>33</c:v>
                </c:pt>
                <c:pt idx="62">
                  <c:v>16.400000</c:v>
                </c:pt>
                <c:pt idx="63">
                  <c:v>21.8</c:v>
                </c:pt>
                <c:pt idx="64">
                  <c:v>10.7</c:v>
                </c:pt>
                <c:pt idx="65">
                  <c:v>4.7</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144F-4313-B50B-70228D28502F}"/>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9.6</c:v>
                </c:pt>
                <c:pt idx="23">
                  <c:v>31.8</c:v>
                </c:pt>
                <c:pt idx="24">
                  <c:v>55.8</c:v>
                </c:pt>
                <c:pt idx="25">
                  <c:v>81.3</c:v>
                </c:pt>
                <c:pt idx="26">
                  <c:v>131.1</c:v>
                </c:pt>
                <c:pt idx="27">
                  <c:v>177.5</c:v>
                </c:pt>
                <c:pt idx="28">
                  <c:v>216.2</c:v>
                </c:pt>
                <c:pt idx="29">
                  <c:v>302</c:v>
                </c:pt>
                <c:pt idx="30">
                  <c:v>321.7</c:v>
                </c:pt>
                <c:pt idx="31">
                  <c:v>409.2</c:v>
                </c:pt>
                <c:pt idx="32">
                  <c:v>453.7</c:v>
                </c:pt>
                <c:pt idx="33">
                  <c:v>497.9</c:v>
                </c:pt>
                <c:pt idx="34">
                  <c:v>465.9</c:v>
                </c:pt>
                <c:pt idx="35">
                  <c:v>476.9</c:v>
                </c:pt>
                <c:pt idx="36">
                  <c:v>473.4</c:v>
                </c:pt>
                <c:pt idx="37">
                  <c:v>607.800000</c:v>
                </c:pt>
                <c:pt idx="38">
                  <c:v>643.9</c:v>
                </c:pt>
                <c:pt idx="39">
                  <c:v>694.5</c:v>
                </c:pt>
                <c:pt idx="40">
                  <c:v>692</c:v>
                </c:pt>
                <c:pt idx="41">
                  <c:v>640.1</c:v>
                </c:pt>
                <c:pt idx="42">
                  <c:v>630.5</c:v>
                </c:pt>
                <c:pt idx="43">
                  <c:v>534.1</c:v>
                </c:pt>
                <c:pt idx="44">
                  <c:v>630</c:v>
                </c:pt>
                <c:pt idx="45">
                  <c:v>592.1</c:v>
                </c:pt>
                <c:pt idx="46">
                  <c:v>535.800000</c:v>
                </c:pt>
                <c:pt idx="47">
                  <c:v>589.200000</c:v>
                </c:pt>
                <c:pt idx="48">
                  <c:v>663.6</c:v>
                </c:pt>
                <c:pt idx="49">
                  <c:v>651.800000</c:v>
                </c:pt>
                <c:pt idx="50">
                  <c:v>565.700000</c:v>
                </c:pt>
                <c:pt idx="51">
                  <c:v>454.3</c:v>
                </c:pt>
                <c:pt idx="52">
                  <c:v>436.8</c:v>
                </c:pt>
                <c:pt idx="53">
                  <c:v>403.8</c:v>
                </c:pt>
                <c:pt idx="54">
                  <c:v>352.1</c:v>
                </c:pt>
                <c:pt idx="55">
                  <c:v>339.9</c:v>
                </c:pt>
                <c:pt idx="56">
                  <c:v>274.7</c:v>
                </c:pt>
                <c:pt idx="57">
                  <c:v>280.2</c:v>
                </c:pt>
                <c:pt idx="58">
                  <c:v>251.9</c:v>
                </c:pt>
                <c:pt idx="59">
                  <c:v>252.6</c:v>
                </c:pt>
                <c:pt idx="60">
                  <c:v>249.5</c:v>
                </c:pt>
                <c:pt idx="61">
                  <c:v>251.7</c:v>
                </c:pt>
                <c:pt idx="62">
                  <c:v>226.5</c:v>
                </c:pt>
                <c:pt idx="63">
                  <c:v>197</c:v>
                </c:pt>
                <c:pt idx="64">
                  <c:v>147.700000</c:v>
                </c:pt>
                <c:pt idx="65">
                  <c:v>103.8</c:v>
                </c:pt>
                <c:pt idx="66">
                  <c:v>79.600000</c:v>
                </c:pt>
                <c:pt idx="67">
                  <c:v>57.6</c:v>
                </c:pt>
                <c:pt idx="68">
                  <c:v>38.5</c:v>
                </c:pt>
                <c:pt idx="69">
                  <c:v>15</c:v>
                </c:pt>
                <c:pt idx="70">
                  <c:v>6.3</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144F-4313-B50B-70228D28502F}"/>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0.142857</c:v>
                </c:pt>
                <c:pt idx="26">
                  <c:v>2.8</c:v>
                </c:pt>
                <c:pt idx="27">
                  <c:v>14.957143</c:v>
                </c:pt>
                <c:pt idx="28">
                  <c:v>41.8</c:v>
                </c:pt>
                <c:pt idx="29">
                  <c:v>79.928571</c:v>
                </c:pt>
                <c:pt idx="30">
                  <c:v>120.742857</c:v>
                </c:pt>
                <c:pt idx="31">
                  <c:v>162.657143</c:v>
                </c:pt>
                <c:pt idx="32">
                  <c:v>206.214286</c:v>
                </c:pt>
                <c:pt idx="33">
                  <c:v>248.885714</c:v>
                </c:pt>
                <c:pt idx="34">
                  <c:v>294.257143</c:v>
                </c:pt>
                <c:pt idx="35">
                  <c:v>338.228571</c:v>
                </c:pt>
                <c:pt idx="36">
                  <c:v>376.628571</c:v>
                </c:pt>
                <c:pt idx="37">
                  <c:v>415.342857</c:v>
                </c:pt>
                <c:pt idx="38">
                  <c:v>452.628571</c:v>
                </c:pt>
                <c:pt idx="39">
                  <c:v>484.171429</c:v>
                </c:pt>
                <c:pt idx="40">
                  <c:v>511.314286</c:v>
                </c:pt>
                <c:pt idx="41">
                  <c:v>534.728571</c:v>
                </c:pt>
                <c:pt idx="42">
                  <c:v>559.357143</c:v>
                </c:pt>
                <c:pt idx="43">
                  <c:v>576.628571</c:v>
                </c:pt>
                <c:pt idx="44">
                  <c:v>585.642857</c:v>
                </c:pt>
                <c:pt idx="45">
                  <c:v>596.4</c:v>
                </c:pt>
                <c:pt idx="46">
                  <c:v>598.414286</c:v>
                </c:pt>
                <c:pt idx="47">
                  <c:v>592.114286</c:v>
                </c:pt>
                <c:pt idx="48">
                  <c:v>586.200000</c:v>
                </c:pt>
                <c:pt idx="49">
                  <c:v>572.742857</c:v>
                </c:pt>
                <c:pt idx="50">
                  <c:v>562.085714</c:v>
                </c:pt>
                <c:pt idx="51">
                  <c:v>549.328571</c:v>
                </c:pt>
                <c:pt idx="52">
                  <c:v>530.700000</c:v>
                </c:pt>
                <c:pt idx="53">
                  <c:v>495.642857</c:v>
                </c:pt>
                <c:pt idx="54">
                  <c:v>466.428571</c:v>
                </c:pt>
                <c:pt idx="55">
                  <c:v>440.728571</c:v>
                </c:pt>
                <c:pt idx="56">
                  <c:v>399.728571</c:v>
                </c:pt>
                <c:pt idx="57">
                  <c:v>362.471429</c:v>
                </c:pt>
                <c:pt idx="58">
                  <c:v>332.114286</c:v>
                </c:pt>
                <c:pt idx="59">
                  <c:v>292.371429</c:v>
                </c:pt>
                <c:pt idx="60">
                  <c:v>250.471429</c:v>
                </c:pt>
                <c:pt idx="61">
                  <c:v>212.557143</c:v>
                </c:pt>
                <c:pt idx="62">
                  <c:v>168.242857</c:v>
                </c:pt>
                <c:pt idx="63">
                  <c:v>125.728571</c:v>
                </c:pt>
                <c:pt idx="64">
                  <c:v>86.742857</c:v>
                </c:pt>
                <c:pt idx="65">
                  <c:v>52.785714</c:v>
                </c:pt>
                <c:pt idx="66">
                  <c:v>30.357143</c:v>
                </c:pt>
                <c:pt idx="67">
                  <c:v>14.285714</c:v>
                </c:pt>
                <c:pt idx="68">
                  <c:v>4.900000</c:v>
                </c:pt>
                <c:pt idx="69">
                  <c:v>0.642857</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211-4321-BCB8-47F60A30F84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c:v>
                </c:pt>
                <c:pt idx="28">
                  <c:v>15</c:v>
                </c:pt>
                <c:pt idx="29">
                  <c:v>46.8</c:v>
                </c:pt>
                <c:pt idx="30">
                  <c:v>73.900000</c:v>
                </c:pt>
                <c:pt idx="31">
                  <c:v>96.4</c:v>
                </c:pt>
                <c:pt idx="32">
                  <c:v>138.6</c:v>
                </c:pt>
                <c:pt idx="33">
                  <c:v>163.6</c:v>
                </c:pt>
                <c:pt idx="34">
                  <c:v>196</c:v>
                </c:pt>
                <c:pt idx="35">
                  <c:v>257.8</c:v>
                </c:pt>
                <c:pt idx="36">
                  <c:v>316.100000</c:v>
                </c:pt>
                <c:pt idx="37">
                  <c:v>343.5</c:v>
                </c:pt>
                <c:pt idx="38">
                  <c:v>388.6</c:v>
                </c:pt>
                <c:pt idx="39">
                  <c:v>425.5</c:v>
                </c:pt>
                <c:pt idx="40">
                  <c:v>449.7</c:v>
                </c:pt>
                <c:pt idx="41">
                  <c:v>468.9</c:v>
                </c:pt>
                <c:pt idx="42">
                  <c:v>485.9</c:v>
                </c:pt>
                <c:pt idx="43">
                  <c:v>506.6</c:v>
                </c:pt>
                <c:pt idx="44">
                  <c:v>509.7</c:v>
                </c:pt>
                <c:pt idx="45">
                  <c:v>523</c:v>
                </c:pt>
                <c:pt idx="46">
                  <c:v>517.9</c:v>
                </c:pt>
                <c:pt idx="47">
                  <c:v>498.9</c:v>
                </c:pt>
                <c:pt idx="48">
                  <c:v>443.6</c:v>
                </c:pt>
                <c:pt idx="49">
                  <c:v>483.4</c:v>
                </c:pt>
                <c:pt idx="50">
                  <c:v>455.8</c:v>
                </c:pt>
                <c:pt idx="51">
                  <c:v>445.6</c:v>
                </c:pt>
                <c:pt idx="52">
                  <c:v>430.6</c:v>
                </c:pt>
                <c:pt idx="53">
                  <c:v>329.3</c:v>
                </c:pt>
                <c:pt idx="54">
                  <c:v>279.900000</c:v>
                </c:pt>
                <c:pt idx="55">
                  <c:v>258.3</c:v>
                </c:pt>
                <c:pt idx="56">
                  <c:v>235.7</c:v>
                </c:pt>
                <c:pt idx="57">
                  <c:v>207.4</c:v>
                </c:pt>
                <c:pt idx="58">
                  <c:v>209.1</c:v>
                </c:pt>
                <c:pt idx="59">
                  <c:v>169.7</c:v>
                </c:pt>
                <c:pt idx="60">
                  <c:v>156.1</c:v>
                </c:pt>
                <c:pt idx="61">
                  <c:v>126.1</c:v>
                </c:pt>
                <c:pt idx="62">
                  <c:v>88.8</c:v>
                </c:pt>
                <c:pt idx="63">
                  <c:v>53.8</c:v>
                </c:pt>
                <c:pt idx="64">
                  <c:v>21</c:v>
                </c:pt>
                <c:pt idx="65">
                  <c:v>3</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211-4321-BCB8-47F60A30F84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12.1</c:v>
                </c:pt>
                <c:pt idx="27">
                  <c:v>45</c:v>
                </c:pt>
                <c:pt idx="28">
                  <c:v>94.7</c:v>
                </c:pt>
                <c:pt idx="29">
                  <c:v>144.5</c:v>
                </c:pt>
                <c:pt idx="30">
                  <c:v>196.2</c:v>
                </c:pt>
                <c:pt idx="31">
                  <c:v>248</c:v>
                </c:pt>
                <c:pt idx="32">
                  <c:v>285.100000</c:v>
                </c:pt>
                <c:pt idx="33">
                  <c:v>338.1</c:v>
                </c:pt>
                <c:pt idx="34">
                  <c:v>399.2</c:v>
                </c:pt>
                <c:pt idx="35">
                  <c:v>449.2</c:v>
                </c:pt>
                <c:pt idx="36">
                  <c:v>494.3</c:v>
                </c:pt>
                <c:pt idx="37">
                  <c:v>536.300000</c:v>
                </c:pt>
                <c:pt idx="38">
                  <c:v>574.300000</c:v>
                </c:pt>
                <c:pt idx="39">
                  <c:v>609.200000</c:v>
                </c:pt>
                <c:pt idx="40">
                  <c:v>641.1</c:v>
                </c:pt>
                <c:pt idx="41">
                  <c:v>669</c:v>
                </c:pt>
                <c:pt idx="42">
                  <c:v>692.1</c:v>
                </c:pt>
                <c:pt idx="43">
                  <c:v>711.2</c:v>
                </c:pt>
                <c:pt idx="44">
                  <c:v>725.4</c:v>
                </c:pt>
                <c:pt idx="45">
                  <c:v>735.6</c:v>
                </c:pt>
                <c:pt idx="46">
                  <c:v>741.6</c:v>
                </c:pt>
                <c:pt idx="47">
                  <c:v>743.7</c:v>
                </c:pt>
                <c:pt idx="48">
                  <c:v>742.6</c:v>
                </c:pt>
                <c:pt idx="49">
                  <c:v>734.5</c:v>
                </c:pt>
                <c:pt idx="50">
                  <c:v>730.1</c:v>
                </c:pt>
                <c:pt idx="51">
                  <c:v>716</c:v>
                </c:pt>
                <c:pt idx="52">
                  <c:v>696.1</c:v>
                </c:pt>
                <c:pt idx="53">
                  <c:v>673.1</c:v>
                </c:pt>
                <c:pt idx="54">
                  <c:v>646.200000</c:v>
                </c:pt>
                <c:pt idx="55">
                  <c:v>615.300000</c:v>
                </c:pt>
                <c:pt idx="56">
                  <c:v>581.300000</c:v>
                </c:pt>
                <c:pt idx="57">
                  <c:v>544.300000</c:v>
                </c:pt>
                <c:pt idx="58">
                  <c:v>481.4</c:v>
                </c:pt>
                <c:pt idx="59">
                  <c:v>438.8</c:v>
                </c:pt>
                <c:pt idx="60">
                  <c:v>392.3</c:v>
                </c:pt>
                <c:pt idx="61">
                  <c:v>347.4</c:v>
                </c:pt>
                <c:pt idx="62">
                  <c:v>298.5</c:v>
                </c:pt>
                <c:pt idx="63">
                  <c:v>242.2</c:v>
                </c:pt>
                <c:pt idx="64">
                  <c:v>181.3</c:v>
                </c:pt>
                <c:pt idx="65">
                  <c:v>130.300000</c:v>
                </c:pt>
                <c:pt idx="66">
                  <c:v>91.7</c:v>
                </c:pt>
                <c:pt idx="67">
                  <c:v>41.3</c:v>
                </c:pt>
                <c:pt idx="68">
                  <c:v>17.600000</c:v>
                </c:pt>
                <c:pt idx="69">
                  <c:v>1.2</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211-4321-BCB8-47F60A30F84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1.100000</c:v>
                </c:pt>
                <c:pt idx="28">
                  <c:v>11.8</c:v>
                </c:pt>
                <c:pt idx="29">
                  <c:v>30.2</c:v>
                </c:pt>
                <c:pt idx="30">
                  <c:v>48.6</c:v>
                </c:pt>
                <c:pt idx="31">
                  <c:v>74.3</c:v>
                </c:pt>
                <c:pt idx="32">
                  <c:v>94.6</c:v>
                </c:pt>
                <c:pt idx="33">
                  <c:v>118</c:v>
                </c:pt>
                <c:pt idx="34">
                  <c:v>147.800000</c:v>
                </c:pt>
                <c:pt idx="35">
                  <c:v>173.6</c:v>
                </c:pt>
                <c:pt idx="36">
                  <c:v>213.3</c:v>
                </c:pt>
                <c:pt idx="37">
                  <c:v>231.9</c:v>
                </c:pt>
                <c:pt idx="38">
                  <c:v>247.2</c:v>
                </c:pt>
                <c:pt idx="39">
                  <c:v>250.4</c:v>
                </c:pt>
                <c:pt idx="40">
                  <c:v>249.4</c:v>
                </c:pt>
                <c:pt idx="41">
                  <c:v>258</c:v>
                </c:pt>
                <c:pt idx="42">
                  <c:v>233.3</c:v>
                </c:pt>
                <c:pt idx="43">
                  <c:v>254.9</c:v>
                </c:pt>
                <c:pt idx="44">
                  <c:v>249.4</c:v>
                </c:pt>
                <c:pt idx="45">
                  <c:v>228.2</c:v>
                </c:pt>
                <c:pt idx="46">
                  <c:v>247.5</c:v>
                </c:pt>
                <c:pt idx="47">
                  <c:v>262.3</c:v>
                </c:pt>
                <c:pt idx="48">
                  <c:v>258.400000</c:v>
                </c:pt>
                <c:pt idx="49">
                  <c:v>277</c:v>
                </c:pt>
                <c:pt idx="50">
                  <c:v>278.2</c:v>
                </c:pt>
                <c:pt idx="51">
                  <c:v>255</c:v>
                </c:pt>
                <c:pt idx="52">
                  <c:v>230.3</c:v>
                </c:pt>
                <c:pt idx="53">
                  <c:v>244.4</c:v>
                </c:pt>
                <c:pt idx="54">
                  <c:v>223.8</c:v>
                </c:pt>
                <c:pt idx="55">
                  <c:v>214.9</c:v>
                </c:pt>
                <c:pt idx="56">
                  <c:v>200</c:v>
                </c:pt>
                <c:pt idx="57">
                  <c:v>183.9</c:v>
                </c:pt>
                <c:pt idx="58">
                  <c:v>172.8</c:v>
                </c:pt>
                <c:pt idx="59">
                  <c:v>154</c:v>
                </c:pt>
                <c:pt idx="60">
                  <c:v>138.800000</c:v>
                </c:pt>
                <c:pt idx="61">
                  <c:v>106.4</c:v>
                </c:pt>
                <c:pt idx="62">
                  <c:v>82.6</c:v>
                </c:pt>
                <c:pt idx="63">
                  <c:v>52.2</c:v>
                </c:pt>
                <c:pt idx="64">
                  <c:v>31.5</c:v>
                </c:pt>
                <c:pt idx="65">
                  <c:v>16.7</c:v>
                </c:pt>
                <c:pt idx="66">
                  <c:v>5.2</c:v>
                </c:pt>
                <c:pt idx="67">
                  <c:v>0.8</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D6F-4E26-932D-46C85970B28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7.5</c:v>
                </c:pt>
                <c:pt idx="29">
                  <c:v>17.900000</c:v>
                </c:pt>
                <c:pt idx="30">
                  <c:v>23.9</c:v>
                </c:pt>
                <c:pt idx="31">
                  <c:v>38.700000</c:v>
                </c:pt>
                <c:pt idx="32">
                  <c:v>52.7</c:v>
                </c:pt>
                <c:pt idx="33">
                  <c:v>62.2</c:v>
                </c:pt>
                <c:pt idx="34">
                  <c:v>84.2</c:v>
                </c:pt>
                <c:pt idx="35">
                  <c:v>98.7</c:v>
                </c:pt>
                <c:pt idx="36">
                  <c:v>118.9</c:v>
                </c:pt>
                <c:pt idx="37">
                  <c:v>136.300000</c:v>
                </c:pt>
                <c:pt idx="38">
                  <c:v>117</c:v>
                </c:pt>
                <c:pt idx="39">
                  <c:v>133.700000</c:v>
                </c:pt>
                <c:pt idx="40">
                  <c:v>156.800000</c:v>
                </c:pt>
                <c:pt idx="41">
                  <c:v>160.4</c:v>
                </c:pt>
                <c:pt idx="42">
                  <c:v>124.8</c:v>
                </c:pt>
                <c:pt idx="43">
                  <c:v>134.700000</c:v>
                </c:pt>
                <c:pt idx="44">
                  <c:v>125.7</c:v>
                </c:pt>
                <c:pt idx="45">
                  <c:v>116.3</c:v>
                </c:pt>
                <c:pt idx="46">
                  <c:v>124.7</c:v>
                </c:pt>
                <c:pt idx="47">
                  <c:v>105.4</c:v>
                </c:pt>
                <c:pt idx="48">
                  <c:v>108.8</c:v>
                </c:pt>
                <c:pt idx="49">
                  <c:v>105</c:v>
                </c:pt>
                <c:pt idx="50">
                  <c:v>95.4</c:v>
                </c:pt>
                <c:pt idx="51">
                  <c:v>94.3</c:v>
                </c:pt>
                <c:pt idx="52">
                  <c:v>121.9</c:v>
                </c:pt>
                <c:pt idx="53">
                  <c:v>115.9</c:v>
                </c:pt>
                <c:pt idx="54">
                  <c:v>108.9</c:v>
                </c:pt>
                <c:pt idx="55">
                  <c:v>98.6</c:v>
                </c:pt>
                <c:pt idx="56">
                  <c:v>89.5</c:v>
                </c:pt>
                <c:pt idx="57">
                  <c:v>108.7</c:v>
                </c:pt>
                <c:pt idx="58">
                  <c:v>88.8</c:v>
                </c:pt>
                <c:pt idx="59">
                  <c:v>63.8</c:v>
                </c:pt>
                <c:pt idx="60">
                  <c:v>61.6</c:v>
                </c:pt>
                <c:pt idx="61">
                  <c:v>54.6</c:v>
                </c:pt>
                <c:pt idx="62">
                  <c:v>42.5</c:v>
                </c:pt>
                <c:pt idx="63">
                  <c:v>29.9</c:v>
                </c:pt>
                <c:pt idx="64">
                  <c:v>14.9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D6F-4E26-932D-46C85970B28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3.1</c:v>
                </c:pt>
                <c:pt idx="28">
                  <c:v>16.7</c:v>
                </c:pt>
                <c:pt idx="29">
                  <c:v>39.5</c:v>
                </c:pt>
                <c:pt idx="30">
                  <c:v>81.100000</c:v>
                </c:pt>
                <c:pt idx="31">
                  <c:v>127</c:v>
                </c:pt>
                <c:pt idx="32">
                  <c:v>173.6</c:v>
                </c:pt>
                <c:pt idx="33">
                  <c:v>191.4</c:v>
                </c:pt>
                <c:pt idx="34">
                  <c:v>264.2</c:v>
                </c:pt>
                <c:pt idx="35">
                  <c:v>281.7</c:v>
                </c:pt>
                <c:pt idx="36">
                  <c:v>328.7</c:v>
                </c:pt>
                <c:pt idx="37">
                  <c:v>386.6</c:v>
                </c:pt>
                <c:pt idx="38">
                  <c:v>423.3</c:v>
                </c:pt>
                <c:pt idx="39">
                  <c:v>453</c:v>
                </c:pt>
                <c:pt idx="40">
                  <c:v>407.8</c:v>
                </c:pt>
                <c:pt idx="41">
                  <c:v>457.9</c:v>
                </c:pt>
                <c:pt idx="42">
                  <c:v>450</c:v>
                </c:pt>
                <c:pt idx="43">
                  <c:v>431.8</c:v>
                </c:pt>
                <c:pt idx="44">
                  <c:v>409.7</c:v>
                </c:pt>
                <c:pt idx="45">
                  <c:v>349.2</c:v>
                </c:pt>
                <c:pt idx="46">
                  <c:v>390.7</c:v>
                </c:pt>
                <c:pt idx="47">
                  <c:v>436.7</c:v>
                </c:pt>
                <c:pt idx="48">
                  <c:v>484.6</c:v>
                </c:pt>
                <c:pt idx="49">
                  <c:v>491.6</c:v>
                </c:pt>
                <c:pt idx="50">
                  <c:v>500.6</c:v>
                </c:pt>
                <c:pt idx="51">
                  <c:v>436.7</c:v>
                </c:pt>
                <c:pt idx="52">
                  <c:v>355.2</c:v>
                </c:pt>
                <c:pt idx="53">
                  <c:v>396.7</c:v>
                </c:pt>
                <c:pt idx="54">
                  <c:v>380.7</c:v>
                </c:pt>
                <c:pt idx="55">
                  <c:v>365</c:v>
                </c:pt>
                <c:pt idx="56">
                  <c:v>368.4</c:v>
                </c:pt>
                <c:pt idx="57">
                  <c:v>266.400000</c:v>
                </c:pt>
                <c:pt idx="58">
                  <c:v>235.7</c:v>
                </c:pt>
                <c:pt idx="59">
                  <c:v>212.9</c:v>
                </c:pt>
                <c:pt idx="60">
                  <c:v>181.4</c:v>
                </c:pt>
                <c:pt idx="61">
                  <c:v>151.1</c:v>
                </c:pt>
                <c:pt idx="62">
                  <c:v>111</c:v>
                </c:pt>
                <c:pt idx="63">
                  <c:v>74.600000</c:v>
                </c:pt>
                <c:pt idx="64">
                  <c:v>61.2</c:v>
                </c:pt>
                <c:pt idx="65">
                  <c:v>34.9</c:v>
                </c:pt>
                <c:pt idx="66">
                  <c:v>15</c:v>
                </c:pt>
                <c:pt idx="67">
                  <c:v>3.2</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D6F-4E26-932D-46C85970B28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3.6</c:v>
                </c:pt>
                <c:pt idx="28">
                  <c:v>16.600000</c:v>
                </c:pt>
                <c:pt idx="29">
                  <c:v>35.6</c:v>
                </c:pt>
                <c:pt idx="30">
                  <c:v>45.9</c:v>
                </c:pt>
                <c:pt idx="31">
                  <c:v>68.600000</c:v>
                </c:pt>
                <c:pt idx="32">
                  <c:v>87.2</c:v>
                </c:pt>
                <c:pt idx="33">
                  <c:v>114.8</c:v>
                </c:pt>
                <c:pt idx="34">
                  <c:v>134.200000</c:v>
                </c:pt>
                <c:pt idx="35">
                  <c:v>162.9</c:v>
                </c:pt>
                <c:pt idx="36">
                  <c:v>165.1</c:v>
                </c:pt>
                <c:pt idx="37">
                  <c:v>188.1</c:v>
                </c:pt>
                <c:pt idx="38">
                  <c:v>204.2</c:v>
                </c:pt>
                <c:pt idx="39">
                  <c:v>218.8</c:v>
                </c:pt>
                <c:pt idx="40">
                  <c:v>223.3</c:v>
                </c:pt>
                <c:pt idx="41">
                  <c:v>238.3</c:v>
                </c:pt>
                <c:pt idx="42">
                  <c:v>252.8</c:v>
                </c:pt>
                <c:pt idx="43">
                  <c:v>284.100000</c:v>
                </c:pt>
                <c:pt idx="44">
                  <c:v>283.5</c:v>
                </c:pt>
                <c:pt idx="45">
                  <c:v>310.7</c:v>
                </c:pt>
                <c:pt idx="46">
                  <c:v>306.3</c:v>
                </c:pt>
                <c:pt idx="47">
                  <c:v>296.5</c:v>
                </c:pt>
                <c:pt idx="48">
                  <c:v>238.8</c:v>
                </c:pt>
                <c:pt idx="49">
                  <c:v>194.3</c:v>
                </c:pt>
                <c:pt idx="50">
                  <c:v>194.8</c:v>
                </c:pt>
                <c:pt idx="51">
                  <c:v>216.1</c:v>
                </c:pt>
                <c:pt idx="52">
                  <c:v>197.8</c:v>
                </c:pt>
                <c:pt idx="53">
                  <c:v>161.300000</c:v>
                </c:pt>
                <c:pt idx="54">
                  <c:v>145</c:v>
                </c:pt>
                <c:pt idx="55">
                  <c:v>146</c:v>
                </c:pt>
                <c:pt idx="56">
                  <c:v>155.6</c:v>
                </c:pt>
                <c:pt idx="57">
                  <c:v>156.800000</c:v>
                </c:pt>
                <c:pt idx="58">
                  <c:v>151.200000</c:v>
                </c:pt>
                <c:pt idx="59">
                  <c:v>133.1</c:v>
                </c:pt>
                <c:pt idx="60">
                  <c:v>122.8</c:v>
                </c:pt>
                <c:pt idx="61">
                  <c:v>89.5</c:v>
                </c:pt>
                <c:pt idx="62">
                  <c:v>66.5</c:v>
                </c:pt>
                <c:pt idx="63">
                  <c:v>56.3</c:v>
                </c:pt>
                <c:pt idx="64">
                  <c:v>40.5</c:v>
                </c:pt>
                <c:pt idx="65">
                  <c:v>22.8</c:v>
                </c:pt>
                <c:pt idx="66">
                  <c:v>13.2</c:v>
                </c:pt>
                <c:pt idx="67">
                  <c:v>5.4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5380-4B0A-A3B4-66E3CF62A9C4}"/>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5.9</c:v>
                </c:pt>
                <c:pt idx="29">
                  <c:v>13.8</c:v>
                </c:pt>
                <c:pt idx="30">
                  <c:v>16</c:v>
                </c:pt>
                <c:pt idx="31">
                  <c:v>35.6</c:v>
                </c:pt>
                <c:pt idx="32">
                  <c:v>49.6</c:v>
                </c:pt>
                <c:pt idx="33">
                  <c:v>56.7</c:v>
                </c:pt>
                <c:pt idx="34">
                  <c:v>53.7</c:v>
                </c:pt>
                <c:pt idx="35">
                  <c:v>80.2</c:v>
                </c:pt>
                <c:pt idx="36">
                  <c:v>67</c:v>
                </c:pt>
                <c:pt idx="37">
                  <c:v>73</c:v>
                </c:pt>
                <c:pt idx="38">
                  <c:v>81.2</c:v>
                </c:pt>
                <c:pt idx="39">
                  <c:v>57.4</c:v>
                </c:pt>
                <c:pt idx="40">
                  <c:v>70.400000</c:v>
                </c:pt>
                <c:pt idx="41">
                  <c:v>67.5</c:v>
                </c:pt>
                <c:pt idx="42">
                  <c:v>85.6</c:v>
                </c:pt>
                <c:pt idx="43">
                  <c:v>140.700000</c:v>
                </c:pt>
                <c:pt idx="44">
                  <c:v>128</c:v>
                </c:pt>
                <c:pt idx="45">
                  <c:v>92.6</c:v>
                </c:pt>
                <c:pt idx="46">
                  <c:v>66.2</c:v>
                </c:pt>
                <c:pt idx="47">
                  <c:v>99.9</c:v>
                </c:pt>
                <c:pt idx="48">
                  <c:v>98</c:v>
                </c:pt>
                <c:pt idx="49">
                  <c:v>85.1</c:v>
                </c:pt>
                <c:pt idx="50">
                  <c:v>87.5</c:v>
                </c:pt>
                <c:pt idx="51">
                  <c:v>94.5</c:v>
                </c:pt>
                <c:pt idx="52">
                  <c:v>107.3</c:v>
                </c:pt>
                <c:pt idx="53">
                  <c:v>82.9</c:v>
                </c:pt>
                <c:pt idx="54">
                  <c:v>61.7</c:v>
                </c:pt>
                <c:pt idx="55">
                  <c:v>99.9</c:v>
                </c:pt>
                <c:pt idx="56">
                  <c:v>96</c:v>
                </c:pt>
                <c:pt idx="57">
                  <c:v>71.100000</c:v>
                </c:pt>
                <c:pt idx="58">
                  <c:v>63.4</c:v>
                </c:pt>
                <c:pt idx="59">
                  <c:v>50.4</c:v>
                </c:pt>
                <c:pt idx="60">
                  <c:v>44.4</c:v>
                </c:pt>
                <c:pt idx="61">
                  <c:v>27.8</c:v>
                </c:pt>
                <c:pt idx="62">
                  <c:v>11.8</c:v>
                </c:pt>
                <c:pt idx="63">
                  <c:v>9.6</c:v>
                </c:pt>
                <c:pt idx="64">
                  <c:v>7.9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5380-4B0A-A3B4-66E3CF62A9C4}"/>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9.800000</c:v>
                </c:pt>
                <c:pt idx="28">
                  <c:v>42.4</c:v>
                </c:pt>
                <c:pt idx="29">
                  <c:v>85.6</c:v>
                </c:pt>
                <c:pt idx="30">
                  <c:v>136.200000</c:v>
                </c:pt>
                <c:pt idx="31">
                  <c:v>178.5</c:v>
                </c:pt>
                <c:pt idx="32">
                  <c:v>165.4</c:v>
                </c:pt>
                <c:pt idx="33">
                  <c:v>216</c:v>
                </c:pt>
                <c:pt idx="34">
                  <c:v>262.100000</c:v>
                </c:pt>
                <c:pt idx="35">
                  <c:v>306.2</c:v>
                </c:pt>
                <c:pt idx="36">
                  <c:v>371.7</c:v>
                </c:pt>
                <c:pt idx="37">
                  <c:v>456.5</c:v>
                </c:pt>
                <c:pt idx="38">
                  <c:v>493.6</c:v>
                </c:pt>
                <c:pt idx="39">
                  <c:v>526.800000</c:v>
                </c:pt>
                <c:pt idx="40">
                  <c:v>555.9</c:v>
                </c:pt>
                <c:pt idx="41">
                  <c:v>581.9</c:v>
                </c:pt>
                <c:pt idx="42">
                  <c:v>603.9</c:v>
                </c:pt>
                <c:pt idx="43">
                  <c:v>622</c:v>
                </c:pt>
                <c:pt idx="44">
                  <c:v>636</c:v>
                </c:pt>
                <c:pt idx="45">
                  <c:v>646</c:v>
                </c:pt>
                <c:pt idx="46">
                  <c:v>642.6</c:v>
                </c:pt>
                <c:pt idx="47">
                  <c:v>513.9</c:v>
                </c:pt>
                <c:pt idx="48">
                  <c:v>355.4</c:v>
                </c:pt>
                <c:pt idx="49">
                  <c:v>308.7</c:v>
                </c:pt>
                <c:pt idx="50">
                  <c:v>307.5</c:v>
                </c:pt>
                <c:pt idx="51">
                  <c:v>392.3</c:v>
                </c:pt>
                <c:pt idx="52">
                  <c:v>333.4</c:v>
                </c:pt>
                <c:pt idx="53">
                  <c:v>274.3</c:v>
                </c:pt>
                <c:pt idx="54">
                  <c:v>247.3</c:v>
                </c:pt>
                <c:pt idx="55">
                  <c:v>254</c:v>
                </c:pt>
                <c:pt idx="56">
                  <c:v>241.3</c:v>
                </c:pt>
                <c:pt idx="57">
                  <c:v>265.600000</c:v>
                </c:pt>
                <c:pt idx="58">
                  <c:v>229</c:v>
                </c:pt>
                <c:pt idx="59">
                  <c:v>223.9</c:v>
                </c:pt>
                <c:pt idx="60">
                  <c:v>212.5</c:v>
                </c:pt>
                <c:pt idx="61">
                  <c:v>146</c:v>
                </c:pt>
                <c:pt idx="62">
                  <c:v>133.4</c:v>
                </c:pt>
                <c:pt idx="63">
                  <c:v>135.200000</c:v>
                </c:pt>
                <c:pt idx="64">
                  <c:v>113.4</c:v>
                </c:pt>
                <c:pt idx="65">
                  <c:v>68.600000</c:v>
                </c:pt>
                <c:pt idx="66">
                  <c:v>29.6</c:v>
                </c:pt>
                <c:pt idx="67">
                  <c:v>11.4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5380-4B0A-A3B4-66E3CF62A9C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バスへ直接</c:v>
          </c:tx>
          <c:spPr>
            <a:solidFill>
              <a:srgbClr val="159A8C"/>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0.821714</c:v>
                </c:pt>
                <c:pt idx="1">
                  <c:v>1.035521</c:v>
                </c:pt>
                <c:pt idx="2">
                  <c:v>0.868335</c:v>
                </c:pt>
                <c:pt idx="3">
                  <c:v>0.414679</c:v>
                </c:pt>
                <c:pt idx="4">
                  <c:v>1.045122</c:v>
                </c:pt>
                <c:pt idx="5">
                  <c:v>1.373925</c:v>
                </c:pt>
                <c:pt idx="6">
                  <c:v>1.021596</c:v>
                </c:pt>
                <c:pt idx="7">
                  <c:v>1.072295</c:v>
                </c:pt>
                <c:pt idx="8">
                  <c:v>1.088231</c:v>
                </c:pt>
                <c:pt idx="9">
                  <c:v>0.727044</c:v>
                </c:pt>
                <c:pt idx="10">
                  <c:v>0.978628</c:v>
                </c:pt>
                <c:pt idx="11">
                  <c:v>0.848822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76A-4240-8687-BBA1DFEBFDB3}"/>
            </c:ext>
          </c:extLst>
        </c:ser>
        <c:ser>
          <c:idx val="1"/>
          <c:order val="1"/>
          <c:tx>
            <c:v>BESSへ</c:v>
          </c:tx>
          <c:spPr>
            <a:solidFill>
              <a:srgbClr val="86B4A0"/>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14.881824</c:v>
                </c:pt>
                <c:pt idx="1">
                  <c:v>19.224419</c:v>
                </c:pt>
                <c:pt idx="2">
                  <c:v>12.231421</c:v>
                </c:pt>
                <c:pt idx="3">
                  <c:v>20.447235</c:v>
                </c:pt>
                <c:pt idx="4">
                  <c:v>18.399961</c:v>
                </c:pt>
                <c:pt idx="5">
                  <c:v>19.96838</c:v>
                </c:pt>
                <c:pt idx="6">
                  <c:v>22.325707</c:v>
                </c:pt>
                <c:pt idx="7">
                  <c:v>21.538232</c:v>
                </c:pt>
                <c:pt idx="8">
                  <c:v>19.016262</c:v>
                </c:pt>
                <c:pt idx="9">
                  <c:v>16.543681</c:v>
                </c:pt>
                <c:pt idx="10">
                  <c:v>14.868559</c:v>
                </c:pt>
                <c:pt idx="11">
                  <c:v>14.746766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76A-4240-8687-BBA1DFEBFDB3}"/>
            </c:ext>
          </c:extLst>
        </c:ser>
        <c:ser>
          <c:idx val="2"/>
          <c:order val="2"/>
          <c:tx>
            <c:v>抑制</c:v>
          </c:tx>
          <c:spPr>
            <a:solidFill>
              <a:srgbClr val="BAC1C9"/>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0</c:v>
                </c:pt>
                <c:pt idx="1">
                  <c:v>1.080797</c:v>
                </c:pt>
                <c:pt idx="2">
                  <c:v>1.756120</c:v>
                </c:pt>
                <c:pt idx="3">
                  <c:v>5.495523</c:v>
                </c:pt>
                <c:pt idx="4">
                  <c:v>7.193492</c:v>
                </c:pt>
                <c:pt idx="5">
                  <c:v>10.259208</c:v>
                </c:pt>
                <c:pt idx="6">
                  <c:v>8.707685</c:v>
                </c:pt>
                <c:pt idx="7">
                  <c:v>7.948886</c:v>
                </c:pt>
                <c:pt idx="8">
                  <c:v>7.677757</c:v>
                </c:pt>
                <c:pt idx="9">
                  <c:v>0</c:v>
                </c:pt>
                <c:pt idx="10">
                  <c:v>0</c:v>
                </c:pt>
                <c:pt idx="1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376A-4240-8687-BBA1DFEBFDB3}"/>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35"/>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週間購入電力量</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6.596368</c:v>
                </c:pt>
                <c:pt idx="1">
                  <c:v>3.688216</c:v>
                </c:pt>
                <c:pt idx="2">
                  <c:v>10.178226</c:v>
                </c:pt>
                <c:pt idx="3">
                  <c:v>1.632599</c:v>
                </c:pt>
                <c:pt idx="4">
                  <c:v>3.513250</c:v>
                </c:pt>
                <c:pt idx="5">
                  <c:v>2.429353</c:v>
                </c:pt>
                <c:pt idx="6">
                  <c:v>0.875493</c:v>
                </c:pt>
                <c:pt idx="7">
                  <c:v>0.337282</c:v>
                </c:pt>
                <c:pt idx="8">
                  <c:v>3.818887</c:v>
                </c:pt>
                <c:pt idx="9">
                  <c:v>5.549877</c:v>
                </c:pt>
                <c:pt idx="10">
                  <c:v>6.700575</c:v>
                </c:pt>
                <c:pt idx="11">
                  <c:v>6.961824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58-4EE2-9F41-3FA8EB486EE9}"/>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2"/>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車両日費</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410</c:v>
                </c:pt>
                <c:pt idx="1">
                  <c:v>412</c:v>
                </c:pt>
                <c:pt idx="2">
                  <c:v>412</c:v>
                </c:pt>
                <c:pt idx="3">
                  <c:v>412</c:v>
                </c:pt>
                <c:pt idx="4">
                  <c:v>412</c:v>
                </c:pt>
                <c:pt idx="5">
                  <c:v>412</c:v>
                </c:pt>
                <c:pt idx="6">
                  <c:v>412</c:v>
                </c:pt>
                <c:pt idx="7">
                  <c:v>412</c:v>
                </c:pt>
                <c:pt idx="8">
                  <c:v>412</c:v>
                </c:pt>
                <c:pt idx="9">
                  <c:v>410</c:v>
                </c:pt>
                <c:pt idx="10">
                  <c:v>412</c:v>
                </c:pt>
                <c:pt idx="11">
                  <c:v>412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6CC-4E8E-A3FB-8FBCC54B01DD}"/>
            </c:ext>
          </c:extLst>
        </c:ser>
        <c:ser>
          <c:idx val="1"/>
          <c:order val="1"/>
          <c:tx>
            <c:v>その他の費用</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76.046266</c:v>
                </c:pt>
                <c:pt idx="1">
                  <c:v>65.638672</c:v>
                </c:pt>
                <c:pt idx="2">
                  <c:v>200.651517</c:v>
                </c:pt>
                <c:pt idx="3">
                  <c:v>11.509371</c:v>
                </c:pt>
                <c:pt idx="4">
                  <c:v>69.147456</c:v>
                </c:pt>
                <c:pt idx="5">
                  <c:v>45.758889</c:v>
                </c:pt>
                <c:pt idx="6">
                  <c:v>6.589460</c:v>
                </c:pt>
                <c:pt idx="7">
                  <c:v>5.845531</c:v>
                </c:pt>
                <c:pt idx="8">
                  <c:v>84.623214</c:v>
                </c:pt>
                <c:pt idx="9">
                  <c:v>56.350859</c:v>
                </c:pt>
                <c:pt idx="10">
                  <c:v>99.016339</c:v>
                </c:pt>
                <c:pt idx="11">
                  <c:v>87.262366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6CC-4E8E-A3FB-8FBCC54B01DD}"/>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65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買電</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19.789104</c:v>
                </c:pt>
                <c:pt idx="1">
                  <c:v>11.064649</c:v>
                </c:pt>
                <c:pt idx="2">
                  <c:v>30.534677</c:v>
                </c:pt>
                <c:pt idx="3">
                  <c:v>4.897796</c:v>
                </c:pt>
                <c:pt idx="4">
                  <c:v>10.539751</c:v>
                </c:pt>
                <c:pt idx="5">
                  <c:v>7.288060</c:v>
                </c:pt>
                <c:pt idx="6">
                  <c:v>2.626478</c:v>
                </c:pt>
                <c:pt idx="7">
                  <c:v>1.011847</c:v>
                </c:pt>
                <c:pt idx="8">
                  <c:v>11.456661</c:v>
                </c:pt>
                <c:pt idx="9">
                  <c:v>16.649631</c:v>
                </c:pt>
                <c:pt idx="10">
                  <c:v>20.101725</c:v>
                </c:pt>
                <c:pt idx="11">
                  <c:v>20.885471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252-428D-8B03-6AD3AA4000BF}"/>
            </c:ext>
          </c:extLst>
        </c:ser>
        <c:ser>
          <c:idx val="1"/>
          <c:order val="1"/>
          <c:tx>
            <c:v>燃料</c:v>
          </c:tx>
          <c:spPr>
            <a:solidFill>
              <a:srgbClr val="C99021"/>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3.631788</c:v>
                </c:pt>
                <c:pt idx="1">
                  <c:v>3.738522</c:v>
                </c:pt>
                <c:pt idx="2">
                  <c:v>3.595495</c:v>
                </c:pt>
                <c:pt idx="3">
                  <c:v>4.224908</c:v>
                </c:pt>
                <c:pt idx="4">
                  <c:v>3.646951</c:v>
                </c:pt>
                <c:pt idx="5">
                  <c:v>3.646951</c:v>
                </c:pt>
                <c:pt idx="6">
                  <c:v>3.852787</c:v>
                </c:pt>
                <c:pt idx="7">
                  <c:v>3.684194</c:v>
                </c:pt>
                <c:pt idx="8">
                  <c:v>3.783661</c:v>
                </c:pt>
                <c:pt idx="9">
                  <c:v>3.631788</c:v>
                </c:pt>
                <c:pt idx="10">
                  <c:v>3.530380</c:v>
                </c:pt>
                <c:pt idx="11">
                  <c:v>3.842427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252-428D-8B03-6AD3AA4000BF}"/>
            </c:ext>
          </c:extLst>
        </c:ser>
        <c:ser>
          <c:idx val="2"/>
          <c:order val="2"/>
          <c:tx>
            <c:v>超過モデル費</c:v>
          </c:tx>
          <c:spPr>
            <a:solidFill>
              <a:srgbClr val="78589A"/>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52.232945</c:v>
                </c:pt>
                <c:pt idx="1">
                  <c:v>50.586640</c:v>
                </c:pt>
                <c:pt idx="2">
                  <c:v>165.950449</c:v>
                </c:pt>
                <c:pt idx="3">
                  <c:v>2.232202</c:v>
                </c:pt>
                <c:pt idx="4">
                  <c:v>54.72222</c:v>
                </c:pt>
                <c:pt idx="5">
                  <c:v>34.639539</c:v>
                </c:pt>
                <c:pt idx="6">
                  <c:v>0</c:v>
                </c:pt>
                <c:pt idx="7">
                  <c:v>1.069113</c:v>
                </c:pt>
                <c:pt idx="8">
                  <c:v>69.126720</c:v>
                </c:pt>
                <c:pt idx="9">
                  <c:v>35.729336</c:v>
                </c:pt>
                <c:pt idx="10">
                  <c:v>74.988345</c:v>
                </c:pt>
                <c:pt idx="11">
                  <c:v>62.120135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252-428D-8B03-6AD3AA4000BF}"/>
            </c:ext>
          </c:extLst>
        </c:ser>
        <c:ser>
          <c:idx val="3"/>
          <c:order val="3"/>
          <c:tx>
            <c:v>CO₂</c:v>
          </c:tx>
          <c:spPr>
            <a:solidFill>
              <a:srgbClr val="87949F"/>
            </a:solidFill>
          </c:spPr>
          <c:invertIfNegative val="1"/>
          <c:cat>
            <c:strRef>
              <c:f>'Chart Data'!$G$2:$G$13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Data'!$H$2:$H$13</c:f>
              <c:numCache>
                <c:formatCode>0</c:formatCode>
                <c:ptCount val="12"/>
                <c:pt idx="0">
                  <c:v>0.392428</c:v>
                </c:pt>
                <c:pt idx="1">
                  <c:v>0.24886</c:v>
                </c:pt>
                <c:pt idx="2">
                  <c:v>0.570895</c:v>
                </c:pt>
                <c:pt idx="3">
                  <c:v>0.154464</c:v>
                </c:pt>
                <c:pt idx="4">
                  <c:v>0.238533</c:v>
                </c:pt>
                <c:pt idx="5">
                  <c:v>0.184339</c:v>
                </c:pt>
                <c:pt idx="6">
                  <c:v>0.110194</c:v>
                </c:pt>
                <c:pt idx="7">
                  <c:v>0.080377</c:v>
                </c:pt>
                <c:pt idx="8">
                  <c:v>0.256172</c:v>
                </c:pt>
                <c:pt idx="9">
                  <c:v>0.340103</c:v>
                </c:pt>
                <c:pt idx="10">
                  <c:v>0.395890</c:v>
                </c:pt>
                <c:pt idx="11">
                  <c:v>0.414332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9252-428D-8B03-6AD3AA4000BF}"/>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1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4.9873284826738432E-2"/>
          <c:w val="0.87079646017699119"/>
          <c:h val="0.57383966244725737"/>
        </c:manualLayout>
      </c:layout>
      <c:scatterChart>
        <c:scatterStyle val="lineMarker"/>
        <c:varyColors val="1"/>
        <c:ser>
          <c:idx val="0"/>
          <c:order val="0"/>
          <c:tx>
            <c:v>3月</c:v>
          </c:tx>
          <c:spPr>
            <a:ln w="14288">
              <a:solidFill>
                <a:srgbClr val="2F70B9"/>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c:v>
                </c:pt>
                <c:pt idx="37">
                  <c:v>188.136432</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199.742000</c:v>
                </c:pt>
                <c:pt idx="51">
                  <c:v>199.742000</c:v>
                </c:pt>
                <c:pt idx="52">
                  <c:v>86.6</c:v>
                </c:pt>
                <c:pt idx="53">
                  <c:v>86.6</c:v>
                </c:pt>
                <c:pt idx="54">
                  <c:v>35.615000</c:v>
                </c:pt>
                <c:pt idx="55">
                  <c:v>35.615000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c:v>
                </c:pt>
                <c:pt idx="115">
                  <c:v>229.200375</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300.000100</c:v>
                </c:pt>
                <c:pt idx="185">
                  <c:v>300.000100</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240.000200</c:v>
                </c:pt>
                <c:pt idx="197">
                  <c:v>240.000200</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336.705700</c:v>
                </c:pt>
                <c:pt idx="209">
                  <c:v>336.705700</c:v>
                </c:pt>
                <c:pt idx="210">
                  <c:v>480</c:v>
                </c:pt>
                <c:pt idx="211">
                  <c:v>480</c:v>
                </c:pt>
                <c:pt idx="212">
                  <c:v>431.944599</c:v>
                </c:pt>
                <c:pt idx="213">
                  <c:v>431.944599</c:v>
                </c:pt>
                <c:pt idx="214">
                  <c:v>300.000100</c:v>
                </c:pt>
                <c:pt idx="215">
                  <c:v>300.000100</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510.000100</c:v>
                </c:pt>
                <c:pt idx="231">
                  <c:v>510.000100</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182.211347</c:v>
                </c:pt>
                <c:pt idx="381">
                  <c:v>182.211347</c:v>
                </c:pt>
                <c:pt idx="382">
                  <c:v>200</c:v>
                </c:pt>
                <c:pt idx="383">
                  <c:v>200</c:v>
                </c:pt>
                <c:pt idx="384">
                  <c:v>400.501266</c:v>
                </c:pt>
                <c:pt idx="385">
                  <c:v>400.501266</c:v>
                </c:pt>
                <c:pt idx="386">
                  <c:v>217.163348</c:v>
                </c:pt>
                <c:pt idx="387">
                  <c:v>217.163348</c:v>
                </c:pt>
                <c:pt idx="388">
                  <c:v>249.171580</c:v>
                </c:pt>
                <c:pt idx="389">
                  <c:v>249.171580</c:v>
                </c:pt>
                <c:pt idx="390">
                  <c:v>278.491619</c:v>
                </c:pt>
                <c:pt idx="391">
                  <c:v>278.491619</c:v>
                </c:pt>
                <c:pt idx="392">
                  <c:v>276.354033</c:v>
                </c:pt>
                <c:pt idx="393">
                  <c:v>276.354033</c:v>
                </c:pt>
                <c:pt idx="394">
                  <c:v>450.000100</c:v>
                </c:pt>
                <c:pt idx="395">
                  <c:v>450.000100</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330.000100</c:v>
                </c:pt>
                <c:pt idx="411">
                  <c:v>330.000100</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450.000400</c:v>
                </c:pt>
                <c:pt idx="575">
                  <c:v>450.000400</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629.999900</c:v>
                </c:pt>
                <c:pt idx="611">
                  <c:v>629.999900</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c:v>
                </c:pt>
                <c:pt idx="787">
                  <c:v>544.917230</c:v>
                </c:pt>
                <c:pt idx="788">
                  <c:v>342.212289</c:v>
                </c:pt>
                <c:pt idx="789">
                  <c:v>342.212289</c:v>
                </c:pt>
                <c:pt idx="790">
                  <c:v>515.353910</c:v>
                </c:pt>
                <c:pt idx="791">
                  <c:v>515.353910</c:v>
                </c:pt>
                <c:pt idx="792">
                  <c:v>200</c:v>
                </c:pt>
                <c:pt idx="793">
                  <c:v>200</c:v>
                </c:pt>
                <c:pt idx="794">
                  <c:v>437.395190</c:v>
                </c:pt>
                <c:pt idx="795">
                  <c:v>437.395190</c:v>
                </c:pt>
                <c:pt idx="796">
                  <c:v>295.469293</c:v>
                </c:pt>
                <c:pt idx="797">
                  <c:v>295.469293</c:v>
                </c:pt>
                <c:pt idx="798">
                  <c:v>479.999800</c:v>
                </c:pt>
                <c:pt idx="799">
                  <c:v>479.999800</c:v>
                </c:pt>
                <c:pt idx="800">
                  <c:v>316.093323</c:v>
                </c:pt>
                <c:pt idx="801">
                  <c:v>316.093323</c:v>
                </c:pt>
                <c:pt idx="802">
                  <c:v>295.507125</c:v>
                </c:pt>
                <c:pt idx="803">
                  <c:v>295.507125</c:v>
                </c:pt>
                <c:pt idx="804">
                  <c:v>206.619570</c:v>
                </c:pt>
                <c:pt idx="805">
                  <c:v>206.619570</c:v>
                </c:pt>
                <c:pt idx="806">
                  <c:v>318.000433</c:v>
                </c:pt>
                <c:pt idx="807">
                  <c:v>318.000433</c:v>
                </c:pt>
                <c:pt idx="808">
                  <c:v>622.210467</c:v>
                </c:pt>
                <c:pt idx="809">
                  <c:v>622.210467</c:v>
                </c:pt>
                <c:pt idx="810">
                  <c:v>486.632200</c:v>
                </c:pt>
                <c:pt idx="811">
                  <c:v>486.632200</c:v>
                </c:pt>
                <c:pt idx="812">
                  <c:v>422.212070</c:v>
                </c:pt>
                <c:pt idx="813">
                  <c:v>422.212070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90.000100</c:v>
                </c:pt>
                <c:pt idx="1175">
                  <c:v>90.000100</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0-F590-4606-8C6D-1BB4FF77A729}"/>
            </c:ext>
          </c:extLst>
        </c:ser>
        <c:ser>
          <c:idx val="1"/>
          <c:order val="1"/>
          <c:tx>
            <c:v>11月</c:v>
          </c:tx>
          <c:spPr>
            <a:ln w="14288">
              <a:solidFill>
                <a:srgbClr val="159A8C"/>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69.883928</c:v>
                </c:pt>
                <c:pt idx="381">
                  <c:v>69.883928</c:v>
                </c:pt>
                <c:pt idx="382">
                  <c:v>300.000500</c:v>
                </c:pt>
                <c:pt idx="383">
                  <c:v>300.000500</c:v>
                </c:pt>
                <c:pt idx="384">
                  <c:v>216.541603</c:v>
                </c:pt>
                <c:pt idx="385">
                  <c:v>216.541603</c:v>
                </c:pt>
                <c:pt idx="386">
                  <c:v>240</c:v>
                </c:pt>
                <c:pt idx="387">
                  <c:v>240</c:v>
                </c:pt>
                <c:pt idx="388">
                  <c:v>180</c:v>
                </c:pt>
                <c:pt idx="389">
                  <c:v>180</c:v>
                </c:pt>
                <c:pt idx="390">
                  <c:v>200</c:v>
                </c:pt>
                <c:pt idx="391">
                  <c:v>200</c:v>
                </c:pt>
                <c:pt idx="392">
                  <c:v>240.000300</c:v>
                </c:pt>
                <c:pt idx="393">
                  <c:v>240.000300</c:v>
                </c:pt>
                <c:pt idx="394">
                  <c:v>441.075619</c:v>
                </c:pt>
                <c:pt idx="395">
                  <c:v>441.075619</c:v>
                </c:pt>
                <c:pt idx="396">
                  <c:v>320.603840</c:v>
                </c:pt>
                <c:pt idx="397">
                  <c:v>320.603840</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210.000200</c:v>
                </c:pt>
                <c:pt idx="409">
                  <c:v>210.000200</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130.673738</c:v>
                </c:pt>
                <c:pt idx="597">
                  <c:v>130.673738</c:v>
                </c:pt>
                <c:pt idx="598">
                  <c:v>200</c:v>
                </c:pt>
                <c:pt idx="599">
                  <c:v>200</c:v>
                </c:pt>
                <c:pt idx="600">
                  <c:v>200</c:v>
                </c:pt>
                <c:pt idx="601">
                  <c:v>200</c:v>
                </c:pt>
                <c:pt idx="602">
                  <c:v>168.666033</c:v>
                </c:pt>
                <c:pt idx="603">
                  <c:v>168.666033</c:v>
                </c:pt>
                <c:pt idx="604">
                  <c:v>173.526180</c:v>
                </c:pt>
                <c:pt idx="605">
                  <c:v>173.526180</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143.813530</c:v>
                </c:pt>
                <c:pt idx="761">
                  <c:v>143.813530</c:v>
                </c:pt>
                <c:pt idx="762">
                  <c:v>240.000600</c:v>
                </c:pt>
                <c:pt idx="763">
                  <c:v>240.000600</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330.000100</c:v>
                </c:pt>
                <c:pt idx="787">
                  <c:v>330.000100</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F590-4606-8C6D-1BB4FF77A729}"/>
            </c:ext>
          </c:extLst>
        </c:ser>
        <c:ser>
          <c:idx val="2"/>
          <c:order val="2"/>
          <c:tx>
            <c:v>課金閾値200 kW</c:v>
          </c:tx>
          <c:spPr>
            <a:ln w="14288">
              <a:solidFill>
                <a:srgbClr val="B95D4C"/>
              </a:solidFill>
            </a:ln>
          </c:spPr>
          <c:marker>
            <c:symbol val="none"/>
          </c:marker>
          <c:xVal>
            <c:numRef>
              <c:f>'Chart Data'!$E$2:$E$3</c:f>
              <c:numCache>
                <c:formatCode>General</c:formatCode>
                <c:ptCount val="2"/>
                <c:pt idx="0">
                  <c:v>0</c:v>
                </c:pt>
                <c:pt idx="1">
                  <c:v>173.75</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F590-4606-8C6D-1BB4FF77A729}"/>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74"/>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Marker"/>
        <c:varyColors val="1"/>
        <c:ser>
          <c:idx val="0"/>
          <c:order val="0"/>
          <c:tx>
            <c:v>受電電力</c:v>
          </c:tx>
          <c:spPr>
            <a:ln w="14288">
              <a:solidFill>
                <a:srgbClr val="2F70B9"/>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210.57872</c:v>
                </c:pt>
                <c:pt idx="1">
                  <c:v>210.57872</c:v>
                </c:pt>
                <c:pt idx="2">
                  <c:v>200</c:v>
                </c:pt>
                <c:pt idx="3">
                  <c:v>200</c:v>
                </c:pt>
                <c:pt idx="4">
                  <c:v>200</c:v>
                </c:pt>
                <c:pt idx="5">
                  <c:v>200</c:v>
                </c:pt>
                <c:pt idx="6">
                  <c:v>200</c:v>
                </c:pt>
                <c:pt idx="7">
                  <c:v>200</c:v>
                </c:pt>
                <c:pt idx="8">
                  <c:v>222.211147</c:v>
                </c:pt>
                <c:pt idx="9">
                  <c:v>222.211147</c:v>
                </c:pt>
                <c:pt idx="10">
                  <c:v>270</c:v>
                </c:pt>
                <c:pt idx="11">
                  <c:v>270</c:v>
                </c:pt>
                <c:pt idx="12">
                  <c:v>210</c:v>
                </c:pt>
                <c:pt idx="13">
                  <c:v>210</c:v>
                </c:pt>
                <c:pt idx="14">
                  <c:v>252.210626</c:v>
                </c:pt>
                <c:pt idx="15">
                  <c:v>252.210626</c:v>
                </c:pt>
                <c:pt idx="16">
                  <c:v>360</c:v>
                </c:pt>
                <c:pt idx="17">
                  <c:v>360</c:v>
                </c:pt>
                <c:pt idx="18">
                  <c:v>260.336337</c:v>
                </c:pt>
                <c:pt idx="19">
                  <c:v>260.336337</c:v>
                </c:pt>
                <c:pt idx="20">
                  <c:v>284.972116</c:v>
                </c:pt>
                <c:pt idx="21">
                  <c:v>284.972116</c:v>
                </c:pt>
                <c:pt idx="22">
                  <c:v>280.897859</c:v>
                </c:pt>
                <c:pt idx="23">
                  <c:v>280.897859</c:v>
                </c:pt>
                <c:pt idx="24">
                  <c:v>629.999900</c:v>
                </c:pt>
                <c:pt idx="25">
                  <c:v>629.999900</c:v>
                </c:pt>
                <c:pt idx="26">
                  <c:v>552.210626</c:v>
                </c:pt>
                <c:pt idx="27">
                  <c:v>552.210626</c:v>
                </c:pt>
                <c:pt idx="28">
                  <c:v>565.172218</c:v>
                </c:pt>
                <c:pt idx="29">
                  <c:v>565.172218</c:v>
                </c:pt>
                <c:pt idx="30">
                  <c:v>600</c:v>
                </c:pt>
                <c:pt idx="31">
                  <c:v>600</c:v>
                </c:pt>
                <c:pt idx="32">
                  <c:v>306.633042</c:v>
                </c:pt>
                <c:pt idx="33">
                  <c:v>306.633042</c:v>
                </c:pt>
                <c:pt idx="34">
                  <c:v>222.210847</c:v>
                </c:pt>
                <c:pt idx="35">
                  <c:v>222.210847</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A5D8-4DBE-AFA6-92E4698ECC8D}"/>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A5D8-4DBE-AFA6-92E4698ECC8D}"/>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Marker"/>
        <c:varyColors val="1"/>
        <c:ser>
          <c:idx val="0"/>
          <c:order val="0"/>
          <c:tx>
            <c:v>受電電力</c:v>
          </c:tx>
          <c:spPr>
            <a:ln w="14288">
              <a:solidFill>
                <a:srgbClr val="159A8C"/>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310.244197</c:v>
                </c:pt>
                <c:pt idx="1">
                  <c:v>310.244197</c:v>
                </c:pt>
                <c:pt idx="2">
                  <c:v>259.510294</c:v>
                </c:pt>
                <c:pt idx="3">
                  <c:v>259.510294</c:v>
                </c:pt>
                <c:pt idx="4">
                  <c:v>360</c:v>
                </c:pt>
                <c:pt idx="5">
                  <c:v>360</c:v>
                </c:pt>
                <c:pt idx="6">
                  <c:v>200</c:v>
                </c:pt>
                <c:pt idx="7">
                  <c:v>200</c:v>
                </c:pt>
                <c:pt idx="8">
                  <c:v>330.000100</c:v>
                </c:pt>
                <c:pt idx="9">
                  <c:v>330.000100</c:v>
                </c:pt>
                <c:pt idx="10">
                  <c:v>200</c:v>
                </c:pt>
                <c:pt idx="11">
                  <c:v>200</c:v>
                </c:pt>
                <c:pt idx="12">
                  <c:v>249.641997</c:v>
                </c:pt>
                <c:pt idx="13">
                  <c:v>249.641997</c:v>
                </c:pt>
                <c:pt idx="14">
                  <c:v>404.421774</c:v>
                </c:pt>
                <c:pt idx="15">
                  <c:v>404.421774</c:v>
                </c:pt>
                <c:pt idx="16">
                  <c:v>209.323317</c:v>
                </c:pt>
                <c:pt idx="17">
                  <c:v>209.323317</c:v>
                </c:pt>
                <c:pt idx="18">
                  <c:v>252.210947</c:v>
                </c:pt>
                <c:pt idx="19">
                  <c:v>252.210947</c:v>
                </c:pt>
                <c:pt idx="20">
                  <c:v>245.68007</c:v>
                </c:pt>
                <c:pt idx="21">
                  <c:v>245.68007</c:v>
                </c:pt>
                <c:pt idx="22">
                  <c:v>235.652151</c:v>
                </c:pt>
                <c:pt idx="23">
                  <c:v>235.652151</c:v>
                </c:pt>
                <c:pt idx="24">
                  <c:v>732.210426</c:v>
                </c:pt>
                <c:pt idx="25">
                  <c:v>732.210426</c:v>
                </c:pt>
                <c:pt idx="26">
                  <c:v>719.673044</c:v>
                </c:pt>
                <c:pt idx="27">
                  <c:v>719.673044</c:v>
                </c:pt>
                <c:pt idx="28">
                  <c:v>540.000621</c:v>
                </c:pt>
                <c:pt idx="29">
                  <c:v>540.000621</c:v>
                </c:pt>
                <c:pt idx="30">
                  <c:v>569.999079</c:v>
                </c:pt>
                <c:pt idx="31">
                  <c:v>569.999079</c:v>
                </c:pt>
                <c:pt idx="32">
                  <c:v>594.421895</c:v>
                </c:pt>
                <c:pt idx="33">
                  <c:v>594.421895</c:v>
                </c:pt>
                <c:pt idx="34">
                  <c:v>300.001263</c:v>
                </c:pt>
                <c:pt idx="35">
                  <c:v>300.001263</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54CC-4C6E-8E0B-CDC95181420F}"/>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54CC-4C6E-8E0B-CDC95181420F}"/>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初期残量</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3000</c:v>
                </c:pt>
                <c:pt idx="1">
                  <c:v>3000</c:v>
                </c:pt>
                <c:pt idx="2">
                  <c:v>3000</c:v>
                </c:pt>
                <c:pt idx="3">
                  <c:v>3000</c:v>
                </c:pt>
                <c:pt idx="4">
                  <c:v>3000</c:v>
                </c:pt>
                <c:pt idx="5">
                  <c:v>3000</c:v>
                </c:pt>
                <c:pt idx="6">
                  <c:v>3000</c:v>
                </c:pt>
                <c:pt idx="7">
                  <c:v>3000</c:v>
                </c:pt>
                <c:pt idx="8">
                  <c:v>3000</c:v>
                </c:pt>
                <c:pt idx="9">
                  <c:v>3000</c:v>
                </c:pt>
                <c:pt idx="10">
                  <c:v>3000</c:v>
                </c:pt>
                <c:pt idx="11">
                  <c:v>3000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A71-4172-956B-50547E9EABAF}"/>
            </c:ext>
          </c:extLst>
        </c:ser>
        <c:ser>
          <c:idx val="1"/>
          <c:order val="1"/>
          <c:tx>
            <c:v>終端残量</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1200</c:v>
                </c:pt>
                <c:pt idx="1">
                  <c:v>2468.407473</c:v>
                </c:pt>
                <c:pt idx="2">
                  <c:v>2468.123459</c:v>
                </c:pt>
                <c:pt idx="3">
                  <c:v>1200</c:v>
                </c:pt>
                <c:pt idx="4">
                  <c:v>1489.240433</c:v>
                </c:pt>
                <c:pt idx="5">
                  <c:v>2184.402791</c:v>
                </c:pt>
                <c:pt idx="6">
                  <c:v>2498.604841</c:v>
                </c:pt>
                <c:pt idx="7">
                  <c:v>1200</c:v>
                </c:pt>
                <c:pt idx="8">
                  <c:v>2472.149775</c:v>
                </c:pt>
                <c:pt idx="9">
                  <c:v>1577.542572</c:v>
                </c:pt>
                <c:pt idx="10">
                  <c:v>1317.966126</c:v>
                </c:pt>
                <c:pt idx="11">
                  <c:v>1539.415598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A71-4172-956B-50547E9EABAF}"/>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5000"/>
          <c:min val="0"/>
        </c:scaling>
        <c:delete val="0"/>
        <c:axPos val="l"/>
        <c:title>
          <c:tx>
            <c:rich>
              <a:bodyPr/>
              <a:lstStyle/>
              <a:p>
                <a:r>
                  <a:rPr lang="en-US">
                    <a:latin typeface="Noto Sans JP"/>
                    <a:ea typeface="Noto Sans JP"/>
                    <a:cs typeface="Noto Sans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210.000300</c:v>
                </c:pt>
                <c:pt idx="1">
                  <c:v>210.000300</c:v>
                </c:pt>
                <c:pt idx="2">
                  <c:v>463.790733</c:v>
                </c:pt>
                <c:pt idx="3">
                  <c:v>463.790733</c:v>
                </c:pt>
                <c:pt idx="4">
                  <c:v>600.000100</c:v>
                </c:pt>
                <c:pt idx="5">
                  <c:v>600.000100</c:v>
                </c:pt>
                <c:pt idx="6">
                  <c:v>479.278046</c:v>
                </c:pt>
                <c:pt idx="7">
                  <c:v>479.278046</c:v>
                </c:pt>
                <c:pt idx="8">
                  <c:v>630</c:v>
                </c:pt>
                <c:pt idx="9">
                  <c:v>630</c:v>
                </c:pt>
                <c:pt idx="10">
                  <c:v>750.000100</c:v>
                </c:pt>
                <c:pt idx="11">
                  <c:v>750.000100</c:v>
                </c:pt>
                <c:pt idx="12">
                  <c:v>643.314291</c:v>
                </c:pt>
                <c:pt idx="13">
                  <c:v>643.314291</c:v>
                </c:pt>
                <c:pt idx="14">
                  <c:v>764.224761</c:v>
                </c:pt>
                <c:pt idx="15">
                  <c:v>764.224761</c:v>
                </c:pt>
                <c:pt idx="16">
                  <c:v>507.055058</c:v>
                </c:pt>
                <c:pt idx="17">
                  <c:v>507.055058</c:v>
                </c:pt>
                <c:pt idx="18">
                  <c:v>660.000421</c:v>
                </c:pt>
                <c:pt idx="19">
                  <c:v>660.000421</c:v>
                </c:pt>
                <c:pt idx="20">
                  <c:v>492.211547</c:v>
                </c:pt>
                <c:pt idx="21">
                  <c:v>492.211547</c:v>
                </c:pt>
                <c:pt idx="22">
                  <c:v>262.211026</c:v>
                </c:pt>
                <c:pt idx="23">
                  <c:v>262.211026</c:v>
                </c:pt>
                <c:pt idx="24">
                  <c:v>379.909976</c:v>
                </c:pt>
                <c:pt idx="25">
                  <c:v>379.909976</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1E-4</c:v>
                </c:pt>
                <c:pt idx="71">
                  <c:v>1E-4</c:v>
                </c:pt>
                <c:pt idx="72">
                  <c:v>72.424881</c:v>
                </c:pt>
                <c:pt idx="73">
                  <c:v>72.424881</c:v>
                </c:pt>
                <c:pt idx="74">
                  <c:v>1E-4</c:v>
                </c:pt>
                <c:pt idx="75">
                  <c:v>1E-4</c:v>
                </c:pt>
                <c:pt idx="76">
                  <c:v>1E-4</c:v>
                </c:pt>
                <c:pt idx="77">
                  <c:v>1E-4</c:v>
                </c:pt>
                <c:pt idx="78">
                  <c:v>90</c:v>
                </c:pt>
                <c:pt idx="79">
                  <c:v>90</c:v>
                </c:pt>
                <c:pt idx="80">
                  <c:v>0</c:v>
                </c:pt>
                <c:pt idx="81">
                  <c:v>0</c:v>
                </c:pt>
                <c:pt idx="82">
                  <c:v>0</c:v>
                </c:pt>
                <c:pt idx="83">
                  <c:v>0</c:v>
                </c:pt>
                <c:pt idx="84">
                  <c:v>0</c:v>
                </c:pt>
                <c:pt idx="85">
                  <c:v>0</c:v>
                </c:pt>
                <c:pt idx="86">
                  <c:v>0</c:v>
                </c:pt>
                <c:pt idx="87">
                  <c:v>0</c:v>
                </c:pt>
                <c:pt idx="88">
                  <c:v>1E-4</c:v>
                </c:pt>
                <c:pt idx="89">
                  <c:v>1E-4</c:v>
                </c:pt>
                <c:pt idx="90">
                  <c:v>90</c:v>
                </c:pt>
                <c:pt idx="91">
                  <c:v>90</c:v>
                </c:pt>
                <c:pt idx="92">
                  <c:v>19.993118</c:v>
                </c:pt>
                <c:pt idx="93">
                  <c:v>19.993118</c:v>
                </c:pt>
                <c:pt idx="94">
                  <c:v>60</c:v>
                </c:pt>
                <c:pt idx="95">
                  <c:v>60</c:v>
                </c:pt>
                <c:pt idx="96">
                  <c:v>150</c:v>
                </c:pt>
                <c:pt idx="97">
                  <c:v>150</c:v>
                </c:pt>
                <c:pt idx="98">
                  <c:v>60.000100</c:v>
                </c:pt>
                <c:pt idx="99">
                  <c:v>60.000100</c:v>
                </c:pt>
                <c:pt idx="100">
                  <c:v>1E-4</c:v>
                </c:pt>
                <c:pt idx="101">
                  <c:v>1E-4</c:v>
                </c:pt>
                <c:pt idx="102">
                  <c:v>1E-4</c:v>
                </c:pt>
                <c:pt idx="103">
                  <c:v>1E-4</c:v>
                </c:pt>
                <c:pt idx="104">
                  <c:v>17.092483</c:v>
                </c:pt>
                <c:pt idx="105">
                  <c:v>17.092483</c:v>
                </c:pt>
                <c:pt idx="106">
                  <c:v>60</c:v>
                </c:pt>
                <c:pt idx="107">
                  <c:v>60</c:v>
                </c:pt>
                <c:pt idx="108">
                  <c:v>1E-4</c:v>
                </c:pt>
                <c:pt idx="109">
                  <c:v>1E-4</c:v>
                </c:pt>
                <c:pt idx="110">
                  <c:v>47.789574</c:v>
                </c:pt>
                <c:pt idx="111">
                  <c:v>47.789574</c:v>
                </c:pt>
                <c:pt idx="112">
                  <c:v>120.000421</c:v>
                </c:pt>
                <c:pt idx="113">
                  <c:v>120.000421</c:v>
                </c:pt>
                <c:pt idx="114">
                  <c:v>96.110430</c:v>
                </c:pt>
                <c:pt idx="115">
                  <c:v>96.110430</c:v>
                </c:pt>
                <c:pt idx="116">
                  <c:v>179.806388</c:v>
                </c:pt>
                <c:pt idx="117">
                  <c:v>179.806388</c:v>
                </c:pt>
                <c:pt idx="118">
                  <c:v>90</c:v>
                </c:pt>
                <c:pt idx="119">
                  <c:v>90</c:v>
                </c:pt>
                <c:pt idx="120">
                  <c:v>52.245100</c:v>
                </c:pt>
                <c:pt idx="121">
                  <c:v>52.245100</c:v>
                </c:pt>
                <c:pt idx="122">
                  <c:v>119.066</c:v>
                </c:pt>
                <c:pt idx="123">
                  <c:v>119.066</c:v>
                </c:pt>
                <c:pt idx="124">
                  <c:v>0</c:v>
                </c:pt>
                <c:pt idx="125">
                  <c:v>0</c:v>
                </c:pt>
                <c:pt idx="126">
                  <c:v>59.54</c:v>
                </c:pt>
                <c:pt idx="127">
                  <c:v>59.54</c:v>
                </c:pt>
                <c:pt idx="128">
                  <c:v>1E-4</c:v>
                </c:pt>
                <c:pt idx="129">
                  <c:v>1E-4</c:v>
                </c:pt>
                <c:pt idx="130">
                  <c:v>8.214900</c:v>
                </c:pt>
                <c:pt idx="131">
                  <c:v>8.214900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60</c:v>
                </c:pt>
                <c:pt idx="163">
                  <c:v>60</c:v>
                </c:pt>
                <c:pt idx="164">
                  <c:v>60.000100</c:v>
                </c:pt>
                <c:pt idx="165">
                  <c:v>60.000100</c:v>
                </c:pt>
                <c:pt idx="166">
                  <c:v>16.055297</c:v>
                </c:pt>
                <c:pt idx="167">
                  <c:v>16.055297</c:v>
                </c:pt>
                <c:pt idx="168">
                  <c:v>150.0001</c:v>
                </c:pt>
                <c:pt idx="169">
                  <c:v>150.0001</c:v>
                </c:pt>
                <c:pt idx="170">
                  <c:v>90.000100</c:v>
                </c:pt>
                <c:pt idx="171">
                  <c:v>90.000100</c:v>
                </c:pt>
                <c:pt idx="172">
                  <c:v>150</c:v>
                </c:pt>
                <c:pt idx="173">
                  <c:v>150</c:v>
                </c:pt>
                <c:pt idx="174">
                  <c:v>150</c:v>
                </c:pt>
                <c:pt idx="175">
                  <c:v>150</c:v>
                </c:pt>
                <c:pt idx="176">
                  <c:v>218.759948</c:v>
                </c:pt>
                <c:pt idx="177">
                  <c:v>218.759948</c:v>
                </c:pt>
                <c:pt idx="178">
                  <c:v>189.027123</c:v>
                </c:pt>
                <c:pt idx="179">
                  <c:v>189.027123</c:v>
                </c:pt>
                <c:pt idx="180">
                  <c:v>447.429928</c:v>
                </c:pt>
                <c:pt idx="181">
                  <c:v>447.429928</c:v>
                </c:pt>
                <c:pt idx="182">
                  <c:v>587.731347</c:v>
                </c:pt>
                <c:pt idx="183">
                  <c:v>587.731347</c:v>
                </c:pt>
                <c:pt idx="184">
                  <c:v>605.587597</c:v>
                </c:pt>
                <c:pt idx="185">
                  <c:v>605.587597</c:v>
                </c:pt>
                <c:pt idx="186">
                  <c:v>810</c:v>
                </c:pt>
                <c:pt idx="187">
                  <c:v>810</c:v>
                </c:pt>
                <c:pt idx="188">
                  <c:v>360.000500</c:v>
                </c:pt>
                <c:pt idx="189">
                  <c:v>360.000500</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307.931117</c:v>
                </c:pt>
                <c:pt idx="203">
                  <c:v>307.931117</c:v>
                </c:pt>
                <c:pt idx="204">
                  <c:v>320.335581</c:v>
                </c:pt>
                <c:pt idx="205">
                  <c:v>320.335581</c:v>
                </c:pt>
                <c:pt idx="206">
                  <c:v>210.0001</c:v>
                </c:pt>
                <c:pt idx="207">
                  <c:v>210.0001</c:v>
                </c:pt>
                <c:pt idx="208">
                  <c:v>299.999879</c:v>
                </c:pt>
                <c:pt idx="209">
                  <c:v>299.999879</c:v>
                </c:pt>
                <c:pt idx="210">
                  <c:v>420.000200</c:v>
                </c:pt>
                <c:pt idx="211">
                  <c:v>420.000200</c:v>
                </c:pt>
                <c:pt idx="212">
                  <c:v>349.040422</c:v>
                </c:pt>
                <c:pt idx="213">
                  <c:v>349.040422</c:v>
                </c:pt>
                <c:pt idx="214">
                  <c:v>342.211147</c:v>
                </c:pt>
                <c:pt idx="215">
                  <c:v>342.211147</c:v>
                </c:pt>
                <c:pt idx="216">
                  <c:v>719.999479</c:v>
                </c:pt>
                <c:pt idx="217">
                  <c:v>719.999479</c:v>
                </c:pt>
                <c:pt idx="218">
                  <c:v>616.907271</c:v>
                </c:pt>
                <c:pt idx="219">
                  <c:v>616.907271</c:v>
                </c:pt>
                <c:pt idx="220">
                  <c:v>480.894300</c:v>
                </c:pt>
                <c:pt idx="221">
                  <c:v>480.894300</c:v>
                </c:pt>
                <c:pt idx="222">
                  <c:v>386.281593</c:v>
                </c:pt>
                <c:pt idx="223">
                  <c:v>386.281593</c:v>
                </c:pt>
                <c:pt idx="224">
                  <c:v>462.210005</c:v>
                </c:pt>
                <c:pt idx="225">
                  <c:v>462.210005</c:v>
                </c:pt>
                <c:pt idx="226">
                  <c:v>268.279991</c:v>
                </c:pt>
                <c:pt idx="227">
                  <c:v>268.279991</c:v>
                </c:pt>
                <c:pt idx="228">
                  <c:v>293.680033</c:v>
                </c:pt>
                <c:pt idx="229">
                  <c:v>293.680033</c:v>
                </c:pt>
                <c:pt idx="230">
                  <c:v>398.017862</c:v>
                </c:pt>
                <c:pt idx="231">
                  <c:v>398.017862</c:v>
                </c:pt>
                <c:pt idx="232">
                  <c:v>331.467817</c:v>
                </c:pt>
                <c:pt idx="233">
                  <c:v>331.467817</c:v>
                </c:pt>
                <c:pt idx="234">
                  <c:v>282.562351</c:v>
                </c:pt>
                <c:pt idx="235">
                  <c:v>282.562351</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1E-4</c:v>
                </c:pt>
                <c:pt idx="265">
                  <c:v>1E-4</c:v>
                </c:pt>
                <c:pt idx="266">
                  <c:v>0</c:v>
                </c:pt>
                <c:pt idx="267">
                  <c:v>0</c:v>
                </c:pt>
                <c:pt idx="268">
                  <c:v>0</c:v>
                </c:pt>
                <c:pt idx="269">
                  <c:v>0</c:v>
                </c:pt>
                <c:pt idx="270">
                  <c:v>0</c:v>
                </c:pt>
                <c:pt idx="271">
                  <c:v>0</c:v>
                </c:pt>
                <c:pt idx="272">
                  <c:v>0</c:v>
                </c:pt>
                <c:pt idx="273">
                  <c:v>0</c:v>
                </c:pt>
                <c:pt idx="274">
                  <c:v>1E-4</c:v>
                </c:pt>
                <c:pt idx="275">
                  <c:v>1E-4</c:v>
                </c:pt>
                <c:pt idx="276">
                  <c:v>44.975185</c:v>
                </c:pt>
                <c:pt idx="277">
                  <c:v>44.975185</c:v>
                </c:pt>
                <c:pt idx="278">
                  <c:v>0</c:v>
                </c:pt>
                <c:pt idx="279">
                  <c:v>0</c:v>
                </c:pt>
                <c:pt idx="280">
                  <c:v>60</c:v>
                </c:pt>
                <c:pt idx="281">
                  <c:v>60</c:v>
                </c:pt>
                <c:pt idx="282">
                  <c:v>1E-4</c:v>
                </c:pt>
                <c:pt idx="283">
                  <c:v>1E-4</c:v>
                </c:pt>
                <c:pt idx="284">
                  <c:v>0</c:v>
                </c:pt>
                <c:pt idx="285">
                  <c:v>0</c:v>
                </c:pt>
                <c:pt idx="286">
                  <c:v>0</c:v>
                </c:pt>
                <c:pt idx="287">
                  <c:v>0</c:v>
                </c:pt>
                <c:pt idx="288">
                  <c:v>0</c:v>
                </c:pt>
                <c:pt idx="289">
                  <c:v>0</c:v>
                </c:pt>
                <c:pt idx="290">
                  <c:v>0</c:v>
                </c:pt>
                <c:pt idx="291">
                  <c:v>0</c:v>
                </c:pt>
                <c:pt idx="292">
                  <c:v>1E-4</c:v>
                </c:pt>
                <c:pt idx="293">
                  <c:v>1E-4</c:v>
                </c:pt>
                <c:pt idx="294">
                  <c:v>0</c:v>
                </c:pt>
                <c:pt idx="295">
                  <c:v>0</c:v>
                </c:pt>
                <c:pt idx="296">
                  <c:v>1E-4</c:v>
                </c:pt>
                <c:pt idx="297">
                  <c:v>1E-4</c:v>
                </c:pt>
                <c:pt idx="298">
                  <c:v>63.110018</c:v>
                </c:pt>
                <c:pt idx="299">
                  <c:v>63.110018</c:v>
                </c:pt>
                <c:pt idx="300">
                  <c:v>0.000300</c:v>
                </c:pt>
                <c:pt idx="301">
                  <c:v>0.000300</c:v>
                </c:pt>
                <c:pt idx="302">
                  <c:v>0.000200</c:v>
                </c:pt>
                <c:pt idx="303">
                  <c:v>0.000200</c:v>
                </c:pt>
                <c:pt idx="304">
                  <c:v>3.623421</c:v>
                </c:pt>
                <c:pt idx="305">
                  <c:v>3.623421</c:v>
                </c:pt>
                <c:pt idx="306">
                  <c:v>0</c:v>
                </c:pt>
                <c:pt idx="307">
                  <c:v>0</c:v>
                </c:pt>
                <c:pt idx="308">
                  <c:v>30</c:v>
                </c:pt>
                <c:pt idx="309">
                  <c:v>30</c:v>
                </c:pt>
                <c:pt idx="310">
                  <c:v>0</c:v>
                </c:pt>
                <c:pt idx="311">
                  <c:v>0</c:v>
                </c:pt>
                <c:pt idx="312">
                  <c:v>0</c:v>
                </c:pt>
                <c:pt idx="313">
                  <c:v>0</c:v>
                </c:pt>
                <c:pt idx="314">
                  <c:v>0</c:v>
                </c:pt>
                <c:pt idx="315">
                  <c:v>0</c:v>
                </c:pt>
                <c:pt idx="316">
                  <c:v>1E-4</c:v>
                </c:pt>
                <c:pt idx="317">
                  <c:v>1E-4</c:v>
                </c:pt>
                <c:pt idx="318">
                  <c:v>1E-4</c:v>
                </c:pt>
                <c:pt idx="319">
                  <c:v>1E-4</c:v>
                </c:pt>
                <c:pt idx="320">
                  <c:v>16.055097</c:v>
                </c:pt>
                <c:pt idx="321">
                  <c:v>16.055097</c:v>
                </c:pt>
                <c:pt idx="322">
                  <c:v>9.321479</c:v>
                </c:pt>
                <c:pt idx="323">
                  <c:v>9.321479</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157.680373</c:v>
                </c:pt>
                <c:pt idx="361">
                  <c:v>157.680373</c:v>
                </c:pt>
                <c:pt idx="362">
                  <c:v>159.805830</c:v>
                </c:pt>
                <c:pt idx="363">
                  <c:v>159.805830</c:v>
                </c:pt>
                <c:pt idx="364">
                  <c:v>180</c:v>
                </c:pt>
                <c:pt idx="365">
                  <c:v>180</c:v>
                </c:pt>
                <c:pt idx="366">
                  <c:v>162.210947</c:v>
                </c:pt>
                <c:pt idx="367">
                  <c:v>162.210947</c:v>
                </c:pt>
                <c:pt idx="368">
                  <c:v>0</c:v>
                </c:pt>
                <c:pt idx="369">
                  <c:v>0</c:v>
                </c:pt>
                <c:pt idx="370">
                  <c:v>180.000321</c:v>
                </c:pt>
                <c:pt idx="371">
                  <c:v>180.000321</c:v>
                </c:pt>
                <c:pt idx="372">
                  <c:v>333.919661</c:v>
                </c:pt>
                <c:pt idx="373">
                  <c:v>333.919661</c:v>
                </c:pt>
                <c:pt idx="374">
                  <c:v>570.000100</c:v>
                </c:pt>
                <c:pt idx="375">
                  <c:v>570.000100</c:v>
                </c:pt>
                <c:pt idx="376">
                  <c:v>540.245776</c:v>
                </c:pt>
                <c:pt idx="377">
                  <c:v>540.245776</c:v>
                </c:pt>
                <c:pt idx="378">
                  <c:v>725.015385</c:v>
                </c:pt>
                <c:pt idx="379">
                  <c:v>725.015385</c:v>
                </c:pt>
                <c:pt idx="380">
                  <c:v>870</c:v>
                </c:pt>
                <c:pt idx="381">
                  <c:v>870</c:v>
                </c:pt>
                <c:pt idx="382">
                  <c:v>900</c:v>
                </c:pt>
                <c:pt idx="383">
                  <c:v>900</c:v>
                </c:pt>
                <c:pt idx="384">
                  <c:v>900</c:v>
                </c:pt>
                <c:pt idx="385">
                  <c:v>900</c:v>
                </c:pt>
                <c:pt idx="386">
                  <c:v>810</c:v>
                </c:pt>
                <c:pt idx="387">
                  <c:v>810</c:v>
                </c:pt>
                <c:pt idx="388">
                  <c:v>218.125776</c:v>
                </c:pt>
                <c:pt idx="389">
                  <c:v>218.125776</c:v>
                </c:pt>
                <c:pt idx="390">
                  <c:v>302.920018</c:v>
                </c:pt>
                <c:pt idx="391">
                  <c:v>302.920018</c:v>
                </c:pt>
                <c:pt idx="392">
                  <c:v>200</c:v>
                </c:pt>
                <c:pt idx="393">
                  <c:v>200</c:v>
                </c:pt>
                <c:pt idx="394">
                  <c:v>200</c:v>
                </c:pt>
                <c:pt idx="395">
                  <c:v>200</c:v>
                </c:pt>
                <c:pt idx="396">
                  <c:v>200</c:v>
                </c:pt>
                <c:pt idx="397">
                  <c:v>200</c:v>
                </c:pt>
                <c:pt idx="398">
                  <c:v>200</c:v>
                </c:pt>
                <c:pt idx="399">
                  <c:v>200</c:v>
                </c:pt>
                <c:pt idx="400">
                  <c:v>270.000200</c:v>
                </c:pt>
                <c:pt idx="401">
                  <c:v>270.000200</c:v>
                </c:pt>
                <c:pt idx="402">
                  <c:v>200</c:v>
                </c:pt>
                <c:pt idx="403">
                  <c:v>200</c:v>
                </c:pt>
                <c:pt idx="404">
                  <c:v>207.813776</c:v>
                </c:pt>
                <c:pt idx="405">
                  <c:v>207.813776</c:v>
                </c:pt>
                <c:pt idx="406">
                  <c:v>210</c:v>
                </c:pt>
                <c:pt idx="407">
                  <c:v>210</c:v>
                </c:pt>
                <c:pt idx="408">
                  <c:v>200</c:v>
                </c:pt>
                <c:pt idx="409">
                  <c:v>200</c:v>
                </c:pt>
                <c:pt idx="410">
                  <c:v>301.320736</c:v>
                </c:pt>
                <c:pt idx="411">
                  <c:v>301.320736</c:v>
                </c:pt>
                <c:pt idx="412">
                  <c:v>200</c:v>
                </c:pt>
                <c:pt idx="413">
                  <c:v>200</c:v>
                </c:pt>
                <c:pt idx="414">
                  <c:v>200</c:v>
                </c:pt>
                <c:pt idx="415">
                  <c:v>200</c:v>
                </c:pt>
                <c:pt idx="416">
                  <c:v>200</c:v>
                </c:pt>
                <c:pt idx="417">
                  <c:v>200</c:v>
                </c:pt>
                <c:pt idx="418">
                  <c:v>432.211368</c:v>
                </c:pt>
                <c:pt idx="419">
                  <c:v>432.211368</c:v>
                </c:pt>
                <c:pt idx="420">
                  <c:v>222.210626</c:v>
                </c:pt>
                <c:pt idx="421">
                  <c:v>222.210626</c:v>
                </c:pt>
                <c:pt idx="422">
                  <c:v>209.453648</c:v>
                </c:pt>
                <c:pt idx="423">
                  <c:v>209.453648</c:v>
                </c:pt>
                <c:pt idx="424">
                  <c:v>206.886572</c:v>
                </c:pt>
                <c:pt idx="425">
                  <c:v>206.886572</c:v>
                </c:pt>
                <c:pt idx="426">
                  <c:v>345.377147</c:v>
                </c:pt>
                <c:pt idx="427">
                  <c:v>345.377147</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14.975285</c:v>
                </c:pt>
                <c:pt idx="457">
                  <c:v>14.975285</c:v>
                </c:pt>
                <c:pt idx="458">
                  <c:v>60</c:v>
                </c:pt>
                <c:pt idx="459">
                  <c:v>60</c:v>
                </c:pt>
                <c:pt idx="460">
                  <c:v>0</c:v>
                </c:pt>
                <c:pt idx="461">
                  <c:v>0</c:v>
                </c:pt>
                <c:pt idx="462">
                  <c:v>0</c:v>
                </c:pt>
                <c:pt idx="463">
                  <c:v>0</c:v>
                </c:pt>
                <c:pt idx="464">
                  <c:v>0</c:v>
                </c:pt>
                <c:pt idx="465">
                  <c:v>0</c:v>
                </c:pt>
                <c:pt idx="466">
                  <c:v>0</c:v>
                </c:pt>
                <c:pt idx="467">
                  <c:v>0</c:v>
                </c:pt>
                <c:pt idx="468">
                  <c:v>0</c:v>
                </c:pt>
                <c:pt idx="469">
                  <c:v>0</c:v>
                </c:pt>
                <c:pt idx="470">
                  <c:v>0</c:v>
                </c:pt>
                <c:pt idx="471">
                  <c:v>0</c:v>
                </c:pt>
                <c:pt idx="472">
                  <c:v>17.134450</c:v>
                </c:pt>
                <c:pt idx="473">
                  <c:v>17.134450</c:v>
                </c:pt>
                <c:pt idx="474">
                  <c:v>14.261786</c:v>
                </c:pt>
                <c:pt idx="475">
                  <c:v>14.261786</c:v>
                </c:pt>
                <c:pt idx="476">
                  <c:v>1E-4</c:v>
                </c:pt>
                <c:pt idx="477">
                  <c:v>1E-4</c:v>
                </c:pt>
                <c:pt idx="478">
                  <c:v>17.003455</c:v>
                </c:pt>
                <c:pt idx="479">
                  <c:v>17.003455</c:v>
                </c:pt>
                <c:pt idx="480">
                  <c:v>30.0001</c:v>
                </c:pt>
                <c:pt idx="481">
                  <c:v>30.0001</c:v>
                </c:pt>
                <c:pt idx="482">
                  <c:v>12.210005</c:v>
                </c:pt>
                <c:pt idx="483">
                  <c:v>12.210005</c:v>
                </c:pt>
                <c:pt idx="484">
                  <c:v>120.0001</c:v>
                </c:pt>
                <c:pt idx="485">
                  <c:v>120.0001</c:v>
                </c:pt>
                <c:pt idx="486">
                  <c:v>118.265623</c:v>
                </c:pt>
                <c:pt idx="487">
                  <c:v>118.265623</c:v>
                </c:pt>
                <c:pt idx="488">
                  <c:v>0</c:v>
                </c:pt>
                <c:pt idx="489">
                  <c:v>0</c:v>
                </c:pt>
                <c:pt idx="490">
                  <c:v>0</c:v>
                </c:pt>
                <c:pt idx="491">
                  <c:v>0</c:v>
                </c:pt>
                <c:pt idx="492">
                  <c:v>0</c:v>
                </c:pt>
                <c:pt idx="493">
                  <c:v>0</c:v>
                </c:pt>
                <c:pt idx="494">
                  <c:v>0</c:v>
                </c:pt>
                <c:pt idx="495">
                  <c:v>0</c:v>
                </c:pt>
                <c:pt idx="496">
                  <c:v>60.000521</c:v>
                </c:pt>
                <c:pt idx="497">
                  <c:v>60.000521</c:v>
                </c:pt>
                <c:pt idx="498">
                  <c:v>150</c:v>
                </c:pt>
                <c:pt idx="499">
                  <c:v>150</c:v>
                </c:pt>
                <c:pt idx="500">
                  <c:v>90.668754</c:v>
                </c:pt>
                <c:pt idx="501">
                  <c:v>90.668754</c:v>
                </c:pt>
                <c:pt idx="502">
                  <c:v>90.000100</c:v>
                </c:pt>
                <c:pt idx="503">
                  <c:v>90.000100</c:v>
                </c:pt>
                <c:pt idx="504">
                  <c:v>70.496637</c:v>
                </c:pt>
                <c:pt idx="505">
                  <c:v>70.496637</c:v>
                </c:pt>
                <c:pt idx="506">
                  <c:v>1E-4</c:v>
                </c:pt>
                <c:pt idx="507">
                  <c:v>1E-4</c:v>
                </c:pt>
                <c:pt idx="508">
                  <c:v>35.212321</c:v>
                </c:pt>
                <c:pt idx="509">
                  <c:v>35.212321</c:v>
                </c:pt>
                <c:pt idx="510">
                  <c:v>0</c:v>
                </c:pt>
                <c:pt idx="511">
                  <c:v>0</c:v>
                </c:pt>
                <c:pt idx="512">
                  <c:v>0.000521</c:v>
                </c:pt>
                <c:pt idx="513">
                  <c:v>0.000521</c:v>
                </c:pt>
                <c:pt idx="514">
                  <c:v>0.000421</c:v>
                </c:pt>
                <c:pt idx="515">
                  <c:v>0.000421</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57.312551</c:v>
                </c:pt>
                <c:pt idx="551">
                  <c:v>57.312551</c:v>
                </c:pt>
                <c:pt idx="552">
                  <c:v>0</c:v>
                </c:pt>
                <c:pt idx="553">
                  <c:v>0</c:v>
                </c:pt>
                <c:pt idx="554">
                  <c:v>0</c:v>
                </c:pt>
                <c:pt idx="555">
                  <c:v>0</c:v>
                </c:pt>
                <c:pt idx="556">
                  <c:v>0</c:v>
                </c:pt>
                <c:pt idx="557">
                  <c:v>0</c:v>
                </c:pt>
                <c:pt idx="558">
                  <c:v>60</c:v>
                </c:pt>
                <c:pt idx="559">
                  <c:v>60</c:v>
                </c:pt>
                <c:pt idx="560">
                  <c:v>120</c:v>
                </c:pt>
                <c:pt idx="561">
                  <c:v>120</c:v>
                </c:pt>
                <c:pt idx="562">
                  <c:v>150</c:v>
                </c:pt>
                <c:pt idx="563">
                  <c:v>150</c:v>
                </c:pt>
                <c:pt idx="564">
                  <c:v>189.441498</c:v>
                </c:pt>
                <c:pt idx="565">
                  <c:v>189.441498</c:v>
                </c:pt>
                <c:pt idx="566">
                  <c:v>480.000100</c:v>
                </c:pt>
                <c:pt idx="567">
                  <c:v>480.000100</c:v>
                </c:pt>
                <c:pt idx="568">
                  <c:v>582.770454</c:v>
                </c:pt>
                <c:pt idx="569">
                  <c:v>582.770454</c:v>
                </c:pt>
                <c:pt idx="570">
                  <c:v>651.851069</c:v>
                </c:pt>
                <c:pt idx="571">
                  <c:v>651.851069</c:v>
                </c:pt>
                <c:pt idx="572">
                  <c:v>531.053025</c:v>
                </c:pt>
                <c:pt idx="573">
                  <c:v>531.053025</c:v>
                </c:pt>
                <c:pt idx="574">
                  <c:v>588.210598</c:v>
                </c:pt>
                <c:pt idx="575">
                  <c:v>588.210598</c:v>
                </c:pt>
                <c:pt idx="576">
                  <c:v>660.000100</c:v>
                </c:pt>
                <c:pt idx="577">
                  <c:v>660.000100</c:v>
                </c:pt>
                <c:pt idx="578">
                  <c:v>654.256149</c:v>
                </c:pt>
                <c:pt idx="579">
                  <c:v>654.256149</c:v>
                </c:pt>
                <c:pt idx="580">
                  <c:v>780.000100</c:v>
                </c:pt>
                <c:pt idx="581">
                  <c:v>780.000100</c:v>
                </c:pt>
                <c:pt idx="582">
                  <c:v>764.918351</c:v>
                </c:pt>
                <c:pt idx="583">
                  <c:v>764.918351</c:v>
                </c:pt>
                <c:pt idx="584">
                  <c:v>532.776602</c:v>
                </c:pt>
                <c:pt idx="585">
                  <c:v>532.776602</c:v>
                </c:pt>
                <c:pt idx="586">
                  <c:v>750</c:v>
                </c:pt>
                <c:pt idx="587">
                  <c:v>750</c:v>
                </c:pt>
                <c:pt idx="588">
                  <c:v>595.354824</c:v>
                </c:pt>
                <c:pt idx="589">
                  <c:v>595.354824</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c:v>
                </c:pt>
                <c:pt idx="605">
                  <c:v>189.691752</c:v>
                </c:pt>
                <c:pt idx="606">
                  <c:v>120.000721</c:v>
                </c:pt>
                <c:pt idx="607">
                  <c:v>120.000721</c:v>
                </c:pt>
                <c:pt idx="608">
                  <c:v>199.999279</c:v>
                </c:pt>
                <c:pt idx="609">
                  <c:v>199.999279</c:v>
                </c:pt>
                <c:pt idx="610">
                  <c:v>87.296113</c:v>
                </c:pt>
                <c:pt idx="611">
                  <c:v>87.296113</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14.975385</c:v>
                </c:pt>
                <c:pt idx="647">
                  <c:v>14.975385</c:v>
                </c:pt>
                <c:pt idx="648">
                  <c:v>1E-4</c:v>
                </c:pt>
                <c:pt idx="649">
                  <c:v>1E-4</c:v>
                </c:pt>
                <c:pt idx="650">
                  <c:v>0</c:v>
                </c:pt>
                <c:pt idx="651">
                  <c:v>0</c:v>
                </c:pt>
                <c:pt idx="652">
                  <c:v>0</c:v>
                </c:pt>
                <c:pt idx="653">
                  <c:v>0</c:v>
                </c:pt>
                <c:pt idx="654">
                  <c:v>0</c:v>
                </c:pt>
                <c:pt idx="655">
                  <c:v>0</c:v>
                </c:pt>
                <c:pt idx="656">
                  <c:v>0</c:v>
                </c:pt>
                <c:pt idx="657">
                  <c:v>0</c:v>
                </c:pt>
                <c:pt idx="658">
                  <c:v>1E-4</c:v>
                </c:pt>
                <c:pt idx="659">
                  <c:v>1E-4</c:v>
                </c:pt>
                <c:pt idx="660">
                  <c:v>91.940655</c:v>
                </c:pt>
                <c:pt idx="661">
                  <c:v>91.940655</c:v>
                </c:pt>
                <c:pt idx="662">
                  <c:v>1E-4</c:v>
                </c:pt>
                <c:pt idx="663">
                  <c:v>1E-4</c:v>
                </c:pt>
                <c:pt idx="664">
                  <c:v>22.490653</c:v>
                </c:pt>
                <c:pt idx="665">
                  <c:v>22.490653</c:v>
                </c:pt>
                <c:pt idx="666">
                  <c:v>1E-4</c:v>
                </c:pt>
                <c:pt idx="667">
                  <c:v>1E-4</c:v>
                </c:pt>
                <c:pt idx="668">
                  <c:v>0</c:v>
                </c:pt>
                <c:pt idx="669">
                  <c:v>0</c:v>
                </c:pt>
                <c:pt idx="670">
                  <c:v>59.999900</c:v>
                </c:pt>
                <c:pt idx="671">
                  <c:v>59.999900</c:v>
                </c:pt>
                <c:pt idx="672">
                  <c:v>0</c:v>
                </c:pt>
                <c:pt idx="673">
                  <c:v>0</c:v>
                </c:pt>
                <c:pt idx="674">
                  <c:v>0</c:v>
                </c:pt>
                <c:pt idx="675">
                  <c:v>0</c:v>
                </c:pt>
                <c:pt idx="676">
                  <c:v>14.261265</c:v>
                </c:pt>
                <c:pt idx="677">
                  <c:v>14.261265</c:v>
                </c:pt>
                <c:pt idx="678">
                  <c:v>0</c:v>
                </c:pt>
                <c:pt idx="679">
                  <c:v>0</c:v>
                </c:pt>
                <c:pt idx="680">
                  <c:v>60.000421</c:v>
                </c:pt>
                <c:pt idx="681">
                  <c:v>60.000421</c:v>
                </c:pt>
                <c:pt idx="682">
                  <c:v>60</c:v>
                </c:pt>
                <c:pt idx="683">
                  <c:v>60</c:v>
                </c:pt>
                <c:pt idx="684">
                  <c:v>60</c:v>
                </c:pt>
                <c:pt idx="685">
                  <c:v>60</c:v>
                </c:pt>
                <c:pt idx="686">
                  <c:v>17.134550</c:v>
                </c:pt>
                <c:pt idx="687">
                  <c:v>17.134550</c:v>
                </c:pt>
                <c:pt idx="688">
                  <c:v>0.000521</c:v>
                </c:pt>
                <c:pt idx="689">
                  <c:v>0.000521</c:v>
                </c:pt>
                <c:pt idx="690">
                  <c:v>1E-4</c:v>
                </c:pt>
                <c:pt idx="691">
                  <c:v>1E-4</c:v>
                </c:pt>
                <c:pt idx="692">
                  <c:v>0</c:v>
                </c:pt>
                <c:pt idx="693">
                  <c:v>0</c:v>
                </c:pt>
                <c:pt idx="694">
                  <c:v>12.210426</c:v>
                </c:pt>
                <c:pt idx="695">
                  <c:v>12.210426</c:v>
                </c:pt>
                <c:pt idx="696">
                  <c:v>59.999900</c:v>
                </c:pt>
                <c:pt idx="697">
                  <c:v>59.999900</c:v>
                </c:pt>
                <c:pt idx="698">
                  <c:v>1E-4</c:v>
                </c:pt>
                <c:pt idx="699">
                  <c:v>1E-4</c:v>
                </c:pt>
                <c:pt idx="700">
                  <c:v>60</c:v>
                </c:pt>
                <c:pt idx="701">
                  <c:v>60</c:v>
                </c:pt>
                <c:pt idx="702">
                  <c:v>0</c:v>
                </c:pt>
                <c:pt idx="703">
                  <c:v>0</c:v>
                </c:pt>
                <c:pt idx="704">
                  <c:v>30.467047</c:v>
                </c:pt>
                <c:pt idx="705">
                  <c:v>30.467047</c:v>
                </c:pt>
                <c:pt idx="706">
                  <c:v>11.744</c:v>
                </c:pt>
                <c:pt idx="707">
                  <c:v>11.744</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39.125991</c:v>
                </c:pt>
                <c:pt idx="747">
                  <c:v>39.125991</c:v>
                </c:pt>
                <c:pt idx="748">
                  <c:v>90</c:v>
                </c:pt>
                <c:pt idx="749">
                  <c:v>90</c:v>
                </c:pt>
                <c:pt idx="750">
                  <c:v>210</c:v>
                </c:pt>
                <c:pt idx="751">
                  <c:v>210</c:v>
                </c:pt>
                <c:pt idx="752">
                  <c:v>180</c:v>
                </c:pt>
                <c:pt idx="753">
                  <c:v>180</c:v>
                </c:pt>
                <c:pt idx="754">
                  <c:v>185.526638</c:v>
                </c:pt>
                <c:pt idx="755">
                  <c:v>185.526638</c:v>
                </c:pt>
                <c:pt idx="756">
                  <c:v>390</c:v>
                </c:pt>
                <c:pt idx="757">
                  <c:v>390</c:v>
                </c:pt>
                <c:pt idx="758">
                  <c:v>295.414277</c:v>
                </c:pt>
                <c:pt idx="759">
                  <c:v>295.414277</c:v>
                </c:pt>
                <c:pt idx="760">
                  <c:v>629.999860</c:v>
                </c:pt>
                <c:pt idx="761">
                  <c:v>629.999860</c:v>
                </c:pt>
                <c:pt idx="762">
                  <c:v>750</c:v>
                </c:pt>
                <c:pt idx="763">
                  <c:v>750</c:v>
                </c:pt>
                <c:pt idx="764">
                  <c:v>810</c:v>
                </c:pt>
                <c:pt idx="765">
                  <c:v>810</c:v>
                </c:pt>
                <c:pt idx="766">
                  <c:v>780</c:v>
                </c:pt>
                <c:pt idx="767">
                  <c:v>780</c:v>
                </c:pt>
                <c:pt idx="768">
                  <c:v>528.092562</c:v>
                </c:pt>
                <c:pt idx="769">
                  <c:v>528.092562</c:v>
                </c:pt>
                <c:pt idx="770">
                  <c:v>620.335281</c:v>
                </c:pt>
                <c:pt idx="771">
                  <c:v>620.335281</c:v>
                </c:pt>
                <c:pt idx="772">
                  <c:v>568.578589</c:v>
                </c:pt>
                <c:pt idx="773">
                  <c:v>568.578589</c:v>
                </c:pt>
                <c:pt idx="774">
                  <c:v>623.822216</c:v>
                </c:pt>
                <c:pt idx="775">
                  <c:v>623.822216</c:v>
                </c:pt>
                <c:pt idx="776">
                  <c:v>493.306336</c:v>
                </c:pt>
                <c:pt idx="777">
                  <c:v>493.306336</c:v>
                </c:pt>
                <c:pt idx="778">
                  <c:v>668.399978</c:v>
                </c:pt>
                <c:pt idx="779">
                  <c:v>668.399978</c:v>
                </c:pt>
                <c:pt idx="780">
                  <c:v>518.466313</c:v>
                </c:pt>
                <c:pt idx="781">
                  <c:v>518.466313</c:v>
                </c:pt>
                <c:pt idx="782">
                  <c:v>349.205249</c:v>
                </c:pt>
                <c:pt idx="783">
                  <c:v>349.205249</c:v>
                </c:pt>
                <c:pt idx="784">
                  <c:v>229.841878</c:v>
                </c:pt>
                <c:pt idx="785">
                  <c:v>229.841878</c:v>
                </c:pt>
                <c:pt idx="786">
                  <c:v>130.665244</c:v>
                </c:pt>
                <c:pt idx="787">
                  <c:v>130.665244</c:v>
                </c:pt>
                <c:pt idx="788">
                  <c:v>247.078179</c:v>
                </c:pt>
                <c:pt idx="789">
                  <c:v>247.078179</c:v>
                </c:pt>
                <c:pt idx="790">
                  <c:v>90.000200</c:v>
                </c:pt>
                <c:pt idx="791">
                  <c:v>90.000200</c:v>
                </c:pt>
                <c:pt idx="792">
                  <c:v>124.420232</c:v>
                </c:pt>
                <c:pt idx="793">
                  <c:v>124.420232</c:v>
                </c:pt>
                <c:pt idx="794">
                  <c:v>166.169909</c:v>
                </c:pt>
                <c:pt idx="795">
                  <c:v>166.169909</c:v>
                </c:pt>
                <c:pt idx="796">
                  <c:v>200</c:v>
                </c:pt>
                <c:pt idx="797">
                  <c:v>200</c:v>
                </c:pt>
                <c:pt idx="798">
                  <c:v>167.313795</c:v>
                </c:pt>
                <c:pt idx="799">
                  <c:v>167.313795</c:v>
                </c:pt>
                <c:pt idx="800">
                  <c:v>200</c:v>
                </c:pt>
                <c:pt idx="801">
                  <c:v>200</c:v>
                </c:pt>
                <c:pt idx="802">
                  <c:v>168.689129</c:v>
                </c:pt>
                <c:pt idx="803">
                  <c:v>168.689129</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30</c:v>
                </c:pt>
                <c:pt idx="851">
                  <c:v>30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1E-4</c:v>
                </c:pt>
                <c:pt idx="869">
                  <c:v>1E-4</c:v>
                </c:pt>
                <c:pt idx="870">
                  <c:v>60</c:v>
                </c:pt>
                <c:pt idx="871">
                  <c:v>60</c:v>
                </c:pt>
                <c:pt idx="872">
                  <c:v>1E-4</c:v>
                </c:pt>
                <c:pt idx="873">
                  <c:v>1E-4</c:v>
                </c:pt>
                <c:pt idx="874">
                  <c:v>0</c:v>
                </c:pt>
                <c:pt idx="875">
                  <c:v>0</c:v>
                </c:pt>
                <c:pt idx="876">
                  <c:v>0</c:v>
                </c:pt>
                <c:pt idx="877">
                  <c:v>0</c:v>
                </c:pt>
                <c:pt idx="878">
                  <c:v>15.340418</c:v>
                </c:pt>
                <c:pt idx="879">
                  <c:v>15.340418</c:v>
                </c:pt>
                <c:pt idx="880">
                  <c:v>60.000100</c:v>
                </c:pt>
                <c:pt idx="881">
                  <c:v>60.000100</c:v>
                </c:pt>
                <c:pt idx="882">
                  <c:v>106.055197</c:v>
                </c:pt>
                <c:pt idx="883">
                  <c:v>106.055197</c:v>
                </c:pt>
                <c:pt idx="884">
                  <c:v>60</c:v>
                </c:pt>
                <c:pt idx="885">
                  <c:v>60</c:v>
                </c:pt>
                <c:pt idx="886">
                  <c:v>17.134550</c:v>
                </c:pt>
                <c:pt idx="887">
                  <c:v>17.134550</c:v>
                </c:pt>
                <c:pt idx="888">
                  <c:v>0</c:v>
                </c:pt>
                <c:pt idx="889">
                  <c:v>0</c:v>
                </c:pt>
                <c:pt idx="890">
                  <c:v>45.210044</c:v>
                </c:pt>
                <c:pt idx="891">
                  <c:v>45.210044</c:v>
                </c:pt>
                <c:pt idx="892">
                  <c:v>1E-4</c:v>
                </c:pt>
                <c:pt idx="893">
                  <c:v>1E-4</c:v>
                </c:pt>
                <c:pt idx="894">
                  <c:v>1E-4</c:v>
                </c:pt>
                <c:pt idx="895">
                  <c:v>1E-4</c:v>
                </c:pt>
                <c:pt idx="896">
                  <c:v>16.055397</c:v>
                </c:pt>
                <c:pt idx="897">
                  <c:v>16.055397</c:v>
                </c:pt>
                <c:pt idx="898">
                  <c:v>13.055900</c:v>
                </c:pt>
                <c:pt idx="899">
                  <c:v>13.055900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16.055097</c:v>
                </c:pt>
                <c:pt idx="937">
                  <c:v>16.055097</c:v>
                </c:pt>
                <c:pt idx="938">
                  <c:v>0</c:v>
                </c:pt>
                <c:pt idx="939">
                  <c:v>0</c:v>
                </c:pt>
                <c:pt idx="940">
                  <c:v>0</c:v>
                </c:pt>
                <c:pt idx="941">
                  <c:v>0</c:v>
                </c:pt>
                <c:pt idx="942">
                  <c:v>60</c:v>
                </c:pt>
                <c:pt idx="943">
                  <c:v>60</c:v>
                </c:pt>
                <c:pt idx="944">
                  <c:v>90</c:v>
                </c:pt>
                <c:pt idx="945">
                  <c:v>90</c:v>
                </c:pt>
                <c:pt idx="946">
                  <c:v>150</c:v>
                </c:pt>
                <c:pt idx="947">
                  <c:v>150</c:v>
                </c:pt>
                <c:pt idx="948">
                  <c:v>240</c:v>
                </c:pt>
                <c:pt idx="949">
                  <c:v>240</c:v>
                </c:pt>
                <c:pt idx="950">
                  <c:v>450</c:v>
                </c:pt>
                <c:pt idx="951">
                  <c:v>450</c:v>
                </c:pt>
                <c:pt idx="952">
                  <c:v>645.513672</c:v>
                </c:pt>
                <c:pt idx="953">
                  <c:v>645.513672</c:v>
                </c:pt>
                <c:pt idx="954">
                  <c:v>750</c:v>
                </c:pt>
                <c:pt idx="955">
                  <c:v>750</c:v>
                </c:pt>
                <c:pt idx="956">
                  <c:v>810</c:v>
                </c:pt>
                <c:pt idx="957">
                  <c:v>810</c:v>
                </c:pt>
                <c:pt idx="958">
                  <c:v>771.74392</c:v>
                </c:pt>
                <c:pt idx="959">
                  <c:v>771.74392</c:v>
                </c:pt>
                <c:pt idx="960">
                  <c:v>700.117097</c:v>
                </c:pt>
                <c:pt idx="961">
                  <c:v>700.117097</c:v>
                </c:pt>
                <c:pt idx="962">
                  <c:v>816.634947</c:v>
                </c:pt>
                <c:pt idx="963">
                  <c:v>816.634947</c:v>
                </c:pt>
                <c:pt idx="964">
                  <c:v>814.723449</c:v>
                </c:pt>
                <c:pt idx="965">
                  <c:v>814.723449</c:v>
                </c:pt>
                <c:pt idx="966">
                  <c:v>666.194721</c:v>
                </c:pt>
                <c:pt idx="967">
                  <c:v>666.194721</c:v>
                </c:pt>
                <c:pt idx="968">
                  <c:v>622.865762</c:v>
                </c:pt>
                <c:pt idx="969">
                  <c:v>622.865762</c:v>
                </c:pt>
                <c:pt idx="970">
                  <c:v>750</c:v>
                </c:pt>
                <c:pt idx="971">
                  <c:v>750</c:v>
                </c:pt>
                <c:pt idx="972">
                  <c:v>552.336898</c:v>
                </c:pt>
                <c:pt idx="973">
                  <c:v>552.336898</c:v>
                </c:pt>
                <c:pt idx="974">
                  <c:v>585.844175</c:v>
                </c:pt>
                <c:pt idx="975">
                  <c:v>585.844175</c:v>
                </c:pt>
                <c:pt idx="976">
                  <c:v>228.852247</c:v>
                </c:pt>
                <c:pt idx="977">
                  <c:v>228.852247</c:v>
                </c:pt>
                <c:pt idx="978">
                  <c:v>317.894453</c:v>
                </c:pt>
                <c:pt idx="979">
                  <c:v>317.894453</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162.210726</c:v>
                </c:pt>
                <c:pt idx="999">
                  <c:v>162.210726</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30</c:v>
                </c:pt>
                <c:pt idx="1115">
                  <c:v>30</c:v>
                </c:pt>
                <c:pt idx="1116">
                  <c:v>0</c:v>
                </c:pt>
                <c:pt idx="1117">
                  <c:v>0</c:v>
                </c:pt>
                <c:pt idx="1118">
                  <c:v>1E-4</c:v>
                </c:pt>
                <c:pt idx="1119">
                  <c:v>1E-4</c:v>
                </c:pt>
                <c:pt idx="1120">
                  <c:v>0</c:v>
                </c:pt>
                <c:pt idx="1121">
                  <c:v>0</c:v>
                </c:pt>
                <c:pt idx="1122">
                  <c:v>0</c:v>
                </c:pt>
                <c:pt idx="1123">
                  <c:v>0</c:v>
                </c:pt>
                <c:pt idx="1124">
                  <c:v>0</c:v>
                </c:pt>
                <c:pt idx="1125">
                  <c:v>0</c:v>
                </c:pt>
                <c:pt idx="1126">
                  <c:v>0</c:v>
                </c:pt>
                <c:pt idx="1127">
                  <c:v>0</c:v>
                </c:pt>
                <c:pt idx="1128">
                  <c:v>76.055297</c:v>
                </c:pt>
                <c:pt idx="1129">
                  <c:v>76.055297</c:v>
                </c:pt>
                <c:pt idx="1130">
                  <c:v>0</c:v>
                </c:pt>
                <c:pt idx="1131">
                  <c:v>0</c:v>
                </c:pt>
                <c:pt idx="1132">
                  <c:v>60</c:v>
                </c:pt>
                <c:pt idx="1133">
                  <c:v>60</c:v>
                </c:pt>
                <c:pt idx="1134">
                  <c:v>90</c:v>
                </c:pt>
                <c:pt idx="1135">
                  <c:v>90</c:v>
                </c:pt>
                <c:pt idx="1136">
                  <c:v>0</c:v>
                </c:pt>
                <c:pt idx="1137">
                  <c:v>0</c:v>
                </c:pt>
                <c:pt idx="1138">
                  <c:v>0</c:v>
                </c:pt>
                <c:pt idx="1139">
                  <c:v>0</c:v>
                </c:pt>
                <c:pt idx="1140">
                  <c:v>0</c:v>
                </c:pt>
                <c:pt idx="1141">
                  <c:v>0</c:v>
                </c:pt>
                <c:pt idx="1142">
                  <c:v>0</c:v>
                </c:pt>
                <c:pt idx="1143">
                  <c:v>0</c:v>
                </c:pt>
                <c:pt idx="1144">
                  <c:v>47.295922</c:v>
                </c:pt>
                <c:pt idx="1145">
                  <c:v>47.295922</c:v>
                </c:pt>
                <c:pt idx="1146">
                  <c:v>255.726573</c:v>
                </c:pt>
                <c:pt idx="1147">
                  <c:v>255.726573</c:v>
                </c:pt>
                <c:pt idx="1148">
                  <c:v>390</c:v>
                </c:pt>
                <c:pt idx="1149">
                  <c:v>390</c:v>
                </c:pt>
                <c:pt idx="1150">
                  <c:v>270</c:v>
                </c:pt>
                <c:pt idx="1151">
                  <c:v>270</c:v>
                </c:pt>
                <c:pt idx="1152">
                  <c:v>484.269000</c:v>
                </c:pt>
                <c:pt idx="1153">
                  <c:v>484.269000</c:v>
                </c:pt>
                <c:pt idx="1154">
                  <c:v>698.982818</c:v>
                </c:pt>
                <c:pt idx="1155">
                  <c:v>698.982818</c:v>
                </c:pt>
                <c:pt idx="1156">
                  <c:v>750</c:v>
                </c:pt>
                <c:pt idx="1157">
                  <c:v>750</c:v>
                </c:pt>
                <c:pt idx="1158">
                  <c:v>707.281413</c:v>
                </c:pt>
                <c:pt idx="1159">
                  <c:v>707.281413</c:v>
                </c:pt>
                <c:pt idx="1160">
                  <c:v>180.000942</c:v>
                </c:pt>
                <c:pt idx="1161">
                  <c:v>180.000942</c:v>
                </c:pt>
                <c:pt idx="1162">
                  <c:v>330</c:v>
                </c:pt>
                <c:pt idx="1163">
                  <c:v>330</c:v>
                </c:pt>
                <c:pt idx="1164">
                  <c:v>330.000100</c:v>
                </c:pt>
                <c:pt idx="1165">
                  <c:v>330.000100</c:v>
                </c:pt>
                <c:pt idx="1166">
                  <c:v>270</c:v>
                </c:pt>
                <c:pt idx="1167">
                  <c:v>270</c:v>
                </c:pt>
                <c:pt idx="1168">
                  <c:v>120</c:v>
                </c:pt>
                <c:pt idx="1169">
                  <c:v>120</c:v>
                </c:pt>
                <c:pt idx="1170">
                  <c:v>120</c:v>
                </c:pt>
                <c:pt idx="1171">
                  <c:v>120</c:v>
                </c:pt>
                <c:pt idx="1172">
                  <c:v>120</c:v>
                </c:pt>
                <c:pt idx="1173">
                  <c:v>120</c:v>
                </c:pt>
                <c:pt idx="1174">
                  <c:v>182.707625</c:v>
                </c:pt>
                <c:pt idx="1175">
                  <c:v>182.707625</c:v>
                </c:pt>
                <c:pt idx="1176">
                  <c:v>192.210626</c:v>
                </c:pt>
                <c:pt idx="1177">
                  <c:v>192.210626</c:v>
                </c:pt>
                <c:pt idx="1178">
                  <c:v>330.000421</c:v>
                </c:pt>
                <c:pt idx="1179">
                  <c:v>330.000421</c:v>
                </c:pt>
                <c:pt idx="1180">
                  <c:v>127.218096</c:v>
                </c:pt>
                <c:pt idx="1181">
                  <c:v>127.218096</c:v>
                </c:pt>
                <c:pt idx="1182">
                  <c:v>120</c:v>
                </c:pt>
                <c:pt idx="1183">
                  <c:v>120</c:v>
                </c:pt>
                <c:pt idx="1184">
                  <c:v>418.278755</c:v>
                </c:pt>
                <c:pt idx="1185">
                  <c:v>418.278755</c:v>
                </c:pt>
                <c:pt idx="1186">
                  <c:v>598.279470</c:v>
                </c:pt>
                <c:pt idx="1187">
                  <c:v>598.279470</c:v>
                </c:pt>
                <c:pt idx="1188">
                  <c:v>584.835213</c:v>
                </c:pt>
                <c:pt idx="1189">
                  <c:v>584.835213</c:v>
                </c:pt>
                <c:pt idx="1190">
                  <c:v>492.211989</c:v>
                </c:pt>
                <c:pt idx="1191">
                  <c:v>492.211989</c:v>
                </c:pt>
                <c:pt idx="1192">
                  <c:v>184.664292</c:v>
                </c:pt>
                <c:pt idx="1193">
                  <c:v>184.664292</c:v>
                </c:pt>
                <c:pt idx="1194">
                  <c:v>462.210947</c:v>
                </c:pt>
                <c:pt idx="1195">
                  <c:v>462.210947</c:v>
                </c:pt>
                <c:pt idx="1196">
                  <c:v>420</c:v>
                </c:pt>
                <c:pt idx="1197">
                  <c:v>420</c:v>
                </c:pt>
                <c:pt idx="1198">
                  <c:v>359.999900</c:v>
                </c:pt>
                <c:pt idx="1199">
                  <c:v>359.999900</c:v>
                </c:pt>
                <c:pt idx="1200">
                  <c:v>139.146161</c:v>
                </c:pt>
                <c:pt idx="1201">
                  <c:v>139.146161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30</c:v>
                </c:pt>
                <c:pt idx="1305">
                  <c:v>30</c:v>
                </c:pt>
                <c:pt idx="1306">
                  <c:v>0</c:v>
                </c:pt>
                <c:pt idx="1307">
                  <c:v>0</c:v>
                </c:pt>
                <c:pt idx="1308">
                  <c:v>0</c:v>
                </c:pt>
                <c:pt idx="1309">
                  <c:v>0</c:v>
                </c:pt>
                <c:pt idx="1310">
                  <c:v>30</c:v>
                </c:pt>
                <c:pt idx="1311">
                  <c:v>30</c:v>
                </c:pt>
                <c:pt idx="1312">
                  <c:v>60</c:v>
                </c:pt>
                <c:pt idx="1313">
                  <c:v>60</c:v>
                </c:pt>
                <c:pt idx="1314">
                  <c:v>32.109731</c:v>
                </c:pt>
                <c:pt idx="1315">
                  <c:v>32.109731</c:v>
                </c:pt>
                <c:pt idx="1316">
                  <c:v>90</c:v>
                </c:pt>
                <c:pt idx="1317">
                  <c:v>90</c:v>
                </c:pt>
                <c:pt idx="1318">
                  <c:v>0</c:v>
                </c:pt>
                <c:pt idx="1319">
                  <c:v>0</c:v>
                </c:pt>
                <c:pt idx="1320">
                  <c:v>0</c:v>
                </c:pt>
                <c:pt idx="1321">
                  <c:v>0</c:v>
                </c:pt>
                <c:pt idx="1322">
                  <c:v>132.210126</c:v>
                </c:pt>
                <c:pt idx="1323">
                  <c:v>132.210126</c:v>
                </c:pt>
                <c:pt idx="1324">
                  <c:v>146.379716</c:v>
                </c:pt>
                <c:pt idx="1325">
                  <c:v>146.379716</c:v>
                </c:pt>
                <c:pt idx="1326">
                  <c:v>240</c:v>
                </c:pt>
                <c:pt idx="1327">
                  <c:v>240</c:v>
                </c:pt>
                <c:pt idx="1328">
                  <c:v>0.000200</c:v>
                </c:pt>
                <c:pt idx="1329">
                  <c:v>0.000200</c:v>
                </c:pt>
                <c:pt idx="1330">
                  <c:v>109.675914</c:v>
                </c:pt>
                <c:pt idx="1331">
                  <c:v>109.675914</c:v>
                </c:pt>
                <c:pt idx="1332">
                  <c:v>90</c:v>
                </c:pt>
                <c:pt idx="1333">
                  <c:v>90</c:v>
                </c:pt>
                <c:pt idx="1334">
                  <c:v>210</c:v>
                </c:pt>
                <c:pt idx="1335">
                  <c:v>210</c:v>
                </c:pt>
                <c:pt idx="1336">
                  <c:v>237.627233</c:v>
                </c:pt>
                <c:pt idx="1337">
                  <c:v>237.627233</c:v>
                </c:pt>
                <c:pt idx="1338">
                  <c:v>360.000100</c:v>
                </c:pt>
                <c:pt idx="1339">
                  <c:v>360.000100</c:v>
                </c:pt>
                <c:pt idx="1340">
                  <c:v>194.753015</c:v>
                </c:pt>
                <c:pt idx="1341">
                  <c:v>194.753015</c:v>
                </c:pt>
                <c:pt idx="1342">
                  <c:v>150</c:v>
                </c:pt>
                <c:pt idx="1343">
                  <c:v>150</c:v>
                </c:pt>
                <c:pt idx="1344">
                  <c:v>215.584156</c:v>
                </c:pt>
                <c:pt idx="1345">
                  <c:v>215.584156</c:v>
                </c:pt>
                <c:pt idx="1346">
                  <c:v>300</c:v>
                </c:pt>
                <c:pt idx="1347">
                  <c:v>300</c:v>
                </c:pt>
                <c:pt idx="1348">
                  <c:v>340.000400</c:v>
                </c:pt>
                <c:pt idx="1349">
                  <c:v>340.000400</c:v>
                </c:pt>
                <c:pt idx="1350">
                  <c:v>360</c:v>
                </c:pt>
                <c:pt idx="1351">
                  <c:v>360</c:v>
                </c:pt>
                <c:pt idx="1352">
                  <c:v>270</c:v>
                </c:pt>
                <c:pt idx="1353">
                  <c:v>270</c:v>
                </c:pt>
                <c:pt idx="1354">
                  <c:v>360.916164</c:v>
                </c:pt>
                <c:pt idx="1355">
                  <c:v>360.916164</c:v>
                </c:pt>
                <c:pt idx="1356">
                  <c:v>469.999600</c:v>
                </c:pt>
                <c:pt idx="1357">
                  <c:v>469.999600</c:v>
                </c:pt>
                <c:pt idx="1358">
                  <c:v>508.090452</c:v>
                </c:pt>
                <c:pt idx="1359">
                  <c:v>508.090452</c:v>
                </c:pt>
                <c:pt idx="1360">
                  <c:v>478.809228</c:v>
                </c:pt>
                <c:pt idx="1361">
                  <c:v>478.809228</c:v>
                </c:pt>
                <c:pt idx="1362">
                  <c:v>349.375806</c:v>
                </c:pt>
                <c:pt idx="1363">
                  <c:v>349.375806</c:v>
                </c:pt>
                <c:pt idx="1364">
                  <c:v>330.000100</c:v>
                </c:pt>
                <c:pt idx="1365">
                  <c:v>330.000100</c:v>
                </c:pt>
                <c:pt idx="1366">
                  <c:v>200</c:v>
                </c:pt>
                <c:pt idx="1367">
                  <c:v>200</c:v>
                </c:pt>
                <c:pt idx="1368">
                  <c:v>200</c:v>
                </c:pt>
                <c:pt idx="1369">
                  <c:v>200</c:v>
                </c:pt>
                <c:pt idx="1370">
                  <c:v>200</c:v>
                </c:pt>
                <c:pt idx="1371">
                  <c:v>200</c:v>
                </c:pt>
                <c:pt idx="1372">
                  <c:v>200</c:v>
                </c:pt>
                <c:pt idx="1373">
                  <c:v>200</c:v>
                </c:pt>
                <c:pt idx="1374">
                  <c:v>164.519663</c:v>
                </c:pt>
                <c:pt idx="1375">
                  <c:v>164.519663</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0-C932-4179-9716-21C7C2F6F644}"/>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1.996360</c:v>
                </c:pt>
                <c:pt idx="25">
                  <c:v>1.996360</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200</c:v>
                </c:pt>
                <c:pt idx="187">
                  <c:v>200</c:v>
                </c:pt>
                <c:pt idx="188">
                  <c:v>360.000500</c:v>
                </c:pt>
                <c:pt idx="189">
                  <c:v>360.000500</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307.931117</c:v>
                </c:pt>
                <c:pt idx="203">
                  <c:v>307.931117</c:v>
                </c:pt>
                <c:pt idx="204">
                  <c:v>320.335581</c:v>
                </c:pt>
                <c:pt idx="205">
                  <c:v>320.335581</c:v>
                </c:pt>
                <c:pt idx="206">
                  <c:v>210.0001</c:v>
                </c:pt>
                <c:pt idx="207">
                  <c:v>210.0001</c:v>
                </c:pt>
                <c:pt idx="208">
                  <c:v>299.999879</c:v>
                </c:pt>
                <c:pt idx="209">
                  <c:v>299.999879</c:v>
                </c:pt>
                <c:pt idx="210">
                  <c:v>420.000200</c:v>
                </c:pt>
                <c:pt idx="211">
                  <c:v>420.000200</c:v>
                </c:pt>
                <c:pt idx="212">
                  <c:v>349.040422</c:v>
                </c:pt>
                <c:pt idx="213">
                  <c:v>349.040422</c:v>
                </c:pt>
                <c:pt idx="214">
                  <c:v>342.211147</c:v>
                </c:pt>
                <c:pt idx="215">
                  <c:v>342.211147</c:v>
                </c:pt>
                <c:pt idx="216">
                  <c:v>719.999479</c:v>
                </c:pt>
                <c:pt idx="217">
                  <c:v>719.999479</c:v>
                </c:pt>
                <c:pt idx="218">
                  <c:v>616.907271</c:v>
                </c:pt>
                <c:pt idx="219">
                  <c:v>616.907271</c:v>
                </c:pt>
                <c:pt idx="220">
                  <c:v>480.894300</c:v>
                </c:pt>
                <c:pt idx="221">
                  <c:v>480.894300</c:v>
                </c:pt>
                <c:pt idx="222">
                  <c:v>386.281593</c:v>
                </c:pt>
                <c:pt idx="223">
                  <c:v>386.281593</c:v>
                </c:pt>
                <c:pt idx="224">
                  <c:v>462.210005</c:v>
                </c:pt>
                <c:pt idx="225">
                  <c:v>462.210005</c:v>
                </c:pt>
                <c:pt idx="226">
                  <c:v>268.279991</c:v>
                </c:pt>
                <c:pt idx="227">
                  <c:v>268.279991</c:v>
                </c:pt>
                <c:pt idx="228">
                  <c:v>293.680033</c:v>
                </c:pt>
                <c:pt idx="229">
                  <c:v>293.680033</c:v>
                </c:pt>
                <c:pt idx="230">
                  <c:v>398.017862</c:v>
                </c:pt>
                <c:pt idx="231">
                  <c:v>398.017862</c:v>
                </c:pt>
                <c:pt idx="232">
                  <c:v>331.467817</c:v>
                </c:pt>
                <c:pt idx="233">
                  <c:v>331.467817</c:v>
                </c:pt>
                <c:pt idx="234">
                  <c:v>282.562351</c:v>
                </c:pt>
                <c:pt idx="235">
                  <c:v>282.562351</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200.000621</c:v>
                </c:pt>
                <c:pt idx="387">
                  <c:v>200.000621</c:v>
                </c:pt>
                <c:pt idx="388">
                  <c:v>218.125776</c:v>
                </c:pt>
                <c:pt idx="389">
                  <c:v>218.125776</c:v>
                </c:pt>
                <c:pt idx="390">
                  <c:v>302.920018</c:v>
                </c:pt>
                <c:pt idx="391">
                  <c:v>302.920018</c:v>
                </c:pt>
                <c:pt idx="392">
                  <c:v>200</c:v>
                </c:pt>
                <c:pt idx="393">
                  <c:v>200</c:v>
                </c:pt>
                <c:pt idx="394">
                  <c:v>200</c:v>
                </c:pt>
                <c:pt idx="395">
                  <c:v>200</c:v>
                </c:pt>
                <c:pt idx="396">
                  <c:v>200</c:v>
                </c:pt>
                <c:pt idx="397">
                  <c:v>200</c:v>
                </c:pt>
                <c:pt idx="398">
                  <c:v>200</c:v>
                </c:pt>
                <c:pt idx="399">
                  <c:v>200</c:v>
                </c:pt>
                <c:pt idx="400">
                  <c:v>270.000200</c:v>
                </c:pt>
                <c:pt idx="401">
                  <c:v>270.000200</c:v>
                </c:pt>
                <c:pt idx="402">
                  <c:v>200</c:v>
                </c:pt>
                <c:pt idx="403">
                  <c:v>200</c:v>
                </c:pt>
                <c:pt idx="404">
                  <c:v>207.813776</c:v>
                </c:pt>
                <c:pt idx="405">
                  <c:v>207.813776</c:v>
                </c:pt>
                <c:pt idx="406">
                  <c:v>210</c:v>
                </c:pt>
                <c:pt idx="407">
                  <c:v>210</c:v>
                </c:pt>
                <c:pt idx="408">
                  <c:v>200</c:v>
                </c:pt>
                <c:pt idx="409">
                  <c:v>200</c:v>
                </c:pt>
                <c:pt idx="410">
                  <c:v>301.320736</c:v>
                </c:pt>
                <c:pt idx="411">
                  <c:v>301.320736</c:v>
                </c:pt>
                <c:pt idx="412">
                  <c:v>200</c:v>
                </c:pt>
                <c:pt idx="413">
                  <c:v>200</c:v>
                </c:pt>
                <c:pt idx="414">
                  <c:v>200</c:v>
                </c:pt>
                <c:pt idx="415">
                  <c:v>200</c:v>
                </c:pt>
                <c:pt idx="416">
                  <c:v>200</c:v>
                </c:pt>
                <c:pt idx="417">
                  <c:v>200</c:v>
                </c:pt>
                <c:pt idx="418">
                  <c:v>432.211368</c:v>
                </c:pt>
                <c:pt idx="419">
                  <c:v>432.211368</c:v>
                </c:pt>
                <c:pt idx="420">
                  <c:v>222.210626</c:v>
                </c:pt>
                <c:pt idx="421">
                  <c:v>222.210626</c:v>
                </c:pt>
                <c:pt idx="422">
                  <c:v>209.453648</c:v>
                </c:pt>
                <c:pt idx="423">
                  <c:v>209.453648</c:v>
                </c:pt>
                <c:pt idx="424">
                  <c:v>206.886572</c:v>
                </c:pt>
                <c:pt idx="425">
                  <c:v>206.886572</c:v>
                </c:pt>
                <c:pt idx="426">
                  <c:v>345.377147</c:v>
                </c:pt>
                <c:pt idx="427">
                  <c:v>345.377147</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200</c:v>
                </c:pt>
                <c:pt idx="589">
                  <c:v>200</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c:v>
                </c:pt>
                <c:pt idx="605">
                  <c:v>189.691752</c:v>
                </c:pt>
                <c:pt idx="606">
                  <c:v>120.000721</c:v>
                </c:pt>
                <c:pt idx="607">
                  <c:v>120.000721</c:v>
                </c:pt>
                <c:pt idx="608">
                  <c:v>199.999279</c:v>
                </c:pt>
                <c:pt idx="609">
                  <c:v>199.999279</c:v>
                </c:pt>
                <c:pt idx="610">
                  <c:v>87.296113</c:v>
                </c:pt>
                <c:pt idx="611">
                  <c:v>87.296113</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166.169909</c:v>
                </c:pt>
                <c:pt idx="795">
                  <c:v>166.169909</c:v>
                </c:pt>
                <c:pt idx="796">
                  <c:v>200</c:v>
                </c:pt>
                <c:pt idx="797">
                  <c:v>200</c:v>
                </c:pt>
                <c:pt idx="798">
                  <c:v>167.313795</c:v>
                </c:pt>
                <c:pt idx="799">
                  <c:v>167.313795</c:v>
                </c:pt>
                <c:pt idx="800">
                  <c:v>200</c:v>
                </c:pt>
                <c:pt idx="801">
                  <c:v>200</c:v>
                </c:pt>
                <c:pt idx="802">
                  <c:v>168.689129</c:v>
                </c:pt>
                <c:pt idx="803">
                  <c:v>168.689129</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162.210726</c:v>
                </c:pt>
                <c:pt idx="999">
                  <c:v>162.210726</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96.817227</c:v>
                </c:pt>
                <c:pt idx="1365">
                  <c:v>96.817227</c:v>
                </c:pt>
                <c:pt idx="1366">
                  <c:v>200</c:v>
                </c:pt>
                <c:pt idx="1367">
                  <c:v>200</c:v>
                </c:pt>
                <c:pt idx="1368">
                  <c:v>200</c:v>
                </c:pt>
                <c:pt idx="1369">
                  <c:v>200</c:v>
                </c:pt>
                <c:pt idx="1370">
                  <c:v>200</c:v>
                </c:pt>
                <c:pt idx="1371">
                  <c:v>200</c:v>
                </c:pt>
                <c:pt idx="1372">
                  <c:v>200</c:v>
                </c:pt>
                <c:pt idx="1373">
                  <c:v>200</c:v>
                </c:pt>
                <c:pt idx="1374">
                  <c:v>164.519663</c:v>
                </c:pt>
                <c:pt idx="1375">
                  <c:v>164.519663</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1-C932-4179-9716-21C7C2F6F644}"/>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5.100000</c:v>
                </c:pt>
                <c:pt idx="57">
                  <c:v>5.100000</c:v>
                </c:pt>
                <c:pt idx="58">
                  <c:v>22.1</c:v>
                </c:pt>
                <c:pt idx="59">
                  <c:v>22.1</c:v>
                </c:pt>
                <c:pt idx="60">
                  <c:v>21.25</c:v>
                </c:pt>
                <c:pt idx="61">
                  <c:v>21.25</c:v>
                </c:pt>
                <c:pt idx="62">
                  <c:v>34.85</c:v>
                </c:pt>
                <c:pt idx="63">
                  <c:v>34.85</c:v>
                </c:pt>
                <c:pt idx="64">
                  <c:v>54.4</c:v>
                </c:pt>
                <c:pt idx="65">
                  <c:v>54.4</c:v>
                </c:pt>
                <c:pt idx="66">
                  <c:v>78.2</c:v>
                </c:pt>
                <c:pt idx="67">
                  <c:v>78.2</c:v>
                </c:pt>
                <c:pt idx="68">
                  <c:v>130.9</c:v>
                </c:pt>
                <c:pt idx="69">
                  <c:v>130.9</c:v>
                </c:pt>
                <c:pt idx="70">
                  <c:v>138.550000</c:v>
                </c:pt>
                <c:pt idx="71">
                  <c:v>138.550000</c:v>
                </c:pt>
                <c:pt idx="72">
                  <c:v>146.200000</c:v>
                </c:pt>
                <c:pt idx="73">
                  <c:v>146.200000</c:v>
                </c:pt>
                <c:pt idx="74">
                  <c:v>193.8</c:v>
                </c:pt>
                <c:pt idx="75">
                  <c:v>193.8</c:v>
                </c:pt>
                <c:pt idx="76">
                  <c:v>194.65</c:v>
                </c:pt>
                <c:pt idx="77">
                  <c:v>194.65</c:v>
                </c:pt>
                <c:pt idx="78">
                  <c:v>227.8</c:v>
                </c:pt>
                <c:pt idx="79">
                  <c:v>227.8</c:v>
                </c:pt>
                <c:pt idx="80">
                  <c:v>217.6</c:v>
                </c:pt>
                <c:pt idx="81">
                  <c:v>217.6</c:v>
                </c:pt>
                <c:pt idx="82">
                  <c:v>190.4</c:v>
                </c:pt>
                <c:pt idx="83">
                  <c:v>190.4</c:v>
                </c:pt>
                <c:pt idx="84">
                  <c:v>249.05</c:v>
                </c:pt>
                <c:pt idx="85">
                  <c:v>249.05</c:v>
                </c:pt>
                <c:pt idx="86">
                  <c:v>178.5</c:v>
                </c:pt>
                <c:pt idx="87">
                  <c:v>178.5</c:v>
                </c:pt>
                <c:pt idx="88">
                  <c:v>176.8</c:v>
                </c:pt>
                <c:pt idx="89">
                  <c:v>176.8</c:v>
                </c:pt>
                <c:pt idx="90">
                  <c:v>362.1</c:v>
                </c:pt>
                <c:pt idx="91">
                  <c:v>362.1</c:v>
                </c:pt>
                <c:pt idx="92">
                  <c:v>395.25</c:v>
                </c:pt>
                <c:pt idx="93">
                  <c:v>395.25</c:v>
                </c:pt>
                <c:pt idx="94">
                  <c:v>420.75</c:v>
                </c:pt>
                <c:pt idx="95">
                  <c:v>420.75</c:v>
                </c:pt>
                <c:pt idx="96">
                  <c:v>265.2</c:v>
                </c:pt>
                <c:pt idx="97">
                  <c:v>265.2</c:v>
                </c:pt>
                <c:pt idx="98">
                  <c:v>97.75</c:v>
                </c:pt>
                <c:pt idx="99">
                  <c:v>97.75</c:v>
                </c:pt>
                <c:pt idx="100">
                  <c:v>139.4</c:v>
                </c:pt>
                <c:pt idx="101">
                  <c:v>139.4</c:v>
                </c:pt>
                <c:pt idx="102">
                  <c:v>131.75</c:v>
                </c:pt>
                <c:pt idx="103">
                  <c:v>131.75</c:v>
                </c:pt>
                <c:pt idx="104">
                  <c:v>113.9</c:v>
                </c:pt>
                <c:pt idx="105">
                  <c:v>113.9</c:v>
                </c:pt>
                <c:pt idx="106">
                  <c:v>156.4</c:v>
                </c:pt>
                <c:pt idx="107">
                  <c:v>156.4</c:v>
                </c:pt>
                <c:pt idx="108">
                  <c:v>136.85</c:v>
                </c:pt>
                <c:pt idx="109">
                  <c:v>136.85</c:v>
                </c:pt>
                <c:pt idx="110">
                  <c:v>131.75</c:v>
                </c:pt>
                <c:pt idx="111">
                  <c:v>131.75</c:v>
                </c:pt>
                <c:pt idx="112">
                  <c:v>98.6</c:v>
                </c:pt>
                <c:pt idx="113">
                  <c:v>98.6</c:v>
                </c:pt>
                <c:pt idx="114">
                  <c:v>117.3</c:v>
                </c:pt>
                <c:pt idx="115">
                  <c:v>117.3</c:v>
                </c:pt>
                <c:pt idx="116">
                  <c:v>136</c:v>
                </c:pt>
                <c:pt idx="117">
                  <c:v>136</c:v>
                </c:pt>
                <c:pt idx="118">
                  <c:v>71.400000</c:v>
                </c:pt>
                <c:pt idx="119">
                  <c:v>71.400000</c:v>
                </c:pt>
                <c:pt idx="120">
                  <c:v>33.15</c:v>
                </c:pt>
                <c:pt idx="121">
                  <c:v>33.15</c:v>
                </c:pt>
                <c:pt idx="122">
                  <c:v>22.1</c:v>
                </c:pt>
                <c:pt idx="123">
                  <c:v>22.1</c:v>
                </c:pt>
                <c:pt idx="124">
                  <c:v>10.200000</c:v>
                </c:pt>
                <c:pt idx="125">
                  <c:v>10.200000</c:v>
                </c:pt>
                <c:pt idx="126">
                  <c:v>5.100000</c:v>
                </c:pt>
                <c:pt idx="127">
                  <c:v>5.100000</c:v>
                </c:pt>
                <c:pt idx="128">
                  <c:v>8.5</c:v>
                </c:pt>
                <c:pt idx="129">
                  <c:v>8.5</c:v>
                </c:pt>
                <c:pt idx="130">
                  <c:v>1.7</c:v>
                </c:pt>
                <c:pt idx="131">
                  <c:v>1.7</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6.8</c:v>
                </c:pt>
                <c:pt idx="249">
                  <c:v>6.8</c:v>
                </c:pt>
                <c:pt idx="250">
                  <c:v>21.25</c:v>
                </c:pt>
                <c:pt idx="251">
                  <c:v>21.25</c:v>
                </c:pt>
                <c:pt idx="252">
                  <c:v>29.75</c:v>
                </c:pt>
                <c:pt idx="253">
                  <c:v>29.75</c:v>
                </c:pt>
                <c:pt idx="254">
                  <c:v>35.700000</c:v>
                </c:pt>
                <c:pt idx="255">
                  <c:v>35.700000</c:v>
                </c:pt>
                <c:pt idx="256">
                  <c:v>45.9</c:v>
                </c:pt>
                <c:pt idx="257">
                  <c:v>45.9</c:v>
                </c:pt>
                <c:pt idx="258">
                  <c:v>63.75</c:v>
                </c:pt>
                <c:pt idx="259">
                  <c:v>63.75</c:v>
                </c:pt>
                <c:pt idx="260">
                  <c:v>76.5</c:v>
                </c:pt>
                <c:pt idx="261">
                  <c:v>76.5</c:v>
                </c:pt>
                <c:pt idx="262">
                  <c:v>87.55</c:v>
                </c:pt>
                <c:pt idx="263">
                  <c:v>87.55</c:v>
                </c:pt>
                <c:pt idx="264">
                  <c:v>169.15</c:v>
                </c:pt>
                <c:pt idx="265">
                  <c:v>169.15</c:v>
                </c:pt>
                <c:pt idx="266">
                  <c:v>156.4</c:v>
                </c:pt>
                <c:pt idx="267">
                  <c:v>156.4</c:v>
                </c:pt>
                <c:pt idx="268">
                  <c:v>102</c:v>
                </c:pt>
                <c:pt idx="269">
                  <c:v>102</c:v>
                </c:pt>
                <c:pt idx="270">
                  <c:v>119</c:v>
                </c:pt>
                <c:pt idx="271">
                  <c:v>119</c:v>
                </c:pt>
                <c:pt idx="272">
                  <c:v>147.9</c:v>
                </c:pt>
                <c:pt idx="273">
                  <c:v>147.9</c:v>
                </c:pt>
                <c:pt idx="274">
                  <c:v>189.55</c:v>
                </c:pt>
                <c:pt idx="275">
                  <c:v>189.55</c:v>
                </c:pt>
                <c:pt idx="276">
                  <c:v>182.75</c:v>
                </c:pt>
                <c:pt idx="277">
                  <c:v>182.75</c:v>
                </c:pt>
                <c:pt idx="278">
                  <c:v>180.2</c:v>
                </c:pt>
                <c:pt idx="279">
                  <c:v>180.2</c:v>
                </c:pt>
                <c:pt idx="280">
                  <c:v>224.4</c:v>
                </c:pt>
                <c:pt idx="281">
                  <c:v>224.4</c:v>
                </c:pt>
                <c:pt idx="282">
                  <c:v>283.05</c:v>
                </c:pt>
                <c:pt idx="283">
                  <c:v>283.05</c:v>
                </c:pt>
                <c:pt idx="284">
                  <c:v>413.95</c:v>
                </c:pt>
                <c:pt idx="285">
                  <c:v>413.95</c:v>
                </c:pt>
                <c:pt idx="286">
                  <c:v>407.15</c:v>
                </c:pt>
                <c:pt idx="287">
                  <c:v>407.15</c:v>
                </c:pt>
                <c:pt idx="288">
                  <c:v>439.45</c:v>
                </c:pt>
                <c:pt idx="289">
                  <c:v>439.45</c:v>
                </c:pt>
                <c:pt idx="290">
                  <c:v>412.25</c:v>
                </c:pt>
                <c:pt idx="291">
                  <c:v>412.25</c:v>
                </c:pt>
                <c:pt idx="292">
                  <c:v>420.75</c:v>
                </c:pt>
                <c:pt idx="293">
                  <c:v>420.75</c:v>
                </c:pt>
                <c:pt idx="294">
                  <c:v>384.2</c:v>
                </c:pt>
                <c:pt idx="295">
                  <c:v>384.2</c:v>
                </c:pt>
                <c:pt idx="296">
                  <c:v>341.7</c:v>
                </c:pt>
                <c:pt idx="297">
                  <c:v>341.7</c:v>
                </c:pt>
                <c:pt idx="298">
                  <c:v>331.5</c:v>
                </c:pt>
                <c:pt idx="299">
                  <c:v>331.5</c:v>
                </c:pt>
                <c:pt idx="300">
                  <c:v>321.3</c:v>
                </c:pt>
                <c:pt idx="301">
                  <c:v>321.3</c:v>
                </c:pt>
                <c:pt idx="302">
                  <c:v>303.45</c:v>
                </c:pt>
                <c:pt idx="303">
                  <c:v>303.45</c:v>
                </c:pt>
                <c:pt idx="304">
                  <c:v>312.8</c:v>
                </c:pt>
                <c:pt idx="305">
                  <c:v>312.8</c:v>
                </c:pt>
                <c:pt idx="306">
                  <c:v>290.7</c:v>
                </c:pt>
                <c:pt idx="307">
                  <c:v>290.7</c:v>
                </c:pt>
                <c:pt idx="308">
                  <c:v>259.25</c:v>
                </c:pt>
                <c:pt idx="309">
                  <c:v>259.25</c:v>
                </c:pt>
                <c:pt idx="310">
                  <c:v>226.1</c:v>
                </c:pt>
                <c:pt idx="311">
                  <c:v>226.1</c:v>
                </c:pt>
                <c:pt idx="312">
                  <c:v>172.55</c:v>
                </c:pt>
                <c:pt idx="313">
                  <c:v>172.55</c:v>
                </c:pt>
                <c:pt idx="314">
                  <c:v>128.35</c:v>
                </c:pt>
                <c:pt idx="315">
                  <c:v>128.35</c:v>
                </c:pt>
                <c:pt idx="316">
                  <c:v>86.7</c:v>
                </c:pt>
                <c:pt idx="317">
                  <c:v>86.7</c:v>
                </c:pt>
                <c:pt idx="318">
                  <c:v>43.35</c:v>
                </c:pt>
                <c:pt idx="319">
                  <c:v>43.35</c:v>
                </c:pt>
                <c:pt idx="320">
                  <c:v>28.05</c:v>
                </c:pt>
                <c:pt idx="321">
                  <c:v>28.05</c:v>
                </c:pt>
                <c:pt idx="322">
                  <c:v>14.45</c:v>
                </c:pt>
                <c:pt idx="323">
                  <c:v>14.45</c:v>
                </c:pt>
                <c:pt idx="324">
                  <c:v>1.7</c:v>
                </c:pt>
                <c:pt idx="325">
                  <c:v>1.7</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0.85</c:v>
                </c:pt>
                <c:pt idx="439">
                  <c:v>0.85</c:v>
                </c:pt>
                <c:pt idx="440">
                  <c:v>16.150000</c:v>
                </c:pt>
                <c:pt idx="441">
                  <c:v>16.150000</c:v>
                </c:pt>
                <c:pt idx="442">
                  <c:v>44.2</c:v>
                </c:pt>
                <c:pt idx="443">
                  <c:v>44.2</c:v>
                </c:pt>
                <c:pt idx="444">
                  <c:v>78.2</c:v>
                </c:pt>
                <c:pt idx="445">
                  <c:v>78.2</c:v>
                </c:pt>
                <c:pt idx="446">
                  <c:v>113.9</c:v>
                </c:pt>
                <c:pt idx="447">
                  <c:v>113.9</c:v>
                </c:pt>
                <c:pt idx="448">
                  <c:v>151.300000</c:v>
                </c:pt>
                <c:pt idx="449">
                  <c:v>151.300000</c:v>
                </c:pt>
                <c:pt idx="450">
                  <c:v>188.7</c:v>
                </c:pt>
                <c:pt idx="451">
                  <c:v>188.7</c:v>
                </c:pt>
                <c:pt idx="452">
                  <c:v>225.25</c:v>
                </c:pt>
                <c:pt idx="453">
                  <c:v>225.25</c:v>
                </c:pt>
                <c:pt idx="454">
                  <c:v>260.95</c:v>
                </c:pt>
                <c:pt idx="455">
                  <c:v>260.95</c:v>
                </c:pt>
                <c:pt idx="456">
                  <c:v>294.100000</c:v>
                </c:pt>
                <c:pt idx="457">
                  <c:v>294.100000</c:v>
                </c:pt>
                <c:pt idx="458">
                  <c:v>325.55</c:v>
                </c:pt>
                <c:pt idx="459">
                  <c:v>325.55</c:v>
                </c:pt>
                <c:pt idx="460">
                  <c:v>354.45</c:v>
                </c:pt>
                <c:pt idx="461">
                  <c:v>354.45</c:v>
                </c:pt>
                <c:pt idx="462">
                  <c:v>380.8</c:v>
                </c:pt>
                <c:pt idx="463">
                  <c:v>380.8</c:v>
                </c:pt>
                <c:pt idx="464">
                  <c:v>403.75</c:v>
                </c:pt>
                <c:pt idx="465">
                  <c:v>403.75</c:v>
                </c:pt>
                <c:pt idx="466">
                  <c:v>423.3</c:v>
                </c:pt>
                <c:pt idx="467">
                  <c:v>423.3</c:v>
                </c:pt>
                <c:pt idx="468">
                  <c:v>440.3</c:v>
                </c:pt>
                <c:pt idx="469">
                  <c:v>440.3</c:v>
                </c:pt>
                <c:pt idx="470">
                  <c:v>453.9</c:v>
                </c:pt>
                <c:pt idx="471">
                  <c:v>453.9</c:v>
                </c:pt>
                <c:pt idx="472">
                  <c:v>464.1</c:v>
                </c:pt>
                <c:pt idx="473">
                  <c:v>464.1</c:v>
                </c:pt>
                <c:pt idx="474">
                  <c:v>470.9</c:v>
                </c:pt>
                <c:pt idx="475">
                  <c:v>470.9</c:v>
                </c:pt>
                <c:pt idx="476">
                  <c:v>474.3</c:v>
                </c:pt>
                <c:pt idx="477">
                  <c:v>474.3</c:v>
                </c:pt>
                <c:pt idx="478">
                  <c:v>437.75</c:v>
                </c:pt>
                <c:pt idx="479">
                  <c:v>437.75</c:v>
                </c:pt>
                <c:pt idx="480">
                  <c:v>374</c:v>
                </c:pt>
                <c:pt idx="481">
                  <c:v>374</c:v>
                </c:pt>
                <c:pt idx="482">
                  <c:v>278.8</c:v>
                </c:pt>
                <c:pt idx="483">
                  <c:v>278.8</c:v>
                </c:pt>
                <c:pt idx="484">
                  <c:v>383.35</c:v>
                </c:pt>
                <c:pt idx="485">
                  <c:v>383.35</c:v>
                </c:pt>
                <c:pt idx="486">
                  <c:v>405.45</c:v>
                </c:pt>
                <c:pt idx="487">
                  <c:v>405.45</c:v>
                </c:pt>
                <c:pt idx="488">
                  <c:v>367.2</c:v>
                </c:pt>
                <c:pt idx="489">
                  <c:v>367.2</c:v>
                </c:pt>
                <c:pt idx="490">
                  <c:v>330.65</c:v>
                </c:pt>
                <c:pt idx="491">
                  <c:v>330.65</c:v>
                </c:pt>
                <c:pt idx="492">
                  <c:v>238</c:v>
                </c:pt>
                <c:pt idx="493">
                  <c:v>238</c:v>
                </c:pt>
                <c:pt idx="494">
                  <c:v>198.9</c:v>
                </c:pt>
                <c:pt idx="495">
                  <c:v>198.9</c:v>
                </c:pt>
                <c:pt idx="496">
                  <c:v>190.4</c:v>
                </c:pt>
                <c:pt idx="497">
                  <c:v>190.4</c:v>
                </c:pt>
                <c:pt idx="498">
                  <c:v>215.9</c:v>
                </c:pt>
                <c:pt idx="499">
                  <c:v>215.9</c:v>
                </c:pt>
                <c:pt idx="500">
                  <c:v>178.5</c:v>
                </c:pt>
                <c:pt idx="501">
                  <c:v>178.5</c:v>
                </c:pt>
                <c:pt idx="502">
                  <c:v>139.4</c:v>
                </c:pt>
                <c:pt idx="503">
                  <c:v>139.4</c:v>
                </c:pt>
                <c:pt idx="504">
                  <c:v>151.300000</c:v>
                </c:pt>
                <c:pt idx="505">
                  <c:v>151.300000</c:v>
                </c:pt>
                <c:pt idx="506">
                  <c:v>128.35</c:v>
                </c:pt>
                <c:pt idx="507">
                  <c:v>128.35</c:v>
                </c:pt>
                <c:pt idx="508">
                  <c:v>82.45</c:v>
                </c:pt>
                <c:pt idx="509">
                  <c:v>82.45</c:v>
                </c:pt>
                <c:pt idx="510">
                  <c:v>49.3</c:v>
                </c:pt>
                <c:pt idx="511">
                  <c:v>49.3</c:v>
                </c:pt>
                <c:pt idx="512">
                  <c:v>39.1</c:v>
                </c:pt>
                <c:pt idx="513">
                  <c:v>39.1</c:v>
                </c:pt>
                <c:pt idx="514">
                  <c:v>17.850000</c:v>
                </c:pt>
                <c:pt idx="515">
                  <c:v>17.850000</c:v>
                </c:pt>
                <c:pt idx="516">
                  <c:v>1.7</c:v>
                </c:pt>
                <c:pt idx="517">
                  <c:v>1.7</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15.3</c:v>
                </c:pt>
                <c:pt idx="633">
                  <c:v>15.3</c:v>
                </c:pt>
                <c:pt idx="634">
                  <c:v>45.9</c:v>
                </c:pt>
                <c:pt idx="635">
                  <c:v>45.9</c:v>
                </c:pt>
                <c:pt idx="636">
                  <c:v>80.75</c:v>
                </c:pt>
                <c:pt idx="637">
                  <c:v>80.75</c:v>
                </c:pt>
                <c:pt idx="638">
                  <c:v>117.3</c:v>
                </c:pt>
                <c:pt idx="639">
                  <c:v>117.3</c:v>
                </c:pt>
                <c:pt idx="640">
                  <c:v>155.550000</c:v>
                </c:pt>
                <c:pt idx="641">
                  <c:v>155.550000</c:v>
                </c:pt>
                <c:pt idx="642">
                  <c:v>192.1</c:v>
                </c:pt>
                <c:pt idx="643">
                  <c:v>192.1</c:v>
                </c:pt>
                <c:pt idx="644">
                  <c:v>228.65</c:v>
                </c:pt>
                <c:pt idx="645">
                  <c:v>228.65</c:v>
                </c:pt>
                <c:pt idx="646">
                  <c:v>264.350000</c:v>
                </c:pt>
                <c:pt idx="647">
                  <c:v>264.350000</c:v>
                </c:pt>
                <c:pt idx="648">
                  <c:v>295.8</c:v>
                </c:pt>
                <c:pt idx="649">
                  <c:v>295.8</c:v>
                </c:pt>
                <c:pt idx="650">
                  <c:v>327.25</c:v>
                </c:pt>
                <c:pt idx="651">
                  <c:v>327.25</c:v>
                </c:pt>
                <c:pt idx="652">
                  <c:v>355.3</c:v>
                </c:pt>
                <c:pt idx="653">
                  <c:v>355.3</c:v>
                </c:pt>
                <c:pt idx="654">
                  <c:v>380.8</c:v>
                </c:pt>
                <c:pt idx="655">
                  <c:v>380.8</c:v>
                </c:pt>
                <c:pt idx="656">
                  <c:v>403.75</c:v>
                </c:pt>
                <c:pt idx="657">
                  <c:v>403.75</c:v>
                </c:pt>
                <c:pt idx="658">
                  <c:v>423.3</c:v>
                </c:pt>
                <c:pt idx="659">
                  <c:v>423.3</c:v>
                </c:pt>
                <c:pt idx="660">
                  <c:v>439.45</c:v>
                </c:pt>
                <c:pt idx="661">
                  <c:v>439.45</c:v>
                </c:pt>
                <c:pt idx="662">
                  <c:v>453.05</c:v>
                </c:pt>
                <c:pt idx="663">
                  <c:v>453.05</c:v>
                </c:pt>
                <c:pt idx="664">
                  <c:v>463.25</c:v>
                </c:pt>
                <c:pt idx="665">
                  <c:v>463.25</c:v>
                </c:pt>
                <c:pt idx="666">
                  <c:v>470.05</c:v>
                </c:pt>
                <c:pt idx="667">
                  <c:v>470.05</c:v>
                </c:pt>
                <c:pt idx="668">
                  <c:v>473.45</c:v>
                </c:pt>
                <c:pt idx="669">
                  <c:v>473.45</c:v>
                </c:pt>
                <c:pt idx="670">
                  <c:v>473.45</c:v>
                </c:pt>
                <c:pt idx="671">
                  <c:v>473.45</c:v>
                </c:pt>
                <c:pt idx="672">
                  <c:v>470.9</c:v>
                </c:pt>
                <c:pt idx="673">
                  <c:v>470.9</c:v>
                </c:pt>
                <c:pt idx="674">
                  <c:v>464.1</c:v>
                </c:pt>
                <c:pt idx="675">
                  <c:v>464.1</c:v>
                </c:pt>
                <c:pt idx="676">
                  <c:v>454.75</c:v>
                </c:pt>
                <c:pt idx="677">
                  <c:v>454.75</c:v>
                </c:pt>
                <c:pt idx="678">
                  <c:v>442</c:v>
                </c:pt>
                <c:pt idx="679">
                  <c:v>442</c:v>
                </c:pt>
                <c:pt idx="680">
                  <c:v>423.3</c:v>
                </c:pt>
                <c:pt idx="681">
                  <c:v>423.3</c:v>
                </c:pt>
                <c:pt idx="682">
                  <c:v>397.8</c:v>
                </c:pt>
                <c:pt idx="683">
                  <c:v>397.8</c:v>
                </c:pt>
                <c:pt idx="684">
                  <c:v>370.6</c:v>
                </c:pt>
                <c:pt idx="685">
                  <c:v>370.6</c:v>
                </c:pt>
                <c:pt idx="686">
                  <c:v>361.25</c:v>
                </c:pt>
                <c:pt idx="687">
                  <c:v>361.25</c:v>
                </c:pt>
                <c:pt idx="688">
                  <c:v>334.05</c:v>
                </c:pt>
                <c:pt idx="689">
                  <c:v>334.05</c:v>
                </c:pt>
                <c:pt idx="690">
                  <c:v>305.150000</c:v>
                </c:pt>
                <c:pt idx="691">
                  <c:v>305.150000</c:v>
                </c:pt>
                <c:pt idx="692">
                  <c:v>273.7</c:v>
                </c:pt>
                <c:pt idx="693">
                  <c:v>273.7</c:v>
                </c:pt>
                <c:pt idx="694">
                  <c:v>239.7</c:v>
                </c:pt>
                <c:pt idx="695">
                  <c:v>239.7</c:v>
                </c:pt>
                <c:pt idx="696">
                  <c:v>204.85</c:v>
                </c:pt>
                <c:pt idx="697">
                  <c:v>204.85</c:v>
                </c:pt>
                <c:pt idx="698">
                  <c:v>161.5</c:v>
                </c:pt>
                <c:pt idx="699">
                  <c:v>161.5</c:v>
                </c:pt>
                <c:pt idx="700">
                  <c:v>112.2</c:v>
                </c:pt>
                <c:pt idx="701">
                  <c:v>112.2</c:v>
                </c:pt>
                <c:pt idx="702">
                  <c:v>77.350000</c:v>
                </c:pt>
                <c:pt idx="703">
                  <c:v>77.350000</c:v>
                </c:pt>
                <c:pt idx="704">
                  <c:v>51.85</c:v>
                </c:pt>
                <c:pt idx="705">
                  <c:v>51.85</c:v>
                </c:pt>
                <c:pt idx="706">
                  <c:v>19.55</c:v>
                </c:pt>
                <c:pt idx="707">
                  <c:v>19.55</c:v>
                </c:pt>
                <c:pt idx="708">
                  <c:v>2.550000</c:v>
                </c:pt>
                <c:pt idx="709">
                  <c:v>2.550000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12.75</c:v>
                </c:pt>
                <c:pt idx="825">
                  <c:v>12.75</c:v>
                </c:pt>
                <c:pt idx="826">
                  <c:v>44.2</c:v>
                </c:pt>
                <c:pt idx="827">
                  <c:v>44.2</c:v>
                </c:pt>
                <c:pt idx="828">
                  <c:v>79.05</c:v>
                </c:pt>
                <c:pt idx="829">
                  <c:v>79.05</c:v>
                </c:pt>
                <c:pt idx="830">
                  <c:v>116.45</c:v>
                </c:pt>
                <c:pt idx="831">
                  <c:v>116.45</c:v>
                </c:pt>
                <c:pt idx="832">
                  <c:v>155.550000</c:v>
                </c:pt>
                <c:pt idx="833">
                  <c:v>155.550000</c:v>
                </c:pt>
                <c:pt idx="834">
                  <c:v>194.65</c:v>
                </c:pt>
                <c:pt idx="835">
                  <c:v>194.65</c:v>
                </c:pt>
                <c:pt idx="836">
                  <c:v>232.05</c:v>
                </c:pt>
                <c:pt idx="837">
                  <c:v>232.05</c:v>
                </c:pt>
                <c:pt idx="838">
                  <c:v>267.75</c:v>
                </c:pt>
                <c:pt idx="839">
                  <c:v>267.75</c:v>
                </c:pt>
                <c:pt idx="840">
                  <c:v>300.900000</c:v>
                </c:pt>
                <c:pt idx="841">
                  <c:v>300.900000</c:v>
                </c:pt>
                <c:pt idx="842">
                  <c:v>332.35</c:v>
                </c:pt>
                <c:pt idx="843">
                  <c:v>332.35</c:v>
                </c:pt>
                <c:pt idx="844">
                  <c:v>361.25</c:v>
                </c:pt>
                <c:pt idx="845">
                  <c:v>361.25</c:v>
                </c:pt>
                <c:pt idx="846">
                  <c:v>387.6</c:v>
                </c:pt>
                <c:pt idx="847">
                  <c:v>387.6</c:v>
                </c:pt>
                <c:pt idx="848">
                  <c:v>410.55</c:v>
                </c:pt>
                <c:pt idx="849">
                  <c:v>410.55</c:v>
                </c:pt>
                <c:pt idx="850">
                  <c:v>430.95</c:v>
                </c:pt>
                <c:pt idx="851">
                  <c:v>430.95</c:v>
                </c:pt>
                <c:pt idx="852">
                  <c:v>447.95</c:v>
                </c:pt>
                <c:pt idx="853">
                  <c:v>447.95</c:v>
                </c:pt>
                <c:pt idx="854">
                  <c:v>462.4</c:v>
                </c:pt>
                <c:pt idx="855">
                  <c:v>462.4</c:v>
                </c:pt>
                <c:pt idx="856">
                  <c:v>473.45</c:v>
                </c:pt>
                <c:pt idx="857">
                  <c:v>473.45</c:v>
                </c:pt>
                <c:pt idx="858">
                  <c:v>481.1</c:v>
                </c:pt>
                <c:pt idx="859">
                  <c:v>481.1</c:v>
                </c:pt>
                <c:pt idx="860">
                  <c:v>486.2</c:v>
                </c:pt>
                <c:pt idx="861">
                  <c:v>486.2</c:v>
                </c:pt>
                <c:pt idx="862">
                  <c:v>487.05</c:v>
                </c:pt>
                <c:pt idx="863">
                  <c:v>487.05</c:v>
                </c:pt>
                <c:pt idx="864">
                  <c:v>485.35</c:v>
                </c:pt>
                <c:pt idx="865">
                  <c:v>485.35</c:v>
                </c:pt>
                <c:pt idx="866">
                  <c:v>479.4</c:v>
                </c:pt>
                <c:pt idx="867">
                  <c:v>479.4</c:v>
                </c:pt>
                <c:pt idx="868">
                  <c:v>470.05</c:v>
                </c:pt>
                <c:pt idx="869">
                  <c:v>470.05</c:v>
                </c:pt>
                <c:pt idx="870">
                  <c:v>457.3</c:v>
                </c:pt>
                <c:pt idx="871">
                  <c:v>457.3</c:v>
                </c:pt>
                <c:pt idx="872">
                  <c:v>442</c:v>
                </c:pt>
                <c:pt idx="873">
                  <c:v>442</c:v>
                </c:pt>
                <c:pt idx="874">
                  <c:v>422.45</c:v>
                </c:pt>
                <c:pt idx="875">
                  <c:v>422.45</c:v>
                </c:pt>
                <c:pt idx="876">
                  <c:v>400.35</c:v>
                </c:pt>
                <c:pt idx="877">
                  <c:v>400.35</c:v>
                </c:pt>
                <c:pt idx="878">
                  <c:v>374.85</c:v>
                </c:pt>
                <c:pt idx="879">
                  <c:v>374.85</c:v>
                </c:pt>
                <c:pt idx="880">
                  <c:v>347.65</c:v>
                </c:pt>
                <c:pt idx="881">
                  <c:v>347.65</c:v>
                </c:pt>
                <c:pt idx="882">
                  <c:v>317.05</c:v>
                </c:pt>
                <c:pt idx="883">
                  <c:v>317.05</c:v>
                </c:pt>
                <c:pt idx="884">
                  <c:v>284.75</c:v>
                </c:pt>
                <c:pt idx="885">
                  <c:v>284.75</c:v>
                </c:pt>
                <c:pt idx="886">
                  <c:v>249.9</c:v>
                </c:pt>
                <c:pt idx="887">
                  <c:v>249.9</c:v>
                </c:pt>
                <c:pt idx="888">
                  <c:v>214.2</c:v>
                </c:pt>
                <c:pt idx="889">
                  <c:v>214.2</c:v>
                </c:pt>
                <c:pt idx="890">
                  <c:v>176.8</c:v>
                </c:pt>
                <c:pt idx="891">
                  <c:v>176.8</c:v>
                </c:pt>
                <c:pt idx="892">
                  <c:v>119</c:v>
                </c:pt>
                <c:pt idx="893">
                  <c:v>119</c:v>
                </c:pt>
                <c:pt idx="894">
                  <c:v>85</c:v>
                </c:pt>
                <c:pt idx="895">
                  <c:v>85</c:v>
                </c:pt>
                <c:pt idx="896">
                  <c:v>59.5</c:v>
                </c:pt>
                <c:pt idx="897">
                  <c:v>59.5</c:v>
                </c:pt>
                <c:pt idx="898">
                  <c:v>22.95</c:v>
                </c:pt>
                <c:pt idx="899">
                  <c:v>22.95</c:v>
                </c:pt>
                <c:pt idx="900">
                  <c:v>3.4</c:v>
                </c:pt>
                <c:pt idx="901">
                  <c:v>3.4</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0.85</c:v>
                </c:pt>
                <c:pt idx="1015">
                  <c:v>0.85</c:v>
                </c:pt>
                <c:pt idx="1016">
                  <c:v>17.850000</c:v>
                </c:pt>
                <c:pt idx="1017">
                  <c:v>17.850000</c:v>
                </c:pt>
                <c:pt idx="1018">
                  <c:v>49.3</c:v>
                </c:pt>
                <c:pt idx="1019">
                  <c:v>49.3</c:v>
                </c:pt>
                <c:pt idx="1020">
                  <c:v>85</c:v>
                </c:pt>
                <c:pt idx="1021">
                  <c:v>85</c:v>
                </c:pt>
                <c:pt idx="1022">
                  <c:v>110.5</c:v>
                </c:pt>
                <c:pt idx="1023">
                  <c:v>110.5</c:v>
                </c:pt>
                <c:pt idx="1024">
                  <c:v>160.65</c:v>
                </c:pt>
                <c:pt idx="1025">
                  <c:v>160.65</c:v>
                </c:pt>
                <c:pt idx="1026">
                  <c:v>198.9</c:v>
                </c:pt>
                <c:pt idx="1027">
                  <c:v>198.9</c:v>
                </c:pt>
                <c:pt idx="1028">
                  <c:v>235.45</c:v>
                </c:pt>
                <c:pt idx="1029">
                  <c:v>235.45</c:v>
                </c:pt>
                <c:pt idx="1030">
                  <c:v>271.150000</c:v>
                </c:pt>
                <c:pt idx="1031">
                  <c:v>271.150000</c:v>
                </c:pt>
                <c:pt idx="1032">
                  <c:v>303.45</c:v>
                </c:pt>
                <c:pt idx="1033">
                  <c:v>303.45</c:v>
                </c:pt>
                <c:pt idx="1034">
                  <c:v>334.9</c:v>
                </c:pt>
                <c:pt idx="1035">
                  <c:v>334.9</c:v>
                </c:pt>
                <c:pt idx="1036">
                  <c:v>363.8</c:v>
                </c:pt>
                <c:pt idx="1037">
                  <c:v>363.8</c:v>
                </c:pt>
                <c:pt idx="1038">
                  <c:v>390.15</c:v>
                </c:pt>
                <c:pt idx="1039">
                  <c:v>390.15</c:v>
                </c:pt>
                <c:pt idx="1040">
                  <c:v>413.95</c:v>
                </c:pt>
                <c:pt idx="1041">
                  <c:v>413.95</c:v>
                </c:pt>
                <c:pt idx="1042">
                  <c:v>434.35</c:v>
                </c:pt>
                <c:pt idx="1043">
                  <c:v>434.35</c:v>
                </c:pt>
                <c:pt idx="1044">
                  <c:v>452.2</c:v>
                </c:pt>
                <c:pt idx="1045">
                  <c:v>452.2</c:v>
                </c:pt>
                <c:pt idx="1046">
                  <c:v>465.8</c:v>
                </c:pt>
                <c:pt idx="1047">
                  <c:v>465.8</c:v>
                </c:pt>
                <c:pt idx="1048">
                  <c:v>476.85</c:v>
                </c:pt>
                <c:pt idx="1049">
                  <c:v>476.85</c:v>
                </c:pt>
                <c:pt idx="1050">
                  <c:v>484.5</c:v>
                </c:pt>
                <c:pt idx="1051">
                  <c:v>484.5</c:v>
                </c:pt>
                <c:pt idx="1052">
                  <c:v>488.75</c:v>
                </c:pt>
                <c:pt idx="1053">
                  <c:v>488.75</c:v>
                </c:pt>
                <c:pt idx="1054">
                  <c:v>488.75</c:v>
                </c:pt>
                <c:pt idx="1055">
                  <c:v>488.75</c:v>
                </c:pt>
                <c:pt idx="1056">
                  <c:v>486.2</c:v>
                </c:pt>
                <c:pt idx="1057">
                  <c:v>486.2</c:v>
                </c:pt>
                <c:pt idx="1058">
                  <c:v>479.4</c:v>
                </c:pt>
                <c:pt idx="1059">
                  <c:v>479.4</c:v>
                </c:pt>
                <c:pt idx="1060">
                  <c:v>470.05</c:v>
                </c:pt>
                <c:pt idx="1061">
                  <c:v>470.05</c:v>
                </c:pt>
                <c:pt idx="1062">
                  <c:v>456.45</c:v>
                </c:pt>
                <c:pt idx="1063">
                  <c:v>456.45</c:v>
                </c:pt>
                <c:pt idx="1064">
                  <c:v>439.45</c:v>
                </c:pt>
                <c:pt idx="1065">
                  <c:v>439.45</c:v>
                </c:pt>
                <c:pt idx="1066">
                  <c:v>419.9</c:v>
                </c:pt>
                <c:pt idx="1067">
                  <c:v>419.9</c:v>
                </c:pt>
                <c:pt idx="1068">
                  <c:v>397.8</c:v>
                </c:pt>
                <c:pt idx="1069">
                  <c:v>397.8</c:v>
                </c:pt>
                <c:pt idx="1070">
                  <c:v>372.3</c:v>
                </c:pt>
                <c:pt idx="1071">
                  <c:v>372.3</c:v>
                </c:pt>
                <c:pt idx="1072">
                  <c:v>345.1</c:v>
                </c:pt>
                <c:pt idx="1073">
                  <c:v>345.1</c:v>
                </c:pt>
                <c:pt idx="1074">
                  <c:v>314.5</c:v>
                </c:pt>
                <c:pt idx="1075">
                  <c:v>314.5</c:v>
                </c:pt>
                <c:pt idx="1076">
                  <c:v>282.2</c:v>
                </c:pt>
                <c:pt idx="1077">
                  <c:v>282.2</c:v>
                </c:pt>
                <c:pt idx="1078">
                  <c:v>247.35</c:v>
                </c:pt>
                <c:pt idx="1079">
                  <c:v>247.35</c:v>
                </c:pt>
                <c:pt idx="1080">
                  <c:v>211.65</c:v>
                </c:pt>
                <c:pt idx="1081">
                  <c:v>211.65</c:v>
                </c:pt>
                <c:pt idx="1082">
                  <c:v>174.25</c:v>
                </c:pt>
                <c:pt idx="1083">
                  <c:v>174.25</c:v>
                </c:pt>
                <c:pt idx="1084">
                  <c:v>118.15</c:v>
                </c:pt>
                <c:pt idx="1085">
                  <c:v>118.15</c:v>
                </c:pt>
                <c:pt idx="1086">
                  <c:v>83.3</c:v>
                </c:pt>
                <c:pt idx="1087">
                  <c:v>83.3</c:v>
                </c:pt>
                <c:pt idx="1088">
                  <c:v>58.65</c:v>
                </c:pt>
                <c:pt idx="1089">
                  <c:v>58.65</c:v>
                </c:pt>
                <c:pt idx="1090">
                  <c:v>22.95</c:v>
                </c:pt>
                <c:pt idx="1091">
                  <c:v>22.95</c:v>
                </c:pt>
                <c:pt idx="1092">
                  <c:v>4.25</c:v>
                </c:pt>
                <c:pt idx="1093">
                  <c:v>4.25</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2.550000</c:v>
                </c:pt>
                <c:pt idx="1209">
                  <c:v>2.550000</c:v>
                </c:pt>
                <c:pt idx="1210">
                  <c:v>15.3</c:v>
                </c:pt>
                <c:pt idx="1211">
                  <c:v>15.3</c:v>
                </c:pt>
                <c:pt idx="1212">
                  <c:v>20.400000</c:v>
                </c:pt>
                <c:pt idx="1213">
                  <c:v>20.400000</c:v>
                </c:pt>
                <c:pt idx="1214">
                  <c:v>33.15</c:v>
                </c:pt>
                <c:pt idx="1215">
                  <c:v>33.15</c:v>
                </c:pt>
                <c:pt idx="1216">
                  <c:v>45.9</c:v>
                </c:pt>
                <c:pt idx="1217">
                  <c:v>45.9</c:v>
                </c:pt>
                <c:pt idx="1218">
                  <c:v>55.25</c:v>
                </c:pt>
                <c:pt idx="1219">
                  <c:v>55.25</c:v>
                </c:pt>
                <c:pt idx="1220">
                  <c:v>82.45</c:v>
                </c:pt>
                <c:pt idx="1221">
                  <c:v>82.45</c:v>
                </c:pt>
                <c:pt idx="1222">
                  <c:v>107.1</c:v>
                </c:pt>
                <c:pt idx="1223">
                  <c:v>107.1</c:v>
                </c:pt>
                <c:pt idx="1224">
                  <c:v>106.25</c:v>
                </c:pt>
                <c:pt idx="1225">
                  <c:v>106.25</c:v>
                </c:pt>
                <c:pt idx="1226">
                  <c:v>122.4</c:v>
                </c:pt>
                <c:pt idx="1227">
                  <c:v>122.4</c:v>
                </c:pt>
                <c:pt idx="1228">
                  <c:v>136.85</c:v>
                </c:pt>
                <c:pt idx="1229">
                  <c:v>136.85</c:v>
                </c:pt>
                <c:pt idx="1230">
                  <c:v>124.95</c:v>
                </c:pt>
                <c:pt idx="1231">
                  <c:v>124.95</c:v>
                </c:pt>
                <c:pt idx="1232">
                  <c:v>159.800000</c:v>
                </c:pt>
                <c:pt idx="1233">
                  <c:v>159.800000</c:v>
                </c:pt>
                <c:pt idx="1234">
                  <c:v>170.85</c:v>
                </c:pt>
                <c:pt idx="1235">
                  <c:v>170.85</c:v>
                </c:pt>
                <c:pt idx="1236">
                  <c:v>203.15</c:v>
                </c:pt>
                <c:pt idx="1237">
                  <c:v>203.15</c:v>
                </c:pt>
                <c:pt idx="1238">
                  <c:v>279.650000</c:v>
                </c:pt>
                <c:pt idx="1239">
                  <c:v>279.650000</c:v>
                </c:pt>
                <c:pt idx="1240">
                  <c:v>235.45</c:v>
                </c:pt>
                <c:pt idx="1241">
                  <c:v>235.45</c:v>
                </c:pt>
                <c:pt idx="1242">
                  <c:v>199.75</c:v>
                </c:pt>
                <c:pt idx="1243">
                  <c:v>199.75</c:v>
                </c:pt>
                <c:pt idx="1244">
                  <c:v>249.9</c:v>
                </c:pt>
                <c:pt idx="1245">
                  <c:v>249.9</c:v>
                </c:pt>
                <c:pt idx="1246">
                  <c:v>367.2</c:v>
                </c:pt>
                <c:pt idx="1247">
                  <c:v>367.2</c:v>
                </c:pt>
                <c:pt idx="1248">
                  <c:v>301.75</c:v>
                </c:pt>
                <c:pt idx="1249">
                  <c:v>301.75</c:v>
                </c:pt>
                <c:pt idx="1250">
                  <c:v>271.150000</c:v>
                </c:pt>
                <c:pt idx="1251">
                  <c:v>271.150000</c:v>
                </c:pt>
                <c:pt idx="1252">
                  <c:v>181.05</c:v>
                </c:pt>
                <c:pt idx="1253">
                  <c:v>181.05</c:v>
                </c:pt>
                <c:pt idx="1254">
                  <c:v>233.75</c:v>
                </c:pt>
                <c:pt idx="1255">
                  <c:v>233.75</c:v>
                </c:pt>
                <c:pt idx="1256">
                  <c:v>297.5</c:v>
                </c:pt>
                <c:pt idx="1257">
                  <c:v>297.5</c:v>
                </c:pt>
                <c:pt idx="1258">
                  <c:v>388.45</c:v>
                </c:pt>
                <c:pt idx="1259">
                  <c:v>388.45</c:v>
                </c:pt>
                <c:pt idx="1260">
                  <c:v>344.25</c:v>
                </c:pt>
                <c:pt idx="1261">
                  <c:v>344.25</c:v>
                </c:pt>
                <c:pt idx="1262">
                  <c:v>285.600000</c:v>
                </c:pt>
                <c:pt idx="1263">
                  <c:v>285.600000</c:v>
                </c:pt>
                <c:pt idx="1264">
                  <c:v>260.100000</c:v>
                </c:pt>
                <c:pt idx="1265">
                  <c:v>260.100000</c:v>
                </c:pt>
                <c:pt idx="1266">
                  <c:v>214.2</c:v>
                </c:pt>
                <c:pt idx="1267">
                  <c:v>214.2</c:v>
                </c:pt>
                <c:pt idx="1268">
                  <c:v>163.200000</c:v>
                </c:pt>
                <c:pt idx="1269">
                  <c:v>163.200000</c:v>
                </c:pt>
                <c:pt idx="1270">
                  <c:v>127.5</c:v>
                </c:pt>
                <c:pt idx="1271">
                  <c:v>127.5</c:v>
                </c:pt>
                <c:pt idx="1272">
                  <c:v>87.55</c:v>
                </c:pt>
                <c:pt idx="1273">
                  <c:v>87.55</c:v>
                </c:pt>
                <c:pt idx="1274">
                  <c:v>64.600000</c:v>
                </c:pt>
                <c:pt idx="1275">
                  <c:v>64.600000</c:v>
                </c:pt>
                <c:pt idx="1276">
                  <c:v>54.4</c:v>
                </c:pt>
                <c:pt idx="1277">
                  <c:v>54.4</c:v>
                </c:pt>
                <c:pt idx="1278">
                  <c:v>32.300000</c:v>
                </c:pt>
                <c:pt idx="1279">
                  <c:v>32.300000</c:v>
                </c:pt>
                <c:pt idx="1280">
                  <c:v>17.850000</c:v>
                </c:pt>
                <c:pt idx="1281">
                  <c:v>17.850000</c:v>
                </c:pt>
                <c:pt idx="1282">
                  <c:v>6.8</c:v>
                </c:pt>
                <c:pt idx="1283">
                  <c:v>6.8</c:v>
                </c:pt>
                <c:pt idx="1284">
                  <c:v>0.85</c:v>
                </c:pt>
                <c:pt idx="1285">
                  <c:v>0.85</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2-C932-4179-9716-21C7C2F6F64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c:v>
                </c:pt>
                <c:pt idx="1">
                  <c:v>38.112900</c:v>
                </c:pt>
                <c:pt idx="2">
                  <c:v>38.1372</c:v>
                </c:pt>
                <c:pt idx="3">
                  <c:v>38.1372</c:v>
                </c:pt>
                <c:pt idx="4">
                  <c:v>38.1372</c:v>
                </c:pt>
                <c:pt idx="5">
                  <c:v>42.675417</c:v>
                </c:pt>
                <c:pt idx="6">
                  <c:v>49.482741</c:v>
                </c:pt>
                <c:pt idx="7">
                  <c:v>52.770646</c:v>
                </c:pt>
                <c:pt idx="8">
                  <c:v>59.577971</c:v>
                </c:pt>
                <c:pt idx="9">
                  <c:v>61.847087</c:v>
                </c:pt>
                <c:pt idx="10">
                  <c:v>63.097391</c:v>
                </c:pt>
                <c:pt idx="11">
                  <c:v>63.097391</c:v>
                </c:pt>
                <c:pt idx="12">
                  <c:v>63.097391</c:v>
                </c:pt>
                <c:pt idx="13">
                  <c:v>63.809008</c:v>
                </c:pt>
                <c:pt idx="14">
                  <c:v>63.809008</c:v>
                </c:pt>
                <c:pt idx="15">
                  <c:v>65.039786</c:v>
                </c:pt>
                <c:pt idx="16">
                  <c:v>65.039786</c:v>
                </c:pt>
                <c:pt idx="17">
                  <c:v>65.039794</c:v>
                </c:pt>
                <c:pt idx="18">
                  <c:v>69.474000</c:v>
                </c:pt>
                <c:pt idx="19">
                  <c:v>69.474000</c:v>
                </c:pt>
                <c:pt idx="20">
                  <c:v>69.474000</c:v>
                </c:pt>
                <c:pt idx="21">
                  <c:v>69.474000</c:v>
                </c:pt>
                <c:pt idx="22">
                  <c:v>69.474000</c:v>
                </c:pt>
                <c:pt idx="23">
                  <c:v>69.474000</c:v>
                </c:pt>
                <c:pt idx="24">
                  <c:v>69.474000</c:v>
                </c:pt>
                <c:pt idx="25">
                  <c:v>68.372558</c:v>
                </c:pt>
                <c:pt idx="26">
                  <c:v>67.090031</c:v>
                </c:pt>
                <c:pt idx="27">
                  <c:v>66.662522</c:v>
                </c:pt>
                <c:pt idx="28">
                  <c:v>66.662522</c:v>
                </c:pt>
                <c:pt idx="29">
                  <c:v>63.644942</c:v>
                </c:pt>
                <c:pt idx="30">
                  <c:v>62.928496</c:v>
                </c:pt>
                <c:pt idx="31">
                  <c:v>61.73442</c:v>
                </c:pt>
                <c:pt idx="32">
                  <c:v>61.336394</c:v>
                </c:pt>
                <c:pt idx="33">
                  <c:v>61.336394</c:v>
                </c:pt>
                <c:pt idx="34">
                  <c:v>61.336394</c:v>
                </c:pt>
                <c:pt idx="35">
                  <c:v>61.336394</c:v>
                </c:pt>
                <c:pt idx="36">
                  <c:v>61.336394</c:v>
                </c:pt>
                <c:pt idx="37">
                  <c:v>61.336394</c:v>
                </c:pt>
                <c:pt idx="38">
                  <c:v>61.336394</c:v>
                </c:pt>
                <c:pt idx="39">
                  <c:v>61.336394</c:v>
                </c:pt>
                <c:pt idx="40">
                  <c:v>61.336394</c:v>
                </c:pt>
                <c:pt idx="41">
                  <c:v>61.336394</c:v>
                </c:pt>
                <c:pt idx="42">
                  <c:v>61.336394</c:v>
                </c:pt>
                <c:pt idx="43">
                  <c:v>60.162455</c:v>
                </c:pt>
                <c:pt idx="44">
                  <c:v>58.898212</c:v>
                </c:pt>
                <c:pt idx="45">
                  <c:v>58.395282</c:v>
                </c:pt>
                <c:pt idx="46">
                  <c:v>58.395282</c:v>
                </c:pt>
                <c:pt idx="47">
                  <c:v>58.395282</c:v>
                </c:pt>
                <c:pt idx="48">
                  <c:v>60.516229</c:v>
                </c:pt>
                <c:pt idx="49">
                  <c:v>61.363683</c:v>
                </c:pt>
                <c:pt idx="50">
                  <c:v>60.582212</c:v>
                </c:pt>
                <c:pt idx="51">
                  <c:v>60.582212</c:v>
                </c:pt>
                <c:pt idx="52">
                  <c:v>60.582212</c:v>
                </c:pt>
                <c:pt idx="53">
                  <c:v>60.582212</c:v>
                </c:pt>
                <c:pt idx="54">
                  <c:v>60.085063</c:v>
                </c:pt>
                <c:pt idx="55">
                  <c:v>59.491882</c:v>
                </c:pt>
                <c:pt idx="56">
                  <c:v>58.500778</c:v>
                </c:pt>
                <c:pt idx="57">
                  <c:v>57.261898</c:v>
                </c:pt>
                <c:pt idx="58">
                  <c:v>56.023018</c:v>
                </c:pt>
                <c:pt idx="59">
                  <c:v>55.610058</c:v>
                </c:pt>
                <c:pt idx="60">
                  <c:v>54.886793</c:v>
                </c:pt>
                <c:pt idx="61">
                  <c:v>54.185039</c:v>
                </c:pt>
                <c:pt idx="62">
                  <c:v>53.132406</c:v>
                </c:pt>
                <c:pt idx="63">
                  <c:v>52.079774</c:v>
                </c:pt>
                <c:pt idx="64">
                  <c:v>51.027142</c:v>
                </c:pt>
                <c:pt idx="65">
                  <c:v>50.801693</c:v>
                </c:pt>
                <c:pt idx="66">
                  <c:v>49.637146</c:v>
                </c:pt>
                <c:pt idx="67">
                  <c:v>48.472599</c:v>
                </c:pt>
                <c:pt idx="68">
                  <c:v>47.308051</c:v>
                </c:pt>
                <c:pt idx="69">
                  <c:v>47.075142</c:v>
                </c:pt>
                <c:pt idx="70">
                  <c:v>46.022510</c:v>
                </c:pt>
                <c:pt idx="71">
                  <c:v>44.969877</c:v>
                </c:pt>
                <c:pt idx="72">
                  <c:v>43.917245</c:v>
                </c:pt>
                <c:pt idx="73">
                  <c:v>43.145315</c:v>
                </c:pt>
                <c:pt idx="74">
                  <c:v>42.693940</c:v>
                </c:pt>
                <c:pt idx="75">
                  <c:v>41.339815</c:v>
                </c:pt>
                <c:pt idx="76">
                  <c:v>39.985690</c:v>
                </c:pt>
                <c:pt idx="77">
                  <c:v>39.263490</c:v>
                </c:pt>
                <c:pt idx="78">
                  <c:v>38.356607</c:v>
                </c:pt>
                <c:pt idx="79">
                  <c:v>37.223003</c:v>
                </c:pt>
                <c:pt idx="80">
                  <c:v>36.089399</c:v>
                </c:pt>
                <c:pt idx="81">
                  <c:v>35.333663</c:v>
                </c:pt>
                <c:pt idx="82">
                  <c:v>34.516437</c:v>
                </c:pt>
                <c:pt idx="83">
                  <c:v>32.984138</c:v>
                </c:pt>
                <c:pt idx="84">
                  <c:v>31.451839</c:v>
                </c:pt>
                <c:pt idx="85">
                  <c:v>31.038880</c:v>
                </c:pt>
                <c:pt idx="86">
                  <c:v>29.800003</c:v>
                </c:pt>
                <c:pt idx="87">
                  <c:v>28.561126</c:v>
                </c:pt>
                <c:pt idx="88">
                  <c:v>27.570024</c:v>
                </c:pt>
                <c:pt idx="89">
                  <c:v>27.570024</c:v>
                </c:pt>
                <c:pt idx="90">
                  <c:v>26.211476</c:v>
                </c:pt>
                <c:pt idx="91">
                  <c:v>25.708546</c:v>
                </c:pt>
                <c:pt idx="92">
                  <c:v>28.188784</c:v>
                </c:pt>
                <c:pt idx="93">
                  <c:v>26.934740</c:v>
                </c:pt>
                <c:pt idx="94">
                  <c:v>26.431810</c:v>
                </c:pt>
                <c:pt idx="95">
                  <c:v>26.431810</c:v>
                </c:pt>
                <c:pt idx="96">
                  <c:v>26.431810</c:v>
                </c:pt>
                <c:pt idx="97">
                  <c:v>26.431810</c:v>
                </c:pt>
                <c:pt idx="98">
                  <c:v>26.431810</c:v>
                </c:pt>
                <c:pt idx="99">
                  <c:v>26.431810</c:v>
                </c:pt>
                <c:pt idx="100">
                  <c:v>26.431810</c:v>
                </c:pt>
                <c:pt idx="101">
                  <c:v>28.700918</c:v>
                </c:pt>
                <c:pt idx="102">
                  <c:v>28.700918</c:v>
                </c:pt>
                <c:pt idx="103">
                  <c:v>28.700918</c:v>
                </c:pt>
                <c:pt idx="104">
                  <c:v>28.700918</c:v>
                </c:pt>
                <c:pt idx="105">
                  <c:v>33.239135</c:v>
                </c:pt>
                <c:pt idx="106">
                  <c:v>40.046460</c:v>
                </c:pt>
                <c:pt idx="107">
                  <c:v>40.079595</c:v>
                </c:pt>
                <c:pt idx="108">
                  <c:v>40.079595</c:v>
                </c:pt>
                <c:pt idx="109">
                  <c:v>44.617772</c:v>
                </c:pt>
                <c:pt idx="110">
                  <c:v>51.425097</c:v>
                </c:pt>
                <c:pt idx="111">
                  <c:v>58.232422</c:v>
                </c:pt>
                <c:pt idx="112">
                  <c:v>60.501521</c:v>
                </c:pt>
                <c:pt idx="113">
                  <c:v>67.308846</c:v>
                </c:pt>
                <c:pt idx="114">
                  <c:v>74.116171</c:v>
                </c:pt>
                <c:pt idx="115">
                  <c:v>76.385350</c:v>
                </c:pt>
                <c:pt idx="116">
                  <c:v>79.999968</c:v>
                </c:pt>
                <c:pt idx="117">
                  <c:v>84.538185</c:v>
                </c:pt>
                <c:pt idx="118">
                  <c:v>85.461791</c:v>
                </c:pt>
                <c:pt idx="119">
                  <c:v>90</c:v>
                </c:pt>
                <c:pt idx="120">
                  <c:v>88.784985</c:v>
                </c:pt>
                <c:pt idx="121">
                  <c:v>87.914658</c:v>
                </c:pt>
                <c:pt idx="122">
                  <c:v>86.634155</c:v>
                </c:pt>
                <c:pt idx="123">
                  <c:v>85.280031</c:v>
                </c:pt>
                <c:pt idx="124">
                  <c:v>84.049669</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71.200430</c:v>
                </c:pt>
                <c:pt idx="141">
                  <c:v>70.035883</c:v>
                </c:pt>
                <c:pt idx="142">
                  <c:v>68.871335</c:v>
                </c:pt>
                <c:pt idx="143">
                  <c:v>67.972465</c:v>
                </c:pt>
                <c:pt idx="144">
                  <c:v>67.228953</c:v>
                </c:pt>
                <c:pt idx="145">
                  <c:v>65.974752</c:v>
                </c:pt>
                <c:pt idx="146">
                  <c:v>64.720552</c:v>
                </c:pt>
                <c:pt idx="147">
                  <c:v>64.198098</c:v>
                </c:pt>
                <c:pt idx="148">
                  <c:v>63.421733</c:v>
                </c:pt>
                <c:pt idx="149">
                  <c:v>62.323341</c:v>
                </c:pt>
                <c:pt idx="150">
                  <c:v>61.084461</c:v>
                </c:pt>
                <c:pt idx="151">
                  <c:v>60.455826</c:v>
                </c:pt>
                <c:pt idx="152">
                  <c:v>59.491906</c:v>
                </c:pt>
                <c:pt idx="153">
                  <c:v>58.447071</c:v>
                </c:pt>
                <c:pt idx="154">
                  <c:v>57.334856</c:v>
                </c:pt>
                <c:pt idx="155">
                  <c:v>56.436002</c:v>
                </c:pt>
                <c:pt idx="156">
                  <c:v>55.610082</c:v>
                </c:pt>
                <c:pt idx="157">
                  <c:v>54.842058</c:v>
                </c:pt>
                <c:pt idx="158">
                  <c:v>53.603178</c:v>
                </c:pt>
                <c:pt idx="159">
                  <c:v>52.859850</c:v>
                </c:pt>
                <c:pt idx="160">
                  <c:v>52.859850</c:v>
                </c:pt>
                <c:pt idx="161">
                  <c:v>51.807217</c:v>
                </c:pt>
                <c:pt idx="162">
                  <c:v>50.754585</c:v>
                </c:pt>
                <c:pt idx="163">
                  <c:v>49.701953</c:v>
                </c:pt>
                <c:pt idx="164">
                  <c:v>48.930023</c:v>
                </c:pt>
                <c:pt idx="165">
                  <c:v>48.464204</c:v>
                </c:pt>
                <c:pt idx="166">
                  <c:v>47.299656</c:v>
                </c:pt>
                <c:pt idx="167">
                  <c:v>46.135109</c:v>
                </c:pt>
                <c:pt idx="168">
                  <c:v>45.048198</c:v>
                </c:pt>
                <c:pt idx="169">
                  <c:v>44.697321</c:v>
                </c:pt>
                <c:pt idx="170">
                  <c:v>43.644688</c:v>
                </c:pt>
                <c:pt idx="171">
                  <c:v>42.592056</c:v>
                </c:pt>
                <c:pt idx="172">
                  <c:v>41.539424</c:v>
                </c:pt>
                <c:pt idx="173">
                  <c:v>41.118371</c:v>
                </c:pt>
                <c:pt idx="174">
                  <c:v>41.118371</c:v>
                </c:pt>
                <c:pt idx="175">
                  <c:v>41.118371</c:v>
                </c:pt>
                <c:pt idx="176">
                  <c:v>40.083824</c:v>
                </c:pt>
                <c:pt idx="177">
                  <c:v>39.741165</c:v>
                </c:pt>
                <c:pt idx="178">
                  <c:v>38.513094</c:v>
                </c:pt>
                <c:pt idx="179">
                  <c:v>37.285023</c:v>
                </c:pt>
                <c:pt idx="180">
                  <c:v>36.056952</c:v>
                </c:pt>
                <c:pt idx="181">
                  <c:v>35.534433</c:v>
                </c:pt>
                <c:pt idx="182">
                  <c:v>34.698403</c:v>
                </c:pt>
                <c:pt idx="183">
                  <c:v>34.345833</c:v>
                </c:pt>
                <c:pt idx="184">
                  <c:v>31.429359</c:v>
                </c:pt>
                <c:pt idx="185">
                  <c:v>31.16469</c:v>
                </c:pt>
                <c:pt idx="186">
                  <c:v>29.841344</c:v>
                </c:pt>
                <c:pt idx="187">
                  <c:v>28.517998</c:v>
                </c:pt>
                <c:pt idx="188">
                  <c:v>27.547544</c:v>
                </c:pt>
                <c:pt idx="189">
                  <c:v>27.129529</c:v>
                </c:pt>
                <c:pt idx="190">
                  <c:v>26.188996</c:v>
                </c:pt>
                <c:pt idx="191">
                  <c:v>25.686066</c:v>
                </c:pt>
                <c:pt idx="192">
                  <c:v>25.686066</c:v>
                </c:pt>
                <c:pt idx="193">
                  <c:v>25.686066</c:v>
                </c:pt>
                <c:pt idx="194">
                  <c:v>25.686066</c:v>
                </c:pt>
                <c:pt idx="195">
                  <c:v>25.686066</c:v>
                </c:pt>
                <c:pt idx="196">
                  <c:v>28.734061</c:v>
                </c:pt>
                <c:pt idx="197">
                  <c:v>28.734061</c:v>
                </c:pt>
                <c:pt idx="198">
                  <c:v>31.003170</c:v>
                </c:pt>
                <c:pt idx="199">
                  <c:v>31.003170</c:v>
                </c:pt>
                <c:pt idx="200">
                  <c:v>35.541386</c:v>
                </c:pt>
                <c:pt idx="201">
                  <c:v>42.348711</c:v>
                </c:pt>
                <c:pt idx="202">
                  <c:v>46.696187</c:v>
                </c:pt>
                <c:pt idx="203">
                  <c:v>46.886928</c:v>
                </c:pt>
                <c:pt idx="204">
                  <c:v>46.886928</c:v>
                </c:pt>
                <c:pt idx="205">
                  <c:v>51.425144</c:v>
                </c:pt>
                <c:pt idx="206">
                  <c:v>57.540681</c:v>
                </c:pt>
                <c:pt idx="207">
                  <c:v>57.540689</c:v>
                </c:pt>
                <c:pt idx="208">
                  <c:v>61.847102</c:v>
                </c:pt>
                <c:pt idx="209">
                  <c:v>66.385318</c:v>
                </c:pt>
                <c:pt idx="210">
                  <c:v>71.847134</c:v>
                </c:pt>
                <c:pt idx="211">
                  <c:v>76.498468</c:v>
                </c:pt>
                <c:pt idx="212">
                  <c:v>76.498476</c:v>
                </c:pt>
                <c:pt idx="213">
                  <c:v>79.999968</c:v>
                </c:pt>
                <c:pt idx="214">
                  <c:v>85.461783</c:v>
                </c:pt>
                <c:pt idx="215">
                  <c:v>90</c:v>
                </c:pt>
                <c:pt idx="216">
                  <c:v>88.784985</c:v>
                </c:pt>
                <c:pt idx="217">
                  <c:v>87.914658</c:v>
                </c:pt>
                <c:pt idx="218">
                  <c:v>86.634155</c:v>
                </c:pt>
                <c:pt idx="219">
                  <c:v>85.280031</c:v>
                </c:pt>
                <c:pt idx="220">
                  <c:v>84.045210</c:v>
                </c:pt>
                <c:pt idx="221">
                  <c:v>82.926861</c:v>
                </c:pt>
                <c:pt idx="222">
                  <c:v>82.133066</c:v>
                </c:pt>
                <c:pt idx="223">
                  <c:v>81.147691</c:v>
                </c:pt>
                <c:pt idx="224">
                  <c:v>79.934621</c:v>
                </c:pt>
                <c:pt idx="225">
                  <c:v>79.045036</c:v>
                </c:pt>
                <c:pt idx="226">
                  <c:v>78.877810</c:v>
                </c:pt>
                <c:pt idx="227">
                  <c:v>77.623610</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64.782900</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54.908327</c:v>
                </c:pt>
                <c:pt idx="254">
                  <c:v>53.855695</c:v>
                </c:pt>
                <c:pt idx="255">
                  <c:v>52.803062</c:v>
                </c:pt>
                <c:pt idx="256">
                  <c:v>51.750430</c:v>
                </c:pt>
                <c:pt idx="257">
                  <c:v>51.680255</c:v>
                </c:pt>
                <c:pt idx="258">
                  <c:v>51.680255</c:v>
                </c:pt>
                <c:pt idx="259">
                  <c:v>51.680255</c:v>
                </c:pt>
                <c:pt idx="260">
                  <c:v>51.136799</c:v>
                </c:pt>
                <c:pt idx="261">
                  <c:v>49.972252</c:v>
                </c:pt>
                <c:pt idx="262">
                  <c:v>48.807705</c:v>
                </c:pt>
                <c:pt idx="263">
                  <c:v>47.798430</c:v>
                </c:pt>
                <c:pt idx="264">
                  <c:v>47.307202</c:v>
                </c:pt>
                <c:pt idx="265">
                  <c:v>46.254570</c:v>
                </c:pt>
                <c:pt idx="266">
                  <c:v>45.201937</c:v>
                </c:pt>
                <c:pt idx="267">
                  <c:v>44.149305</c:v>
                </c:pt>
                <c:pt idx="268">
                  <c:v>43.868603</c:v>
                </c:pt>
                <c:pt idx="269">
                  <c:v>42.667086</c:v>
                </c:pt>
                <c:pt idx="270">
                  <c:v>41.280720</c:v>
                </c:pt>
                <c:pt idx="271">
                  <c:v>39.986779</c:v>
                </c:pt>
                <c:pt idx="272">
                  <c:v>39.505575</c:v>
                </c:pt>
                <c:pt idx="273">
                  <c:v>38.302567</c:v>
                </c:pt>
                <c:pt idx="274">
                  <c:v>37.099559</c:v>
                </c:pt>
                <c:pt idx="275">
                  <c:v>36.056952</c:v>
                </c:pt>
                <c:pt idx="276">
                  <c:v>36.056952</c:v>
                </c:pt>
                <c:pt idx="277">
                  <c:v>36.056952</c:v>
                </c:pt>
                <c:pt idx="278">
                  <c:v>36.056952</c:v>
                </c:pt>
                <c:pt idx="279">
                  <c:v>35.137572</c:v>
                </c:pt>
                <c:pt idx="280">
                  <c:v>33.605273</c:v>
                </c:pt>
                <c:pt idx="281">
                  <c:v>32.175127</c:v>
                </c:pt>
                <c:pt idx="282">
                  <c:v>31.645789</c:v>
                </c:pt>
                <c:pt idx="283">
                  <c:v>30.322443</c:v>
                </c:pt>
                <c:pt idx="284">
                  <c:v>28.999097</c:v>
                </c:pt>
                <c:pt idx="285">
                  <c:v>28.293312</c:v>
                </c:pt>
                <c:pt idx="286">
                  <c:v>28.293312</c:v>
                </c:pt>
                <c:pt idx="287">
                  <c:v>26.281593</c:v>
                </c:pt>
                <c:pt idx="288">
                  <c:v>30.819809</c:v>
                </c:pt>
                <c:pt idx="289">
                  <c:v>37.627134</c:v>
                </c:pt>
                <c:pt idx="290">
                  <c:v>39.963161</c:v>
                </c:pt>
                <c:pt idx="291">
                  <c:v>39.963161</c:v>
                </c:pt>
                <c:pt idx="292">
                  <c:v>39.963161</c:v>
                </c:pt>
                <c:pt idx="293">
                  <c:v>44.501378</c:v>
                </c:pt>
                <c:pt idx="294">
                  <c:v>51.308703</c:v>
                </c:pt>
                <c:pt idx="295">
                  <c:v>58.116027</c:v>
                </c:pt>
                <c:pt idx="296">
                  <c:v>60.501592</c:v>
                </c:pt>
                <c:pt idx="297">
                  <c:v>65.737944</c:v>
                </c:pt>
                <c:pt idx="298">
                  <c:v>69.577994</c:v>
                </c:pt>
                <c:pt idx="299">
                  <c:v>72.181538</c:v>
                </c:pt>
                <c:pt idx="300">
                  <c:v>72.181545</c:v>
                </c:pt>
                <c:pt idx="301">
                  <c:v>73.968543</c:v>
                </c:pt>
                <c:pt idx="302">
                  <c:v>75.992680</c:v>
                </c:pt>
                <c:pt idx="303">
                  <c:v>76.081629</c:v>
                </c:pt>
                <c:pt idx="304">
                  <c:v>76.081637</c:v>
                </c:pt>
                <c:pt idx="305">
                  <c:v>76.081637</c:v>
                </c:pt>
                <c:pt idx="306">
                  <c:v>79.441726</c:v>
                </c:pt>
                <c:pt idx="307">
                  <c:v>79.999961</c:v>
                </c:pt>
                <c:pt idx="308">
                  <c:v>79.999961</c:v>
                </c:pt>
                <c:pt idx="309">
                  <c:v>80.923567</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63.000596</c:v>
                </c:pt>
                <c:pt idx="340">
                  <c:v>61.836049</c:v>
                </c:pt>
                <c:pt idx="341">
                  <c:v>60.671501</c:v>
                </c:pt>
                <c:pt idx="342">
                  <c:v>60.085088</c:v>
                </c:pt>
                <c:pt idx="343">
                  <c:v>59.188548</c:v>
                </c:pt>
                <c:pt idx="344">
                  <c:v>58.076332</c:v>
                </c:pt>
                <c:pt idx="345">
                  <c:v>56.964117</c:v>
                </c:pt>
                <c:pt idx="346">
                  <c:v>56.741674</c:v>
                </c:pt>
                <c:pt idx="347">
                  <c:v>56.741674</c:v>
                </c:pt>
                <c:pt idx="348">
                  <c:v>56.741674</c:v>
                </c:pt>
                <c:pt idx="349">
                  <c:v>55.610082</c:v>
                </c:pt>
                <c:pt idx="350">
                  <c:v>55.259204</c:v>
                </c:pt>
                <c:pt idx="351">
                  <c:v>54.206572</c:v>
                </c:pt>
                <c:pt idx="352">
                  <c:v>53.153940</c:v>
                </c:pt>
                <c:pt idx="353">
                  <c:v>52.101308</c:v>
                </c:pt>
                <c:pt idx="354">
                  <c:v>51.680255</c:v>
                </c:pt>
                <c:pt idx="355">
                  <c:v>51.680255</c:v>
                </c:pt>
                <c:pt idx="356">
                  <c:v>50.903451</c:v>
                </c:pt>
                <c:pt idx="357">
                  <c:v>49.887538</c:v>
                </c:pt>
                <c:pt idx="358">
                  <c:v>48.807705</c:v>
                </c:pt>
                <c:pt idx="359">
                  <c:v>47.798430</c:v>
                </c:pt>
                <c:pt idx="360">
                  <c:v>47.307202</c:v>
                </c:pt>
                <c:pt idx="361">
                  <c:v>46.239581</c:v>
                </c:pt>
                <c:pt idx="362">
                  <c:v>45.201937</c:v>
                </c:pt>
                <c:pt idx="363">
                  <c:v>44.149305</c:v>
                </c:pt>
                <c:pt idx="364">
                  <c:v>43.868603</c:v>
                </c:pt>
                <c:pt idx="365">
                  <c:v>42.667086</c:v>
                </c:pt>
                <c:pt idx="366">
                  <c:v>41.280720</c:v>
                </c:pt>
                <c:pt idx="367">
                  <c:v>39.986779</c:v>
                </c:pt>
                <c:pt idx="368">
                  <c:v>39.505575</c:v>
                </c:pt>
                <c:pt idx="369">
                  <c:v>38.302567</c:v>
                </c:pt>
                <c:pt idx="370">
                  <c:v>37.099559</c:v>
                </c:pt>
                <c:pt idx="371">
                  <c:v>36.056952</c:v>
                </c:pt>
                <c:pt idx="372">
                  <c:v>36.056952</c:v>
                </c:pt>
                <c:pt idx="373">
                  <c:v>35.534433</c:v>
                </c:pt>
                <c:pt idx="374">
                  <c:v>34.698403</c:v>
                </c:pt>
                <c:pt idx="375">
                  <c:v>34.195473</c:v>
                </c:pt>
                <c:pt idx="376">
                  <c:v>33.113608</c:v>
                </c:pt>
                <c:pt idx="377">
                  <c:v>32.693846</c:v>
                </c:pt>
                <c:pt idx="378">
                  <c:v>32.412388</c:v>
                </c:pt>
                <c:pt idx="379">
                  <c:v>29.550534</c:v>
                </c:pt>
                <c:pt idx="380">
                  <c:v>30.546847</c:v>
                </c:pt>
                <c:pt idx="381">
                  <c:v>31.026552</c:v>
                </c:pt>
                <c:pt idx="382">
                  <c:v>30.523622</c:v>
                </c:pt>
                <c:pt idx="383">
                  <c:v>31.269390</c:v>
                </c:pt>
                <c:pt idx="384">
                  <c:v>31.269390</c:v>
                </c:pt>
                <c:pt idx="385">
                  <c:v>35.807607</c:v>
                </c:pt>
                <c:pt idx="386">
                  <c:v>41.869163</c:v>
                </c:pt>
                <c:pt idx="387">
                  <c:v>41.869163</c:v>
                </c:pt>
                <c:pt idx="388">
                  <c:v>44.138272</c:v>
                </c:pt>
                <c:pt idx="389">
                  <c:v>48.676488</c:v>
                </c:pt>
                <c:pt idx="390">
                  <c:v>52.770678</c:v>
                </c:pt>
                <c:pt idx="391">
                  <c:v>52.770686</c:v>
                </c:pt>
                <c:pt idx="392">
                  <c:v>59.578010</c:v>
                </c:pt>
                <c:pt idx="393">
                  <c:v>59.578018</c:v>
                </c:pt>
                <c:pt idx="394">
                  <c:v>62.653775</c:v>
                </c:pt>
                <c:pt idx="395">
                  <c:v>62.653775</c:v>
                </c:pt>
                <c:pt idx="396">
                  <c:v>62.653775</c:v>
                </c:pt>
                <c:pt idx="397">
                  <c:v>62.653782</c:v>
                </c:pt>
                <c:pt idx="398">
                  <c:v>62.653782</c:v>
                </c:pt>
                <c:pt idx="399">
                  <c:v>62.653782</c:v>
                </c:pt>
                <c:pt idx="400">
                  <c:v>62.653782</c:v>
                </c:pt>
                <c:pt idx="401">
                  <c:v>62.653790</c:v>
                </c:pt>
                <c:pt idx="402">
                  <c:v>69.461115</c:v>
                </c:pt>
                <c:pt idx="403">
                  <c:v>76.268440</c:v>
                </c:pt>
                <c:pt idx="404">
                  <c:v>79.999961</c:v>
                </c:pt>
                <c:pt idx="405">
                  <c:v>79.999968</c:v>
                </c:pt>
                <c:pt idx="406">
                  <c:v>85.461783</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64.198098</c:v>
                </c:pt>
                <c:pt idx="436">
                  <c:v>63.421733</c:v>
                </c:pt>
                <c:pt idx="437">
                  <c:v>62.323341</c:v>
                </c:pt>
                <c:pt idx="438">
                  <c:v>61.084461</c:v>
                </c:pt>
                <c:pt idx="439">
                  <c:v>60.455826</c:v>
                </c:pt>
                <c:pt idx="440">
                  <c:v>59.491906</c:v>
                </c:pt>
                <c:pt idx="441">
                  <c:v>58.447071</c:v>
                </c:pt>
                <c:pt idx="442">
                  <c:v>57.334856</c:v>
                </c:pt>
                <c:pt idx="443">
                  <c:v>56.741674</c:v>
                </c:pt>
                <c:pt idx="444">
                  <c:v>56.741674</c:v>
                </c:pt>
                <c:pt idx="445">
                  <c:v>55.610082</c:v>
                </c:pt>
                <c:pt idx="446">
                  <c:v>54.568200</c:v>
                </c:pt>
                <c:pt idx="447">
                  <c:v>53.560452</c:v>
                </c:pt>
                <c:pt idx="448">
                  <c:v>53.153940</c:v>
                </c:pt>
                <c:pt idx="449">
                  <c:v>52.101308</c:v>
                </c:pt>
                <c:pt idx="450">
                  <c:v>51.680255</c:v>
                </c:pt>
                <c:pt idx="451">
                  <c:v>50.512715</c:v>
                </c:pt>
                <c:pt idx="452">
                  <c:v>49.584070</c:v>
                </c:pt>
                <c:pt idx="453">
                  <c:v>48.419522</c:v>
                </c:pt>
                <c:pt idx="454">
                  <c:v>47.798430</c:v>
                </c:pt>
                <c:pt idx="455">
                  <c:v>47.042132</c:v>
                </c:pt>
                <c:pt idx="456">
                  <c:v>46.044043</c:v>
                </c:pt>
                <c:pt idx="457">
                  <c:v>44.991411</c:v>
                </c:pt>
                <c:pt idx="458">
                  <c:v>43.938779</c:v>
                </c:pt>
                <c:pt idx="459">
                  <c:v>43.747874</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30.851781</c:v>
                </c:pt>
                <c:pt idx="472">
                  <c:v>29.528435</c:v>
                </c:pt>
                <c:pt idx="473">
                  <c:v>28.293312</c:v>
                </c:pt>
                <c:pt idx="474">
                  <c:v>28.293312</c:v>
                </c:pt>
                <c:pt idx="475">
                  <c:v>27.457283</c:v>
                </c:pt>
                <c:pt idx="476">
                  <c:v>26.934764</c:v>
                </c:pt>
                <c:pt idx="477">
                  <c:v>26.431834</c:v>
                </c:pt>
                <c:pt idx="478">
                  <c:v>26.431834</c:v>
                </c:pt>
                <c:pt idx="479">
                  <c:v>30.970051</c:v>
                </c:pt>
                <c:pt idx="480">
                  <c:v>34.470702</c:v>
                </c:pt>
                <c:pt idx="481">
                  <c:v>35.966983</c:v>
                </c:pt>
                <c:pt idx="482">
                  <c:v>42.774308</c:v>
                </c:pt>
                <c:pt idx="483">
                  <c:v>47.184681</c:v>
                </c:pt>
                <c:pt idx="484">
                  <c:v>47.184681</c:v>
                </c:pt>
                <c:pt idx="485">
                  <c:v>51.722898</c:v>
                </c:pt>
                <c:pt idx="486">
                  <c:v>58.530223</c:v>
                </c:pt>
                <c:pt idx="487">
                  <c:v>65.337548</c:v>
                </c:pt>
                <c:pt idx="488">
                  <c:v>70.325345</c:v>
                </c:pt>
                <c:pt idx="489">
                  <c:v>70.325345</c:v>
                </c:pt>
                <c:pt idx="490">
                  <c:v>70.325345</c:v>
                </c:pt>
                <c:pt idx="491">
                  <c:v>70.325345</c:v>
                </c:pt>
                <c:pt idx="492">
                  <c:v>70.325345</c:v>
                </c:pt>
                <c:pt idx="493">
                  <c:v>72.247794</c:v>
                </c:pt>
                <c:pt idx="494">
                  <c:v>72.247794</c:v>
                </c:pt>
                <c:pt idx="495">
                  <c:v>72.247794</c:v>
                </c:pt>
                <c:pt idx="496">
                  <c:v>72.247794</c:v>
                </c:pt>
                <c:pt idx="497">
                  <c:v>73.192643</c:v>
                </c:pt>
                <c:pt idx="498">
                  <c:v>76.385343</c:v>
                </c:pt>
                <c:pt idx="499">
                  <c:v>78.654459</c:v>
                </c:pt>
                <c:pt idx="500">
                  <c:v>79.999961</c:v>
                </c:pt>
                <c:pt idx="501">
                  <c:v>81.680133</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79.462858</c:v>
                </c:pt>
                <c:pt idx="515">
                  <c:v>79.350709</c:v>
                </c:pt>
                <c:pt idx="516">
                  <c:v>78.111828</c:v>
                </c:pt>
                <c:pt idx="517">
                  <c:v>76.872948</c:v>
                </c:pt>
                <c:pt idx="518">
                  <c:v>76.294804</c:v>
                </c:pt>
                <c:pt idx="519">
                  <c:v>75.741942</c:v>
                </c:pt>
                <c:pt idx="520">
                  <c:v>75.184201</c:v>
                </c:pt>
                <c:pt idx="521">
                  <c:v>73.902736</c:v>
                </c:pt>
                <c:pt idx="522">
                  <c:v>72.621270</c:v>
                </c:pt>
                <c:pt idx="523">
                  <c:v>72.215676</c:v>
                </c:pt>
                <c:pt idx="524">
                  <c:v>71.095919</c:v>
                </c:pt>
                <c:pt idx="525">
                  <c:v>69.976162</c:v>
                </c:pt>
                <c:pt idx="526">
                  <c:v>68.856405</c:v>
                </c:pt>
                <c:pt idx="527">
                  <c:v>68.483153</c:v>
                </c:pt>
                <c:pt idx="528">
                  <c:v>68.399539</c:v>
                </c:pt>
                <c:pt idx="529">
                  <c:v>67.145339</c:v>
                </c:pt>
                <c:pt idx="530">
                  <c:v>65.891139</c:v>
                </c:pt>
                <c:pt idx="531">
                  <c:v>64.636939</c:v>
                </c:pt>
                <c:pt idx="532">
                  <c:v>64.553326</c:v>
                </c:pt>
                <c:pt idx="533">
                  <c:v>64.553326</c:v>
                </c:pt>
                <c:pt idx="534">
                  <c:v>63.853135</c:v>
                </c:pt>
                <c:pt idx="535">
                  <c:v>63.265469</c:v>
                </c:pt>
                <c:pt idx="536">
                  <c:v>63.265469</c:v>
                </c:pt>
                <c:pt idx="537">
                  <c:v>62.126413</c:v>
                </c:pt>
                <c:pt idx="538">
                  <c:v>60.987357</c:v>
                </c:pt>
                <c:pt idx="539">
                  <c:v>59.848301</c:v>
                </c:pt>
                <c:pt idx="540">
                  <c:v>59.544553</c:v>
                </c:pt>
                <c:pt idx="541">
                  <c:v>59.544553</c:v>
                </c:pt>
                <c:pt idx="542">
                  <c:v>58.883429</c:v>
                </c:pt>
                <c:pt idx="543">
                  <c:v>57.781554</c:v>
                </c:pt>
                <c:pt idx="544">
                  <c:v>56.679680</c:v>
                </c:pt>
                <c:pt idx="545">
                  <c:v>55.871639</c:v>
                </c:pt>
                <c:pt idx="546">
                  <c:v>55.871639</c:v>
                </c:pt>
                <c:pt idx="547">
                  <c:v>55.059803</c:v>
                </c:pt>
                <c:pt idx="548">
                  <c:v>54.045008</c:v>
                </c:pt>
                <c:pt idx="549">
                  <c:v>53.030212</c:v>
                </c:pt>
                <c:pt idx="550">
                  <c:v>52.150723</c:v>
                </c:pt>
                <c:pt idx="551">
                  <c:v>52.150723</c:v>
                </c:pt>
                <c:pt idx="552">
                  <c:v>51.195766</c:v>
                </c:pt>
                <c:pt idx="553">
                  <c:v>50.093891</c:v>
                </c:pt>
                <c:pt idx="554">
                  <c:v>48.992017</c:v>
                </c:pt>
                <c:pt idx="555">
                  <c:v>48.477809</c:v>
                </c:pt>
                <c:pt idx="556">
                  <c:v>47.606957</c:v>
                </c:pt>
                <c:pt idx="557">
                  <c:v>46.419430</c:v>
                </c:pt>
                <c:pt idx="558">
                  <c:v>45.231904</c:v>
                </c:pt>
                <c:pt idx="559">
                  <c:v>44.756893</c:v>
                </c:pt>
                <c:pt idx="560">
                  <c:v>44.481425</c:v>
                </c:pt>
                <c:pt idx="561">
                  <c:v>43.104082</c:v>
                </c:pt>
                <c:pt idx="562">
                  <c:v>41.726739</c:v>
                </c:pt>
                <c:pt idx="563">
                  <c:v>41.083979</c:v>
                </c:pt>
                <c:pt idx="564">
                  <c:v>41.044749</c:v>
                </c:pt>
                <c:pt idx="565">
                  <c:v>39.798463</c:v>
                </c:pt>
                <c:pt idx="566">
                  <c:v>38.421124</c:v>
                </c:pt>
                <c:pt idx="567">
                  <c:v>37.411075</c:v>
                </c:pt>
                <c:pt idx="568">
                  <c:v>37.411075</c:v>
                </c:pt>
                <c:pt idx="569">
                  <c:v>36.740454</c:v>
                </c:pt>
                <c:pt idx="570">
                  <c:v>36.261438</c:v>
                </c:pt>
                <c:pt idx="571">
                  <c:v>35.758508</c:v>
                </c:pt>
                <c:pt idx="572">
                  <c:v>35.758508</c:v>
                </c:pt>
                <c:pt idx="573">
                  <c:v>35.758508</c:v>
                </c:pt>
                <c:pt idx="574">
                  <c:v>34.093244</c:v>
                </c:pt>
                <c:pt idx="575">
                  <c:v>35.758508</c:v>
                </c:pt>
                <c:pt idx="576">
                  <c:v>35.758508</c:v>
                </c:pt>
                <c:pt idx="577">
                  <c:v>35.758508</c:v>
                </c:pt>
                <c:pt idx="578">
                  <c:v>37.940667</c:v>
                </c:pt>
                <c:pt idx="579">
                  <c:v>39.304905</c:v>
                </c:pt>
                <c:pt idx="580">
                  <c:v>40.209776</c:v>
                </c:pt>
                <c:pt idx="581">
                  <c:v>40.209783</c:v>
                </c:pt>
                <c:pt idx="582">
                  <c:v>40.209783</c:v>
                </c:pt>
                <c:pt idx="583">
                  <c:v>42.055145</c:v>
                </c:pt>
                <c:pt idx="584">
                  <c:v>42.055145</c:v>
                </c:pt>
                <c:pt idx="585">
                  <c:v>42.055145</c:v>
                </c:pt>
                <c:pt idx="586">
                  <c:v>42.055145</c:v>
                </c:pt>
                <c:pt idx="587">
                  <c:v>42.055145</c:v>
                </c:pt>
                <c:pt idx="588">
                  <c:v>42.055145</c:v>
                </c:pt>
                <c:pt idx="589">
                  <c:v>46.593361</c:v>
                </c:pt>
                <c:pt idx="590">
                  <c:v>47.017108</c:v>
                </c:pt>
                <c:pt idx="591">
                  <c:v>47.017108</c:v>
                </c:pt>
                <c:pt idx="592">
                  <c:v>47.017108</c:v>
                </c:pt>
                <c:pt idx="593">
                  <c:v>51.425159</c:v>
                </c:pt>
                <c:pt idx="594">
                  <c:v>58.232484</c:v>
                </c:pt>
                <c:pt idx="595">
                  <c:v>65.039809</c:v>
                </c:pt>
                <c:pt idx="596">
                  <c:v>70.923535</c:v>
                </c:pt>
                <c:pt idx="597">
                  <c:v>71.847134</c:v>
                </c:pt>
                <c:pt idx="598">
                  <c:v>78.654459</c:v>
                </c:pt>
                <c:pt idx="599">
                  <c:v>80.923567</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80.015492</c:v>
                </c:pt>
                <c:pt idx="611">
                  <c:v>79.045036</c:v>
                </c:pt>
                <c:pt idx="612">
                  <c:v>79.045036</c:v>
                </c:pt>
                <c:pt idx="613">
                  <c:v>78.222514</c:v>
                </c:pt>
                <c:pt idx="614">
                  <c:v>76.851645</c:v>
                </c:pt>
                <c:pt idx="615">
                  <c:v>75.480775</c:v>
                </c:pt>
                <c:pt idx="616">
                  <c:v>75.115209</c:v>
                </c:pt>
                <c:pt idx="617">
                  <c:v>74.425107</c:v>
                </c:pt>
                <c:pt idx="618">
                  <c:v>73.131166</c:v>
                </c:pt>
                <c:pt idx="619">
                  <c:v>71.837224</c:v>
                </c:pt>
                <c:pt idx="620">
                  <c:v>71.233385</c:v>
                </c:pt>
                <c:pt idx="621">
                  <c:v>71.151513</c:v>
                </c:pt>
                <c:pt idx="622">
                  <c:v>69.923442</c:v>
                </c:pt>
                <c:pt idx="623">
                  <c:v>68.695372</c:v>
                </c:pt>
                <c:pt idx="624">
                  <c:v>67.467301</c:v>
                </c:pt>
                <c:pt idx="625">
                  <c:v>67.303558</c:v>
                </c:pt>
                <c:pt idx="626">
                  <c:v>67.103757</c:v>
                </c:pt>
                <c:pt idx="627">
                  <c:v>66.362746</c:v>
                </c:pt>
                <c:pt idx="628">
                  <c:v>65.134675</c:v>
                </c:pt>
                <c:pt idx="629">
                  <c:v>64.353371</c:v>
                </c:pt>
                <c:pt idx="630">
                  <c:v>63.421733</c:v>
                </c:pt>
                <c:pt idx="631">
                  <c:v>62.616428</c:v>
                </c:pt>
                <c:pt idx="632">
                  <c:v>61.451881</c:v>
                </c:pt>
                <c:pt idx="633">
                  <c:v>60.597879</c:v>
                </c:pt>
                <c:pt idx="634">
                  <c:v>59.983135</c:v>
                </c:pt>
                <c:pt idx="635">
                  <c:v>59.491906</c:v>
                </c:pt>
                <c:pt idx="636">
                  <c:v>58.305480</c:v>
                </c:pt>
                <c:pt idx="637">
                  <c:v>57.077409</c:v>
                </c:pt>
                <c:pt idx="638">
                  <c:v>56.668052</c:v>
                </c:pt>
                <c:pt idx="639">
                  <c:v>55.736414</c:v>
                </c:pt>
                <c:pt idx="640">
                  <c:v>54.571867</c:v>
                </c:pt>
                <c:pt idx="641">
                  <c:v>53.407320</c:v>
                </c:pt>
                <c:pt idx="642">
                  <c:v>52.786228</c:v>
                </c:pt>
                <c:pt idx="643">
                  <c:v>52.710654</c:v>
                </c:pt>
                <c:pt idx="644">
                  <c:v>51.57705</c:v>
                </c:pt>
                <c:pt idx="645">
                  <c:v>50.443446</c:v>
                </c:pt>
                <c:pt idx="646">
                  <c:v>49.309842</c:v>
                </c:pt>
                <c:pt idx="647">
                  <c:v>48.856401</c:v>
                </c:pt>
                <c:pt idx="648">
                  <c:v>47.734985</c:v>
                </c:pt>
                <c:pt idx="649">
                  <c:v>46.441043</c:v>
                </c:pt>
                <c:pt idx="650">
                  <c:v>45.147102</c:v>
                </c:pt>
                <c:pt idx="651">
                  <c:v>44.974576</c:v>
                </c:pt>
                <c:pt idx="652">
                  <c:v>44.974576</c:v>
                </c:pt>
                <c:pt idx="653">
                  <c:v>41.831264</c:v>
                </c:pt>
                <c:pt idx="654">
                  <c:v>41.831264</c:v>
                </c:pt>
                <c:pt idx="655">
                  <c:v>41.831264</c:v>
                </c:pt>
                <c:pt idx="656">
                  <c:v>41.083979</c:v>
                </c:pt>
                <c:pt idx="657">
                  <c:v>40.702347</c:v>
                </c:pt>
                <c:pt idx="658">
                  <c:v>39.271225</c:v>
                </c:pt>
                <c:pt idx="659">
                  <c:v>37.840104</c:v>
                </c:pt>
                <c:pt idx="660">
                  <c:v>37.363063</c:v>
                </c:pt>
                <c:pt idx="661">
                  <c:v>37.363063</c:v>
                </c:pt>
                <c:pt idx="662">
                  <c:v>36.056952</c:v>
                </c:pt>
                <c:pt idx="663">
                  <c:v>36.056952</c:v>
                </c:pt>
                <c:pt idx="664">
                  <c:v>35.489730</c:v>
                </c:pt>
                <c:pt idx="665">
                  <c:v>34.034049</c:v>
                </c:pt>
                <c:pt idx="666">
                  <c:v>33.354732</c:v>
                </c:pt>
                <c:pt idx="667">
                  <c:v>31.956566</c:v>
                </c:pt>
                <c:pt idx="668">
                  <c:v>32.481379</c:v>
                </c:pt>
                <c:pt idx="669">
                  <c:v>30.546837</c:v>
                </c:pt>
                <c:pt idx="670">
                  <c:v>31.493254</c:v>
                </c:pt>
                <c:pt idx="671">
                  <c:v>31.493254</c:v>
                </c:pt>
                <c:pt idx="672">
                  <c:v>31.493254</c:v>
                </c:pt>
                <c:pt idx="673">
                  <c:v>31.493254</c:v>
                </c:pt>
                <c:pt idx="674">
                  <c:v>31.493254</c:v>
                </c:pt>
                <c:pt idx="675">
                  <c:v>31.493254</c:v>
                </c:pt>
                <c:pt idx="676">
                  <c:v>31.493254</c:v>
                </c:pt>
                <c:pt idx="677">
                  <c:v>31.493254</c:v>
                </c:pt>
                <c:pt idx="678">
                  <c:v>34.028640</c:v>
                </c:pt>
                <c:pt idx="679">
                  <c:v>40.835965</c:v>
                </c:pt>
                <c:pt idx="680">
                  <c:v>44.655118</c:v>
                </c:pt>
                <c:pt idx="681">
                  <c:v>49.193335</c:v>
                </c:pt>
                <c:pt idx="682">
                  <c:v>56.000660</c:v>
                </c:pt>
                <c:pt idx="683">
                  <c:v>60.538876</c:v>
                </c:pt>
                <c:pt idx="684">
                  <c:v>60.538876</c:v>
                </c:pt>
                <c:pt idx="685">
                  <c:v>65.058089</c:v>
                </c:pt>
                <c:pt idx="686">
                  <c:v>68.112537</c:v>
                </c:pt>
                <c:pt idx="687">
                  <c:v>68.112537</c:v>
                </c:pt>
                <c:pt idx="688">
                  <c:v>68.112544</c:v>
                </c:pt>
                <c:pt idx="689">
                  <c:v>68.112552</c:v>
                </c:pt>
                <c:pt idx="690">
                  <c:v>72.513437</c:v>
                </c:pt>
                <c:pt idx="691">
                  <c:v>72.513444</c:v>
                </c:pt>
                <c:pt idx="692">
                  <c:v>74.107706</c:v>
                </c:pt>
                <c:pt idx="693">
                  <c:v>78.645923</c:v>
                </c:pt>
                <c:pt idx="694">
                  <c:v>78.855663</c:v>
                </c:pt>
                <c:pt idx="695">
                  <c:v>80.923567</c:v>
                </c:pt>
                <c:pt idx="696">
                  <c:v>85.461783</c:v>
                </c:pt>
                <c:pt idx="697">
                  <c:v>90</c:v>
                </c:pt>
              </c:numCache>
            </c:numRef>
          </c:yVal>
          <c:smooth val="0"/>
          <c:extLst>
            <c:ext xmlns:c16="http://schemas.microsoft.com/office/drawing/2014/chart" uri="{C3380CC4-5D6E-409C-BE32-E72D297353CC}">
              <c16:uniqueId val="{00000000-5254-4DCA-9D2A-AD21F38237A4}"/>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c:v>
                </c:pt>
                <c:pt idx="1">
                  <c:v>59.646808</c:v>
                </c:pt>
                <c:pt idx="2">
                  <c:v>63.050471</c:v>
                </c:pt>
                <c:pt idx="3">
                  <c:v>67.599479</c:v>
                </c:pt>
                <c:pt idx="4">
                  <c:v>67.854808</c:v>
                </c:pt>
                <c:pt idx="5">
                  <c:v>68.567975</c:v>
                </c:pt>
                <c:pt idx="6">
                  <c:v>69.622450</c:v>
                </c:pt>
                <c:pt idx="7">
                  <c:v>70.352400</c:v>
                </c:pt>
                <c:pt idx="8">
                  <c:v>71.033450</c:v>
                </c:pt>
                <c:pt idx="9">
                  <c:v>72.932303</c:v>
                </c:pt>
                <c:pt idx="10">
                  <c:v>73.297364</c:v>
                </c:pt>
                <c:pt idx="11">
                  <c:v>73.519796</c:v>
                </c:pt>
                <c:pt idx="12">
                  <c:v>74.549613</c:v>
                </c:pt>
                <c:pt idx="13">
                  <c:v>77.581922</c:v>
                </c:pt>
                <c:pt idx="14">
                  <c:v>79.028538</c:v>
                </c:pt>
                <c:pt idx="15">
                  <c:v>79.100908</c:v>
                </c:pt>
                <c:pt idx="16">
                  <c:v>81.370017</c:v>
                </c:pt>
                <c:pt idx="17">
                  <c:v>81.370017</c:v>
                </c:pt>
                <c:pt idx="18">
                  <c:v>81.816219</c:v>
                </c:pt>
                <c:pt idx="19">
                  <c:v>84.085327</c:v>
                </c:pt>
                <c:pt idx="20">
                  <c:v>85.806498</c:v>
                </c:pt>
                <c:pt idx="21">
                  <c:v>86.594989</c:v>
                </c:pt>
                <c:pt idx="22">
                  <c:v>86.755472</c:v>
                </c:pt>
                <c:pt idx="23">
                  <c:v>88.042026</c:v>
                </c:pt>
                <c:pt idx="24">
                  <c:v>89.359994</c:v>
                </c:pt>
                <c:pt idx="25">
                  <c:v>88.298077</c:v>
                </c:pt>
                <c:pt idx="26">
                  <c:v>88.414717</c:v>
                </c:pt>
                <c:pt idx="27">
                  <c:v>87.649931</c:v>
                </c:pt>
                <c:pt idx="28">
                  <c:v>86.523122</c:v>
                </c:pt>
                <c:pt idx="29">
                  <c:v>85.144305</c:v>
                </c:pt>
                <c:pt idx="30">
                  <c:v>83.900900</c:v>
                </c:pt>
                <c:pt idx="31">
                  <c:v>83.220338</c:v>
                </c:pt>
                <c:pt idx="32">
                  <c:v>82.806409</c:v>
                </c:pt>
                <c:pt idx="33">
                  <c:v>81.697777</c:v>
                </c:pt>
                <c:pt idx="34">
                  <c:v>80.589146</c:v>
                </c:pt>
                <c:pt idx="35">
                  <c:v>79.696614</c:v>
                </c:pt>
                <c:pt idx="36">
                  <c:v>79.462858</c:v>
                </c:pt>
                <c:pt idx="37">
                  <c:v>78.604655</c:v>
                </c:pt>
                <c:pt idx="38">
                  <c:v>77.737560</c:v>
                </c:pt>
                <c:pt idx="39">
                  <c:v>76.664502</c:v>
                </c:pt>
                <c:pt idx="40">
                  <c:v>76.303243</c:v>
                </c:pt>
                <c:pt idx="41">
                  <c:v>75.647109</c:v>
                </c:pt>
                <c:pt idx="42">
                  <c:v>74.566370</c:v>
                </c:pt>
                <c:pt idx="43">
                  <c:v>73.353167</c:v>
                </c:pt>
                <c:pt idx="44">
                  <c:v>72.644403</c:v>
                </c:pt>
                <c:pt idx="45">
                  <c:v>72.069028</c:v>
                </c:pt>
                <c:pt idx="46">
                  <c:v>71.845298</c:v>
                </c:pt>
                <c:pt idx="47">
                  <c:v>71.651206</c:v>
                </c:pt>
                <c:pt idx="48">
                  <c:v>71.651206</c:v>
                </c:pt>
                <c:pt idx="49">
                  <c:v>71.651203</c:v>
                </c:pt>
                <c:pt idx="50">
                  <c:v>71.069813</c:v>
                </c:pt>
                <c:pt idx="51">
                  <c:v>70.488420</c:v>
                </c:pt>
                <c:pt idx="52">
                  <c:v>69.935945</c:v>
                </c:pt>
                <c:pt idx="53">
                  <c:v>69.666754</c:v>
                </c:pt>
                <c:pt idx="54">
                  <c:v>69.207577</c:v>
                </c:pt>
                <c:pt idx="55">
                  <c:v>69.001097</c:v>
                </c:pt>
                <c:pt idx="56">
                  <c:v>68.286358</c:v>
                </c:pt>
                <c:pt idx="57">
                  <c:v>67.148857</c:v>
                </c:pt>
                <c:pt idx="58">
                  <c:v>66.011356</c:v>
                </c:pt>
                <c:pt idx="59">
                  <c:v>65.308639</c:v>
                </c:pt>
                <c:pt idx="60">
                  <c:v>65.114841</c:v>
                </c:pt>
                <c:pt idx="61">
                  <c:v>64.032596</c:v>
                </c:pt>
                <c:pt idx="62">
                  <c:v>62.825138</c:v>
                </c:pt>
                <c:pt idx="63">
                  <c:v>61.695199</c:v>
                </c:pt>
                <c:pt idx="64">
                  <c:v>61.611724</c:v>
                </c:pt>
                <c:pt idx="65">
                  <c:v>61.214645</c:v>
                </c:pt>
                <c:pt idx="66">
                  <c:v>60.659618</c:v>
                </c:pt>
                <c:pt idx="67">
                  <c:v>60.112424</c:v>
                </c:pt>
                <c:pt idx="68">
                  <c:v>59.565231</c:v>
                </c:pt>
                <c:pt idx="69">
                  <c:v>59.565231</c:v>
                </c:pt>
                <c:pt idx="70">
                  <c:v>58.953024</c:v>
                </c:pt>
                <c:pt idx="71">
                  <c:v>57.819727</c:v>
                </c:pt>
                <c:pt idx="72">
                  <c:v>56.686430</c:v>
                </c:pt>
                <c:pt idx="73">
                  <c:v>55.904795</c:v>
                </c:pt>
                <c:pt idx="74">
                  <c:v>55.868316</c:v>
                </c:pt>
                <c:pt idx="75">
                  <c:v>55.108933</c:v>
                </c:pt>
                <c:pt idx="76">
                  <c:v>53.843296</c:v>
                </c:pt>
                <c:pt idx="77">
                  <c:v>52.577658</c:v>
                </c:pt>
                <c:pt idx="78">
                  <c:v>52.050067</c:v>
                </c:pt>
                <c:pt idx="79">
                  <c:v>50.911790</c:v>
                </c:pt>
                <c:pt idx="80">
                  <c:v>50.203280</c:v>
                </c:pt>
                <c:pt idx="81">
                  <c:v>49.145939</c:v>
                </c:pt>
                <c:pt idx="82">
                  <c:v>48.079116</c:v>
                </c:pt>
                <c:pt idx="83">
                  <c:v>47.242221</c:v>
                </c:pt>
                <c:pt idx="84">
                  <c:v>46.990757</c:v>
                </c:pt>
                <c:pt idx="85">
                  <c:v>51.188100</c:v>
                </c:pt>
                <c:pt idx="86">
                  <c:v>52.016689</c:v>
                </c:pt>
                <c:pt idx="87">
                  <c:v>52.435352</c:v>
                </c:pt>
                <c:pt idx="88">
                  <c:v>51.965085</c:v>
                </c:pt>
                <c:pt idx="89">
                  <c:v>51.498132</c:v>
                </c:pt>
                <c:pt idx="90">
                  <c:v>55.057711</c:v>
                </c:pt>
                <c:pt idx="91">
                  <c:v>61.865036</c:v>
                </c:pt>
                <c:pt idx="92">
                  <c:v>68.672361</c:v>
                </c:pt>
                <c:pt idx="93">
                  <c:v>71.642292</c:v>
                </c:pt>
                <c:pt idx="94">
                  <c:v>78.024293</c:v>
                </c:pt>
                <c:pt idx="95">
                  <c:v>78.024301</c:v>
                </c:pt>
                <c:pt idx="96">
                  <c:v>78.024304</c:v>
                </c:pt>
                <c:pt idx="97">
                  <c:v>78.191582</c:v>
                </c:pt>
                <c:pt idx="98">
                  <c:v>78.191582</c:v>
                </c:pt>
                <c:pt idx="99">
                  <c:v>78.191582</c:v>
                </c:pt>
                <c:pt idx="100">
                  <c:v>78.191582</c:v>
                </c:pt>
                <c:pt idx="101">
                  <c:v>78.191582</c:v>
                </c:pt>
                <c:pt idx="102">
                  <c:v>78.238710</c:v>
                </c:pt>
                <c:pt idx="103">
                  <c:v>80.195314</c:v>
                </c:pt>
                <c:pt idx="104">
                  <c:v>82.297148</c:v>
                </c:pt>
                <c:pt idx="105">
                  <c:v>83.431690</c:v>
                </c:pt>
                <c:pt idx="106">
                  <c:v>83.431690</c:v>
                </c:pt>
                <c:pt idx="107">
                  <c:v>83.431690</c:v>
                </c:pt>
                <c:pt idx="108">
                  <c:v>83.431690</c:v>
                </c:pt>
                <c:pt idx="109">
                  <c:v>84.327206</c:v>
                </c:pt>
                <c:pt idx="110">
                  <c:v>84.733498</c:v>
                </c:pt>
                <c:pt idx="111">
                  <c:v>84.733506</c:v>
                </c:pt>
                <c:pt idx="112">
                  <c:v>84.733510</c:v>
                </c:pt>
                <c:pt idx="113">
                  <c:v>86.835353</c:v>
                </c:pt>
                <c:pt idx="114">
                  <c:v>87.730884</c:v>
                </c:pt>
                <c:pt idx="115">
                  <c:v>88.403658</c:v>
                </c:pt>
                <c:pt idx="116">
                  <c:v>88.557586</c:v>
                </c:pt>
                <c:pt idx="117">
                  <c:v>89.692121</c:v>
                </c:pt>
                <c:pt idx="118">
                  <c:v>90</c:v>
                </c:pt>
                <c:pt idx="119">
                  <c:v>90</c:v>
                </c:pt>
                <c:pt idx="120">
                  <c:v>90</c:v>
                </c:pt>
                <c:pt idx="121">
                  <c:v>90</c:v>
                </c:pt>
                <c:pt idx="122">
                  <c:v>90</c:v>
                </c:pt>
                <c:pt idx="123">
                  <c:v>88.233380</c:v>
                </c:pt>
                <c:pt idx="124">
                  <c:v>87.188522</c:v>
                </c:pt>
                <c:pt idx="125">
                  <c:v>86.894460</c:v>
                </c:pt>
                <c:pt idx="126">
                  <c:v>85.409523</c:v>
                </c:pt>
                <c:pt idx="127">
                  <c:v>84.207318</c:v>
                </c:pt>
                <c:pt idx="128">
                  <c:v>82.923289</c:v>
                </c:pt>
                <c:pt idx="129">
                  <c:v>81.875108</c:v>
                </c:pt>
                <c:pt idx="130">
                  <c:v>81.794218</c:v>
                </c:pt>
                <c:pt idx="131">
                  <c:v>81.171578</c:v>
                </c:pt>
                <c:pt idx="132">
                  <c:v>80.042518</c:v>
                </c:pt>
                <c:pt idx="133">
                  <c:v>79.682540</c:v>
                </c:pt>
                <c:pt idx="134">
                  <c:v>79.340111</c:v>
                </c:pt>
                <c:pt idx="135">
                  <c:v>78.476418</c:v>
                </c:pt>
                <c:pt idx="136">
                  <c:v>77.827764</c:v>
                </c:pt>
                <c:pt idx="137">
                  <c:v>77.092835</c:v>
                </c:pt>
                <c:pt idx="138">
                  <c:v>76.749902</c:v>
                </c:pt>
                <c:pt idx="139">
                  <c:v>76.035381</c:v>
                </c:pt>
                <c:pt idx="140">
                  <c:v>75.350563</c:v>
                </c:pt>
                <c:pt idx="141">
                  <c:v>74.376143</c:v>
                </c:pt>
                <c:pt idx="142">
                  <c:v>73.288572</c:v>
                </c:pt>
                <c:pt idx="143">
                  <c:v>72.428954</c:v>
                </c:pt>
                <c:pt idx="144">
                  <c:v>71.875230</c:v>
                </c:pt>
                <c:pt idx="145">
                  <c:v>71.651206</c:v>
                </c:pt>
                <c:pt idx="146">
                  <c:v>71.465837</c:v>
                </c:pt>
                <c:pt idx="147">
                  <c:v>70.909730</c:v>
                </c:pt>
                <c:pt idx="148">
                  <c:v>70.866012</c:v>
                </c:pt>
                <c:pt idx="149">
                  <c:v>70.866012</c:v>
                </c:pt>
                <c:pt idx="150">
                  <c:v>70.284619</c:v>
                </c:pt>
                <c:pt idx="151">
                  <c:v>69.315630</c:v>
                </c:pt>
                <c:pt idx="152">
                  <c:v>68.152844</c:v>
                </c:pt>
                <c:pt idx="153">
                  <c:v>67.930816</c:v>
                </c:pt>
                <c:pt idx="154">
                  <c:v>67.555178</c:v>
                </c:pt>
                <c:pt idx="155">
                  <c:v>66.665801</c:v>
                </c:pt>
                <c:pt idx="156">
                  <c:v>65.458343</c:v>
                </c:pt>
                <c:pt idx="157">
                  <c:v>65.133376</c:v>
                </c:pt>
                <c:pt idx="158">
                  <c:v>64.977082</c:v>
                </c:pt>
                <c:pt idx="159">
                  <c:v>64.390978</c:v>
                </c:pt>
                <c:pt idx="160">
                  <c:v>63.294211</c:v>
                </c:pt>
                <c:pt idx="161">
                  <c:v>62.926430</c:v>
                </c:pt>
                <c:pt idx="162">
                  <c:v>62.926430</c:v>
                </c:pt>
                <c:pt idx="163">
                  <c:v>62.926430</c:v>
                </c:pt>
                <c:pt idx="164">
                  <c:v>62.926430</c:v>
                </c:pt>
                <c:pt idx="165">
                  <c:v>62.598114</c:v>
                </c:pt>
                <c:pt idx="166">
                  <c:v>61.934465</c:v>
                </c:pt>
                <c:pt idx="167">
                  <c:v>60.804998</c:v>
                </c:pt>
                <c:pt idx="168">
                  <c:v>59.784970</c:v>
                </c:pt>
                <c:pt idx="169">
                  <c:v>59.202696</c:v>
                </c:pt>
                <c:pt idx="170">
                  <c:v>58.482297</c:v>
                </c:pt>
                <c:pt idx="171">
                  <c:v>57.284106</c:v>
                </c:pt>
                <c:pt idx="172">
                  <c:v>56.130707</c:v>
                </c:pt>
                <c:pt idx="173">
                  <c:v>55.361723</c:v>
                </c:pt>
                <c:pt idx="174">
                  <c:v>54.474350</c:v>
                </c:pt>
                <c:pt idx="175">
                  <c:v>53.938199</c:v>
                </c:pt>
                <c:pt idx="176">
                  <c:v>52.669119</c:v>
                </c:pt>
                <c:pt idx="177">
                  <c:v>51.902969</c:v>
                </c:pt>
                <c:pt idx="178">
                  <c:v>51.647586</c:v>
                </c:pt>
                <c:pt idx="179">
                  <c:v>52.982840</c:v>
                </c:pt>
                <c:pt idx="180">
                  <c:v>54.530250</c:v>
                </c:pt>
                <c:pt idx="181">
                  <c:v>54.298412</c:v>
                </c:pt>
                <c:pt idx="182">
                  <c:v>57.649604</c:v>
                </c:pt>
                <c:pt idx="183">
                  <c:v>60.266214</c:v>
                </c:pt>
                <c:pt idx="184">
                  <c:v>60.4833</c:v>
                </c:pt>
                <c:pt idx="185">
                  <c:v>59.601546</c:v>
                </c:pt>
                <c:pt idx="186">
                  <c:v>58.929673</c:v>
                </c:pt>
                <c:pt idx="187">
                  <c:v>59.223374</c:v>
                </c:pt>
                <c:pt idx="188">
                  <c:v>62.186973</c:v>
                </c:pt>
                <c:pt idx="189">
                  <c:v>65.590639</c:v>
                </c:pt>
                <c:pt idx="190">
                  <c:v>70.318565</c:v>
                </c:pt>
                <c:pt idx="191">
                  <c:v>73.722227</c:v>
                </c:pt>
                <c:pt idx="192">
                  <c:v>78.654424</c:v>
                </c:pt>
                <c:pt idx="193">
                  <c:v>79.224889</c:v>
                </c:pt>
                <c:pt idx="194">
                  <c:v>79.721635</c:v>
                </c:pt>
                <c:pt idx="195">
                  <c:v>79.988108</c:v>
                </c:pt>
                <c:pt idx="196">
                  <c:v>82.558983</c:v>
                </c:pt>
                <c:pt idx="197">
                  <c:v>82.558990</c:v>
                </c:pt>
                <c:pt idx="198">
                  <c:v>83.315344</c:v>
                </c:pt>
                <c:pt idx="199">
                  <c:v>83.315344</c:v>
                </c:pt>
                <c:pt idx="200">
                  <c:v>83.315344</c:v>
                </c:pt>
                <c:pt idx="201">
                  <c:v>84.401813</c:v>
                </c:pt>
                <c:pt idx="202">
                  <c:v>85.262271</c:v>
                </c:pt>
                <c:pt idx="203">
                  <c:v>85.262271</c:v>
                </c:pt>
                <c:pt idx="204">
                  <c:v>87.531379</c:v>
                </c:pt>
                <c:pt idx="205">
                  <c:v>87.531379</c:v>
                </c:pt>
                <c:pt idx="206">
                  <c:v>87.730892</c:v>
                </c:pt>
                <c:pt idx="207">
                  <c:v>87.935837</c:v>
                </c:pt>
                <c:pt idx="208">
                  <c:v>87.935837</c:v>
                </c:pt>
                <c:pt idx="209">
                  <c:v>89.070391</c:v>
                </c:pt>
                <c:pt idx="210">
                  <c:v>89.999980</c:v>
                </c:pt>
                <c:pt idx="211">
                  <c:v>90</c:v>
                </c:pt>
                <c:pt idx="212">
                  <c:v>90</c:v>
                </c:pt>
                <c:pt idx="213">
                  <c:v>90</c:v>
                </c:pt>
                <c:pt idx="214">
                  <c:v>90</c:v>
                </c:pt>
                <c:pt idx="215">
                  <c:v>90</c:v>
                </c:pt>
                <c:pt idx="216">
                  <c:v>90</c:v>
                </c:pt>
                <c:pt idx="217">
                  <c:v>90</c:v>
                </c:pt>
                <c:pt idx="218">
                  <c:v>90</c:v>
                </c:pt>
                <c:pt idx="219">
                  <c:v>88.233380</c:v>
                </c:pt>
                <c:pt idx="220">
                  <c:v>87.188522</c:v>
                </c:pt>
                <c:pt idx="221">
                  <c:v>86.591341</c:v>
                </c:pt>
                <c:pt idx="222">
                  <c:v>85.295746</c:v>
                </c:pt>
                <c:pt idx="223">
                  <c:v>84.135536</c:v>
                </c:pt>
                <c:pt idx="224">
                  <c:v>83.249849</c:v>
                </c:pt>
                <c:pt idx="225">
                  <c:v>82.615690</c:v>
                </c:pt>
                <c:pt idx="226">
                  <c:v>81.814913</c:v>
                </c:pt>
                <c:pt idx="227">
                  <c:v>81.171578</c:v>
                </c:pt>
                <c:pt idx="228">
                  <c:v>80.042518</c:v>
                </c:pt>
                <c:pt idx="229">
                  <c:v>79.682540</c:v>
                </c:pt>
                <c:pt idx="230">
                  <c:v>79.340111</c:v>
                </c:pt>
                <c:pt idx="231">
                  <c:v>78.713238</c:v>
                </c:pt>
                <c:pt idx="232">
                  <c:v>77.632969</c:v>
                </c:pt>
                <c:pt idx="233">
                  <c:v>77.092835</c:v>
                </c:pt>
                <c:pt idx="234">
                  <c:v>76.925165</c:v>
                </c:pt>
                <c:pt idx="235">
                  <c:v>76.517560</c:v>
                </c:pt>
                <c:pt idx="236">
                  <c:v>75.906463</c:v>
                </c:pt>
                <c:pt idx="237">
                  <c:v>74.926239</c:v>
                </c:pt>
                <c:pt idx="238">
                  <c:v>73.780802</c:v>
                </c:pt>
                <c:pt idx="239">
                  <c:v>73.062395</c:v>
                </c:pt>
                <c:pt idx="240">
                  <c:v>72.375559</c:v>
                </c:pt>
                <c:pt idx="241">
                  <c:v>72.069028</c:v>
                </c:pt>
                <c:pt idx="242">
                  <c:v>71.404707</c:v>
                </c:pt>
                <c:pt idx="243">
                  <c:v>70.698962</c:v>
                </c:pt>
                <c:pt idx="244">
                  <c:v>70.161147</c:v>
                </c:pt>
                <c:pt idx="245">
                  <c:v>70.161147</c:v>
                </c:pt>
                <c:pt idx="246">
                  <c:v>69.579754</c:v>
                </c:pt>
                <c:pt idx="247">
                  <c:v>68.610766</c:v>
                </c:pt>
                <c:pt idx="248">
                  <c:v>67.447979</c:v>
                </c:pt>
                <c:pt idx="249">
                  <c:v>66.750308</c:v>
                </c:pt>
                <c:pt idx="250">
                  <c:v>67.749788</c:v>
                </c:pt>
                <c:pt idx="251">
                  <c:v>67.460324</c:v>
                </c:pt>
                <c:pt idx="252">
                  <c:v>66.896087</c:v>
                </c:pt>
                <c:pt idx="253">
                  <c:v>66.857269</c:v>
                </c:pt>
                <c:pt idx="254">
                  <c:v>66.853594</c:v>
                </c:pt>
                <c:pt idx="255">
                  <c:v>66.818506</c:v>
                </c:pt>
                <c:pt idx="256">
                  <c:v>66.000354</c:v>
                </c:pt>
                <c:pt idx="257">
                  <c:v>64.926844</c:v>
                </c:pt>
                <c:pt idx="258">
                  <c:v>63.853334</c:v>
                </c:pt>
                <c:pt idx="259">
                  <c:v>63.028222</c:v>
                </c:pt>
                <c:pt idx="260">
                  <c:v>63.028222</c:v>
                </c:pt>
                <c:pt idx="261">
                  <c:v>62.326430</c:v>
                </c:pt>
                <c:pt idx="262">
                  <c:v>61.158053</c:v>
                </c:pt>
                <c:pt idx="263">
                  <c:v>59.989676</c:v>
                </c:pt>
                <c:pt idx="264">
                  <c:v>59.250853</c:v>
                </c:pt>
                <c:pt idx="265">
                  <c:v>58.601180</c:v>
                </c:pt>
                <c:pt idx="266">
                  <c:v>57.527670</c:v>
                </c:pt>
                <c:pt idx="267">
                  <c:v>56.454161</c:v>
                </c:pt>
                <c:pt idx="268">
                  <c:v>55.636008</c:v>
                </c:pt>
                <c:pt idx="269">
                  <c:v>55.377154</c:v>
                </c:pt>
                <c:pt idx="270">
                  <c:v>54.215531</c:v>
                </c:pt>
                <c:pt idx="271">
                  <c:v>52.762772</c:v>
                </c:pt>
                <c:pt idx="272">
                  <c:v>51.696635</c:v>
                </c:pt>
                <c:pt idx="273">
                  <c:v>50.993746</c:v>
                </c:pt>
                <c:pt idx="274">
                  <c:v>49.715261</c:v>
                </c:pt>
                <c:pt idx="275">
                  <c:v>48.436776</c:v>
                </c:pt>
                <c:pt idx="276">
                  <c:v>47.822741</c:v>
                </c:pt>
                <c:pt idx="277">
                  <c:v>47.561482</c:v>
                </c:pt>
                <c:pt idx="278">
                  <c:v>46.356414</c:v>
                </c:pt>
                <c:pt idx="279">
                  <c:v>45.317896</c:v>
                </c:pt>
                <c:pt idx="280">
                  <c:v>47.324653</c:v>
                </c:pt>
                <c:pt idx="281">
                  <c:v>50.728316</c:v>
                </c:pt>
                <c:pt idx="282">
                  <c:v>52.560322</c:v>
                </c:pt>
                <c:pt idx="283">
                  <c:v>57.322508</c:v>
                </c:pt>
                <c:pt idx="284">
                  <c:v>62.426067</c:v>
                </c:pt>
                <c:pt idx="285">
                  <c:v>68.098838</c:v>
                </c:pt>
                <c:pt idx="286">
                  <c:v>72.898078</c:v>
                </c:pt>
                <c:pt idx="287">
                  <c:v>76.301760</c:v>
                </c:pt>
                <c:pt idx="288">
                  <c:v>79.733530</c:v>
                </c:pt>
                <c:pt idx="289">
                  <c:v>79.733530</c:v>
                </c:pt>
                <c:pt idx="290">
                  <c:v>79.999980</c:v>
                </c:pt>
                <c:pt idx="291">
                  <c:v>80.000008</c:v>
                </c:pt>
                <c:pt idx="292">
                  <c:v>80.000008</c:v>
                </c:pt>
                <c:pt idx="293">
                  <c:v>80.803270</c:v>
                </c:pt>
                <c:pt idx="294">
                  <c:v>82.777789</c:v>
                </c:pt>
                <c:pt idx="295">
                  <c:v>84.538173</c:v>
                </c:pt>
                <c:pt idx="296">
                  <c:v>84.538185</c:v>
                </c:pt>
                <c:pt idx="297">
                  <c:v>84.538208</c:v>
                </c:pt>
                <c:pt idx="298">
                  <c:v>84.538208</c:v>
                </c:pt>
                <c:pt idx="299">
                  <c:v>85.353746</c:v>
                </c:pt>
                <c:pt idx="300">
                  <c:v>86.612061</c:v>
                </c:pt>
                <c:pt idx="301">
                  <c:v>87.730892</c:v>
                </c:pt>
                <c:pt idx="302">
                  <c:v>87.730892</c:v>
                </c:pt>
                <c:pt idx="303">
                  <c:v>88.109076</c:v>
                </c:pt>
                <c:pt idx="304">
                  <c:v>89.135597</c:v>
                </c:pt>
                <c:pt idx="305">
                  <c:v>89.135597</c:v>
                </c:pt>
                <c:pt idx="306">
                  <c:v>89.891966</c:v>
                </c:pt>
                <c:pt idx="307">
                  <c:v>90</c:v>
                </c:pt>
                <c:pt idx="308">
                  <c:v>90</c:v>
                </c:pt>
                <c:pt idx="309">
                  <c:v>90</c:v>
                </c:pt>
                <c:pt idx="310">
                  <c:v>90</c:v>
                </c:pt>
                <c:pt idx="311">
                  <c:v>90</c:v>
                </c:pt>
                <c:pt idx="312">
                  <c:v>90</c:v>
                </c:pt>
                <c:pt idx="313">
                  <c:v>90</c:v>
                </c:pt>
                <c:pt idx="314">
                  <c:v>89.559936</c:v>
                </c:pt>
                <c:pt idx="315">
                  <c:v>87.869521</c:v>
                </c:pt>
                <c:pt idx="316">
                  <c:v>87.188522</c:v>
                </c:pt>
                <c:pt idx="317">
                  <c:v>86.053308</c:v>
                </c:pt>
                <c:pt idx="318">
                  <c:v>84.784814</c:v>
                </c:pt>
                <c:pt idx="319">
                  <c:v>83.376222</c:v>
                </c:pt>
                <c:pt idx="320">
                  <c:v>82.822897</c:v>
                </c:pt>
                <c:pt idx="321">
                  <c:v>81.862394</c:v>
                </c:pt>
                <c:pt idx="322">
                  <c:v>81.787182</c:v>
                </c:pt>
                <c:pt idx="323">
                  <c:v>81.367031</c:v>
                </c:pt>
                <c:pt idx="324">
                  <c:v>80.416373</c:v>
                </c:pt>
                <c:pt idx="325">
                  <c:v>79.913909</c:v>
                </c:pt>
                <c:pt idx="326">
                  <c:v>79.164664</c:v>
                </c:pt>
                <c:pt idx="327">
                  <c:v>78.476418</c:v>
                </c:pt>
                <c:pt idx="328">
                  <c:v>77.780231</c:v>
                </c:pt>
                <c:pt idx="329">
                  <c:v>77.020515</c:v>
                </c:pt>
                <c:pt idx="330">
                  <c:v>76.109137</c:v>
                </c:pt>
                <c:pt idx="331">
                  <c:v>76.089558</c:v>
                </c:pt>
                <c:pt idx="332">
                  <c:v>75.467433</c:v>
                </c:pt>
                <c:pt idx="333">
                  <c:v>74.496977</c:v>
                </c:pt>
                <c:pt idx="334">
                  <c:v>73.332429</c:v>
                </c:pt>
                <c:pt idx="335">
                  <c:v>72.585704</c:v>
                </c:pt>
                <c:pt idx="336">
                  <c:v>71.958604</c:v>
                </c:pt>
                <c:pt idx="337">
                  <c:v>71.651206</c:v>
                </c:pt>
                <c:pt idx="338">
                  <c:v>71.651206</c:v>
                </c:pt>
                <c:pt idx="339">
                  <c:v>71.263611</c:v>
                </c:pt>
                <c:pt idx="340">
                  <c:v>70.682218</c:v>
                </c:pt>
                <c:pt idx="341">
                  <c:v>70.272927</c:v>
                </c:pt>
                <c:pt idx="342">
                  <c:v>70.272927</c:v>
                </c:pt>
                <c:pt idx="343">
                  <c:v>70.272927</c:v>
                </c:pt>
                <c:pt idx="344">
                  <c:v>70.272927</c:v>
                </c:pt>
                <c:pt idx="345">
                  <c:v>69.902189</c:v>
                </c:pt>
                <c:pt idx="346">
                  <c:v>69.334165</c:v>
                </c:pt>
                <c:pt idx="347">
                  <c:v>68.307795</c:v>
                </c:pt>
                <c:pt idx="348">
                  <c:v>67.825835</c:v>
                </c:pt>
                <c:pt idx="349">
                  <c:v>67.286165</c:v>
                </c:pt>
                <c:pt idx="350">
                  <c:v>66.077826</c:v>
                </c:pt>
                <c:pt idx="351">
                  <c:v>64.869488</c:v>
                </c:pt>
                <c:pt idx="352">
                  <c:v>64.203739</c:v>
                </c:pt>
                <c:pt idx="353">
                  <c:v>63.829588</c:v>
                </c:pt>
                <c:pt idx="354">
                  <c:v>62.861342</c:v>
                </c:pt>
                <c:pt idx="355">
                  <c:v>61.787832</c:v>
                </c:pt>
                <c:pt idx="356">
                  <c:v>60.714322</c:v>
                </c:pt>
                <c:pt idx="357">
                  <c:v>60.223094</c:v>
                </c:pt>
                <c:pt idx="358">
                  <c:v>59.793285</c:v>
                </c:pt>
                <c:pt idx="359">
                  <c:v>58.997845</c:v>
                </c:pt>
                <c:pt idx="360">
                  <c:v>57.973987</c:v>
                </c:pt>
                <c:pt idx="361">
                  <c:v>57.281368</c:v>
                </c:pt>
                <c:pt idx="362">
                  <c:v>56.764292</c:v>
                </c:pt>
                <c:pt idx="363">
                  <c:v>55.694529</c:v>
                </c:pt>
                <c:pt idx="364">
                  <c:v>54.511338</c:v>
                </c:pt>
                <c:pt idx="365">
                  <c:v>53.799963</c:v>
                </c:pt>
                <c:pt idx="366">
                  <c:v>52.618473</c:v>
                </c:pt>
                <c:pt idx="367">
                  <c:v>52.045535</c:v>
                </c:pt>
                <c:pt idx="368">
                  <c:v>50.842073</c:v>
                </c:pt>
                <c:pt idx="369">
                  <c:v>50.562800</c:v>
                </c:pt>
                <c:pt idx="370">
                  <c:v>49.775747</c:v>
                </c:pt>
                <c:pt idx="371">
                  <c:v>47.693862</c:v>
                </c:pt>
                <c:pt idx="372">
                  <c:v>47.431511</c:v>
                </c:pt>
                <c:pt idx="373">
                  <c:v>46.775635</c:v>
                </c:pt>
                <c:pt idx="374">
                  <c:v>46.390120</c:v>
                </c:pt>
                <c:pt idx="375">
                  <c:v>49.354631</c:v>
                </c:pt>
                <c:pt idx="376">
                  <c:v>49.330655</c:v>
                </c:pt>
                <c:pt idx="377">
                  <c:v>48.343919</c:v>
                </c:pt>
                <c:pt idx="378">
                  <c:v>49.521783</c:v>
                </c:pt>
                <c:pt idx="379">
                  <c:v>52.925446</c:v>
                </c:pt>
                <c:pt idx="380">
                  <c:v>56.329108</c:v>
                </c:pt>
                <c:pt idx="381">
                  <c:v>61.174346</c:v>
                </c:pt>
                <c:pt idx="382">
                  <c:v>66.652686</c:v>
                </c:pt>
                <c:pt idx="383">
                  <c:v>68.921795</c:v>
                </c:pt>
                <c:pt idx="384">
                  <c:v>70.998102</c:v>
                </c:pt>
                <c:pt idx="385">
                  <c:v>71.847110</c:v>
                </c:pt>
                <c:pt idx="386">
                  <c:v>74.116218</c:v>
                </c:pt>
                <c:pt idx="387">
                  <c:v>74.788989</c:v>
                </c:pt>
                <c:pt idx="388">
                  <c:v>78.939981</c:v>
                </c:pt>
                <c:pt idx="389">
                  <c:v>78.939981</c:v>
                </c:pt>
                <c:pt idx="390">
                  <c:v>78.939981</c:v>
                </c:pt>
                <c:pt idx="391">
                  <c:v>80</c:v>
                </c:pt>
                <c:pt idx="392">
                  <c:v>80</c:v>
                </c:pt>
                <c:pt idx="393">
                  <c:v>81.596322</c:v>
                </c:pt>
                <c:pt idx="394">
                  <c:v>83.016419</c:v>
                </c:pt>
                <c:pt idx="395">
                  <c:v>84.538232</c:v>
                </c:pt>
                <c:pt idx="396">
                  <c:v>85</c:v>
                </c:pt>
                <c:pt idx="397">
                  <c:v>85.525917</c:v>
                </c:pt>
                <c:pt idx="398">
                  <c:v>87.147723</c:v>
                </c:pt>
                <c:pt idx="399">
                  <c:v>88.158655</c:v>
                </c:pt>
                <c:pt idx="400">
                  <c:v>88.831434</c:v>
                </c:pt>
                <c:pt idx="401">
                  <c:v>89.559644</c:v>
                </c:pt>
                <c:pt idx="402">
                  <c:v>89.981524</c:v>
                </c:pt>
                <c:pt idx="403">
                  <c:v>89.999984</c:v>
                </c:pt>
                <c:pt idx="404">
                  <c:v>90</c:v>
                </c:pt>
                <c:pt idx="405">
                  <c:v>90</c:v>
                </c:pt>
                <c:pt idx="406">
                  <c:v>90</c:v>
                </c:pt>
                <c:pt idx="407">
                  <c:v>90</c:v>
                </c:pt>
                <c:pt idx="408">
                  <c:v>90</c:v>
                </c:pt>
                <c:pt idx="409">
                  <c:v>90</c:v>
                </c:pt>
                <c:pt idx="410">
                  <c:v>89.663033</c:v>
                </c:pt>
                <c:pt idx="411">
                  <c:v>87.979099</c:v>
                </c:pt>
                <c:pt idx="412">
                  <c:v>87.188522</c:v>
                </c:pt>
                <c:pt idx="413">
                  <c:v>86.803772</c:v>
                </c:pt>
                <c:pt idx="414">
                  <c:v>85.107817</c:v>
                </c:pt>
                <c:pt idx="415">
                  <c:v>84.094720</c:v>
                </c:pt>
                <c:pt idx="416">
                  <c:v>83.249849</c:v>
                </c:pt>
                <c:pt idx="417">
                  <c:v>82.205887</c:v>
                </c:pt>
                <c:pt idx="418">
                  <c:v>81.821578</c:v>
                </c:pt>
                <c:pt idx="419">
                  <c:v>81.367031</c:v>
                </c:pt>
                <c:pt idx="420">
                  <c:v>80.309764</c:v>
                </c:pt>
                <c:pt idx="421">
                  <c:v>79.682540</c:v>
                </c:pt>
                <c:pt idx="422">
                  <c:v>79.005134</c:v>
                </c:pt>
                <c:pt idx="423">
                  <c:v>78.476418</c:v>
                </c:pt>
                <c:pt idx="424">
                  <c:v>77.706430</c:v>
                </c:pt>
                <c:pt idx="425">
                  <c:v>76.705081</c:v>
                </c:pt>
                <c:pt idx="426">
                  <c:v>76.109137</c:v>
                </c:pt>
                <c:pt idx="427">
                  <c:v>75.155061</c:v>
                </c:pt>
                <c:pt idx="428">
                  <c:v>74.470435</c:v>
                </c:pt>
                <c:pt idx="429">
                  <c:v>73.443760</c:v>
                </c:pt>
                <c:pt idx="430">
                  <c:v>72.691764</c:v>
                </c:pt>
                <c:pt idx="431">
                  <c:v>72.180192</c:v>
                </c:pt>
                <c:pt idx="432">
                  <c:v>71.667588</c:v>
                </c:pt>
                <c:pt idx="433">
                  <c:v>71.651206</c:v>
                </c:pt>
                <c:pt idx="434">
                  <c:v>71.651206</c:v>
                </c:pt>
                <c:pt idx="435">
                  <c:v>71.229661</c:v>
                </c:pt>
                <c:pt idx="436">
                  <c:v>70.643558</c:v>
                </c:pt>
                <c:pt idx="437">
                  <c:v>70.448190</c:v>
                </c:pt>
                <c:pt idx="438">
                  <c:v>69.866797</c:v>
                </c:pt>
                <c:pt idx="439">
                  <c:v>69.285404</c:v>
                </c:pt>
                <c:pt idx="440">
                  <c:v>68.152844</c:v>
                </c:pt>
                <c:pt idx="441">
                  <c:v>67.455172</c:v>
                </c:pt>
                <c:pt idx="442">
                  <c:v>66.769457</c:v>
                </c:pt>
                <c:pt idx="443">
                  <c:v>66.344704</c:v>
                </c:pt>
                <c:pt idx="444">
                  <c:v>65.718640</c:v>
                </c:pt>
                <c:pt idx="445">
                  <c:v>65.092575</c:v>
                </c:pt>
                <c:pt idx="446">
                  <c:v>64.675198</c:v>
                </c:pt>
                <c:pt idx="447">
                  <c:v>64.675198</c:v>
                </c:pt>
                <c:pt idx="448">
                  <c:v>64.383362</c:v>
                </c:pt>
                <c:pt idx="449">
                  <c:v>63.836168</c:v>
                </c:pt>
                <c:pt idx="450">
                  <c:v>63.216015</c:v>
                </c:pt>
                <c:pt idx="451">
                  <c:v>62.194587</c:v>
                </c:pt>
                <c:pt idx="452">
                  <c:v>61.647394</c:v>
                </c:pt>
                <c:pt idx="453">
                  <c:v>60.631318</c:v>
                </c:pt>
                <c:pt idx="454">
                  <c:v>59.899296</c:v>
                </c:pt>
                <c:pt idx="455">
                  <c:v>59.078752</c:v>
                </c:pt>
                <c:pt idx="456">
                  <c:v>58.297281</c:v>
                </c:pt>
                <c:pt idx="457">
                  <c:v>57.236943</c:v>
                </c:pt>
                <c:pt idx="458">
                  <c:v>56.25994</c:v>
                </c:pt>
                <c:pt idx="459">
                  <c:v>55.722094</c:v>
                </c:pt>
                <c:pt idx="460">
                  <c:v>54.890826</c:v>
                </c:pt>
                <c:pt idx="461">
                  <c:v>53.828798</c:v>
                </c:pt>
                <c:pt idx="462">
                  <c:v>52.792862</c:v>
                </c:pt>
                <c:pt idx="463">
                  <c:v>51.825830</c:v>
                </c:pt>
                <c:pt idx="464">
                  <c:v>50.838562</c:v>
                </c:pt>
                <c:pt idx="465">
                  <c:v>49.887538</c:v>
                </c:pt>
                <c:pt idx="466">
                  <c:v>49.533165</c:v>
                </c:pt>
                <c:pt idx="467">
                  <c:v>48.647233</c:v>
                </c:pt>
                <c:pt idx="468">
                  <c:v>47.798590</c:v>
                </c:pt>
                <c:pt idx="469">
                  <c:v>46.478265</c:v>
                </c:pt>
                <c:pt idx="470">
                  <c:v>46.114152</c:v>
                </c:pt>
                <c:pt idx="471">
                  <c:v>45.327099</c:v>
                </c:pt>
                <c:pt idx="472">
                  <c:v>44.987612</c:v>
                </c:pt>
                <c:pt idx="473">
                  <c:v>45.884559</c:v>
                </c:pt>
                <c:pt idx="474">
                  <c:v>45.364345</c:v>
                </c:pt>
                <c:pt idx="475">
                  <c:v>47.193389</c:v>
                </c:pt>
                <c:pt idx="476">
                  <c:v>52.866160</c:v>
                </c:pt>
                <c:pt idx="477">
                  <c:v>58.129021</c:v>
                </c:pt>
                <c:pt idx="478">
                  <c:v>63.078845</c:v>
                </c:pt>
                <c:pt idx="479">
                  <c:v>66.496133</c:v>
                </c:pt>
                <c:pt idx="480">
                  <c:v>69.899795</c:v>
                </c:pt>
                <c:pt idx="481">
                  <c:v>69.899795</c:v>
                </c:pt>
                <c:pt idx="482">
                  <c:v>70.721629</c:v>
                </c:pt>
                <c:pt idx="483">
                  <c:v>72.184004</c:v>
                </c:pt>
                <c:pt idx="484">
                  <c:v>74.894777</c:v>
                </c:pt>
                <c:pt idx="485">
                  <c:v>75.351220</c:v>
                </c:pt>
                <c:pt idx="486">
                  <c:v>79.860710</c:v>
                </c:pt>
                <c:pt idx="487">
                  <c:v>82.416441</c:v>
                </c:pt>
                <c:pt idx="488">
                  <c:v>84.223766</c:v>
                </c:pt>
                <c:pt idx="489">
                  <c:v>85.167248</c:v>
                </c:pt>
                <c:pt idx="490">
                  <c:v>87.512928</c:v>
                </c:pt>
                <c:pt idx="491">
                  <c:v>87.512928</c:v>
                </c:pt>
                <c:pt idx="492">
                  <c:v>87.935840</c:v>
                </c:pt>
                <c:pt idx="493">
                  <c:v>89.782037</c:v>
                </c:pt>
                <c:pt idx="494">
                  <c:v>89.782037</c:v>
                </c:pt>
                <c:pt idx="495">
                  <c:v>89.999969</c:v>
                </c:pt>
                <c:pt idx="496">
                  <c:v>89.999969</c:v>
                </c:pt>
                <c:pt idx="497">
                  <c:v>89.999973</c:v>
                </c:pt>
                <c:pt idx="498">
                  <c:v>90</c:v>
                </c:pt>
                <c:pt idx="499">
                  <c:v>90</c:v>
                </c:pt>
                <c:pt idx="500">
                  <c:v>90</c:v>
                </c:pt>
                <c:pt idx="501">
                  <c:v>90</c:v>
                </c:pt>
                <c:pt idx="502">
                  <c:v>90</c:v>
                </c:pt>
                <c:pt idx="503">
                  <c:v>90</c:v>
                </c:pt>
                <c:pt idx="504">
                  <c:v>90</c:v>
                </c:pt>
                <c:pt idx="505">
                  <c:v>90</c:v>
                </c:pt>
                <c:pt idx="506">
                  <c:v>90</c:v>
                </c:pt>
                <c:pt idx="507">
                  <c:v>90</c:v>
                </c:pt>
                <c:pt idx="508">
                  <c:v>89.329661</c:v>
                </c:pt>
                <c:pt idx="509">
                  <c:v>87.914658</c:v>
                </c:pt>
                <c:pt idx="510">
                  <c:v>87.914658</c:v>
                </c:pt>
                <c:pt idx="511">
                  <c:v>87.281880</c:v>
                </c:pt>
                <c:pt idx="512">
                  <c:v>87.106891</c:v>
                </c:pt>
                <c:pt idx="513">
                  <c:v>86.228273</c:v>
                </c:pt>
                <c:pt idx="514">
                  <c:v>85.155806</c:v>
                </c:pt>
                <c:pt idx="515">
                  <c:v>84.119744</c:v>
                </c:pt>
                <c:pt idx="516">
                  <c:v>83.584303</c:v>
                </c:pt>
                <c:pt idx="517">
                  <c:v>83.071717</c:v>
                </c:pt>
                <c:pt idx="518">
                  <c:v>82.993057</c:v>
                </c:pt>
                <c:pt idx="519">
                  <c:v>82.419164</c:v>
                </c:pt>
                <c:pt idx="520">
                  <c:v>81.995890</c:v>
                </c:pt>
                <c:pt idx="521">
                  <c:v>81.514934</c:v>
                </c:pt>
                <c:pt idx="522">
                  <c:v>80.953839</c:v>
                </c:pt>
                <c:pt idx="523">
                  <c:v>80.416373</c:v>
                </c:pt>
                <c:pt idx="524">
                  <c:v>80.416373</c:v>
                </c:pt>
                <c:pt idx="525">
                  <c:v>80.043121</c:v>
                </c:pt>
                <c:pt idx="526">
                  <c:v>79.042493</c:v>
                </c:pt>
                <c:pt idx="527">
                  <c:v>77.931677</c:v>
                </c:pt>
                <c:pt idx="528">
                  <c:v>76.932837</c:v>
                </c:pt>
                <c:pt idx="529">
                  <c:v>76.639004</c:v>
                </c:pt>
                <c:pt idx="530">
                  <c:v>76.270583</c:v>
                </c:pt>
                <c:pt idx="531">
                  <c:v>75.208891</c:v>
                </c:pt>
                <c:pt idx="532">
                  <c:v>74.067619</c:v>
                </c:pt>
                <c:pt idx="533">
                  <c:v>73.007430</c:v>
                </c:pt>
                <c:pt idx="534">
                  <c:v>72.813632</c:v>
                </c:pt>
                <c:pt idx="535">
                  <c:v>72.813632</c:v>
                </c:pt>
                <c:pt idx="536">
                  <c:v>72.629987</c:v>
                </c:pt>
                <c:pt idx="537">
                  <c:v>72.079050</c:v>
                </c:pt>
                <c:pt idx="538">
                  <c:v>71.111103</c:v>
                </c:pt>
                <c:pt idx="539">
                  <c:v>70.448190</c:v>
                </c:pt>
                <c:pt idx="540">
                  <c:v>70.272752</c:v>
                </c:pt>
                <c:pt idx="541">
                  <c:v>69.436359</c:v>
                </c:pt>
                <c:pt idx="542">
                  <c:v>68.393249</c:v>
                </c:pt>
                <c:pt idx="543">
                  <c:v>67.350139</c:v>
                </c:pt>
                <c:pt idx="544">
                  <c:v>66.622819</c:v>
                </c:pt>
                <c:pt idx="545">
                  <c:v>66.305215</c:v>
                </c:pt>
                <c:pt idx="546">
                  <c:v>65.394724</c:v>
                </c:pt>
                <c:pt idx="547">
                  <c:v>64.345632</c:v>
                </c:pt>
                <c:pt idx="548">
                  <c:v>63.29654</c:v>
                </c:pt>
                <c:pt idx="549">
                  <c:v>62.84545</c:v>
                </c:pt>
                <c:pt idx="550">
                  <c:v>62.604144</c:v>
                </c:pt>
                <c:pt idx="551">
                  <c:v>61.708080</c:v>
                </c:pt>
                <c:pt idx="552">
                  <c:v>60.674203</c:v>
                </c:pt>
                <c:pt idx="553">
                  <c:v>59.640327</c:v>
                </c:pt>
                <c:pt idx="554">
                  <c:v>59.020078</c:v>
                </c:pt>
                <c:pt idx="555">
                  <c:v>58.342809</c:v>
                </c:pt>
                <c:pt idx="556">
                  <c:v>57.096994</c:v>
                </c:pt>
                <c:pt idx="557">
                  <c:v>55.851179</c:v>
                </c:pt>
                <c:pt idx="558">
                  <c:v>55.276417</c:v>
                </c:pt>
                <c:pt idx="559">
                  <c:v>54.915223</c:v>
                </c:pt>
                <c:pt idx="560">
                  <c:v>54.051917</c:v>
                </c:pt>
                <c:pt idx="561">
                  <c:v>53.462142</c:v>
                </c:pt>
                <c:pt idx="562">
                  <c:v>53.462142</c:v>
                </c:pt>
                <c:pt idx="563">
                  <c:v>53.462142</c:v>
                </c:pt>
                <c:pt idx="564">
                  <c:v>53.462142</c:v>
                </c:pt>
                <c:pt idx="565">
                  <c:v>53.462142</c:v>
                </c:pt>
                <c:pt idx="566">
                  <c:v>53.462142</c:v>
                </c:pt>
                <c:pt idx="567">
                  <c:v>53.101043</c:v>
                </c:pt>
                <c:pt idx="568">
                  <c:v>54.772258</c:v>
                </c:pt>
                <c:pt idx="569">
                  <c:v>54.044416</c:v>
                </c:pt>
                <c:pt idx="570">
                  <c:v>53.462142</c:v>
                </c:pt>
                <c:pt idx="571">
                  <c:v>53.462142</c:v>
                </c:pt>
                <c:pt idx="572">
                  <c:v>53.462142</c:v>
                </c:pt>
                <c:pt idx="573">
                  <c:v>51.890486</c:v>
                </c:pt>
                <c:pt idx="574">
                  <c:v>56.297609</c:v>
                </c:pt>
                <c:pt idx="575">
                  <c:v>58.566717</c:v>
                </c:pt>
                <c:pt idx="576">
                  <c:v>60.283222</c:v>
                </c:pt>
                <c:pt idx="577">
                  <c:v>63.104934</c:v>
                </c:pt>
                <c:pt idx="578">
                  <c:v>69.668810</c:v>
                </c:pt>
                <c:pt idx="579">
                  <c:v>74.788973</c:v>
                </c:pt>
                <c:pt idx="580">
                  <c:v>78.192636</c:v>
                </c:pt>
                <c:pt idx="581">
                  <c:v>79.327206</c:v>
                </c:pt>
                <c:pt idx="582">
                  <c:v>81.596314</c:v>
                </c:pt>
                <c:pt idx="583">
                  <c:v>81.596314</c:v>
                </c:pt>
                <c:pt idx="584">
                  <c:v>83.865410</c:v>
                </c:pt>
                <c:pt idx="585">
                  <c:v>83.865410</c:v>
                </c:pt>
                <c:pt idx="586">
                  <c:v>83.865410</c:v>
                </c:pt>
                <c:pt idx="587">
                  <c:v>83.865410</c:v>
                </c:pt>
                <c:pt idx="588">
                  <c:v>83.865410</c:v>
                </c:pt>
                <c:pt idx="589">
                  <c:v>83.865410</c:v>
                </c:pt>
                <c:pt idx="590">
                  <c:v>83.865426</c:v>
                </c:pt>
                <c:pt idx="591">
                  <c:v>83.865426</c:v>
                </c:pt>
                <c:pt idx="592">
                  <c:v>84.087320</c:v>
                </c:pt>
                <c:pt idx="593">
                  <c:v>84.999968</c:v>
                </c:pt>
                <c:pt idx="594">
                  <c:v>86.134522</c:v>
                </c:pt>
                <c:pt idx="595">
                  <c:v>89.999984</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88.917176</c:v>
                </c:pt>
                <c:pt idx="618">
                  <c:v>88.594261</c:v>
                </c:pt>
                <c:pt idx="619">
                  <c:v>88.594261</c:v>
                </c:pt>
                <c:pt idx="620">
                  <c:v>88.594261</c:v>
                </c:pt>
                <c:pt idx="621">
                  <c:v>88.594261</c:v>
                </c:pt>
                <c:pt idx="622">
                  <c:v>88.594261</c:v>
                </c:pt>
                <c:pt idx="623">
                  <c:v>87.022302</c:v>
                </c:pt>
                <c:pt idx="624">
                  <c:v>86.415767</c:v>
                </c:pt>
                <c:pt idx="625">
                  <c:v>85.809232</c:v>
                </c:pt>
                <c:pt idx="626">
                  <c:v>85.647489</c:v>
                </c:pt>
                <c:pt idx="627">
                  <c:v>85.524682</c:v>
                </c:pt>
                <c:pt idx="628">
                  <c:v>84.910646</c:v>
                </c:pt>
                <c:pt idx="629">
                  <c:v>84.296611</c:v>
                </c:pt>
                <c:pt idx="630">
                  <c:v>83.682575</c:v>
                </c:pt>
                <c:pt idx="631">
                  <c:v>83.604939</c:v>
                </c:pt>
                <c:pt idx="632">
                  <c:v>83.022665</c:v>
                </c:pt>
                <c:pt idx="633">
                  <c:v>82.440391</c:v>
                </c:pt>
                <c:pt idx="634">
                  <c:v>81.858118</c:v>
                </c:pt>
                <c:pt idx="635">
                  <c:v>81.741663</c:v>
                </c:pt>
                <c:pt idx="636">
                  <c:v>81.496049</c:v>
                </c:pt>
                <c:pt idx="637">
                  <c:v>80.882013</c:v>
                </c:pt>
                <c:pt idx="638">
                  <c:v>80.267978</c:v>
                </c:pt>
                <c:pt idx="639">
                  <c:v>79.776750</c:v>
                </c:pt>
                <c:pt idx="640">
                  <c:v>79.582658</c:v>
                </c:pt>
                <c:pt idx="641">
                  <c:v>79.000385</c:v>
                </c:pt>
                <c:pt idx="642">
                  <c:v>78.418111</c:v>
                </c:pt>
                <c:pt idx="643">
                  <c:v>77.835837</c:v>
                </c:pt>
                <c:pt idx="644">
                  <c:v>77.835837</c:v>
                </c:pt>
                <c:pt idx="645">
                  <c:v>77.467416</c:v>
                </c:pt>
                <c:pt idx="646">
                  <c:v>76.853381</c:v>
                </c:pt>
                <c:pt idx="647">
                  <c:v>76.239345</c:v>
                </c:pt>
                <c:pt idx="648">
                  <c:v>75.870924</c:v>
                </c:pt>
                <c:pt idx="649">
                  <c:v>75.569004</c:v>
                </c:pt>
                <c:pt idx="650">
                  <c:v>74.922033</c:v>
                </c:pt>
                <c:pt idx="651">
                  <c:v>74.222059</c:v>
                </c:pt>
                <c:pt idx="652">
                  <c:v>73.081948</c:v>
                </c:pt>
                <c:pt idx="653">
                  <c:v>72.309006</c:v>
                </c:pt>
                <c:pt idx="654">
                  <c:v>71.387685</c:v>
                </c:pt>
                <c:pt idx="655">
                  <c:v>70.717828</c:v>
                </c:pt>
                <c:pt idx="656">
                  <c:v>70.494542</c:v>
                </c:pt>
                <c:pt idx="657">
                  <c:v>71.832911</c:v>
                </c:pt>
                <c:pt idx="658">
                  <c:v>73.047252</c:v>
                </c:pt>
                <c:pt idx="659">
                  <c:v>75.316360</c:v>
                </c:pt>
                <c:pt idx="660">
                  <c:v>75.316360</c:v>
                </c:pt>
                <c:pt idx="661">
                  <c:v>75.316360</c:v>
                </c:pt>
                <c:pt idx="662">
                  <c:v>77.388076</c:v>
                </c:pt>
                <c:pt idx="663">
                  <c:v>80.923512</c:v>
                </c:pt>
                <c:pt idx="664">
                  <c:v>84.327175</c:v>
                </c:pt>
                <c:pt idx="665">
                  <c:v>84.327179</c:v>
                </c:pt>
                <c:pt idx="666">
                  <c:v>84.327179</c:v>
                </c:pt>
                <c:pt idx="667">
                  <c:v>84.327179</c:v>
                </c:pt>
                <c:pt idx="668">
                  <c:v>84.327179</c:v>
                </c:pt>
                <c:pt idx="669">
                  <c:v>85.461729</c:v>
                </c:pt>
                <c:pt idx="670">
                  <c:v>85.461729</c:v>
                </c:pt>
                <c:pt idx="671">
                  <c:v>85.461729</c:v>
                </c:pt>
                <c:pt idx="672">
                  <c:v>85.461729</c:v>
                </c:pt>
                <c:pt idx="673">
                  <c:v>85.461760</c:v>
                </c:pt>
                <c:pt idx="674">
                  <c:v>87.730868</c:v>
                </c:pt>
                <c:pt idx="675">
                  <c:v>87.730868</c:v>
                </c:pt>
                <c:pt idx="676">
                  <c:v>87.730868</c:v>
                </c:pt>
                <c:pt idx="677">
                  <c:v>87.730868</c:v>
                </c:pt>
                <c:pt idx="678">
                  <c:v>87.730868</c:v>
                </c:pt>
                <c:pt idx="679">
                  <c:v>87.730868</c:v>
                </c:pt>
                <c:pt idx="680">
                  <c:v>87.730868</c:v>
                </c:pt>
                <c:pt idx="681">
                  <c:v>87.730868</c:v>
                </c:pt>
                <c:pt idx="682">
                  <c:v>87.730868</c:v>
                </c:pt>
                <c:pt idx="683">
                  <c:v>87.730868</c:v>
                </c:pt>
                <c:pt idx="684">
                  <c:v>87.730868</c:v>
                </c:pt>
                <c:pt idx="685">
                  <c:v>87.730868</c:v>
                </c:pt>
                <c:pt idx="686">
                  <c:v>87.730868</c:v>
                </c:pt>
                <c:pt idx="687">
                  <c:v>87.730868</c:v>
                </c:pt>
                <c:pt idx="688">
                  <c:v>87.730872</c:v>
                </c:pt>
                <c:pt idx="689">
                  <c:v>89.999957</c:v>
                </c:pt>
                <c:pt idx="690">
                  <c:v>89.999961</c:v>
                </c:pt>
                <c:pt idx="691">
                  <c:v>89.999961</c:v>
                </c:pt>
                <c:pt idx="692">
                  <c:v>89.999968</c:v>
                </c:pt>
                <c:pt idx="693">
                  <c:v>89.999984</c:v>
                </c:pt>
                <c:pt idx="694">
                  <c:v>89.999984</c:v>
                </c:pt>
                <c:pt idx="695">
                  <c:v>90</c:v>
                </c:pt>
                <c:pt idx="696">
                  <c:v>90</c:v>
                </c:pt>
                <c:pt idx="697">
                  <c:v>90</c:v>
                </c:pt>
              </c:numCache>
            </c:numRef>
          </c:yVal>
          <c:smooth val="0"/>
          <c:extLst>
            <c:ext xmlns:c16="http://schemas.microsoft.com/office/drawing/2014/chart" uri="{C3380CC4-5D6E-409C-BE32-E72D297353CC}">
              <c16:uniqueId val="{00000001-5254-4DCA-9D2A-AD21F38237A4}"/>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c:v>
                </c:pt>
                <c:pt idx="1">
                  <c:v>77.433000</c:v>
                </c:pt>
                <c:pt idx="2">
                  <c:v>77.433000</c:v>
                </c:pt>
                <c:pt idx="3">
                  <c:v>77.433000</c:v>
                </c:pt>
                <c:pt idx="4">
                  <c:v>80.000008</c:v>
                </c:pt>
                <c:pt idx="5">
                  <c:v>80.000008</c:v>
                </c:pt>
                <c:pt idx="6">
                  <c:v>85.676541</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87.730892</c:v>
                </c:pt>
                <c:pt idx="60">
                  <c:v>87.730892</c:v>
                </c:pt>
                <c:pt idx="61">
                  <c:v>87.730892</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87.730860</c:v>
                </c:pt>
                <c:pt idx="140">
                  <c:v>87.730860</c:v>
                </c:pt>
                <c:pt idx="141">
                  <c:v>88.785626</c:v>
                </c:pt>
                <c:pt idx="142">
                  <c:v>88.785634</c:v>
                </c:pt>
                <c:pt idx="143">
                  <c:v>88.785634</c:v>
                </c:pt>
                <c:pt idx="144">
                  <c:v>88.785634</c:v>
                </c:pt>
                <c:pt idx="145">
                  <c:v>88.785634</c:v>
                </c:pt>
                <c:pt idx="146">
                  <c:v>88.785634</c:v>
                </c:pt>
                <c:pt idx="147">
                  <c:v>88.785634</c:v>
                </c:pt>
                <c:pt idx="148">
                  <c:v>88.785634</c:v>
                </c:pt>
                <c:pt idx="149">
                  <c:v>88.785634</c:v>
                </c:pt>
                <c:pt idx="150">
                  <c:v>89.294914</c:v>
                </c:pt>
                <c:pt idx="151">
                  <c:v>89.294922</c:v>
                </c:pt>
                <c:pt idx="152">
                  <c:v>89.294929</c:v>
                </c:pt>
                <c:pt idx="153">
                  <c:v>89.294929</c:v>
                </c:pt>
                <c:pt idx="154">
                  <c:v>89.294929</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89.999961</c:v>
                </c:pt>
                <c:pt idx="231">
                  <c:v>89.999961</c:v>
                </c:pt>
                <c:pt idx="232">
                  <c:v>89.999961</c:v>
                </c:pt>
                <c:pt idx="233">
                  <c:v>89.999961</c:v>
                </c:pt>
                <c:pt idx="234">
                  <c:v>89.999961</c:v>
                </c:pt>
                <c:pt idx="235">
                  <c:v>89.999961</c:v>
                </c:pt>
                <c:pt idx="236">
                  <c:v>89.999961</c:v>
                </c:pt>
                <c:pt idx="237">
                  <c:v>89.999961</c:v>
                </c:pt>
                <c:pt idx="238">
                  <c:v>89.999961</c:v>
                </c:pt>
                <c:pt idx="239">
                  <c:v>89.999961</c:v>
                </c:pt>
                <c:pt idx="240">
                  <c:v>89.999961</c:v>
                </c:pt>
                <c:pt idx="241">
                  <c:v>89.999961</c:v>
                </c:pt>
                <c:pt idx="242">
                  <c:v>89.999961</c:v>
                </c:pt>
                <c:pt idx="243">
                  <c:v>89.999961</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87.730892</c:v>
                </c:pt>
                <c:pt idx="332">
                  <c:v>87.730892</c:v>
                </c:pt>
                <c:pt idx="333">
                  <c:v>87.730892</c:v>
                </c:pt>
                <c:pt idx="334">
                  <c:v>87.730892</c:v>
                </c:pt>
                <c:pt idx="335">
                  <c:v>87.730892</c:v>
                </c:pt>
                <c:pt idx="336">
                  <c:v>89.999968</c:v>
                </c:pt>
                <c:pt idx="337">
                  <c:v>89.999968</c:v>
                </c:pt>
                <c:pt idx="338">
                  <c:v>89.999968</c:v>
                </c:pt>
                <c:pt idx="339">
                  <c:v>89.999968</c:v>
                </c:pt>
                <c:pt idx="340">
                  <c:v>89.999968</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88.785626</c:v>
                </c:pt>
                <c:pt idx="437">
                  <c:v>88.785626</c:v>
                </c:pt>
                <c:pt idx="438">
                  <c:v>88.785626</c:v>
                </c:pt>
                <c:pt idx="439">
                  <c:v>88.785626</c:v>
                </c:pt>
                <c:pt idx="440">
                  <c:v>88.785626</c:v>
                </c:pt>
                <c:pt idx="441">
                  <c:v>88.785626</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254-4DCA-9D2A-AD21F38237A4}"/>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188.115554</c:v>
                </c:pt>
                <c:pt idx="1">
                  <c:v>188.115554</c:v>
                </c:pt>
                <c:pt idx="2">
                  <c:v>329.231280</c:v>
                </c:pt>
                <c:pt idx="3">
                  <c:v>329.231280</c:v>
                </c:pt>
                <c:pt idx="4">
                  <c:v>331.092423</c:v>
                </c:pt>
                <c:pt idx="5">
                  <c:v>331.092423</c:v>
                </c:pt>
                <c:pt idx="6">
                  <c:v>360.000200</c:v>
                </c:pt>
                <c:pt idx="7">
                  <c:v>360.000200</c:v>
                </c:pt>
                <c:pt idx="8">
                  <c:v>489.459728</c:v>
                </c:pt>
                <c:pt idx="9">
                  <c:v>489.459728</c:v>
                </c:pt>
                <c:pt idx="10">
                  <c:v>276.715791</c:v>
                </c:pt>
                <c:pt idx="11">
                  <c:v>276.715791</c:v>
                </c:pt>
                <c:pt idx="12">
                  <c:v>174.016032</c:v>
                </c:pt>
                <c:pt idx="13">
                  <c:v>174.016032</c:v>
                </c:pt>
                <c:pt idx="14">
                  <c:v>390.258354</c:v>
                </c:pt>
                <c:pt idx="15">
                  <c:v>390.258354</c:v>
                </c:pt>
                <c:pt idx="16">
                  <c:v>417.556483</c:v>
                </c:pt>
                <c:pt idx="17">
                  <c:v>417.556483</c:v>
                </c:pt>
                <c:pt idx="18">
                  <c:v>546.697227</c:v>
                </c:pt>
                <c:pt idx="19">
                  <c:v>546.697227</c:v>
                </c:pt>
                <c:pt idx="20">
                  <c:v>583.790933</c:v>
                </c:pt>
                <c:pt idx="21">
                  <c:v>583.790933</c:v>
                </c:pt>
                <c:pt idx="22">
                  <c:v>524.342321</c:v>
                </c:pt>
                <c:pt idx="23">
                  <c:v>524.342321</c:v>
                </c:pt>
                <c:pt idx="24">
                  <c:v>512.702464</c:v>
                </c:pt>
                <c:pt idx="25">
                  <c:v>512.702464</c:v>
                </c:pt>
                <c:pt idx="26">
                  <c:v>597.647238</c:v>
                </c:pt>
                <c:pt idx="27">
                  <c:v>597.647238</c:v>
                </c:pt>
                <c:pt idx="28">
                  <c:v>307.851912</c:v>
                </c:pt>
                <c:pt idx="29">
                  <c:v>307.851912</c:v>
                </c:pt>
                <c:pt idx="30">
                  <c:v>427.982934</c:v>
                </c:pt>
                <c:pt idx="31">
                  <c:v>427.982934</c:v>
                </c:pt>
                <c:pt idx="32">
                  <c:v>420.329102</c:v>
                </c:pt>
                <c:pt idx="33">
                  <c:v>420.329102</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87.646190</c:v>
                </c:pt>
                <c:pt idx="53">
                  <c:v>87.646190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19.466029</c:v>
                </c:pt>
                <c:pt idx="71">
                  <c:v>19.466029</c:v>
                </c:pt>
                <c:pt idx="72">
                  <c:v>90</c:v>
                </c:pt>
                <c:pt idx="73">
                  <c:v>90</c:v>
                </c:pt>
                <c:pt idx="74">
                  <c:v>60</c:v>
                </c:pt>
                <c:pt idx="75">
                  <c:v>60</c:v>
                </c:pt>
                <c:pt idx="76">
                  <c:v>0</c:v>
                </c:pt>
                <c:pt idx="77">
                  <c:v>0</c:v>
                </c:pt>
                <c:pt idx="78">
                  <c:v>113.952344</c:v>
                </c:pt>
                <c:pt idx="79">
                  <c:v>113.952344</c:v>
                </c:pt>
                <c:pt idx="80">
                  <c:v>0</c:v>
                </c:pt>
                <c:pt idx="81">
                  <c:v>0</c:v>
                </c:pt>
                <c:pt idx="82">
                  <c:v>0</c:v>
                </c:pt>
                <c:pt idx="83">
                  <c:v>0</c:v>
                </c:pt>
                <c:pt idx="84">
                  <c:v>0</c:v>
                </c:pt>
                <c:pt idx="85">
                  <c:v>0</c:v>
                </c:pt>
                <c:pt idx="86">
                  <c:v>0</c:v>
                </c:pt>
                <c:pt idx="87">
                  <c:v>0</c:v>
                </c:pt>
                <c:pt idx="88">
                  <c:v>125.219476</c:v>
                </c:pt>
                <c:pt idx="89">
                  <c:v>125.219476</c:v>
                </c:pt>
                <c:pt idx="90">
                  <c:v>180.0001</c:v>
                </c:pt>
                <c:pt idx="91">
                  <c:v>180.0001</c:v>
                </c:pt>
                <c:pt idx="92">
                  <c:v>180</c:v>
                </c:pt>
                <c:pt idx="93">
                  <c:v>180</c:v>
                </c:pt>
                <c:pt idx="94">
                  <c:v>150</c:v>
                </c:pt>
                <c:pt idx="95">
                  <c:v>150</c:v>
                </c:pt>
                <c:pt idx="96">
                  <c:v>146.015414</c:v>
                </c:pt>
                <c:pt idx="97">
                  <c:v>146.015414</c:v>
                </c:pt>
                <c:pt idx="98">
                  <c:v>150</c:v>
                </c:pt>
                <c:pt idx="99">
                  <c:v>150</c:v>
                </c:pt>
                <c:pt idx="100">
                  <c:v>101.902847</c:v>
                </c:pt>
                <c:pt idx="101">
                  <c:v>101.902847</c:v>
                </c:pt>
                <c:pt idx="102">
                  <c:v>90</c:v>
                </c:pt>
                <c:pt idx="103">
                  <c:v>90</c:v>
                </c:pt>
                <c:pt idx="104">
                  <c:v>2.456717</c:v>
                </c:pt>
                <c:pt idx="105">
                  <c:v>2.456717</c:v>
                </c:pt>
                <c:pt idx="106">
                  <c:v>49.347436</c:v>
                </c:pt>
                <c:pt idx="107">
                  <c:v>49.347436</c:v>
                </c:pt>
                <c:pt idx="108">
                  <c:v>0</c:v>
                </c:pt>
                <c:pt idx="109">
                  <c:v>0</c:v>
                </c:pt>
                <c:pt idx="110">
                  <c:v>1E-4</c:v>
                </c:pt>
                <c:pt idx="111">
                  <c:v>1E-4</c:v>
                </c:pt>
                <c:pt idx="112">
                  <c:v>120.3081</c:v>
                </c:pt>
                <c:pt idx="113">
                  <c:v>120.3081</c:v>
                </c:pt>
                <c:pt idx="114">
                  <c:v>150</c:v>
                </c:pt>
                <c:pt idx="115">
                  <c:v>150</c:v>
                </c:pt>
                <c:pt idx="116">
                  <c:v>90</c:v>
                </c:pt>
                <c:pt idx="117">
                  <c:v>90</c:v>
                </c:pt>
                <c:pt idx="118">
                  <c:v>42.211047</c:v>
                </c:pt>
                <c:pt idx="119">
                  <c:v>42.211047</c:v>
                </c:pt>
                <c:pt idx="120">
                  <c:v>120</c:v>
                </c:pt>
                <c:pt idx="121">
                  <c:v>120</c:v>
                </c:pt>
                <c:pt idx="122">
                  <c:v>94.030926</c:v>
                </c:pt>
                <c:pt idx="123">
                  <c:v>94.030926</c:v>
                </c:pt>
                <c:pt idx="124">
                  <c:v>90</c:v>
                </c:pt>
                <c:pt idx="125">
                  <c:v>90</c:v>
                </c:pt>
                <c:pt idx="126">
                  <c:v>90.000100</c:v>
                </c:pt>
                <c:pt idx="127">
                  <c:v>90.000100</c:v>
                </c:pt>
                <c:pt idx="128">
                  <c:v>90.308000</c:v>
                </c:pt>
                <c:pt idx="129">
                  <c:v>90.308000</c:v>
                </c:pt>
                <c:pt idx="130">
                  <c:v>90</c:v>
                </c:pt>
                <c:pt idx="131">
                  <c:v>90</c:v>
                </c:pt>
                <c:pt idx="132">
                  <c:v>90</c:v>
                </c:pt>
                <c:pt idx="133">
                  <c:v>90</c:v>
                </c:pt>
                <c:pt idx="134">
                  <c:v>60</c:v>
                </c:pt>
                <c:pt idx="135">
                  <c:v>60</c:v>
                </c:pt>
                <c:pt idx="136">
                  <c:v>17.566489</c:v>
                </c:pt>
                <c:pt idx="137">
                  <c:v>17.566489</c:v>
                </c:pt>
                <c:pt idx="138">
                  <c:v>0</c:v>
                </c:pt>
                <c:pt idx="139">
                  <c:v>0</c:v>
                </c:pt>
                <c:pt idx="140">
                  <c:v>0</c:v>
                </c:pt>
                <c:pt idx="141">
                  <c:v>0</c:v>
                </c:pt>
                <c:pt idx="142">
                  <c:v>0</c:v>
                </c:pt>
                <c:pt idx="143">
                  <c:v>0</c:v>
                </c:pt>
                <c:pt idx="144">
                  <c:v>1E-4</c:v>
                </c:pt>
                <c:pt idx="145">
                  <c:v>1E-4</c:v>
                </c:pt>
                <c:pt idx="146">
                  <c:v>0</c:v>
                </c:pt>
                <c:pt idx="147">
                  <c:v>0</c:v>
                </c:pt>
                <c:pt idx="148">
                  <c:v>0</c:v>
                </c:pt>
                <c:pt idx="149">
                  <c:v>0</c:v>
                </c:pt>
                <c:pt idx="150">
                  <c:v>0</c:v>
                </c:pt>
                <c:pt idx="151">
                  <c:v>0</c:v>
                </c:pt>
                <c:pt idx="152">
                  <c:v>0</c:v>
                </c:pt>
                <c:pt idx="153">
                  <c:v>0</c:v>
                </c:pt>
                <c:pt idx="154">
                  <c:v>0</c:v>
                </c:pt>
                <c:pt idx="155">
                  <c:v>0</c:v>
                </c:pt>
                <c:pt idx="156">
                  <c:v>7.871821</c:v>
                </c:pt>
                <c:pt idx="157">
                  <c:v>7.871821</c:v>
                </c:pt>
                <c:pt idx="158">
                  <c:v>0</c:v>
                </c:pt>
                <c:pt idx="159">
                  <c:v>0</c:v>
                </c:pt>
                <c:pt idx="160">
                  <c:v>0</c:v>
                </c:pt>
                <c:pt idx="161">
                  <c:v>0</c:v>
                </c:pt>
                <c:pt idx="162">
                  <c:v>0</c:v>
                </c:pt>
                <c:pt idx="163">
                  <c:v>0</c:v>
                </c:pt>
                <c:pt idx="164">
                  <c:v>0</c:v>
                </c:pt>
                <c:pt idx="165">
                  <c:v>0</c:v>
                </c:pt>
                <c:pt idx="166">
                  <c:v>0</c:v>
                </c:pt>
                <c:pt idx="167">
                  <c:v>0</c:v>
                </c:pt>
                <c:pt idx="168">
                  <c:v>110.970574</c:v>
                </c:pt>
                <c:pt idx="169">
                  <c:v>110.970574</c:v>
                </c:pt>
                <c:pt idx="170">
                  <c:v>0.000521</c:v>
                </c:pt>
                <c:pt idx="171">
                  <c:v>0.000521</c:v>
                </c:pt>
                <c:pt idx="172">
                  <c:v>72.210526</c:v>
                </c:pt>
                <c:pt idx="173">
                  <c:v>72.210526</c:v>
                </c:pt>
                <c:pt idx="174">
                  <c:v>60</c:v>
                </c:pt>
                <c:pt idx="175">
                  <c:v>60</c:v>
                </c:pt>
                <c:pt idx="176">
                  <c:v>80.269414</c:v>
                </c:pt>
                <c:pt idx="177">
                  <c:v>80.269414</c:v>
                </c:pt>
                <c:pt idx="178">
                  <c:v>60.000421</c:v>
                </c:pt>
                <c:pt idx="179">
                  <c:v>60.000421</c:v>
                </c:pt>
                <c:pt idx="180">
                  <c:v>210.0001</c:v>
                </c:pt>
                <c:pt idx="181">
                  <c:v>210.0001</c:v>
                </c:pt>
                <c:pt idx="182">
                  <c:v>450</c:v>
                </c:pt>
                <c:pt idx="183">
                  <c:v>450</c:v>
                </c:pt>
                <c:pt idx="184">
                  <c:v>719.999900</c:v>
                </c:pt>
                <c:pt idx="185">
                  <c:v>719.999900</c:v>
                </c:pt>
                <c:pt idx="186">
                  <c:v>840</c:v>
                </c:pt>
                <c:pt idx="187">
                  <c:v>840</c:v>
                </c:pt>
                <c:pt idx="188">
                  <c:v>294.955650</c:v>
                </c:pt>
                <c:pt idx="189">
                  <c:v>294.955650</c:v>
                </c:pt>
                <c:pt idx="190">
                  <c:v>200</c:v>
                </c:pt>
                <c:pt idx="191">
                  <c:v>200</c:v>
                </c:pt>
                <c:pt idx="192">
                  <c:v>410.336537</c:v>
                </c:pt>
                <c:pt idx="193">
                  <c:v>410.336537</c:v>
                </c:pt>
                <c:pt idx="194">
                  <c:v>397.789153</c:v>
                </c:pt>
                <c:pt idx="195">
                  <c:v>397.789153</c:v>
                </c:pt>
                <c:pt idx="196">
                  <c:v>240</c:v>
                </c:pt>
                <c:pt idx="197">
                  <c:v>240</c:v>
                </c:pt>
                <c:pt idx="198">
                  <c:v>200</c:v>
                </c:pt>
                <c:pt idx="199">
                  <c:v>200</c:v>
                </c:pt>
                <c:pt idx="200">
                  <c:v>567.631794</c:v>
                </c:pt>
                <c:pt idx="201">
                  <c:v>567.631794</c:v>
                </c:pt>
                <c:pt idx="202">
                  <c:v>606.302369</c:v>
                </c:pt>
                <c:pt idx="203">
                  <c:v>606.302369</c:v>
                </c:pt>
                <c:pt idx="204">
                  <c:v>702.210947</c:v>
                </c:pt>
                <c:pt idx="205">
                  <c:v>702.210947</c:v>
                </c:pt>
                <c:pt idx="206">
                  <c:v>693.552840</c:v>
                </c:pt>
                <c:pt idx="207">
                  <c:v>693.552840</c:v>
                </c:pt>
                <c:pt idx="208">
                  <c:v>357.909693</c:v>
                </c:pt>
                <c:pt idx="209">
                  <c:v>357.909693</c:v>
                </c:pt>
                <c:pt idx="210">
                  <c:v>296.279972</c:v>
                </c:pt>
                <c:pt idx="211">
                  <c:v>296.279972</c:v>
                </c:pt>
                <c:pt idx="212">
                  <c:v>200</c:v>
                </c:pt>
                <c:pt idx="213">
                  <c:v>200</c:v>
                </c:pt>
                <c:pt idx="214">
                  <c:v>250.000200</c:v>
                </c:pt>
                <c:pt idx="215">
                  <c:v>250.000200</c:v>
                </c:pt>
                <c:pt idx="216">
                  <c:v>433.764526</c:v>
                </c:pt>
                <c:pt idx="217">
                  <c:v>433.764526</c:v>
                </c:pt>
                <c:pt idx="218">
                  <c:v>484.354075</c:v>
                </c:pt>
                <c:pt idx="219">
                  <c:v>484.354075</c:v>
                </c:pt>
                <c:pt idx="220">
                  <c:v>376.753462</c:v>
                </c:pt>
                <c:pt idx="221">
                  <c:v>376.753462</c:v>
                </c:pt>
                <c:pt idx="222">
                  <c:v>200</c:v>
                </c:pt>
                <c:pt idx="223">
                  <c:v>200</c:v>
                </c:pt>
                <c:pt idx="224">
                  <c:v>409.879238</c:v>
                </c:pt>
                <c:pt idx="225">
                  <c:v>409.879238</c:v>
                </c:pt>
                <c:pt idx="226">
                  <c:v>236.365911</c:v>
                </c:pt>
                <c:pt idx="227">
                  <c:v>236.365911</c:v>
                </c:pt>
                <c:pt idx="228">
                  <c:v>407.789253</c:v>
                </c:pt>
                <c:pt idx="229">
                  <c:v>407.789253</c:v>
                </c:pt>
                <c:pt idx="230">
                  <c:v>342.210626</c:v>
                </c:pt>
                <c:pt idx="231">
                  <c:v>342.210626</c:v>
                </c:pt>
                <c:pt idx="232">
                  <c:v>238.843689</c:v>
                </c:pt>
                <c:pt idx="233">
                  <c:v>238.843689</c:v>
                </c:pt>
                <c:pt idx="234">
                  <c:v>300.001263</c:v>
                </c:pt>
                <c:pt idx="235">
                  <c:v>300.001263</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30</c:v>
                </c:pt>
                <c:pt idx="265">
                  <c:v>30</c:v>
                </c:pt>
                <c:pt idx="266">
                  <c:v>0</c:v>
                </c:pt>
                <c:pt idx="267">
                  <c:v>0</c:v>
                </c:pt>
                <c:pt idx="268">
                  <c:v>0</c:v>
                </c:pt>
                <c:pt idx="269">
                  <c:v>0</c:v>
                </c:pt>
                <c:pt idx="270">
                  <c:v>0</c:v>
                </c:pt>
                <c:pt idx="271">
                  <c:v>0</c:v>
                </c:pt>
                <c:pt idx="272">
                  <c:v>30</c:v>
                </c:pt>
                <c:pt idx="273">
                  <c:v>30</c:v>
                </c:pt>
                <c:pt idx="274">
                  <c:v>0</c:v>
                </c:pt>
                <c:pt idx="275">
                  <c:v>0</c:v>
                </c:pt>
                <c:pt idx="276">
                  <c:v>30</c:v>
                </c:pt>
                <c:pt idx="277">
                  <c:v>30</c:v>
                </c:pt>
                <c:pt idx="278">
                  <c:v>0</c:v>
                </c:pt>
                <c:pt idx="279">
                  <c:v>0</c:v>
                </c:pt>
                <c:pt idx="280">
                  <c:v>16.055076</c:v>
                </c:pt>
                <c:pt idx="281">
                  <c:v>16.055076</c:v>
                </c:pt>
                <c:pt idx="282">
                  <c:v>106.055197</c:v>
                </c:pt>
                <c:pt idx="283">
                  <c:v>106.055197</c:v>
                </c:pt>
                <c:pt idx="284">
                  <c:v>46.054776</c:v>
                </c:pt>
                <c:pt idx="285">
                  <c:v>46.054776</c:v>
                </c:pt>
                <c:pt idx="286">
                  <c:v>0.000521</c:v>
                </c:pt>
                <c:pt idx="287">
                  <c:v>0.000521</c:v>
                </c:pt>
                <c:pt idx="288">
                  <c:v>5.522050</c:v>
                </c:pt>
                <c:pt idx="289">
                  <c:v>5.522050</c:v>
                </c:pt>
                <c:pt idx="290">
                  <c:v>1E-4</c:v>
                </c:pt>
                <c:pt idx="291">
                  <c:v>1E-4</c:v>
                </c:pt>
                <c:pt idx="292">
                  <c:v>0</c:v>
                </c:pt>
                <c:pt idx="293">
                  <c:v>0</c:v>
                </c:pt>
                <c:pt idx="294">
                  <c:v>0</c:v>
                </c:pt>
                <c:pt idx="295">
                  <c:v>0</c:v>
                </c:pt>
                <c:pt idx="296">
                  <c:v>42.210526</c:v>
                </c:pt>
                <c:pt idx="297">
                  <c:v>42.210526</c:v>
                </c:pt>
                <c:pt idx="298">
                  <c:v>60</c:v>
                </c:pt>
                <c:pt idx="299">
                  <c:v>60</c:v>
                </c:pt>
                <c:pt idx="300">
                  <c:v>0</c:v>
                </c:pt>
                <c:pt idx="301">
                  <c:v>0</c:v>
                </c:pt>
                <c:pt idx="302">
                  <c:v>0</c:v>
                </c:pt>
                <c:pt idx="303">
                  <c:v>0</c:v>
                </c:pt>
                <c:pt idx="304">
                  <c:v>106.054338</c:v>
                </c:pt>
                <c:pt idx="305">
                  <c:v>106.054338</c:v>
                </c:pt>
                <c:pt idx="306">
                  <c:v>0.000200</c:v>
                </c:pt>
                <c:pt idx="307">
                  <c:v>0.000200</c:v>
                </c:pt>
                <c:pt idx="308">
                  <c:v>0</c:v>
                </c:pt>
                <c:pt idx="309">
                  <c:v>0</c:v>
                </c:pt>
                <c:pt idx="310">
                  <c:v>0</c:v>
                </c:pt>
                <c:pt idx="311">
                  <c:v>0</c:v>
                </c:pt>
                <c:pt idx="312">
                  <c:v>60</c:v>
                </c:pt>
                <c:pt idx="313">
                  <c:v>60</c:v>
                </c:pt>
                <c:pt idx="314">
                  <c:v>48.470862</c:v>
                </c:pt>
                <c:pt idx="315">
                  <c:v>48.470862</c:v>
                </c:pt>
                <c:pt idx="316">
                  <c:v>90</c:v>
                </c:pt>
                <c:pt idx="317">
                  <c:v>90</c:v>
                </c:pt>
                <c:pt idx="318">
                  <c:v>123.562</c:v>
                </c:pt>
                <c:pt idx="319">
                  <c:v>123.562</c:v>
                </c:pt>
                <c:pt idx="320">
                  <c:v>90</c:v>
                </c:pt>
                <c:pt idx="321">
                  <c:v>90</c:v>
                </c:pt>
                <c:pt idx="322">
                  <c:v>9.925947</c:v>
                </c:pt>
                <c:pt idx="323">
                  <c:v>9.925947</c:v>
                </c:pt>
                <c:pt idx="324">
                  <c:v>32.285000</c:v>
                </c:pt>
                <c:pt idx="325">
                  <c:v>32.285000</c:v>
                </c:pt>
                <c:pt idx="326">
                  <c:v>0.000942</c:v>
                </c:pt>
                <c:pt idx="327">
                  <c:v>0.000942</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5.978186</c:v>
                </c:pt>
                <c:pt idx="353">
                  <c:v>5.978186</c:v>
                </c:pt>
                <c:pt idx="354">
                  <c:v>90</c:v>
                </c:pt>
                <c:pt idx="355">
                  <c:v>90</c:v>
                </c:pt>
                <c:pt idx="356">
                  <c:v>90</c:v>
                </c:pt>
                <c:pt idx="357">
                  <c:v>90</c:v>
                </c:pt>
                <c:pt idx="358">
                  <c:v>90</c:v>
                </c:pt>
                <c:pt idx="359">
                  <c:v>90</c:v>
                </c:pt>
                <c:pt idx="360">
                  <c:v>60.0002</c:v>
                </c:pt>
                <c:pt idx="361">
                  <c:v>60.0002</c:v>
                </c:pt>
                <c:pt idx="362">
                  <c:v>90.000100</c:v>
                </c:pt>
                <c:pt idx="363">
                  <c:v>90.000100</c:v>
                </c:pt>
                <c:pt idx="364">
                  <c:v>7.435558</c:v>
                </c:pt>
                <c:pt idx="365">
                  <c:v>7.435558</c:v>
                </c:pt>
                <c:pt idx="366">
                  <c:v>150</c:v>
                </c:pt>
                <c:pt idx="367">
                  <c:v>150</c:v>
                </c:pt>
                <c:pt idx="368">
                  <c:v>259.177063</c:v>
                </c:pt>
                <c:pt idx="369">
                  <c:v>259.177063</c:v>
                </c:pt>
                <c:pt idx="370">
                  <c:v>342.210326</c:v>
                </c:pt>
                <c:pt idx="371">
                  <c:v>342.210326</c:v>
                </c:pt>
                <c:pt idx="372">
                  <c:v>270</c:v>
                </c:pt>
                <c:pt idx="373">
                  <c:v>270</c:v>
                </c:pt>
                <c:pt idx="374">
                  <c:v>323.936098</c:v>
                </c:pt>
                <c:pt idx="375">
                  <c:v>323.936098</c:v>
                </c:pt>
                <c:pt idx="376">
                  <c:v>0</c:v>
                </c:pt>
                <c:pt idx="377">
                  <c:v>0</c:v>
                </c:pt>
                <c:pt idx="378">
                  <c:v>330</c:v>
                </c:pt>
                <c:pt idx="379">
                  <c:v>330</c:v>
                </c:pt>
                <c:pt idx="380">
                  <c:v>449.999479</c:v>
                </c:pt>
                <c:pt idx="381">
                  <c:v>449.999479</c:v>
                </c:pt>
                <c:pt idx="382">
                  <c:v>648.027113</c:v>
                </c:pt>
                <c:pt idx="383">
                  <c:v>648.027113</c:v>
                </c:pt>
                <c:pt idx="384">
                  <c:v>603.326494</c:v>
                </c:pt>
                <c:pt idx="385">
                  <c:v>603.326494</c:v>
                </c:pt>
                <c:pt idx="386">
                  <c:v>680.599578</c:v>
                </c:pt>
                <c:pt idx="387">
                  <c:v>680.599578</c:v>
                </c:pt>
                <c:pt idx="388">
                  <c:v>690.000100</c:v>
                </c:pt>
                <c:pt idx="389">
                  <c:v>690.000100</c:v>
                </c:pt>
                <c:pt idx="390">
                  <c:v>616.085255</c:v>
                </c:pt>
                <c:pt idx="391">
                  <c:v>616.085255</c:v>
                </c:pt>
                <c:pt idx="392">
                  <c:v>479.826537</c:v>
                </c:pt>
                <c:pt idx="393">
                  <c:v>479.826537</c:v>
                </c:pt>
                <c:pt idx="394">
                  <c:v>660.000200</c:v>
                </c:pt>
                <c:pt idx="395">
                  <c:v>660.000200</c:v>
                </c:pt>
                <c:pt idx="396">
                  <c:v>550.438045</c:v>
                </c:pt>
                <c:pt idx="397">
                  <c:v>550.438045</c:v>
                </c:pt>
                <c:pt idx="398">
                  <c:v>456.086723</c:v>
                </c:pt>
                <c:pt idx="399">
                  <c:v>456.086723</c:v>
                </c:pt>
                <c:pt idx="400">
                  <c:v>568.363710</c:v>
                </c:pt>
                <c:pt idx="401">
                  <c:v>568.363710</c:v>
                </c:pt>
                <c:pt idx="402">
                  <c:v>93.772198</c:v>
                </c:pt>
                <c:pt idx="403">
                  <c:v>93.772198</c:v>
                </c:pt>
                <c:pt idx="404">
                  <c:v>169.999700</c:v>
                </c:pt>
                <c:pt idx="405">
                  <c:v>169.999700</c:v>
                </c:pt>
                <c:pt idx="406">
                  <c:v>0</c:v>
                </c:pt>
                <c:pt idx="407">
                  <c:v>0</c:v>
                </c:pt>
                <c:pt idx="408">
                  <c:v>200</c:v>
                </c:pt>
                <c:pt idx="409">
                  <c:v>200</c:v>
                </c:pt>
                <c:pt idx="410">
                  <c:v>192.210726</c:v>
                </c:pt>
                <c:pt idx="411">
                  <c:v>192.210726</c:v>
                </c:pt>
                <c:pt idx="412">
                  <c:v>192.210426</c:v>
                </c:pt>
                <c:pt idx="413">
                  <c:v>192.210426</c:v>
                </c:pt>
                <c:pt idx="414">
                  <c:v>200</c:v>
                </c:pt>
                <c:pt idx="415">
                  <c:v>200</c:v>
                </c:pt>
                <c:pt idx="416">
                  <c:v>199.136538</c:v>
                </c:pt>
                <c:pt idx="417">
                  <c:v>199.136538</c:v>
                </c:pt>
                <c:pt idx="418">
                  <c:v>197.887015</c:v>
                </c:pt>
                <c:pt idx="419">
                  <c:v>197.887015</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37.702905</c:v>
                </c:pt>
                <c:pt idx="469">
                  <c:v>37.702905</c:v>
                </c:pt>
                <c:pt idx="470">
                  <c:v>1E-4</c:v>
                </c:pt>
                <c:pt idx="471">
                  <c:v>1E-4</c:v>
                </c:pt>
                <c:pt idx="472">
                  <c:v>30</c:v>
                </c:pt>
                <c:pt idx="473">
                  <c:v>30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11.804479</c:v>
                </c:pt>
                <c:pt idx="493">
                  <c:v>11.804479</c:v>
                </c:pt>
                <c:pt idx="494">
                  <c:v>90.000100</c:v>
                </c:pt>
                <c:pt idx="495">
                  <c:v>90.000100</c:v>
                </c:pt>
                <c:pt idx="496">
                  <c:v>90</c:v>
                </c:pt>
                <c:pt idx="497">
                  <c:v>90</c:v>
                </c:pt>
                <c:pt idx="498">
                  <c:v>0.000621</c:v>
                </c:pt>
                <c:pt idx="499">
                  <c:v>0.000621</c:v>
                </c:pt>
                <c:pt idx="500">
                  <c:v>106.054776</c:v>
                </c:pt>
                <c:pt idx="501">
                  <c:v>106.054776</c:v>
                </c:pt>
                <c:pt idx="502">
                  <c:v>56.472213</c:v>
                </c:pt>
                <c:pt idx="503">
                  <c:v>56.472213</c:v>
                </c:pt>
                <c:pt idx="504">
                  <c:v>1E-4</c:v>
                </c:pt>
                <c:pt idx="505">
                  <c:v>1E-4</c:v>
                </c:pt>
                <c:pt idx="506">
                  <c:v>16.055197</c:v>
                </c:pt>
                <c:pt idx="507">
                  <c:v>16.055197</c:v>
                </c:pt>
                <c:pt idx="508">
                  <c:v>64.250818</c:v>
                </c:pt>
                <c:pt idx="509">
                  <c:v>64.250818</c:v>
                </c:pt>
                <c:pt idx="510">
                  <c:v>60</c:v>
                </c:pt>
                <c:pt idx="511">
                  <c:v>60</c:v>
                </c:pt>
                <c:pt idx="512">
                  <c:v>0</c:v>
                </c:pt>
                <c:pt idx="513">
                  <c:v>0</c:v>
                </c:pt>
                <c:pt idx="514">
                  <c:v>0</c:v>
                </c:pt>
                <c:pt idx="515">
                  <c:v>0</c:v>
                </c:pt>
                <c:pt idx="516">
                  <c:v>0</c:v>
                </c:pt>
                <c:pt idx="517">
                  <c:v>0</c:v>
                </c:pt>
                <c:pt idx="518">
                  <c:v>11.805</c:v>
                </c:pt>
                <c:pt idx="519">
                  <c:v>11.805</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56.915344</c:v>
                </c:pt>
                <c:pt idx="555">
                  <c:v>56.915344</c:v>
                </c:pt>
                <c:pt idx="556">
                  <c:v>137.134450</c:v>
                </c:pt>
                <c:pt idx="557">
                  <c:v>137.134450</c:v>
                </c:pt>
                <c:pt idx="558">
                  <c:v>90.000100</c:v>
                </c:pt>
                <c:pt idx="559">
                  <c:v>90.000100</c:v>
                </c:pt>
                <c:pt idx="560">
                  <c:v>90</c:v>
                </c:pt>
                <c:pt idx="561">
                  <c:v>90</c:v>
                </c:pt>
                <c:pt idx="562">
                  <c:v>150</c:v>
                </c:pt>
                <c:pt idx="563">
                  <c:v>150</c:v>
                </c:pt>
                <c:pt idx="564">
                  <c:v>180.000421</c:v>
                </c:pt>
                <c:pt idx="565">
                  <c:v>180.000421</c:v>
                </c:pt>
                <c:pt idx="566">
                  <c:v>360</c:v>
                </c:pt>
                <c:pt idx="567">
                  <c:v>360</c:v>
                </c:pt>
                <c:pt idx="568">
                  <c:v>510.000100</c:v>
                </c:pt>
                <c:pt idx="569">
                  <c:v>510.000100</c:v>
                </c:pt>
                <c:pt idx="570">
                  <c:v>573.396861</c:v>
                </c:pt>
                <c:pt idx="571">
                  <c:v>573.396861</c:v>
                </c:pt>
                <c:pt idx="572">
                  <c:v>690.000100</c:v>
                </c:pt>
                <c:pt idx="573">
                  <c:v>690.000100</c:v>
                </c:pt>
                <c:pt idx="574">
                  <c:v>698.490998</c:v>
                </c:pt>
                <c:pt idx="575">
                  <c:v>698.490998</c:v>
                </c:pt>
                <c:pt idx="576">
                  <c:v>360.000100</c:v>
                </c:pt>
                <c:pt idx="577">
                  <c:v>360.000100</c:v>
                </c:pt>
                <c:pt idx="578">
                  <c:v>543.212983</c:v>
                </c:pt>
                <c:pt idx="579">
                  <c:v>543.212983</c:v>
                </c:pt>
                <c:pt idx="580">
                  <c:v>720.000100</c:v>
                </c:pt>
                <c:pt idx="581">
                  <c:v>720.000100</c:v>
                </c:pt>
                <c:pt idx="582">
                  <c:v>498.227219</c:v>
                </c:pt>
                <c:pt idx="583">
                  <c:v>498.227219</c:v>
                </c:pt>
                <c:pt idx="584">
                  <c:v>342.210626</c:v>
                </c:pt>
                <c:pt idx="585">
                  <c:v>342.210626</c:v>
                </c:pt>
                <c:pt idx="586">
                  <c:v>395.578526</c:v>
                </c:pt>
                <c:pt idx="587">
                  <c:v>395.578526</c:v>
                </c:pt>
                <c:pt idx="588">
                  <c:v>410.534143</c:v>
                </c:pt>
                <c:pt idx="589">
                  <c:v>410.534143</c:v>
                </c:pt>
                <c:pt idx="590">
                  <c:v>390.000621</c:v>
                </c:pt>
                <c:pt idx="591">
                  <c:v>390.000621</c:v>
                </c:pt>
                <c:pt idx="592">
                  <c:v>392.461974</c:v>
                </c:pt>
                <c:pt idx="593">
                  <c:v>392.461974</c:v>
                </c:pt>
                <c:pt idx="594">
                  <c:v>513.974525</c:v>
                </c:pt>
                <c:pt idx="595">
                  <c:v>513.974525</c:v>
                </c:pt>
                <c:pt idx="596">
                  <c:v>539.889767</c:v>
                </c:pt>
                <c:pt idx="597">
                  <c:v>539.889767</c:v>
                </c:pt>
                <c:pt idx="598">
                  <c:v>557.789153</c:v>
                </c:pt>
                <c:pt idx="599">
                  <c:v>557.789153</c:v>
                </c:pt>
                <c:pt idx="600">
                  <c:v>351.453167</c:v>
                </c:pt>
                <c:pt idx="601">
                  <c:v>351.453167</c:v>
                </c:pt>
                <c:pt idx="602">
                  <c:v>390.000521</c:v>
                </c:pt>
                <c:pt idx="603">
                  <c:v>390.000521</c:v>
                </c:pt>
                <c:pt idx="604">
                  <c:v>204.421995</c:v>
                </c:pt>
                <c:pt idx="605">
                  <c:v>204.421995</c:v>
                </c:pt>
                <c:pt idx="606">
                  <c:v>120.000521</c:v>
                </c:pt>
                <c:pt idx="607">
                  <c:v>120.000521</c:v>
                </c:pt>
                <c:pt idx="608">
                  <c:v>177.751981</c:v>
                </c:pt>
                <c:pt idx="609">
                  <c:v>177.751981</c:v>
                </c:pt>
                <c:pt idx="610">
                  <c:v>105.892713</c:v>
                </c:pt>
                <c:pt idx="611">
                  <c:v>105.892713</c:v>
                </c:pt>
                <c:pt idx="612">
                  <c:v>200</c:v>
                </c:pt>
                <c:pt idx="613">
                  <c:v>200</c:v>
                </c:pt>
                <c:pt idx="614">
                  <c:v>200</c:v>
                </c:pt>
                <c:pt idx="615">
                  <c:v>200</c:v>
                </c:pt>
                <c:pt idx="616">
                  <c:v>167.093032</c:v>
                </c:pt>
                <c:pt idx="617">
                  <c:v>167.093032</c:v>
                </c:pt>
                <c:pt idx="618">
                  <c:v>182.907810</c:v>
                </c:pt>
                <c:pt idx="619">
                  <c:v>182.907810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17.134029</c:v>
                </c:pt>
                <c:pt idx="665">
                  <c:v>17.134029</c:v>
                </c:pt>
                <c:pt idx="666">
                  <c:v>60</c:v>
                </c:pt>
                <c:pt idx="667">
                  <c:v>60</c:v>
                </c:pt>
                <c:pt idx="668">
                  <c:v>0</c:v>
                </c:pt>
                <c:pt idx="669">
                  <c:v>0</c:v>
                </c:pt>
                <c:pt idx="670">
                  <c:v>30</c:v>
                </c:pt>
                <c:pt idx="671">
                  <c:v>30</c:v>
                </c:pt>
                <c:pt idx="672">
                  <c:v>0</c:v>
                </c:pt>
                <c:pt idx="673">
                  <c:v>0</c:v>
                </c:pt>
                <c:pt idx="674">
                  <c:v>0</c:v>
                </c:pt>
                <c:pt idx="675">
                  <c:v>0</c:v>
                </c:pt>
                <c:pt idx="676">
                  <c:v>0</c:v>
                </c:pt>
                <c:pt idx="677">
                  <c:v>0</c:v>
                </c:pt>
                <c:pt idx="678">
                  <c:v>0</c:v>
                </c:pt>
                <c:pt idx="679">
                  <c:v>0</c:v>
                </c:pt>
                <c:pt idx="680">
                  <c:v>5.521629</c:v>
                </c:pt>
                <c:pt idx="681">
                  <c:v>5.521629</c:v>
                </c:pt>
                <c:pt idx="682">
                  <c:v>72.210526</c:v>
                </c:pt>
                <c:pt idx="683">
                  <c:v>72.210526</c:v>
                </c:pt>
                <c:pt idx="684">
                  <c:v>60</c:v>
                </c:pt>
                <c:pt idx="685">
                  <c:v>60</c:v>
                </c:pt>
                <c:pt idx="686">
                  <c:v>0.000521</c:v>
                </c:pt>
                <c:pt idx="687">
                  <c:v>0.000521</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1E-4</c:v>
                </c:pt>
                <c:pt idx="737">
                  <c:v>1E-4</c:v>
                </c:pt>
                <c:pt idx="738">
                  <c:v>46.055197</c:v>
                </c:pt>
                <c:pt idx="739">
                  <c:v>46.055197</c:v>
                </c:pt>
                <c:pt idx="740">
                  <c:v>0</c:v>
                </c:pt>
                <c:pt idx="741">
                  <c:v>0</c:v>
                </c:pt>
                <c:pt idx="742">
                  <c:v>0</c:v>
                </c:pt>
                <c:pt idx="743">
                  <c:v>0</c:v>
                </c:pt>
                <c:pt idx="744">
                  <c:v>60</c:v>
                </c:pt>
                <c:pt idx="745">
                  <c:v>60</c:v>
                </c:pt>
                <c:pt idx="746">
                  <c:v>90</c:v>
                </c:pt>
                <c:pt idx="747">
                  <c:v>90</c:v>
                </c:pt>
                <c:pt idx="748">
                  <c:v>0</c:v>
                </c:pt>
                <c:pt idx="749">
                  <c:v>0</c:v>
                </c:pt>
                <c:pt idx="750">
                  <c:v>0</c:v>
                </c:pt>
                <c:pt idx="751">
                  <c:v>0</c:v>
                </c:pt>
                <c:pt idx="752">
                  <c:v>60</c:v>
                </c:pt>
                <c:pt idx="753">
                  <c:v>60</c:v>
                </c:pt>
                <c:pt idx="754">
                  <c:v>16.055297</c:v>
                </c:pt>
                <c:pt idx="755">
                  <c:v>16.055297</c:v>
                </c:pt>
                <c:pt idx="756">
                  <c:v>150</c:v>
                </c:pt>
                <c:pt idx="757">
                  <c:v>150</c:v>
                </c:pt>
                <c:pt idx="758">
                  <c:v>88.473412</c:v>
                </c:pt>
                <c:pt idx="759">
                  <c:v>88.473412</c:v>
                </c:pt>
                <c:pt idx="760">
                  <c:v>240.577147</c:v>
                </c:pt>
                <c:pt idx="761">
                  <c:v>240.577147</c:v>
                </c:pt>
                <c:pt idx="762">
                  <c:v>240.000200</c:v>
                </c:pt>
                <c:pt idx="763">
                  <c:v>240.000200</c:v>
                </c:pt>
                <c:pt idx="764">
                  <c:v>180</c:v>
                </c:pt>
                <c:pt idx="765">
                  <c:v>180</c:v>
                </c:pt>
                <c:pt idx="766">
                  <c:v>308.124855</c:v>
                </c:pt>
                <c:pt idx="767">
                  <c:v>308.124855</c:v>
                </c:pt>
                <c:pt idx="768">
                  <c:v>515.447269</c:v>
                </c:pt>
                <c:pt idx="769">
                  <c:v>515.447269</c:v>
                </c:pt>
                <c:pt idx="770">
                  <c:v>411.486094</c:v>
                </c:pt>
                <c:pt idx="771">
                  <c:v>411.486094</c:v>
                </c:pt>
                <c:pt idx="772">
                  <c:v>371.167343</c:v>
                </c:pt>
                <c:pt idx="773">
                  <c:v>371.167343</c:v>
                </c:pt>
                <c:pt idx="774">
                  <c:v>660.000100</c:v>
                </c:pt>
                <c:pt idx="775">
                  <c:v>660.000100</c:v>
                </c:pt>
                <c:pt idx="776">
                  <c:v>296.472713</c:v>
                </c:pt>
                <c:pt idx="777">
                  <c:v>296.472713</c:v>
                </c:pt>
                <c:pt idx="778">
                  <c:v>222.211268</c:v>
                </c:pt>
                <c:pt idx="779">
                  <c:v>222.211268</c:v>
                </c:pt>
                <c:pt idx="780">
                  <c:v>57.019754</c:v>
                </c:pt>
                <c:pt idx="781">
                  <c:v>57.019754</c:v>
                </c:pt>
                <c:pt idx="782">
                  <c:v>342.77042</c:v>
                </c:pt>
                <c:pt idx="783">
                  <c:v>342.77042</c:v>
                </c:pt>
                <c:pt idx="784">
                  <c:v>467.134550</c:v>
                </c:pt>
                <c:pt idx="785">
                  <c:v>467.134550</c:v>
                </c:pt>
                <c:pt idx="786">
                  <c:v>410.242362</c:v>
                </c:pt>
                <c:pt idx="787">
                  <c:v>410.242362</c:v>
                </c:pt>
                <c:pt idx="788">
                  <c:v>266.063802</c:v>
                </c:pt>
                <c:pt idx="789">
                  <c:v>266.063802</c:v>
                </c:pt>
                <c:pt idx="790">
                  <c:v>210</c:v>
                </c:pt>
                <c:pt idx="791">
                  <c:v>210</c:v>
                </c:pt>
                <c:pt idx="792">
                  <c:v>474.778616</c:v>
                </c:pt>
                <c:pt idx="793">
                  <c:v>474.778616</c:v>
                </c:pt>
                <c:pt idx="794">
                  <c:v>578.734392</c:v>
                </c:pt>
                <c:pt idx="795">
                  <c:v>578.734392</c:v>
                </c:pt>
                <c:pt idx="796">
                  <c:v>552.211047</c:v>
                </c:pt>
                <c:pt idx="797">
                  <c:v>552.211047</c:v>
                </c:pt>
                <c:pt idx="798">
                  <c:v>492.210726</c:v>
                </c:pt>
                <c:pt idx="799">
                  <c:v>492.210726</c:v>
                </c:pt>
                <c:pt idx="800">
                  <c:v>597.572394</c:v>
                </c:pt>
                <c:pt idx="801">
                  <c:v>597.572394</c:v>
                </c:pt>
                <c:pt idx="802">
                  <c:v>637.000983</c:v>
                </c:pt>
                <c:pt idx="803">
                  <c:v>637.000983</c:v>
                </c:pt>
                <c:pt idx="804">
                  <c:v>531.841194</c:v>
                </c:pt>
                <c:pt idx="805">
                  <c:v>531.841194</c:v>
                </c:pt>
                <c:pt idx="806">
                  <c:v>642.210947</c:v>
                </c:pt>
                <c:pt idx="807">
                  <c:v>642.210947</c:v>
                </c:pt>
                <c:pt idx="808">
                  <c:v>612.211047</c:v>
                </c:pt>
                <c:pt idx="809">
                  <c:v>612.211047</c:v>
                </c:pt>
                <c:pt idx="810">
                  <c:v>536.480483</c:v>
                </c:pt>
                <c:pt idx="811">
                  <c:v>536.480483</c:v>
                </c:pt>
                <c:pt idx="812">
                  <c:v>354.421374</c:v>
                </c:pt>
                <c:pt idx="813">
                  <c:v>354.421374</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14.975385</c:v>
                </c:pt>
                <c:pt idx="839">
                  <c:v>14.975385</c:v>
                </c:pt>
                <c:pt idx="840">
                  <c:v>59.999421</c:v>
                </c:pt>
                <c:pt idx="841">
                  <c:v>59.999421</c:v>
                </c:pt>
                <c:pt idx="842">
                  <c:v>0</c:v>
                </c:pt>
                <c:pt idx="843">
                  <c:v>0</c:v>
                </c:pt>
                <c:pt idx="844">
                  <c:v>0</c:v>
                </c:pt>
                <c:pt idx="845">
                  <c:v>0</c:v>
                </c:pt>
                <c:pt idx="846">
                  <c:v>0</c:v>
                </c:pt>
                <c:pt idx="847">
                  <c:v>0</c:v>
                </c:pt>
                <c:pt idx="848">
                  <c:v>30</c:v>
                </c:pt>
                <c:pt idx="849">
                  <c:v>30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30</c:v>
                </c:pt>
                <c:pt idx="865">
                  <c:v>30</c:v>
                </c:pt>
                <c:pt idx="866">
                  <c:v>0</c:v>
                </c:pt>
                <c:pt idx="867">
                  <c:v>0</c:v>
                </c:pt>
                <c:pt idx="868">
                  <c:v>0</c:v>
                </c:pt>
                <c:pt idx="869">
                  <c:v>0</c:v>
                </c:pt>
                <c:pt idx="870">
                  <c:v>0</c:v>
                </c:pt>
                <c:pt idx="871">
                  <c:v>0</c:v>
                </c:pt>
                <c:pt idx="872">
                  <c:v>30</c:v>
                </c:pt>
                <c:pt idx="873">
                  <c:v>30</c:v>
                </c:pt>
                <c:pt idx="874">
                  <c:v>0</c:v>
                </c:pt>
                <c:pt idx="875">
                  <c:v>0</c:v>
                </c:pt>
                <c:pt idx="876">
                  <c:v>0</c:v>
                </c:pt>
                <c:pt idx="877">
                  <c:v>0</c:v>
                </c:pt>
                <c:pt idx="878">
                  <c:v>1E-4</c:v>
                </c:pt>
                <c:pt idx="879">
                  <c:v>1E-4</c:v>
                </c:pt>
                <c:pt idx="880">
                  <c:v>30</c:v>
                </c:pt>
                <c:pt idx="881">
                  <c:v>30</c:v>
                </c:pt>
                <c:pt idx="882">
                  <c:v>0</c:v>
                </c:pt>
                <c:pt idx="883">
                  <c:v>0</c:v>
                </c:pt>
                <c:pt idx="884">
                  <c:v>0</c:v>
                </c:pt>
                <c:pt idx="885">
                  <c:v>0</c:v>
                </c:pt>
                <c:pt idx="886">
                  <c:v>0</c:v>
                </c:pt>
                <c:pt idx="887">
                  <c:v>0</c:v>
                </c:pt>
                <c:pt idx="888">
                  <c:v>0</c:v>
                </c:pt>
                <c:pt idx="889">
                  <c:v>0</c:v>
                </c:pt>
                <c:pt idx="890">
                  <c:v>0</c:v>
                </c:pt>
                <c:pt idx="891">
                  <c:v>0</c:v>
                </c:pt>
                <c:pt idx="892">
                  <c:v>0.000900</c:v>
                </c:pt>
                <c:pt idx="893">
                  <c:v>0.000900</c:v>
                </c:pt>
                <c:pt idx="894">
                  <c:v>0</c:v>
                </c:pt>
                <c:pt idx="895">
                  <c:v>0</c:v>
                </c:pt>
                <c:pt idx="896">
                  <c:v>0</c:v>
                </c:pt>
                <c:pt idx="897">
                  <c:v>0</c:v>
                </c:pt>
                <c:pt idx="898">
                  <c:v>0</c:v>
                </c:pt>
                <c:pt idx="899">
                  <c:v>0</c:v>
                </c:pt>
                <c:pt idx="900">
                  <c:v>0</c:v>
                </c:pt>
                <c:pt idx="901">
                  <c:v>0</c:v>
                </c:pt>
                <c:pt idx="902">
                  <c:v>45.821000</c:v>
                </c:pt>
                <c:pt idx="903">
                  <c:v>45.821000</c:v>
                </c:pt>
                <c:pt idx="904">
                  <c:v>149.213981</c:v>
                </c:pt>
                <c:pt idx="905">
                  <c:v>149.213981</c:v>
                </c:pt>
                <c:pt idx="906">
                  <c:v>60</c:v>
                </c:pt>
                <c:pt idx="907">
                  <c:v>60</c:v>
                </c:pt>
                <c:pt idx="908">
                  <c:v>0</c:v>
                </c:pt>
                <c:pt idx="909">
                  <c:v>0</c:v>
                </c:pt>
                <c:pt idx="910">
                  <c:v>0</c:v>
                </c:pt>
                <c:pt idx="911">
                  <c:v>0</c:v>
                </c:pt>
                <c:pt idx="912">
                  <c:v>0</c:v>
                </c:pt>
                <c:pt idx="913">
                  <c:v>0</c:v>
                </c:pt>
                <c:pt idx="914">
                  <c:v>0</c:v>
                </c:pt>
                <c:pt idx="915">
                  <c:v>0</c:v>
                </c:pt>
                <c:pt idx="916">
                  <c:v>0</c:v>
                </c:pt>
                <c:pt idx="917">
                  <c:v>0</c:v>
                </c:pt>
                <c:pt idx="918">
                  <c:v>0</c:v>
                </c:pt>
                <c:pt idx="919">
                  <c:v>0</c:v>
                </c:pt>
                <c:pt idx="920">
                  <c:v>123.423723</c:v>
                </c:pt>
                <c:pt idx="921">
                  <c:v>123.423723</c:v>
                </c:pt>
                <c:pt idx="922">
                  <c:v>77.134450</c:v>
                </c:pt>
                <c:pt idx="923">
                  <c:v>77.134450</c:v>
                </c:pt>
                <c:pt idx="924">
                  <c:v>0</c:v>
                </c:pt>
                <c:pt idx="925">
                  <c:v>0</c:v>
                </c:pt>
                <c:pt idx="926">
                  <c:v>0</c:v>
                </c:pt>
                <c:pt idx="927">
                  <c:v>0</c:v>
                </c:pt>
                <c:pt idx="928">
                  <c:v>0.000421</c:v>
                </c:pt>
                <c:pt idx="929">
                  <c:v>0.000421</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30</c:v>
                </c:pt>
                <c:pt idx="949">
                  <c:v>30</c:v>
                </c:pt>
                <c:pt idx="950">
                  <c:v>30</c:v>
                </c:pt>
                <c:pt idx="951">
                  <c:v>30</c:v>
                </c:pt>
                <c:pt idx="952">
                  <c:v>271.022404</c:v>
                </c:pt>
                <c:pt idx="953">
                  <c:v>271.022404</c:v>
                </c:pt>
                <c:pt idx="954">
                  <c:v>330</c:v>
                </c:pt>
                <c:pt idx="955">
                  <c:v>330</c:v>
                </c:pt>
                <c:pt idx="956">
                  <c:v>112.305279</c:v>
                </c:pt>
                <c:pt idx="957">
                  <c:v>112.305279</c:v>
                </c:pt>
                <c:pt idx="958">
                  <c:v>69.904859</c:v>
                </c:pt>
                <c:pt idx="959">
                  <c:v>69.904859</c:v>
                </c:pt>
                <c:pt idx="960">
                  <c:v>420.000100</c:v>
                </c:pt>
                <c:pt idx="961">
                  <c:v>420.000100</c:v>
                </c:pt>
                <c:pt idx="962">
                  <c:v>551.215576</c:v>
                </c:pt>
                <c:pt idx="963">
                  <c:v>551.215576</c:v>
                </c:pt>
                <c:pt idx="964">
                  <c:v>690.000100</c:v>
                </c:pt>
                <c:pt idx="965">
                  <c:v>690.000100</c:v>
                </c:pt>
                <c:pt idx="966">
                  <c:v>658.279049</c:v>
                </c:pt>
                <c:pt idx="967">
                  <c:v>658.279049</c:v>
                </c:pt>
                <c:pt idx="968">
                  <c:v>342.210726</c:v>
                </c:pt>
                <c:pt idx="969">
                  <c:v>342.210726</c:v>
                </c:pt>
                <c:pt idx="970">
                  <c:v>377.573786</c:v>
                </c:pt>
                <c:pt idx="971">
                  <c:v>377.573786</c:v>
                </c:pt>
                <c:pt idx="972">
                  <c:v>390</c:v>
                </c:pt>
                <c:pt idx="973">
                  <c:v>390</c:v>
                </c:pt>
                <c:pt idx="974">
                  <c:v>390</c:v>
                </c:pt>
                <c:pt idx="975">
                  <c:v>390</c:v>
                </c:pt>
                <c:pt idx="976">
                  <c:v>259.256770</c:v>
                </c:pt>
                <c:pt idx="977">
                  <c:v>259.256770</c:v>
                </c:pt>
                <c:pt idx="978">
                  <c:v>357.716326</c:v>
                </c:pt>
                <c:pt idx="979">
                  <c:v>357.716326</c:v>
                </c:pt>
                <c:pt idx="980">
                  <c:v>168.164911</c:v>
                </c:pt>
                <c:pt idx="981">
                  <c:v>168.164911</c:v>
                </c:pt>
                <c:pt idx="982">
                  <c:v>332.004139</c:v>
                </c:pt>
                <c:pt idx="983">
                  <c:v>332.004139</c:v>
                </c:pt>
                <c:pt idx="984">
                  <c:v>371.428547</c:v>
                </c:pt>
                <c:pt idx="985">
                  <c:v>371.428547</c:v>
                </c:pt>
                <c:pt idx="986">
                  <c:v>465.929784</c:v>
                </c:pt>
                <c:pt idx="987">
                  <c:v>465.929784</c:v>
                </c:pt>
                <c:pt idx="988">
                  <c:v>420.000200</c:v>
                </c:pt>
                <c:pt idx="989">
                  <c:v>420.000200</c:v>
                </c:pt>
                <c:pt idx="990">
                  <c:v>582.210907</c:v>
                </c:pt>
                <c:pt idx="991">
                  <c:v>582.210907</c:v>
                </c:pt>
                <c:pt idx="992">
                  <c:v>532.784395</c:v>
                </c:pt>
                <c:pt idx="993">
                  <c:v>532.784395</c:v>
                </c:pt>
                <c:pt idx="994">
                  <c:v>599.728869</c:v>
                </c:pt>
                <c:pt idx="995">
                  <c:v>599.728869</c:v>
                </c:pt>
                <c:pt idx="996">
                  <c:v>720.000100</c:v>
                </c:pt>
                <c:pt idx="997">
                  <c:v>720.000100</c:v>
                </c:pt>
                <c:pt idx="998">
                  <c:v>617.789153</c:v>
                </c:pt>
                <c:pt idx="999">
                  <c:v>617.789153</c:v>
                </c:pt>
                <c:pt idx="1000">
                  <c:v>684.421995</c:v>
                </c:pt>
                <c:pt idx="1001">
                  <c:v>684.421995</c:v>
                </c:pt>
                <c:pt idx="1002">
                  <c:v>654.421895</c:v>
                </c:pt>
                <c:pt idx="1003">
                  <c:v>654.421895</c:v>
                </c:pt>
                <c:pt idx="1004">
                  <c:v>349.195202</c:v>
                </c:pt>
                <c:pt idx="1005">
                  <c:v>349.195202</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60</c:v>
                </c:pt>
                <c:pt idx="1119">
                  <c:v>60</c:v>
                </c:pt>
                <c:pt idx="1120">
                  <c:v>123.189747</c:v>
                </c:pt>
                <c:pt idx="1121">
                  <c:v>123.189747</c:v>
                </c:pt>
                <c:pt idx="1122">
                  <c:v>47.134650</c:v>
                </c:pt>
                <c:pt idx="1123">
                  <c:v>47.134650</c:v>
                </c:pt>
                <c:pt idx="1124">
                  <c:v>0</c:v>
                </c:pt>
                <c:pt idx="1125">
                  <c:v>0</c:v>
                </c:pt>
                <c:pt idx="1126">
                  <c:v>60</c:v>
                </c:pt>
                <c:pt idx="1127">
                  <c:v>60</c:v>
                </c:pt>
                <c:pt idx="1128">
                  <c:v>46.054876</c:v>
                </c:pt>
                <c:pt idx="1129">
                  <c:v>46.054876</c:v>
                </c:pt>
                <c:pt idx="1130">
                  <c:v>0.000421</c:v>
                </c:pt>
                <c:pt idx="1131">
                  <c:v>0.000421</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90</c:v>
                </c:pt>
                <c:pt idx="1145">
                  <c:v>90</c:v>
                </c:pt>
                <c:pt idx="1146">
                  <c:v>90</c:v>
                </c:pt>
                <c:pt idx="1147">
                  <c:v>90</c:v>
                </c:pt>
                <c:pt idx="1148">
                  <c:v>30</c:v>
                </c:pt>
                <c:pt idx="1149">
                  <c:v>30</c:v>
                </c:pt>
                <c:pt idx="1150">
                  <c:v>0</c:v>
                </c:pt>
                <c:pt idx="1151">
                  <c:v>0</c:v>
                </c:pt>
                <c:pt idx="1152">
                  <c:v>353.102177</c:v>
                </c:pt>
                <c:pt idx="1153">
                  <c:v>353.102177</c:v>
                </c:pt>
                <c:pt idx="1154">
                  <c:v>540.000100</c:v>
                </c:pt>
                <c:pt idx="1155">
                  <c:v>540.000100</c:v>
                </c:pt>
                <c:pt idx="1156">
                  <c:v>630.000100</c:v>
                </c:pt>
                <c:pt idx="1157">
                  <c:v>630.000100</c:v>
                </c:pt>
                <c:pt idx="1158">
                  <c:v>630.891490</c:v>
                </c:pt>
                <c:pt idx="1159">
                  <c:v>630.891490</c:v>
                </c:pt>
                <c:pt idx="1160">
                  <c:v>391.887061</c:v>
                </c:pt>
                <c:pt idx="1161">
                  <c:v>391.887061</c:v>
                </c:pt>
                <c:pt idx="1162">
                  <c:v>611.215876</c:v>
                </c:pt>
                <c:pt idx="1163">
                  <c:v>611.215876</c:v>
                </c:pt>
                <c:pt idx="1164">
                  <c:v>419.999900</c:v>
                </c:pt>
                <c:pt idx="1165">
                  <c:v>419.999900</c:v>
                </c:pt>
                <c:pt idx="1166">
                  <c:v>240.0001</c:v>
                </c:pt>
                <c:pt idx="1167">
                  <c:v>240.0001</c:v>
                </c:pt>
                <c:pt idx="1168">
                  <c:v>326.323014</c:v>
                </c:pt>
                <c:pt idx="1169">
                  <c:v>326.323014</c:v>
                </c:pt>
                <c:pt idx="1170">
                  <c:v>517.545169</c:v>
                </c:pt>
                <c:pt idx="1171">
                  <c:v>517.545169</c:v>
                </c:pt>
                <c:pt idx="1172">
                  <c:v>372.770948</c:v>
                </c:pt>
                <c:pt idx="1173">
                  <c:v>372.770948</c:v>
                </c:pt>
                <c:pt idx="1174">
                  <c:v>180.0001</c:v>
                </c:pt>
                <c:pt idx="1175">
                  <c:v>180.0001</c:v>
                </c:pt>
                <c:pt idx="1176">
                  <c:v>192.211047</c:v>
                </c:pt>
                <c:pt idx="1177">
                  <c:v>192.211047</c:v>
                </c:pt>
                <c:pt idx="1178">
                  <c:v>192.211047</c:v>
                </c:pt>
                <c:pt idx="1179">
                  <c:v>192.211047</c:v>
                </c:pt>
                <c:pt idx="1180">
                  <c:v>150.0001</c:v>
                </c:pt>
                <c:pt idx="1181">
                  <c:v>150.0001</c:v>
                </c:pt>
                <c:pt idx="1182">
                  <c:v>119.999779</c:v>
                </c:pt>
                <c:pt idx="1183">
                  <c:v>119.999779</c:v>
                </c:pt>
                <c:pt idx="1184">
                  <c:v>351.676403</c:v>
                </c:pt>
                <c:pt idx="1185">
                  <c:v>351.676403</c:v>
                </c:pt>
                <c:pt idx="1186">
                  <c:v>174.421774</c:v>
                </c:pt>
                <c:pt idx="1187">
                  <c:v>174.421774</c:v>
                </c:pt>
                <c:pt idx="1188">
                  <c:v>105.421246</c:v>
                </c:pt>
                <c:pt idx="1189">
                  <c:v>105.421246</c:v>
                </c:pt>
                <c:pt idx="1190">
                  <c:v>299.999700</c:v>
                </c:pt>
                <c:pt idx="1191">
                  <c:v>299.999700</c:v>
                </c:pt>
                <c:pt idx="1192">
                  <c:v>680.938178</c:v>
                </c:pt>
                <c:pt idx="1193">
                  <c:v>680.938178</c:v>
                </c:pt>
                <c:pt idx="1194">
                  <c:v>606.632421</c:v>
                </c:pt>
                <c:pt idx="1195">
                  <c:v>606.632421</c:v>
                </c:pt>
                <c:pt idx="1196">
                  <c:v>642.210947</c:v>
                </c:pt>
                <c:pt idx="1197">
                  <c:v>642.210947</c:v>
                </c:pt>
                <c:pt idx="1198">
                  <c:v>342.211247</c:v>
                </c:pt>
                <c:pt idx="1199">
                  <c:v>342.211247</c:v>
                </c:pt>
                <c:pt idx="1200">
                  <c:v>342.211268</c:v>
                </c:pt>
                <c:pt idx="1201">
                  <c:v>342.211268</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357.430128</c:v>
                </c:pt>
                <c:pt idx="1335">
                  <c:v>357.430128</c:v>
                </c:pt>
                <c:pt idx="1336">
                  <c:v>250.488529</c:v>
                </c:pt>
                <c:pt idx="1337">
                  <c:v>250.488529</c:v>
                </c:pt>
                <c:pt idx="1338">
                  <c:v>326.301699</c:v>
                </c:pt>
                <c:pt idx="1339">
                  <c:v>326.301699</c:v>
                </c:pt>
                <c:pt idx="1340">
                  <c:v>207.644404</c:v>
                </c:pt>
                <c:pt idx="1341">
                  <c:v>207.644404</c:v>
                </c:pt>
                <c:pt idx="1342">
                  <c:v>60</c:v>
                </c:pt>
                <c:pt idx="1343">
                  <c:v>60</c:v>
                </c:pt>
                <c:pt idx="1344">
                  <c:v>60.000300</c:v>
                </c:pt>
                <c:pt idx="1345">
                  <c:v>60.000300</c:v>
                </c:pt>
                <c:pt idx="1346">
                  <c:v>17.674028</c:v>
                </c:pt>
                <c:pt idx="1347">
                  <c:v>17.674028</c:v>
                </c:pt>
                <c:pt idx="1348">
                  <c:v>210</c:v>
                </c:pt>
                <c:pt idx="1349">
                  <c:v>210</c:v>
                </c:pt>
                <c:pt idx="1350">
                  <c:v>0.000200</c:v>
                </c:pt>
                <c:pt idx="1351">
                  <c:v>0.000200</c:v>
                </c:pt>
                <c:pt idx="1352">
                  <c:v>359.999900</c:v>
                </c:pt>
                <c:pt idx="1353">
                  <c:v>359.999900</c:v>
                </c:pt>
                <c:pt idx="1354">
                  <c:v>292.513327</c:v>
                </c:pt>
                <c:pt idx="1355">
                  <c:v>292.513327</c:v>
                </c:pt>
                <c:pt idx="1356">
                  <c:v>270</c:v>
                </c:pt>
                <c:pt idx="1357">
                  <c:v>270</c:v>
                </c:pt>
                <c:pt idx="1358">
                  <c:v>90.000100</c:v>
                </c:pt>
                <c:pt idx="1359">
                  <c:v>90.000100</c:v>
                </c:pt>
                <c:pt idx="1360">
                  <c:v>437.789053</c:v>
                </c:pt>
                <c:pt idx="1361">
                  <c:v>437.789053</c:v>
                </c:pt>
                <c:pt idx="1362">
                  <c:v>355.698073</c:v>
                </c:pt>
                <c:pt idx="1363">
                  <c:v>355.698073</c:v>
                </c:pt>
                <c:pt idx="1364">
                  <c:v>210</c:v>
                </c:pt>
                <c:pt idx="1365">
                  <c:v>210</c:v>
                </c:pt>
                <c:pt idx="1366">
                  <c:v>180</c:v>
                </c:pt>
                <c:pt idx="1367">
                  <c:v>180</c:v>
                </c:pt>
                <c:pt idx="1368">
                  <c:v>246.633142</c:v>
                </c:pt>
                <c:pt idx="1369">
                  <c:v>246.633142</c:v>
                </c:pt>
                <c:pt idx="1370">
                  <c:v>593.520074</c:v>
                </c:pt>
                <c:pt idx="1371">
                  <c:v>593.520074</c:v>
                </c:pt>
                <c:pt idx="1372">
                  <c:v>150.000400</c:v>
                </c:pt>
                <c:pt idx="1373">
                  <c:v>150.000400</c:v>
                </c:pt>
                <c:pt idx="1374">
                  <c:v>363.881554</c:v>
                </c:pt>
                <c:pt idx="1375">
                  <c:v>363.881554</c:v>
                </c:pt>
                <c:pt idx="1376">
                  <c:v>616.054276</c:v>
                </c:pt>
                <c:pt idx="1377">
                  <c:v>616.054276</c:v>
                </c:pt>
                <c:pt idx="1378">
                  <c:v>545.578205</c:v>
                </c:pt>
                <c:pt idx="1379">
                  <c:v>545.578205</c:v>
                </c:pt>
                <c:pt idx="1380">
                  <c:v>732.210526</c:v>
                </c:pt>
                <c:pt idx="1381">
                  <c:v>732.210526</c:v>
                </c:pt>
                <c:pt idx="1382">
                  <c:v>690</c:v>
                </c:pt>
                <c:pt idx="1383">
                  <c:v>690</c:v>
                </c:pt>
                <c:pt idx="1384">
                  <c:v>497.789895</c:v>
                </c:pt>
                <c:pt idx="1385">
                  <c:v>497.789895</c:v>
                </c:pt>
                <c:pt idx="1386">
                  <c:v>540</c:v>
                </c:pt>
                <c:pt idx="1387">
                  <c:v>540</c:v>
                </c:pt>
                <c:pt idx="1388">
                  <c:v>198.843789</c:v>
                </c:pt>
                <c:pt idx="1389">
                  <c:v>198.843789</c:v>
                </c:pt>
              </c:numCache>
            </c:numRef>
          </c:yVal>
          <c:smooth val="0"/>
          <c:extLst>
            <c:ext xmlns:c16="http://schemas.microsoft.com/office/drawing/2014/chart" uri="{C3380CC4-5D6E-409C-BE32-E72D297353CC}">
              <c16:uniqueId val="{00000000-ED11-49D5-9A59-9E56C896F93A}"/>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37.789974</c:v>
                </c:pt>
                <c:pt idx="33">
                  <c:v>37.789974</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87.646190</c:v>
                </c:pt>
                <c:pt idx="53">
                  <c:v>87.646190</c:v>
                </c:pt>
                <c:pt idx="54">
                  <c:v>59.15</c:v>
                </c:pt>
                <c:pt idx="55">
                  <c:v>59.15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110.977739</c:v>
                </c:pt>
                <c:pt idx="187">
                  <c:v>110.977739</c:v>
                </c:pt>
                <c:pt idx="188">
                  <c:v>294.955650</c:v>
                </c:pt>
                <c:pt idx="189">
                  <c:v>294.955650</c:v>
                </c:pt>
                <c:pt idx="190">
                  <c:v>200</c:v>
                </c:pt>
                <c:pt idx="191">
                  <c:v>200</c:v>
                </c:pt>
                <c:pt idx="192">
                  <c:v>410.336537</c:v>
                </c:pt>
                <c:pt idx="193">
                  <c:v>410.336537</c:v>
                </c:pt>
                <c:pt idx="194">
                  <c:v>397.789153</c:v>
                </c:pt>
                <c:pt idx="195">
                  <c:v>397.789153</c:v>
                </c:pt>
                <c:pt idx="196">
                  <c:v>240</c:v>
                </c:pt>
                <c:pt idx="197">
                  <c:v>240</c:v>
                </c:pt>
                <c:pt idx="198">
                  <c:v>200</c:v>
                </c:pt>
                <c:pt idx="199">
                  <c:v>200</c:v>
                </c:pt>
                <c:pt idx="200">
                  <c:v>567.631794</c:v>
                </c:pt>
                <c:pt idx="201">
                  <c:v>567.631794</c:v>
                </c:pt>
                <c:pt idx="202">
                  <c:v>606.302369</c:v>
                </c:pt>
                <c:pt idx="203">
                  <c:v>606.302369</c:v>
                </c:pt>
                <c:pt idx="204">
                  <c:v>702.210947</c:v>
                </c:pt>
                <c:pt idx="205">
                  <c:v>702.210947</c:v>
                </c:pt>
                <c:pt idx="206">
                  <c:v>693.552840</c:v>
                </c:pt>
                <c:pt idx="207">
                  <c:v>693.552840</c:v>
                </c:pt>
                <c:pt idx="208">
                  <c:v>357.909693</c:v>
                </c:pt>
                <c:pt idx="209">
                  <c:v>357.909693</c:v>
                </c:pt>
                <c:pt idx="210">
                  <c:v>296.279972</c:v>
                </c:pt>
                <c:pt idx="211">
                  <c:v>296.279972</c:v>
                </c:pt>
                <c:pt idx="212">
                  <c:v>200</c:v>
                </c:pt>
                <c:pt idx="213">
                  <c:v>200</c:v>
                </c:pt>
                <c:pt idx="214">
                  <c:v>250.000200</c:v>
                </c:pt>
                <c:pt idx="215">
                  <c:v>250.000200</c:v>
                </c:pt>
                <c:pt idx="216">
                  <c:v>433.764526</c:v>
                </c:pt>
                <c:pt idx="217">
                  <c:v>433.764526</c:v>
                </c:pt>
                <c:pt idx="218">
                  <c:v>484.354075</c:v>
                </c:pt>
                <c:pt idx="219">
                  <c:v>484.354075</c:v>
                </c:pt>
                <c:pt idx="220">
                  <c:v>376.753462</c:v>
                </c:pt>
                <c:pt idx="221">
                  <c:v>376.753462</c:v>
                </c:pt>
                <c:pt idx="222">
                  <c:v>200</c:v>
                </c:pt>
                <c:pt idx="223">
                  <c:v>200</c:v>
                </c:pt>
                <c:pt idx="224">
                  <c:v>409.879238</c:v>
                </c:pt>
                <c:pt idx="225">
                  <c:v>409.879238</c:v>
                </c:pt>
                <c:pt idx="226">
                  <c:v>236.365911</c:v>
                </c:pt>
                <c:pt idx="227">
                  <c:v>236.365911</c:v>
                </c:pt>
                <c:pt idx="228">
                  <c:v>407.789253</c:v>
                </c:pt>
                <c:pt idx="229">
                  <c:v>407.789253</c:v>
                </c:pt>
                <c:pt idx="230">
                  <c:v>342.210626</c:v>
                </c:pt>
                <c:pt idx="231">
                  <c:v>342.210626</c:v>
                </c:pt>
                <c:pt idx="232">
                  <c:v>238.843689</c:v>
                </c:pt>
                <c:pt idx="233">
                  <c:v>238.843689</c:v>
                </c:pt>
                <c:pt idx="234">
                  <c:v>300.001263</c:v>
                </c:pt>
                <c:pt idx="235">
                  <c:v>300.001263</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93.772198</c:v>
                </c:pt>
                <c:pt idx="403">
                  <c:v>93.772198</c:v>
                </c:pt>
                <c:pt idx="404">
                  <c:v>169.999700</c:v>
                </c:pt>
                <c:pt idx="405">
                  <c:v>169.999700</c:v>
                </c:pt>
                <c:pt idx="406">
                  <c:v>0</c:v>
                </c:pt>
                <c:pt idx="407">
                  <c:v>0</c:v>
                </c:pt>
                <c:pt idx="408">
                  <c:v>200</c:v>
                </c:pt>
                <c:pt idx="409">
                  <c:v>200</c:v>
                </c:pt>
                <c:pt idx="410">
                  <c:v>192.210726</c:v>
                </c:pt>
                <c:pt idx="411">
                  <c:v>192.210726</c:v>
                </c:pt>
                <c:pt idx="412">
                  <c:v>192.210426</c:v>
                </c:pt>
                <c:pt idx="413">
                  <c:v>192.210426</c:v>
                </c:pt>
                <c:pt idx="414">
                  <c:v>200</c:v>
                </c:pt>
                <c:pt idx="415">
                  <c:v>200</c:v>
                </c:pt>
                <c:pt idx="416">
                  <c:v>199.136538</c:v>
                </c:pt>
                <c:pt idx="417">
                  <c:v>199.136538</c:v>
                </c:pt>
                <c:pt idx="418">
                  <c:v>197.887015</c:v>
                </c:pt>
                <c:pt idx="419">
                  <c:v>197.887015</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109.260216</c:v>
                </c:pt>
                <c:pt idx="609">
                  <c:v>109.260216</c:v>
                </c:pt>
                <c:pt idx="610">
                  <c:v>105.892713</c:v>
                </c:pt>
                <c:pt idx="611">
                  <c:v>105.892713</c:v>
                </c:pt>
                <c:pt idx="612">
                  <c:v>200</c:v>
                </c:pt>
                <c:pt idx="613">
                  <c:v>200</c:v>
                </c:pt>
                <c:pt idx="614">
                  <c:v>200</c:v>
                </c:pt>
                <c:pt idx="615">
                  <c:v>200</c:v>
                </c:pt>
                <c:pt idx="616">
                  <c:v>167.093032</c:v>
                </c:pt>
                <c:pt idx="617">
                  <c:v>167.093032</c:v>
                </c:pt>
                <c:pt idx="618">
                  <c:v>182.907810</c:v>
                </c:pt>
                <c:pt idx="619">
                  <c:v>182.907810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ED11-49D5-9A59-9E56C896F93A}"/>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0.85</c:v>
                </c:pt>
                <c:pt idx="55">
                  <c:v>0.85</c:v>
                </c:pt>
                <c:pt idx="56">
                  <c:v>11.05</c:v>
                </c:pt>
                <c:pt idx="57">
                  <c:v>11.05</c:v>
                </c:pt>
                <c:pt idx="58">
                  <c:v>20.400000</c:v>
                </c:pt>
                <c:pt idx="59">
                  <c:v>20.400000</c:v>
                </c:pt>
                <c:pt idx="60">
                  <c:v>29.75</c:v>
                </c:pt>
                <c:pt idx="61">
                  <c:v>29.75</c:v>
                </c:pt>
                <c:pt idx="62">
                  <c:v>46.75</c:v>
                </c:pt>
                <c:pt idx="63">
                  <c:v>46.75</c:v>
                </c:pt>
                <c:pt idx="64">
                  <c:v>68</c:v>
                </c:pt>
                <c:pt idx="65">
                  <c:v>68</c:v>
                </c:pt>
                <c:pt idx="66">
                  <c:v>98.6</c:v>
                </c:pt>
                <c:pt idx="67">
                  <c:v>98.6</c:v>
                </c:pt>
                <c:pt idx="68">
                  <c:v>127.5</c:v>
                </c:pt>
                <c:pt idx="69">
                  <c:v>127.5</c:v>
                </c:pt>
                <c:pt idx="70">
                  <c:v>138.550000</c:v>
                </c:pt>
                <c:pt idx="71">
                  <c:v>138.550000</c:v>
                </c:pt>
                <c:pt idx="72">
                  <c:v>186.15</c:v>
                </c:pt>
                <c:pt idx="73">
                  <c:v>186.15</c:v>
                </c:pt>
                <c:pt idx="74">
                  <c:v>207.4</c:v>
                </c:pt>
                <c:pt idx="75">
                  <c:v>207.4</c:v>
                </c:pt>
                <c:pt idx="76">
                  <c:v>189.55</c:v>
                </c:pt>
                <c:pt idx="77">
                  <c:v>189.55</c:v>
                </c:pt>
                <c:pt idx="78">
                  <c:v>180.2</c:v>
                </c:pt>
                <c:pt idx="79">
                  <c:v>180.2</c:v>
                </c:pt>
                <c:pt idx="80">
                  <c:v>208.25</c:v>
                </c:pt>
                <c:pt idx="81">
                  <c:v>208.25</c:v>
                </c:pt>
                <c:pt idx="82">
                  <c:v>224.4</c:v>
                </c:pt>
                <c:pt idx="83">
                  <c:v>224.4</c:v>
                </c:pt>
                <c:pt idx="84">
                  <c:v>134.300000</c:v>
                </c:pt>
                <c:pt idx="85">
                  <c:v>134.300000</c:v>
                </c:pt>
                <c:pt idx="86">
                  <c:v>163.200000</c:v>
                </c:pt>
                <c:pt idx="87">
                  <c:v>163.200000</c:v>
                </c:pt>
                <c:pt idx="88">
                  <c:v>179.35</c:v>
                </c:pt>
                <c:pt idx="89">
                  <c:v>179.35</c:v>
                </c:pt>
                <c:pt idx="90">
                  <c:v>149.6</c:v>
                </c:pt>
                <c:pt idx="91">
                  <c:v>149.6</c:v>
                </c:pt>
                <c:pt idx="92">
                  <c:v>154.700000</c:v>
                </c:pt>
                <c:pt idx="93">
                  <c:v>154.700000</c:v>
                </c:pt>
                <c:pt idx="94">
                  <c:v>133.450000</c:v>
                </c:pt>
                <c:pt idx="95">
                  <c:v>133.450000</c:v>
                </c:pt>
                <c:pt idx="96">
                  <c:v>137.700000</c:v>
                </c:pt>
                <c:pt idx="97">
                  <c:v>137.700000</c:v>
                </c:pt>
                <c:pt idx="98">
                  <c:v>166.6</c:v>
                </c:pt>
                <c:pt idx="99">
                  <c:v>166.6</c:v>
                </c:pt>
                <c:pt idx="100">
                  <c:v>216.75</c:v>
                </c:pt>
                <c:pt idx="101">
                  <c:v>216.75</c:v>
                </c:pt>
                <c:pt idx="102">
                  <c:v>294.95</c:v>
                </c:pt>
                <c:pt idx="103">
                  <c:v>294.95</c:v>
                </c:pt>
                <c:pt idx="104">
                  <c:v>215.05</c:v>
                </c:pt>
                <c:pt idx="105">
                  <c:v>215.05</c:v>
                </c:pt>
                <c:pt idx="106">
                  <c:v>198.9</c:v>
                </c:pt>
                <c:pt idx="107">
                  <c:v>198.9</c:v>
                </c:pt>
                <c:pt idx="108">
                  <c:v>181.05</c:v>
                </c:pt>
                <c:pt idx="109">
                  <c:v>181.05</c:v>
                </c:pt>
                <c:pt idx="110">
                  <c:v>195.5</c:v>
                </c:pt>
                <c:pt idx="111">
                  <c:v>195.5</c:v>
                </c:pt>
                <c:pt idx="112">
                  <c:v>180.2</c:v>
                </c:pt>
                <c:pt idx="113">
                  <c:v>180.2</c:v>
                </c:pt>
                <c:pt idx="114">
                  <c:v>143.65</c:v>
                </c:pt>
                <c:pt idx="115">
                  <c:v>143.65</c:v>
                </c:pt>
                <c:pt idx="116">
                  <c:v>147.9</c:v>
                </c:pt>
                <c:pt idx="117">
                  <c:v>147.9</c:v>
                </c:pt>
                <c:pt idx="118">
                  <c:v>135.15</c:v>
                </c:pt>
                <c:pt idx="119">
                  <c:v>135.15</c:v>
                </c:pt>
                <c:pt idx="120">
                  <c:v>147.050000</c:v>
                </c:pt>
                <c:pt idx="121">
                  <c:v>147.050000</c:v>
                </c:pt>
                <c:pt idx="122">
                  <c:v>104.55</c:v>
                </c:pt>
                <c:pt idx="123">
                  <c:v>104.55</c:v>
                </c:pt>
                <c:pt idx="124">
                  <c:v>94.35</c:v>
                </c:pt>
                <c:pt idx="125">
                  <c:v>94.35</c:v>
                </c:pt>
                <c:pt idx="126">
                  <c:v>68</c:v>
                </c:pt>
                <c:pt idx="127">
                  <c:v>68</c:v>
                </c:pt>
                <c:pt idx="128">
                  <c:v>61.2</c:v>
                </c:pt>
                <c:pt idx="129">
                  <c:v>61.2</c:v>
                </c:pt>
                <c:pt idx="130">
                  <c:v>44.2</c:v>
                </c:pt>
                <c:pt idx="131">
                  <c:v>44.2</c:v>
                </c:pt>
                <c:pt idx="132">
                  <c:v>20.400000</c:v>
                </c:pt>
                <c:pt idx="133">
                  <c:v>20.400000</c:v>
                </c:pt>
                <c:pt idx="134">
                  <c:v>4.25</c:v>
                </c:pt>
                <c:pt idx="135">
                  <c:v>4.25</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6.8</c:v>
                </c:pt>
                <c:pt idx="247">
                  <c:v>6.8</c:v>
                </c:pt>
                <c:pt idx="248">
                  <c:v>33.15</c:v>
                </c:pt>
                <c:pt idx="249">
                  <c:v>33.15</c:v>
                </c:pt>
                <c:pt idx="250">
                  <c:v>69.7</c:v>
                </c:pt>
                <c:pt idx="251">
                  <c:v>69.7</c:v>
                </c:pt>
                <c:pt idx="252">
                  <c:v>114.75</c:v>
                </c:pt>
                <c:pt idx="253">
                  <c:v>114.75</c:v>
                </c:pt>
                <c:pt idx="254">
                  <c:v>155.550000</c:v>
                </c:pt>
                <c:pt idx="255">
                  <c:v>155.550000</c:v>
                </c:pt>
                <c:pt idx="256">
                  <c:v>197.2</c:v>
                </c:pt>
                <c:pt idx="257">
                  <c:v>197.2</c:v>
                </c:pt>
                <c:pt idx="258">
                  <c:v>237.15</c:v>
                </c:pt>
                <c:pt idx="259">
                  <c:v>237.15</c:v>
                </c:pt>
                <c:pt idx="260">
                  <c:v>277.100000</c:v>
                </c:pt>
                <c:pt idx="261">
                  <c:v>277.100000</c:v>
                </c:pt>
                <c:pt idx="262">
                  <c:v>315.350000</c:v>
                </c:pt>
                <c:pt idx="263">
                  <c:v>315.350000</c:v>
                </c:pt>
                <c:pt idx="264">
                  <c:v>351.9</c:v>
                </c:pt>
                <c:pt idx="265">
                  <c:v>351.9</c:v>
                </c:pt>
                <c:pt idx="266">
                  <c:v>385.9</c:v>
                </c:pt>
                <c:pt idx="267">
                  <c:v>385.9</c:v>
                </c:pt>
                <c:pt idx="268">
                  <c:v>416.5</c:v>
                </c:pt>
                <c:pt idx="269">
                  <c:v>416.5</c:v>
                </c:pt>
                <c:pt idx="270">
                  <c:v>444.55</c:v>
                </c:pt>
                <c:pt idx="271">
                  <c:v>444.55</c:v>
                </c:pt>
                <c:pt idx="272">
                  <c:v>469.2</c:v>
                </c:pt>
                <c:pt idx="273">
                  <c:v>469.2</c:v>
                </c:pt>
                <c:pt idx="274">
                  <c:v>491.3</c:v>
                </c:pt>
                <c:pt idx="275">
                  <c:v>491.3</c:v>
                </c:pt>
                <c:pt idx="276">
                  <c:v>510</c:v>
                </c:pt>
                <c:pt idx="277">
                  <c:v>510</c:v>
                </c:pt>
                <c:pt idx="278">
                  <c:v>525.300000</c:v>
                </c:pt>
                <c:pt idx="279">
                  <c:v>525.300000</c:v>
                </c:pt>
                <c:pt idx="280">
                  <c:v>537.200000</c:v>
                </c:pt>
                <c:pt idx="281">
                  <c:v>537.200000</c:v>
                </c:pt>
                <c:pt idx="282">
                  <c:v>545.700000</c:v>
                </c:pt>
                <c:pt idx="283">
                  <c:v>545.700000</c:v>
                </c:pt>
                <c:pt idx="284">
                  <c:v>545.700000</c:v>
                </c:pt>
                <c:pt idx="285">
                  <c:v>545.700000</c:v>
                </c:pt>
                <c:pt idx="286">
                  <c:v>466.65</c:v>
                </c:pt>
                <c:pt idx="287">
                  <c:v>466.65</c:v>
                </c:pt>
                <c:pt idx="288">
                  <c:v>527</c:v>
                </c:pt>
                <c:pt idx="289">
                  <c:v>527</c:v>
                </c:pt>
                <c:pt idx="290">
                  <c:v>535.5</c:v>
                </c:pt>
                <c:pt idx="291">
                  <c:v>535.5</c:v>
                </c:pt>
                <c:pt idx="292">
                  <c:v>441.15</c:v>
                </c:pt>
                <c:pt idx="293">
                  <c:v>441.15</c:v>
                </c:pt>
                <c:pt idx="294">
                  <c:v>319.600000</c:v>
                </c:pt>
                <c:pt idx="295">
                  <c:v>319.600000</c:v>
                </c:pt>
                <c:pt idx="296">
                  <c:v>131.75</c:v>
                </c:pt>
                <c:pt idx="297">
                  <c:v>131.75</c:v>
                </c:pt>
                <c:pt idx="298">
                  <c:v>62.05</c:v>
                </c:pt>
                <c:pt idx="299">
                  <c:v>62.05</c:v>
                </c:pt>
                <c:pt idx="300">
                  <c:v>71.400000</c:v>
                </c:pt>
                <c:pt idx="301">
                  <c:v>71.400000</c:v>
                </c:pt>
                <c:pt idx="302">
                  <c:v>96.05</c:v>
                </c:pt>
                <c:pt idx="303">
                  <c:v>96.05</c:v>
                </c:pt>
                <c:pt idx="304">
                  <c:v>135.15</c:v>
                </c:pt>
                <c:pt idx="305">
                  <c:v>135.15</c:v>
                </c:pt>
                <c:pt idx="306">
                  <c:v>163.200000</c:v>
                </c:pt>
                <c:pt idx="307">
                  <c:v>163.200000</c:v>
                </c:pt>
                <c:pt idx="308">
                  <c:v>136</c:v>
                </c:pt>
                <c:pt idx="309">
                  <c:v>136</c:v>
                </c:pt>
                <c:pt idx="310">
                  <c:v>104.55</c:v>
                </c:pt>
                <c:pt idx="311">
                  <c:v>104.55</c:v>
                </c:pt>
                <c:pt idx="312">
                  <c:v>142.800000</c:v>
                </c:pt>
                <c:pt idx="313">
                  <c:v>142.800000</c:v>
                </c:pt>
                <c:pt idx="314">
                  <c:v>107.95</c:v>
                </c:pt>
                <c:pt idx="315">
                  <c:v>107.95</c:v>
                </c:pt>
                <c:pt idx="316">
                  <c:v>107.1</c:v>
                </c:pt>
                <c:pt idx="317">
                  <c:v>107.1</c:v>
                </c:pt>
                <c:pt idx="318">
                  <c:v>95.2</c:v>
                </c:pt>
                <c:pt idx="319">
                  <c:v>95.2</c:v>
                </c:pt>
                <c:pt idx="320">
                  <c:v>45.05</c:v>
                </c:pt>
                <c:pt idx="321">
                  <c:v>45.05</c:v>
                </c:pt>
                <c:pt idx="322">
                  <c:v>22.1</c:v>
                </c:pt>
                <c:pt idx="323">
                  <c:v>22.1</c:v>
                </c:pt>
                <c:pt idx="324">
                  <c:v>18.7</c:v>
                </c:pt>
                <c:pt idx="325">
                  <c:v>18.7</c:v>
                </c:pt>
                <c:pt idx="326">
                  <c:v>7.65</c:v>
                </c:pt>
                <c:pt idx="327">
                  <c:v>7.65</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11.9</c:v>
                </c:pt>
                <c:pt idx="439">
                  <c:v>11.9</c:v>
                </c:pt>
                <c:pt idx="440">
                  <c:v>41.65</c:v>
                </c:pt>
                <c:pt idx="441">
                  <c:v>41.65</c:v>
                </c:pt>
                <c:pt idx="442">
                  <c:v>78.2</c:v>
                </c:pt>
                <c:pt idx="443">
                  <c:v>78.2</c:v>
                </c:pt>
                <c:pt idx="444">
                  <c:v>117.3</c:v>
                </c:pt>
                <c:pt idx="445">
                  <c:v>117.3</c:v>
                </c:pt>
                <c:pt idx="446">
                  <c:v>158.950000</c:v>
                </c:pt>
                <c:pt idx="447">
                  <c:v>158.950000</c:v>
                </c:pt>
                <c:pt idx="448">
                  <c:v>200.6</c:v>
                </c:pt>
                <c:pt idx="449">
                  <c:v>200.6</c:v>
                </c:pt>
                <c:pt idx="450">
                  <c:v>242.25</c:v>
                </c:pt>
                <c:pt idx="451">
                  <c:v>242.25</c:v>
                </c:pt>
                <c:pt idx="452">
                  <c:v>282.2</c:v>
                </c:pt>
                <c:pt idx="453">
                  <c:v>282.2</c:v>
                </c:pt>
                <c:pt idx="454">
                  <c:v>320.45</c:v>
                </c:pt>
                <c:pt idx="455">
                  <c:v>320.45</c:v>
                </c:pt>
                <c:pt idx="456">
                  <c:v>356.15</c:v>
                </c:pt>
                <c:pt idx="457">
                  <c:v>356.15</c:v>
                </c:pt>
                <c:pt idx="458">
                  <c:v>390.15</c:v>
                </c:pt>
                <c:pt idx="459">
                  <c:v>390.15</c:v>
                </c:pt>
                <c:pt idx="460">
                  <c:v>421.6</c:v>
                </c:pt>
                <c:pt idx="461">
                  <c:v>421.6</c:v>
                </c:pt>
                <c:pt idx="462">
                  <c:v>449.65</c:v>
                </c:pt>
                <c:pt idx="463">
                  <c:v>449.65</c:v>
                </c:pt>
                <c:pt idx="464">
                  <c:v>476</c:v>
                </c:pt>
                <c:pt idx="465">
                  <c:v>476</c:v>
                </c:pt>
                <c:pt idx="466">
                  <c:v>498.1</c:v>
                </c:pt>
                <c:pt idx="467">
                  <c:v>498.1</c:v>
                </c:pt>
                <c:pt idx="468">
                  <c:v>517.65</c:v>
                </c:pt>
                <c:pt idx="469">
                  <c:v>517.65</c:v>
                </c:pt>
                <c:pt idx="470">
                  <c:v>533.800000</c:v>
                </c:pt>
                <c:pt idx="471">
                  <c:v>533.800000</c:v>
                </c:pt>
                <c:pt idx="472">
                  <c:v>546.550000</c:v>
                </c:pt>
                <c:pt idx="473">
                  <c:v>546.550000</c:v>
                </c:pt>
                <c:pt idx="474">
                  <c:v>555.9</c:v>
                </c:pt>
                <c:pt idx="475">
                  <c:v>555.9</c:v>
                </c:pt>
                <c:pt idx="476">
                  <c:v>561</c:v>
                </c:pt>
                <c:pt idx="477">
                  <c:v>561</c:v>
                </c:pt>
                <c:pt idx="478">
                  <c:v>563.550000</c:v>
                </c:pt>
                <c:pt idx="479">
                  <c:v>563.550000</c:v>
                </c:pt>
                <c:pt idx="480">
                  <c:v>562.700000</c:v>
                </c:pt>
                <c:pt idx="481">
                  <c:v>562.700000</c:v>
                </c:pt>
                <c:pt idx="482">
                  <c:v>493</c:v>
                </c:pt>
                <c:pt idx="483">
                  <c:v>493</c:v>
                </c:pt>
                <c:pt idx="484">
                  <c:v>431.8</c:v>
                </c:pt>
                <c:pt idx="485">
                  <c:v>431.8</c:v>
                </c:pt>
                <c:pt idx="486">
                  <c:v>476.85</c:v>
                </c:pt>
                <c:pt idx="487">
                  <c:v>476.85</c:v>
                </c:pt>
                <c:pt idx="488">
                  <c:v>464.1</c:v>
                </c:pt>
                <c:pt idx="489">
                  <c:v>464.1</c:v>
                </c:pt>
                <c:pt idx="490">
                  <c:v>251.6</c:v>
                </c:pt>
                <c:pt idx="491">
                  <c:v>251.6</c:v>
                </c:pt>
                <c:pt idx="492">
                  <c:v>220.15</c:v>
                </c:pt>
                <c:pt idx="493">
                  <c:v>220.15</c:v>
                </c:pt>
                <c:pt idx="494">
                  <c:v>221.85</c:v>
                </c:pt>
                <c:pt idx="495">
                  <c:v>221.85</c:v>
                </c:pt>
                <c:pt idx="496">
                  <c:v>117.3</c:v>
                </c:pt>
                <c:pt idx="497">
                  <c:v>117.3</c:v>
                </c:pt>
                <c:pt idx="498">
                  <c:v>100.3</c:v>
                </c:pt>
                <c:pt idx="499">
                  <c:v>100.3</c:v>
                </c:pt>
                <c:pt idx="500">
                  <c:v>217.6</c:v>
                </c:pt>
                <c:pt idx="501">
                  <c:v>217.6</c:v>
                </c:pt>
                <c:pt idx="502">
                  <c:v>188.7</c:v>
                </c:pt>
                <c:pt idx="503">
                  <c:v>188.7</c:v>
                </c:pt>
                <c:pt idx="504">
                  <c:v>192.1</c:v>
                </c:pt>
                <c:pt idx="505">
                  <c:v>192.1</c:v>
                </c:pt>
                <c:pt idx="506">
                  <c:v>175.95</c:v>
                </c:pt>
                <c:pt idx="507">
                  <c:v>175.95</c:v>
                </c:pt>
                <c:pt idx="508">
                  <c:v>182.75</c:v>
                </c:pt>
                <c:pt idx="509">
                  <c:v>182.75</c:v>
                </c:pt>
                <c:pt idx="510">
                  <c:v>178.5</c:v>
                </c:pt>
                <c:pt idx="511">
                  <c:v>178.5</c:v>
                </c:pt>
                <c:pt idx="512">
                  <c:v>136.85</c:v>
                </c:pt>
                <c:pt idx="513">
                  <c:v>136.85</c:v>
                </c:pt>
                <c:pt idx="514">
                  <c:v>84.15</c:v>
                </c:pt>
                <c:pt idx="515">
                  <c:v>84.15</c:v>
                </c:pt>
                <c:pt idx="516">
                  <c:v>51</c:v>
                </c:pt>
                <c:pt idx="517">
                  <c:v>51</c:v>
                </c:pt>
                <c:pt idx="518">
                  <c:v>18.7</c:v>
                </c:pt>
                <c:pt idx="519">
                  <c:v>18.7</c:v>
                </c:pt>
                <c:pt idx="520">
                  <c:v>1.7</c:v>
                </c:pt>
                <c:pt idx="521">
                  <c:v>1.7</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13.6</c:v>
                </c:pt>
                <c:pt idx="631">
                  <c:v>13.6</c:v>
                </c:pt>
                <c:pt idx="632">
                  <c:v>44.2</c:v>
                </c:pt>
                <c:pt idx="633">
                  <c:v>44.2</c:v>
                </c:pt>
                <c:pt idx="634">
                  <c:v>81.600000</c:v>
                </c:pt>
                <c:pt idx="635">
                  <c:v>81.600000</c:v>
                </c:pt>
                <c:pt idx="636">
                  <c:v>122.4</c:v>
                </c:pt>
                <c:pt idx="637">
                  <c:v>122.4</c:v>
                </c:pt>
                <c:pt idx="638">
                  <c:v>164.05</c:v>
                </c:pt>
                <c:pt idx="639">
                  <c:v>164.05</c:v>
                </c:pt>
                <c:pt idx="640">
                  <c:v>206.55</c:v>
                </c:pt>
                <c:pt idx="641">
                  <c:v>206.55</c:v>
                </c:pt>
                <c:pt idx="642">
                  <c:v>247.35</c:v>
                </c:pt>
                <c:pt idx="643">
                  <c:v>247.35</c:v>
                </c:pt>
                <c:pt idx="644">
                  <c:v>288.150000</c:v>
                </c:pt>
                <c:pt idx="645">
                  <c:v>288.150000</c:v>
                </c:pt>
                <c:pt idx="646">
                  <c:v>326.400000</c:v>
                </c:pt>
                <c:pt idx="647">
                  <c:v>326.400000</c:v>
                </c:pt>
                <c:pt idx="648">
                  <c:v>362.1</c:v>
                </c:pt>
                <c:pt idx="649">
                  <c:v>362.1</c:v>
                </c:pt>
                <c:pt idx="650">
                  <c:v>396.1</c:v>
                </c:pt>
                <c:pt idx="651">
                  <c:v>396.1</c:v>
                </c:pt>
                <c:pt idx="652">
                  <c:v>427.55</c:v>
                </c:pt>
                <c:pt idx="653">
                  <c:v>427.55</c:v>
                </c:pt>
                <c:pt idx="654">
                  <c:v>456.45</c:v>
                </c:pt>
                <c:pt idx="655">
                  <c:v>456.45</c:v>
                </c:pt>
                <c:pt idx="656">
                  <c:v>481.95</c:v>
                </c:pt>
                <c:pt idx="657">
                  <c:v>481.95</c:v>
                </c:pt>
                <c:pt idx="658">
                  <c:v>504.05</c:v>
                </c:pt>
                <c:pt idx="659">
                  <c:v>504.05</c:v>
                </c:pt>
                <c:pt idx="660">
                  <c:v>522.75</c:v>
                </c:pt>
                <c:pt idx="661">
                  <c:v>522.75</c:v>
                </c:pt>
                <c:pt idx="662">
                  <c:v>538.050000</c:v>
                </c:pt>
                <c:pt idx="663">
                  <c:v>538.050000</c:v>
                </c:pt>
                <c:pt idx="664">
                  <c:v>550.800000</c:v>
                </c:pt>
                <c:pt idx="665">
                  <c:v>550.800000</c:v>
                </c:pt>
                <c:pt idx="666">
                  <c:v>560.15</c:v>
                </c:pt>
                <c:pt idx="667">
                  <c:v>560.15</c:v>
                </c:pt>
                <c:pt idx="668">
                  <c:v>566.1</c:v>
                </c:pt>
                <c:pt idx="669">
                  <c:v>566.1</c:v>
                </c:pt>
                <c:pt idx="670">
                  <c:v>568.65</c:v>
                </c:pt>
                <c:pt idx="671">
                  <c:v>568.65</c:v>
                </c:pt>
                <c:pt idx="672">
                  <c:v>566.950000</c:v>
                </c:pt>
                <c:pt idx="673">
                  <c:v>566.950000</c:v>
                </c:pt>
                <c:pt idx="674">
                  <c:v>562.700000</c:v>
                </c:pt>
                <c:pt idx="675">
                  <c:v>562.700000</c:v>
                </c:pt>
                <c:pt idx="676">
                  <c:v>555.050000</c:v>
                </c:pt>
                <c:pt idx="677">
                  <c:v>555.050000</c:v>
                </c:pt>
                <c:pt idx="678">
                  <c:v>518.5</c:v>
                </c:pt>
                <c:pt idx="679">
                  <c:v>518.5</c:v>
                </c:pt>
                <c:pt idx="680">
                  <c:v>509.15</c:v>
                </c:pt>
                <c:pt idx="681">
                  <c:v>509.15</c:v>
                </c:pt>
                <c:pt idx="682">
                  <c:v>507.45</c:v>
                </c:pt>
                <c:pt idx="683">
                  <c:v>507.45</c:v>
                </c:pt>
                <c:pt idx="684">
                  <c:v>488.75</c:v>
                </c:pt>
                <c:pt idx="685">
                  <c:v>488.75</c:v>
                </c:pt>
                <c:pt idx="686">
                  <c:v>462.4</c:v>
                </c:pt>
                <c:pt idx="687">
                  <c:v>462.4</c:v>
                </c:pt>
                <c:pt idx="688">
                  <c:v>434.35</c:v>
                </c:pt>
                <c:pt idx="689">
                  <c:v>434.35</c:v>
                </c:pt>
                <c:pt idx="690">
                  <c:v>385.9</c:v>
                </c:pt>
                <c:pt idx="691">
                  <c:v>385.9</c:v>
                </c:pt>
                <c:pt idx="692">
                  <c:v>353.6</c:v>
                </c:pt>
                <c:pt idx="693">
                  <c:v>353.6</c:v>
                </c:pt>
                <c:pt idx="694">
                  <c:v>319.600000</c:v>
                </c:pt>
                <c:pt idx="695">
                  <c:v>319.600000</c:v>
                </c:pt>
                <c:pt idx="696">
                  <c:v>299.2</c:v>
                </c:pt>
                <c:pt idx="697">
                  <c:v>299.2</c:v>
                </c:pt>
                <c:pt idx="698">
                  <c:v>245.65</c:v>
                </c:pt>
                <c:pt idx="699">
                  <c:v>245.65</c:v>
                </c:pt>
                <c:pt idx="700">
                  <c:v>213.35</c:v>
                </c:pt>
                <c:pt idx="701">
                  <c:v>213.35</c:v>
                </c:pt>
                <c:pt idx="702">
                  <c:v>157.25</c:v>
                </c:pt>
                <c:pt idx="703">
                  <c:v>157.25</c:v>
                </c:pt>
                <c:pt idx="704">
                  <c:v>124.95</c:v>
                </c:pt>
                <c:pt idx="705">
                  <c:v>124.95</c:v>
                </c:pt>
                <c:pt idx="706">
                  <c:v>80.75</c:v>
                </c:pt>
                <c:pt idx="707">
                  <c:v>80.75</c:v>
                </c:pt>
                <c:pt idx="708">
                  <c:v>51</c:v>
                </c:pt>
                <c:pt idx="709">
                  <c:v>51</c:v>
                </c:pt>
                <c:pt idx="710">
                  <c:v>18.7</c:v>
                </c:pt>
                <c:pt idx="711">
                  <c:v>18.7</c:v>
                </c:pt>
                <c:pt idx="712">
                  <c:v>0.85</c:v>
                </c:pt>
                <c:pt idx="713">
                  <c:v>0.85</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15.3</c:v>
                </c:pt>
                <c:pt idx="823">
                  <c:v>15.3</c:v>
                </c:pt>
                <c:pt idx="824">
                  <c:v>44.2</c:v>
                </c:pt>
                <c:pt idx="825">
                  <c:v>44.2</c:v>
                </c:pt>
                <c:pt idx="826">
                  <c:v>85</c:v>
                </c:pt>
                <c:pt idx="827">
                  <c:v>85</c:v>
                </c:pt>
                <c:pt idx="828">
                  <c:v>126.65</c:v>
                </c:pt>
                <c:pt idx="829">
                  <c:v>126.65</c:v>
                </c:pt>
                <c:pt idx="830">
                  <c:v>168.3</c:v>
                </c:pt>
                <c:pt idx="831">
                  <c:v>168.3</c:v>
                </c:pt>
                <c:pt idx="832">
                  <c:v>210.8</c:v>
                </c:pt>
                <c:pt idx="833">
                  <c:v>210.8</c:v>
                </c:pt>
                <c:pt idx="834">
                  <c:v>252.45</c:v>
                </c:pt>
                <c:pt idx="835">
                  <c:v>252.45</c:v>
                </c:pt>
                <c:pt idx="836">
                  <c:v>292.400000</c:v>
                </c:pt>
                <c:pt idx="837">
                  <c:v>292.400000</c:v>
                </c:pt>
                <c:pt idx="838">
                  <c:v>331.5</c:v>
                </c:pt>
                <c:pt idx="839">
                  <c:v>331.5</c:v>
                </c:pt>
                <c:pt idx="840">
                  <c:v>367.2</c:v>
                </c:pt>
                <c:pt idx="841">
                  <c:v>367.2</c:v>
                </c:pt>
                <c:pt idx="842">
                  <c:v>400.35</c:v>
                </c:pt>
                <c:pt idx="843">
                  <c:v>400.35</c:v>
                </c:pt>
                <c:pt idx="844">
                  <c:v>430.95</c:v>
                </c:pt>
                <c:pt idx="845">
                  <c:v>430.95</c:v>
                </c:pt>
                <c:pt idx="846">
                  <c:v>459</c:v>
                </c:pt>
                <c:pt idx="847">
                  <c:v>459</c:v>
                </c:pt>
                <c:pt idx="848">
                  <c:v>484.5</c:v>
                </c:pt>
                <c:pt idx="849">
                  <c:v>484.5</c:v>
                </c:pt>
                <c:pt idx="850">
                  <c:v>506.6</c:v>
                </c:pt>
                <c:pt idx="851">
                  <c:v>506.6</c:v>
                </c:pt>
                <c:pt idx="852">
                  <c:v>524.450000</c:v>
                </c:pt>
                <c:pt idx="853">
                  <c:v>524.450000</c:v>
                </c:pt>
                <c:pt idx="854">
                  <c:v>538.9</c:v>
                </c:pt>
                <c:pt idx="855">
                  <c:v>538.9</c:v>
                </c:pt>
                <c:pt idx="856">
                  <c:v>550.800000</c:v>
                </c:pt>
                <c:pt idx="857">
                  <c:v>550.800000</c:v>
                </c:pt>
                <c:pt idx="858">
                  <c:v>558.450000</c:v>
                </c:pt>
                <c:pt idx="859">
                  <c:v>558.450000</c:v>
                </c:pt>
                <c:pt idx="860">
                  <c:v>562.700000</c:v>
                </c:pt>
                <c:pt idx="861">
                  <c:v>562.700000</c:v>
                </c:pt>
                <c:pt idx="862">
                  <c:v>563.550000</c:v>
                </c:pt>
                <c:pt idx="863">
                  <c:v>563.550000</c:v>
                </c:pt>
                <c:pt idx="864">
                  <c:v>551.65</c:v>
                </c:pt>
                <c:pt idx="865">
                  <c:v>551.65</c:v>
                </c:pt>
                <c:pt idx="866">
                  <c:v>421.6</c:v>
                </c:pt>
                <c:pt idx="867">
                  <c:v>421.6</c:v>
                </c:pt>
                <c:pt idx="868">
                  <c:v>377.4</c:v>
                </c:pt>
                <c:pt idx="869">
                  <c:v>377.4</c:v>
                </c:pt>
                <c:pt idx="870">
                  <c:v>459</c:v>
                </c:pt>
                <c:pt idx="871">
                  <c:v>459</c:v>
                </c:pt>
                <c:pt idx="872">
                  <c:v>515.1</c:v>
                </c:pt>
                <c:pt idx="873">
                  <c:v>515.1</c:v>
                </c:pt>
                <c:pt idx="874">
                  <c:v>495.55</c:v>
                </c:pt>
                <c:pt idx="875">
                  <c:v>495.55</c:v>
                </c:pt>
                <c:pt idx="876">
                  <c:v>472.6</c:v>
                </c:pt>
                <c:pt idx="877">
                  <c:v>472.6</c:v>
                </c:pt>
                <c:pt idx="878">
                  <c:v>446.25</c:v>
                </c:pt>
                <c:pt idx="879">
                  <c:v>446.25</c:v>
                </c:pt>
                <c:pt idx="880">
                  <c:v>417.35</c:v>
                </c:pt>
                <c:pt idx="881">
                  <c:v>417.35</c:v>
                </c:pt>
                <c:pt idx="882">
                  <c:v>374.85</c:v>
                </c:pt>
                <c:pt idx="883">
                  <c:v>374.85</c:v>
                </c:pt>
                <c:pt idx="884">
                  <c:v>320.45</c:v>
                </c:pt>
                <c:pt idx="885">
                  <c:v>320.45</c:v>
                </c:pt>
                <c:pt idx="886">
                  <c:v>272.850000</c:v>
                </c:pt>
                <c:pt idx="887">
                  <c:v>272.850000</c:v>
                </c:pt>
                <c:pt idx="888">
                  <c:v>209.95</c:v>
                </c:pt>
                <c:pt idx="889">
                  <c:v>209.95</c:v>
                </c:pt>
                <c:pt idx="890">
                  <c:v>194.65</c:v>
                </c:pt>
                <c:pt idx="891">
                  <c:v>194.65</c:v>
                </c:pt>
                <c:pt idx="892">
                  <c:v>129.200000</c:v>
                </c:pt>
                <c:pt idx="893">
                  <c:v>129.200000</c:v>
                </c:pt>
                <c:pt idx="894">
                  <c:v>73.95</c:v>
                </c:pt>
                <c:pt idx="895">
                  <c:v>73.95</c:v>
                </c:pt>
                <c:pt idx="896">
                  <c:v>57.8</c:v>
                </c:pt>
                <c:pt idx="897">
                  <c:v>57.8</c:v>
                </c:pt>
                <c:pt idx="898">
                  <c:v>61.2</c:v>
                </c:pt>
                <c:pt idx="899">
                  <c:v>61.2</c:v>
                </c:pt>
                <c:pt idx="900">
                  <c:v>39.950000</c:v>
                </c:pt>
                <c:pt idx="901">
                  <c:v>39.950000</c:v>
                </c:pt>
                <c:pt idx="902">
                  <c:v>10.200000</c:v>
                </c:pt>
                <c:pt idx="903">
                  <c:v>10.200000</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13.6</c:v>
                </c:pt>
                <c:pt idx="1015">
                  <c:v>13.6</c:v>
                </c:pt>
                <c:pt idx="1016">
                  <c:v>44.2</c:v>
                </c:pt>
                <c:pt idx="1017">
                  <c:v>44.2</c:v>
                </c:pt>
                <c:pt idx="1018">
                  <c:v>85.85</c:v>
                </c:pt>
                <c:pt idx="1019">
                  <c:v>85.85</c:v>
                </c:pt>
                <c:pt idx="1020">
                  <c:v>126.65</c:v>
                </c:pt>
                <c:pt idx="1021">
                  <c:v>126.65</c:v>
                </c:pt>
                <c:pt idx="1022">
                  <c:v>169.15</c:v>
                </c:pt>
                <c:pt idx="1023">
                  <c:v>169.15</c:v>
                </c:pt>
                <c:pt idx="1024">
                  <c:v>210.8</c:v>
                </c:pt>
                <c:pt idx="1025">
                  <c:v>210.8</c:v>
                </c:pt>
                <c:pt idx="1026">
                  <c:v>252.45</c:v>
                </c:pt>
                <c:pt idx="1027">
                  <c:v>252.45</c:v>
                </c:pt>
                <c:pt idx="1028">
                  <c:v>293.25</c:v>
                </c:pt>
                <c:pt idx="1029">
                  <c:v>293.25</c:v>
                </c:pt>
                <c:pt idx="1030">
                  <c:v>333.2</c:v>
                </c:pt>
                <c:pt idx="1031">
                  <c:v>333.2</c:v>
                </c:pt>
                <c:pt idx="1032">
                  <c:v>369.75</c:v>
                </c:pt>
                <c:pt idx="1033">
                  <c:v>369.75</c:v>
                </c:pt>
                <c:pt idx="1034">
                  <c:v>403.75</c:v>
                </c:pt>
                <c:pt idx="1035">
                  <c:v>403.75</c:v>
                </c:pt>
                <c:pt idx="1036">
                  <c:v>436.05</c:v>
                </c:pt>
                <c:pt idx="1037">
                  <c:v>436.05</c:v>
                </c:pt>
                <c:pt idx="1038">
                  <c:v>464.95</c:v>
                </c:pt>
                <c:pt idx="1039">
                  <c:v>464.95</c:v>
                </c:pt>
                <c:pt idx="1040">
                  <c:v>491.3</c:v>
                </c:pt>
                <c:pt idx="1041">
                  <c:v>491.3</c:v>
                </c:pt>
                <c:pt idx="1042">
                  <c:v>515.1</c:v>
                </c:pt>
                <c:pt idx="1043">
                  <c:v>515.1</c:v>
                </c:pt>
                <c:pt idx="1044">
                  <c:v>534.65</c:v>
                </c:pt>
                <c:pt idx="1045">
                  <c:v>534.65</c:v>
                </c:pt>
                <c:pt idx="1046">
                  <c:v>550.800000</c:v>
                </c:pt>
                <c:pt idx="1047">
                  <c:v>550.800000</c:v>
                </c:pt>
                <c:pt idx="1048">
                  <c:v>563.550000</c:v>
                </c:pt>
                <c:pt idx="1049">
                  <c:v>563.550000</c:v>
                </c:pt>
                <c:pt idx="1050">
                  <c:v>573.75</c:v>
                </c:pt>
                <c:pt idx="1051">
                  <c:v>573.75</c:v>
                </c:pt>
                <c:pt idx="1052">
                  <c:v>580.550000</c:v>
                </c:pt>
                <c:pt idx="1053">
                  <c:v>580.550000</c:v>
                </c:pt>
                <c:pt idx="1054">
                  <c:v>583.950000</c:v>
                </c:pt>
                <c:pt idx="1055">
                  <c:v>583.950000</c:v>
                </c:pt>
                <c:pt idx="1056">
                  <c:v>583.1</c:v>
                </c:pt>
                <c:pt idx="1057">
                  <c:v>583.1</c:v>
                </c:pt>
                <c:pt idx="1058">
                  <c:v>579.700000</c:v>
                </c:pt>
                <c:pt idx="1059">
                  <c:v>579.700000</c:v>
                </c:pt>
                <c:pt idx="1060">
                  <c:v>572.050000</c:v>
                </c:pt>
                <c:pt idx="1061">
                  <c:v>572.050000</c:v>
                </c:pt>
                <c:pt idx="1062">
                  <c:v>560.15</c:v>
                </c:pt>
                <c:pt idx="1063">
                  <c:v>560.15</c:v>
                </c:pt>
                <c:pt idx="1064">
                  <c:v>544.85</c:v>
                </c:pt>
                <c:pt idx="1065">
                  <c:v>544.85</c:v>
                </c:pt>
                <c:pt idx="1066">
                  <c:v>526.15</c:v>
                </c:pt>
                <c:pt idx="1067">
                  <c:v>526.15</c:v>
                </c:pt>
                <c:pt idx="1068">
                  <c:v>471.75</c:v>
                </c:pt>
                <c:pt idx="1069">
                  <c:v>471.75</c:v>
                </c:pt>
                <c:pt idx="1070">
                  <c:v>453.9</c:v>
                </c:pt>
                <c:pt idx="1071">
                  <c:v>453.9</c:v>
                </c:pt>
                <c:pt idx="1072">
                  <c:v>447.95</c:v>
                </c:pt>
                <c:pt idx="1073">
                  <c:v>447.95</c:v>
                </c:pt>
                <c:pt idx="1074">
                  <c:v>420.75</c:v>
                </c:pt>
                <c:pt idx="1075">
                  <c:v>420.75</c:v>
                </c:pt>
                <c:pt idx="1076">
                  <c:v>387.6</c:v>
                </c:pt>
                <c:pt idx="1077">
                  <c:v>387.6</c:v>
                </c:pt>
                <c:pt idx="1078">
                  <c:v>344.25</c:v>
                </c:pt>
                <c:pt idx="1079">
                  <c:v>344.25</c:v>
                </c:pt>
                <c:pt idx="1080">
                  <c:v>283.900000</c:v>
                </c:pt>
                <c:pt idx="1081">
                  <c:v>283.900000</c:v>
                </c:pt>
                <c:pt idx="1082">
                  <c:v>267.75</c:v>
                </c:pt>
                <c:pt idx="1083">
                  <c:v>267.75</c:v>
                </c:pt>
                <c:pt idx="1084">
                  <c:v>214.2</c:v>
                </c:pt>
                <c:pt idx="1085">
                  <c:v>214.2</c:v>
                </c:pt>
                <c:pt idx="1086">
                  <c:v>170</c:v>
                </c:pt>
                <c:pt idx="1087">
                  <c:v>170</c:v>
                </c:pt>
                <c:pt idx="1088">
                  <c:v>136</c:v>
                </c:pt>
                <c:pt idx="1089">
                  <c:v>136</c:v>
                </c:pt>
                <c:pt idx="1090">
                  <c:v>107.1</c:v>
                </c:pt>
                <c:pt idx="1091">
                  <c:v>107.1</c:v>
                </c:pt>
                <c:pt idx="1092">
                  <c:v>56.95</c:v>
                </c:pt>
                <c:pt idx="1093">
                  <c:v>56.95</c:v>
                </c:pt>
                <c:pt idx="1094">
                  <c:v>24.65</c:v>
                </c:pt>
                <c:pt idx="1095">
                  <c:v>24.65</c:v>
                </c:pt>
                <c:pt idx="1096">
                  <c:v>3.4</c:v>
                </c:pt>
                <c:pt idx="1097">
                  <c:v>3.4</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0.85</c:v>
                </c:pt>
                <c:pt idx="1205">
                  <c:v>0.85</c:v>
                </c:pt>
                <c:pt idx="1206">
                  <c:v>20.400000</c:v>
                </c:pt>
                <c:pt idx="1207">
                  <c:v>20.400000</c:v>
                </c:pt>
                <c:pt idx="1208">
                  <c:v>50.15</c:v>
                </c:pt>
                <c:pt idx="1209">
                  <c:v>50.15</c:v>
                </c:pt>
                <c:pt idx="1210">
                  <c:v>95.2</c:v>
                </c:pt>
                <c:pt idx="1211">
                  <c:v>95.2</c:v>
                </c:pt>
                <c:pt idx="1212">
                  <c:v>137.700000</c:v>
                </c:pt>
                <c:pt idx="1213">
                  <c:v>137.700000</c:v>
                </c:pt>
                <c:pt idx="1214">
                  <c:v>181.05</c:v>
                </c:pt>
                <c:pt idx="1215">
                  <c:v>181.05</c:v>
                </c:pt>
                <c:pt idx="1216">
                  <c:v>224.4</c:v>
                </c:pt>
                <c:pt idx="1217">
                  <c:v>224.4</c:v>
                </c:pt>
                <c:pt idx="1218">
                  <c:v>266.05</c:v>
                </c:pt>
                <c:pt idx="1219">
                  <c:v>266.05</c:v>
                </c:pt>
                <c:pt idx="1220">
                  <c:v>306.850000</c:v>
                </c:pt>
                <c:pt idx="1221">
                  <c:v>306.850000</c:v>
                </c:pt>
                <c:pt idx="1222">
                  <c:v>345.95</c:v>
                </c:pt>
                <c:pt idx="1223">
                  <c:v>345.95</c:v>
                </c:pt>
                <c:pt idx="1224">
                  <c:v>382.5</c:v>
                </c:pt>
                <c:pt idx="1225">
                  <c:v>382.5</c:v>
                </c:pt>
                <c:pt idx="1226">
                  <c:v>417.35</c:v>
                </c:pt>
                <c:pt idx="1227">
                  <c:v>417.35</c:v>
                </c:pt>
                <c:pt idx="1228">
                  <c:v>448.8</c:v>
                </c:pt>
                <c:pt idx="1229">
                  <c:v>448.8</c:v>
                </c:pt>
                <c:pt idx="1230">
                  <c:v>477.7</c:v>
                </c:pt>
                <c:pt idx="1231">
                  <c:v>477.7</c:v>
                </c:pt>
                <c:pt idx="1232">
                  <c:v>503.2</c:v>
                </c:pt>
                <c:pt idx="1233">
                  <c:v>503.2</c:v>
                </c:pt>
                <c:pt idx="1234">
                  <c:v>525.300000</c:v>
                </c:pt>
                <c:pt idx="1235">
                  <c:v>525.300000</c:v>
                </c:pt>
                <c:pt idx="1236">
                  <c:v>544</c:v>
                </c:pt>
                <c:pt idx="1237">
                  <c:v>544</c:v>
                </c:pt>
                <c:pt idx="1238">
                  <c:v>559.300000</c:v>
                </c:pt>
                <c:pt idx="1239">
                  <c:v>559.300000</c:v>
                </c:pt>
                <c:pt idx="1240">
                  <c:v>572.050000</c:v>
                </c:pt>
                <c:pt idx="1241">
                  <c:v>572.050000</c:v>
                </c:pt>
                <c:pt idx="1242">
                  <c:v>580.550000</c:v>
                </c:pt>
                <c:pt idx="1243">
                  <c:v>580.550000</c:v>
                </c:pt>
                <c:pt idx="1244">
                  <c:v>586.5</c:v>
                </c:pt>
                <c:pt idx="1245">
                  <c:v>586.5</c:v>
                </c:pt>
                <c:pt idx="1246">
                  <c:v>588.200000</c:v>
                </c:pt>
                <c:pt idx="1247">
                  <c:v>588.200000</c:v>
                </c:pt>
                <c:pt idx="1248">
                  <c:v>586.5</c:v>
                </c:pt>
                <c:pt idx="1249">
                  <c:v>586.5</c:v>
                </c:pt>
                <c:pt idx="1250">
                  <c:v>581.4</c:v>
                </c:pt>
                <c:pt idx="1251">
                  <c:v>581.4</c:v>
                </c:pt>
                <c:pt idx="1252">
                  <c:v>572.9</c:v>
                </c:pt>
                <c:pt idx="1253">
                  <c:v>572.9</c:v>
                </c:pt>
                <c:pt idx="1254">
                  <c:v>561</c:v>
                </c:pt>
                <c:pt idx="1255">
                  <c:v>561</c:v>
                </c:pt>
                <c:pt idx="1256">
                  <c:v>545.700000</c:v>
                </c:pt>
                <c:pt idx="1257">
                  <c:v>545.700000</c:v>
                </c:pt>
                <c:pt idx="1258">
                  <c:v>526.15</c:v>
                </c:pt>
                <c:pt idx="1259">
                  <c:v>526.15</c:v>
                </c:pt>
                <c:pt idx="1260">
                  <c:v>504.05</c:v>
                </c:pt>
                <c:pt idx="1261">
                  <c:v>504.05</c:v>
                </c:pt>
                <c:pt idx="1262">
                  <c:v>478.55</c:v>
                </c:pt>
                <c:pt idx="1263">
                  <c:v>478.55</c:v>
                </c:pt>
                <c:pt idx="1264">
                  <c:v>450.5</c:v>
                </c:pt>
                <c:pt idx="1265">
                  <c:v>450.5</c:v>
                </c:pt>
                <c:pt idx="1266">
                  <c:v>417.35</c:v>
                </c:pt>
                <c:pt idx="1267">
                  <c:v>417.35</c:v>
                </c:pt>
                <c:pt idx="1268">
                  <c:v>379.95</c:v>
                </c:pt>
                <c:pt idx="1269">
                  <c:v>379.95</c:v>
                </c:pt>
                <c:pt idx="1270">
                  <c:v>343.4</c:v>
                </c:pt>
                <c:pt idx="1271">
                  <c:v>343.4</c:v>
                </c:pt>
                <c:pt idx="1272">
                  <c:v>311.95</c:v>
                </c:pt>
                <c:pt idx="1273">
                  <c:v>311.95</c:v>
                </c:pt>
                <c:pt idx="1274">
                  <c:v>272</c:v>
                </c:pt>
                <c:pt idx="1275">
                  <c:v>272</c:v>
                </c:pt>
                <c:pt idx="1276">
                  <c:v>231.2</c:v>
                </c:pt>
                <c:pt idx="1277">
                  <c:v>231.2</c:v>
                </c:pt>
                <c:pt idx="1278">
                  <c:v>183.6</c:v>
                </c:pt>
                <c:pt idx="1279">
                  <c:v>183.6</c:v>
                </c:pt>
                <c:pt idx="1280">
                  <c:v>147.050000</c:v>
                </c:pt>
                <c:pt idx="1281">
                  <c:v>147.050000</c:v>
                </c:pt>
                <c:pt idx="1282">
                  <c:v>95.2</c:v>
                </c:pt>
                <c:pt idx="1283">
                  <c:v>95.2</c:v>
                </c:pt>
                <c:pt idx="1284">
                  <c:v>54.4</c:v>
                </c:pt>
                <c:pt idx="1285">
                  <c:v>54.4</c:v>
                </c:pt>
                <c:pt idx="1286">
                  <c:v>18.7</c:v>
                </c:pt>
                <c:pt idx="1287">
                  <c:v>18.7</c:v>
                </c:pt>
                <c:pt idx="1288">
                  <c:v>4.25</c:v>
                </c:pt>
                <c:pt idx="1289">
                  <c:v>4.25</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ED11-49D5-9A59-9E56C896F93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38.112900</c:v>
                </c:pt>
                <c:pt idx="6">
                  <c:v>38.112900</c:v>
                </c:pt>
                <c:pt idx="7">
                  <c:v>38.112900</c:v>
                </c:pt>
                <c:pt idx="8">
                  <c:v>38.112900</c:v>
                </c:pt>
                <c:pt idx="9">
                  <c:v>39.403229</c:v>
                </c:pt>
                <c:pt idx="10">
                  <c:v>43.941446</c:v>
                </c:pt>
                <c:pt idx="11">
                  <c:v>43.941446</c:v>
                </c:pt>
                <c:pt idx="12">
                  <c:v>43.941446</c:v>
                </c:pt>
                <c:pt idx="13">
                  <c:v>43.941446</c:v>
                </c:pt>
                <c:pt idx="14">
                  <c:v>48.479662</c:v>
                </c:pt>
                <c:pt idx="15">
                  <c:v>48.479670</c:v>
                </c:pt>
                <c:pt idx="16">
                  <c:v>54.524100</c:v>
                </c:pt>
                <c:pt idx="17">
                  <c:v>54.524100</c:v>
                </c:pt>
                <c:pt idx="18">
                  <c:v>54.524100</c:v>
                </c:pt>
                <c:pt idx="19">
                  <c:v>54.524100</c:v>
                </c:pt>
                <c:pt idx="20">
                  <c:v>54.524100</c:v>
                </c:pt>
                <c:pt idx="21">
                  <c:v>54.524100</c:v>
                </c:pt>
                <c:pt idx="22">
                  <c:v>54.524100</c:v>
                </c:pt>
                <c:pt idx="23">
                  <c:v>54.524100</c:v>
                </c:pt>
                <c:pt idx="24">
                  <c:v>54.524100</c:v>
                </c:pt>
                <c:pt idx="25">
                  <c:v>54.524100</c:v>
                </c:pt>
                <c:pt idx="26">
                  <c:v>54.524100</c:v>
                </c:pt>
                <c:pt idx="27">
                  <c:v>52.867290</c:v>
                </c:pt>
                <c:pt idx="28">
                  <c:v>51.630991</c:v>
                </c:pt>
                <c:pt idx="29">
                  <c:v>51.630991</c:v>
                </c:pt>
                <c:pt idx="30">
                  <c:v>51.630991</c:v>
                </c:pt>
                <c:pt idx="31">
                  <c:v>50.861022</c:v>
                </c:pt>
                <c:pt idx="32">
                  <c:v>50.475836</c:v>
                </c:pt>
                <c:pt idx="33">
                  <c:v>49.395567</c:v>
                </c:pt>
                <c:pt idx="34">
                  <c:v>48.315298</c:v>
                </c:pt>
                <c:pt idx="35">
                  <c:v>47.235030</c:v>
                </c:pt>
                <c:pt idx="36">
                  <c:v>47.018976</c:v>
                </c:pt>
                <c:pt idx="37">
                  <c:v>47.018976</c:v>
                </c:pt>
                <c:pt idx="38">
                  <c:v>47.018976</c:v>
                </c:pt>
                <c:pt idx="39">
                  <c:v>47.018976</c:v>
                </c:pt>
                <c:pt idx="40">
                  <c:v>47.018976</c:v>
                </c:pt>
                <c:pt idx="41">
                  <c:v>47.018976</c:v>
                </c:pt>
                <c:pt idx="42">
                  <c:v>47.018976</c:v>
                </c:pt>
                <c:pt idx="43">
                  <c:v>47.018976</c:v>
                </c:pt>
                <c:pt idx="44">
                  <c:v>47.018976</c:v>
                </c:pt>
                <c:pt idx="45">
                  <c:v>47.018976</c:v>
                </c:pt>
                <c:pt idx="46">
                  <c:v>47.018976</c:v>
                </c:pt>
                <c:pt idx="47">
                  <c:v>47.018976</c:v>
                </c:pt>
                <c:pt idx="48">
                  <c:v>47.018976</c:v>
                </c:pt>
                <c:pt idx="49">
                  <c:v>47.018976</c:v>
                </c:pt>
                <c:pt idx="50">
                  <c:v>47.018976</c:v>
                </c:pt>
                <c:pt idx="51">
                  <c:v>46.243785</c:v>
                </c:pt>
                <c:pt idx="52">
                  <c:v>45.080999</c:v>
                </c:pt>
                <c:pt idx="53">
                  <c:v>43.918212</c:v>
                </c:pt>
                <c:pt idx="54">
                  <c:v>43.29806</c:v>
                </c:pt>
                <c:pt idx="55">
                  <c:v>42.964159</c:v>
                </c:pt>
                <c:pt idx="56">
                  <c:v>41.712029</c:v>
                </c:pt>
                <c:pt idx="57">
                  <c:v>40.459899</c:v>
                </c:pt>
                <c:pt idx="58">
                  <c:v>39.625146</c:v>
                </c:pt>
                <c:pt idx="59">
                  <c:v>39.625146</c:v>
                </c:pt>
                <c:pt idx="60">
                  <c:v>36.481834</c:v>
                </c:pt>
                <c:pt idx="61">
                  <c:v>41.020051</c:v>
                </c:pt>
                <c:pt idx="62">
                  <c:v>47.827375</c:v>
                </c:pt>
                <c:pt idx="63">
                  <c:v>51.680255</c:v>
                </c:pt>
                <c:pt idx="64">
                  <c:v>51.059163</c:v>
                </c:pt>
                <c:pt idx="65">
                  <c:v>49.894615</c:v>
                </c:pt>
                <c:pt idx="66">
                  <c:v>48.730068</c:v>
                </c:pt>
                <c:pt idx="67">
                  <c:v>47.798430</c:v>
                </c:pt>
                <c:pt idx="68">
                  <c:v>47.517728</c:v>
                </c:pt>
                <c:pt idx="69">
                  <c:v>46.465096</c:v>
                </c:pt>
                <c:pt idx="70">
                  <c:v>45.412464</c:v>
                </c:pt>
                <c:pt idx="71">
                  <c:v>44.359832</c:v>
                </c:pt>
                <c:pt idx="72">
                  <c:v>43.868603</c:v>
                </c:pt>
                <c:pt idx="73">
                  <c:v>43.146403</c:v>
                </c:pt>
                <c:pt idx="74">
                  <c:v>41.792279</c:v>
                </c:pt>
                <c:pt idx="75">
                  <c:v>40.438154</c:v>
                </c:pt>
                <c:pt idx="76">
                  <c:v>39.986779</c:v>
                </c:pt>
                <c:pt idx="77">
                  <c:v>38.853175</c:v>
                </c:pt>
                <c:pt idx="78">
                  <c:v>37.719571</c:v>
                </c:pt>
                <c:pt idx="79">
                  <c:v>36.585967</c:v>
                </c:pt>
                <c:pt idx="80">
                  <c:v>36.056952</c:v>
                </c:pt>
                <c:pt idx="81">
                  <c:v>34.728959</c:v>
                </c:pt>
                <c:pt idx="82">
                  <c:v>33.196660</c:v>
                </c:pt>
                <c:pt idx="83">
                  <c:v>32.175127</c:v>
                </c:pt>
                <c:pt idx="84">
                  <c:v>31.356413</c:v>
                </c:pt>
                <c:pt idx="85">
                  <c:v>30.128342</c:v>
                </c:pt>
                <c:pt idx="86">
                  <c:v>28.900271</c:v>
                </c:pt>
                <c:pt idx="87">
                  <c:v>28.2453</c:v>
                </c:pt>
                <c:pt idx="88">
                  <c:v>28.2453</c:v>
                </c:pt>
                <c:pt idx="89">
                  <c:v>26.917308</c:v>
                </c:pt>
                <c:pt idx="90">
                  <c:v>25.385008</c:v>
                </c:pt>
                <c:pt idx="91">
                  <c:v>24.363476</c:v>
                </c:pt>
                <c:pt idx="92">
                  <c:v>24.363476</c:v>
                </c:pt>
                <c:pt idx="93">
                  <c:v>21.220164</c:v>
                </c:pt>
                <c:pt idx="94">
                  <c:v>21.220164</c:v>
                </c:pt>
                <c:pt idx="95">
                  <c:v>21.220164</c:v>
                </c:pt>
                <c:pt idx="96">
                  <c:v>21.220164</c:v>
                </c:pt>
                <c:pt idx="97">
                  <c:v>21.220164</c:v>
                </c:pt>
                <c:pt idx="98">
                  <c:v>21.220164</c:v>
                </c:pt>
                <c:pt idx="99">
                  <c:v>21.220164</c:v>
                </c:pt>
                <c:pt idx="100">
                  <c:v>21.220164</c:v>
                </c:pt>
                <c:pt idx="101">
                  <c:v>25.758380</c:v>
                </c:pt>
                <c:pt idx="102">
                  <c:v>28.734076</c:v>
                </c:pt>
                <c:pt idx="103">
                  <c:v>35.541401</c:v>
                </c:pt>
                <c:pt idx="104">
                  <c:v>42.348726</c:v>
                </c:pt>
                <c:pt idx="105">
                  <c:v>46.853809</c:v>
                </c:pt>
                <c:pt idx="106">
                  <c:v>48.826730</c:v>
                </c:pt>
                <c:pt idx="107">
                  <c:v>49.122917</c:v>
                </c:pt>
                <c:pt idx="108">
                  <c:v>49.122917</c:v>
                </c:pt>
                <c:pt idx="109">
                  <c:v>53.661134</c:v>
                </c:pt>
                <c:pt idx="110">
                  <c:v>55.963376</c:v>
                </c:pt>
                <c:pt idx="111">
                  <c:v>59.885999</c:v>
                </c:pt>
                <c:pt idx="112">
                  <c:v>60.501592</c:v>
                </c:pt>
                <c:pt idx="113">
                  <c:v>65.039809</c:v>
                </c:pt>
                <c:pt idx="114">
                  <c:v>71.847134</c:v>
                </c:pt>
                <c:pt idx="115">
                  <c:v>78.654459</c:v>
                </c:pt>
                <c:pt idx="116">
                  <c:v>79.999968</c:v>
                </c:pt>
                <c:pt idx="117">
                  <c:v>80.923567</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78.877810</c:v>
                </c:pt>
                <c:pt idx="131">
                  <c:v>77.623610</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66.139010</c:v>
                </c:pt>
                <c:pt idx="145">
                  <c:v>64.974463</c:v>
                </c:pt>
                <c:pt idx="146">
                  <c:v>63.809916</c:v>
                </c:pt>
                <c:pt idx="147">
                  <c:v>63.421733</c:v>
                </c:pt>
                <c:pt idx="148">
                  <c:v>62.309518</c:v>
                </c:pt>
                <c:pt idx="149">
                  <c:v>61.197303</c:v>
                </c:pt>
                <c:pt idx="150">
                  <c:v>60.085088</c:v>
                </c:pt>
                <c:pt idx="151">
                  <c:v>59.491906</c:v>
                </c:pt>
                <c:pt idx="152">
                  <c:v>59.491906</c:v>
                </c:pt>
                <c:pt idx="153">
                  <c:v>58.913762</c:v>
                </c:pt>
                <c:pt idx="154">
                  <c:v>57.674882</c:v>
                </c:pt>
                <c:pt idx="155">
                  <c:v>56.436002</c:v>
                </c:pt>
                <c:pt idx="156">
                  <c:v>55.610082</c:v>
                </c:pt>
                <c:pt idx="157">
                  <c:v>55.610082</c:v>
                </c:pt>
                <c:pt idx="158">
                  <c:v>54.529859</c:v>
                </c:pt>
                <c:pt idx="159">
                  <c:v>53.365311</c:v>
                </c:pt>
                <c:pt idx="160">
                  <c:v>52.200764</c:v>
                </c:pt>
                <c:pt idx="161">
                  <c:v>51.890218</c:v>
                </c:pt>
                <c:pt idx="162">
                  <c:v>51.048112</c:v>
                </c:pt>
                <c:pt idx="163">
                  <c:v>49.995480</c:v>
                </c:pt>
                <c:pt idx="164">
                  <c:v>48.942848</c:v>
                </c:pt>
                <c:pt idx="165">
                  <c:v>47.960391</c:v>
                </c:pt>
                <c:pt idx="166">
                  <c:v>47.727481</c:v>
                </c:pt>
                <c:pt idx="167">
                  <c:v>46.562934</c:v>
                </c:pt>
                <c:pt idx="168">
                  <c:v>45.398387</c:v>
                </c:pt>
                <c:pt idx="169">
                  <c:v>44.233839</c:v>
                </c:pt>
                <c:pt idx="170">
                  <c:v>43.868040</c:v>
                </c:pt>
                <c:pt idx="171">
                  <c:v>42.815408</c:v>
                </c:pt>
                <c:pt idx="172">
                  <c:v>41.762775</c:v>
                </c:pt>
                <c:pt idx="173">
                  <c:v>40.710143</c:v>
                </c:pt>
                <c:pt idx="174">
                  <c:v>40.148739</c:v>
                </c:pt>
                <c:pt idx="175">
                  <c:v>39.986779</c:v>
                </c:pt>
                <c:pt idx="176">
                  <c:v>38.894695</c:v>
                </c:pt>
                <c:pt idx="177">
                  <c:v>38.302567</c:v>
                </c:pt>
                <c:pt idx="178">
                  <c:v>37.099559</c:v>
                </c:pt>
                <c:pt idx="179">
                  <c:v>35.521146</c:v>
                </c:pt>
                <c:pt idx="180">
                  <c:v>35.521146</c:v>
                </c:pt>
                <c:pt idx="181">
                  <c:v>34.728959</c:v>
                </c:pt>
                <c:pt idx="182">
                  <c:v>33.196660</c:v>
                </c:pt>
                <c:pt idx="183">
                  <c:v>32.175127</c:v>
                </c:pt>
                <c:pt idx="184">
                  <c:v>31.292897</c:v>
                </c:pt>
                <c:pt idx="185">
                  <c:v>29.969551</c:v>
                </c:pt>
                <c:pt idx="186">
                  <c:v>28.646205</c:v>
                </c:pt>
                <c:pt idx="187">
                  <c:v>28.293312</c:v>
                </c:pt>
                <c:pt idx="188">
                  <c:v>28.188809</c:v>
                </c:pt>
                <c:pt idx="189">
                  <c:v>26.934764</c:v>
                </c:pt>
                <c:pt idx="190">
                  <c:v>26.431834</c:v>
                </c:pt>
                <c:pt idx="191">
                  <c:v>26.281593</c:v>
                </c:pt>
                <c:pt idx="192">
                  <c:v>30.819809</c:v>
                </c:pt>
                <c:pt idx="193">
                  <c:v>37.627134</c:v>
                </c:pt>
                <c:pt idx="194">
                  <c:v>41.132055</c:v>
                </c:pt>
                <c:pt idx="195">
                  <c:v>41.132062</c:v>
                </c:pt>
                <c:pt idx="196">
                  <c:v>46.886911</c:v>
                </c:pt>
                <c:pt idx="197">
                  <c:v>49.453797</c:v>
                </c:pt>
                <c:pt idx="198">
                  <c:v>55.780008</c:v>
                </c:pt>
                <c:pt idx="199">
                  <c:v>62.587333</c:v>
                </c:pt>
                <c:pt idx="200">
                  <c:v>66.465103</c:v>
                </c:pt>
                <c:pt idx="201">
                  <c:v>66.465103</c:v>
                </c:pt>
                <c:pt idx="202">
                  <c:v>66.465103</c:v>
                </c:pt>
                <c:pt idx="203">
                  <c:v>66.465103</c:v>
                </c:pt>
                <c:pt idx="204">
                  <c:v>66.465103</c:v>
                </c:pt>
                <c:pt idx="205">
                  <c:v>66.465103</c:v>
                </c:pt>
                <c:pt idx="206">
                  <c:v>66.465103</c:v>
                </c:pt>
                <c:pt idx="207">
                  <c:v>66.465111</c:v>
                </c:pt>
                <c:pt idx="208">
                  <c:v>66.465118</c:v>
                </c:pt>
                <c:pt idx="209">
                  <c:v>68.425402</c:v>
                </c:pt>
                <c:pt idx="210">
                  <c:v>73.192643</c:v>
                </c:pt>
                <c:pt idx="211">
                  <c:v>79.999961</c:v>
                </c:pt>
                <c:pt idx="212">
                  <c:v>79.999968</c:v>
                </c:pt>
                <c:pt idx="213">
                  <c:v>80.923567</c:v>
                </c:pt>
                <c:pt idx="214">
                  <c:v>85.461783</c:v>
                </c:pt>
                <c:pt idx="215">
                  <c:v>90</c:v>
                </c:pt>
                <c:pt idx="216">
                  <c:v>88.784985</c:v>
                </c:pt>
                <c:pt idx="217">
                  <c:v>87.914658</c:v>
                </c:pt>
                <c:pt idx="218">
                  <c:v>86.634155</c:v>
                </c:pt>
                <c:pt idx="219">
                  <c:v>85.280031</c:v>
                </c:pt>
                <c:pt idx="220">
                  <c:v>84.045210</c:v>
                </c:pt>
                <c:pt idx="221">
                  <c:v>82.926861</c:v>
                </c:pt>
                <c:pt idx="222">
                  <c:v>82.133066</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71.233385</c:v>
                </c:pt>
                <c:pt idx="236">
                  <c:v>71.200430</c:v>
                </c:pt>
                <c:pt idx="237">
                  <c:v>70.035883</c:v>
                </c:pt>
                <c:pt idx="238">
                  <c:v>68.871335</c:v>
                </c:pt>
                <c:pt idx="239">
                  <c:v>67.972465</c:v>
                </c:pt>
                <c:pt idx="240">
                  <c:v>67.228953</c:v>
                </c:pt>
                <c:pt idx="241">
                  <c:v>65.974752</c:v>
                </c:pt>
                <c:pt idx="242">
                  <c:v>64.720552</c:v>
                </c:pt>
                <c:pt idx="243">
                  <c:v>64.198098</c:v>
                </c:pt>
                <c:pt idx="244">
                  <c:v>63.421733</c:v>
                </c:pt>
                <c:pt idx="245">
                  <c:v>62.323341</c:v>
                </c:pt>
                <c:pt idx="246">
                  <c:v>61.084461</c:v>
                </c:pt>
                <c:pt idx="247">
                  <c:v>60.455826</c:v>
                </c:pt>
                <c:pt idx="248">
                  <c:v>59.491906</c:v>
                </c:pt>
                <c:pt idx="249">
                  <c:v>58.447071</c:v>
                </c:pt>
                <c:pt idx="250">
                  <c:v>57.334856</c:v>
                </c:pt>
                <c:pt idx="251">
                  <c:v>56.436002</c:v>
                </c:pt>
                <c:pt idx="252">
                  <c:v>55.610082</c:v>
                </c:pt>
                <c:pt idx="253">
                  <c:v>54.842058</c:v>
                </c:pt>
                <c:pt idx="254">
                  <c:v>53.603178</c:v>
                </c:pt>
                <c:pt idx="255">
                  <c:v>52.803062</c:v>
                </c:pt>
                <c:pt idx="256">
                  <c:v>51.750430</c:v>
                </c:pt>
                <c:pt idx="257">
                  <c:v>51.524982</c:v>
                </c:pt>
                <c:pt idx="258">
                  <c:v>50.360434</c:v>
                </c:pt>
                <c:pt idx="259">
                  <c:v>49.195887</c:v>
                </c:pt>
                <c:pt idx="260">
                  <c:v>48.03134</c:v>
                </c:pt>
                <c:pt idx="261">
                  <c:v>47.798430</c:v>
                </c:pt>
                <c:pt idx="262">
                  <c:v>46.745798</c:v>
                </c:pt>
                <c:pt idx="263">
                  <c:v>45.693166</c:v>
                </c:pt>
                <c:pt idx="264">
                  <c:v>44.640534</c:v>
                </c:pt>
                <c:pt idx="265">
                  <c:v>43.868603</c:v>
                </c:pt>
                <c:pt idx="266">
                  <c:v>43.417228</c:v>
                </c:pt>
                <c:pt idx="267">
                  <c:v>42.063103</c:v>
                </c:pt>
                <c:pt idx="268">
                  <c:v>40.708979</c:v>
                </c:pt>
                <c:pt idx="269">
                  <c:v>39.986779</c:v>
                </c:pt>
                <c:pt idx="270">
                  <c:v>39.079896</c:v>
                </c:pt>
                <c:pt idx="271">
                  <c:v>37.946292</c:v>
                </c:pt>
                <c:pt idx="272">
                  <c:v>36.812688</c:v>
                </c:pt>
                <c:pt idx="273">
                  <c:v>36.056952</c:v>
                </c:pt>
                <c:pt idx="274">
                  <c:v>35.239725</c:v>
                </c:pt>
                <c:pt idx="275">
                  <c:v>33.707426</c:v>
                </c:pt>
                <c:pt idx="276">
                  <c:v>32.175127</c:v>
                </c:pt>
                <c:pt idx="277">
                  <c:v>31.762168</c:v>
                </c:pt>
                <c:pt idx="278">
                  <c:v>30.523291</c:v>
                </c:pt>
                <c:pt idx="279">
                  <c:v>29.284414</c:v>
                </c:pt>
                <c:pt idx="280">
                  <c:v>28.293312</c:v>
                </c:pt>
                <c:pt idx="281">
                  <c:v>28.293312</c:v>
                </c:pt>
                <c:pt idx="282">
                  <c:v>26.934764</c:v>
                </c:pt>
                <c:pt idx="283">
                  <c:v>26.431834</c:v>
                </c:pt>
                <c:pt idx="284">
                  <c:v>26.207961</c:v>
                </c:pt>
                <c:pt idx="285">
                  <c:v>28.300829</c:v>
                </c:pt>
                <c:pt idx="286">
                  <c:v>28.300836</c:v>
                </c:pt>
                <c:pt idx="287">
                  <c:v>29.777853</c:v>
                </c:pt>
                <c:pt idx="288">
                  <c:v>33.347476</c:v>
                </c:pt>
                <c:pt idx="289">
                  <c:v>34.316070</c:v>
                </c:pt>
                <c:pt idx="290">
                  <c:v>38.854287</c:v>
                </c:pt>
                <c:pt idx="291">
                  <c:v>45.658165</c:v>
                </c:pt>
                <c:pt idx="292">
                  <c:v>45.658173</c:v>
                </c:pt>
                <c:pt idx="293">
                  <c:v>50.196389</c:v>
                </c:pt>
                <c:pt idx="294">
                  <c:v>50.196389</c:v>
                </c:pt>
                <c:pt idx="295">
                  <c:v>50.501592</c:v>
                </c:pt>
                <c:pt idx="296">
                  <c:v>53.237937</c:v>
                </c:pt>
                <c:pt idx="297">
                  <c:v>57.776154</c:v>
                </c:pt>
                <c:pt idx="298">
                  <c:v>59.577994</c:v>
                </c:pt>
                <c:pt idx="299">
                  <c:v>66.385318</c:v>
                </c:pt>
                <c:pt idx="300">
                  <c:v>73.192643</c:v>
                </c:pt>
                <c:pt idx="301">
                  <c:v>73.192643</c:v>
                </c:pt>
                <c:pt idx="302">
                  <c:v>73.192643</c:v>
                </c:pt>
                <c:pt idx="303">
                  <c:v>73.192643</c:v>
                </c:pt>
                <c:pt idx="304">
                  <c:v>76.385343</c:v>
                </c:pt>
                <c:pt idx="305">
                  <c:v>78.654451</c:v>
                </c:pt>
                <c:pt idx="306">
                  <c:v>78.654451</c:v>
                </c:pt>
                <c:pt idx="307">
                  <c:v>78.654451</c:v>
                </c:pt>
                <c:pt idx="308">
                  <c:v>80</c:v>
                </c:pt>
                <c:pt idx="309">
                  <c:v>81.035447</c:v>
                </c:pt>
                <c:pt idx="310">
                  <c:v>85.536370</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67.228953</c:v>
                </c:pt>
                <c:pt idx="337">
                  <c:v>65.974752</c:v>
                </c:pt>
                <c:pt idx="338">
                  <c:v>64.720552</c:v>
                </c:pt>
                <c:pt idx="339">
                  <c:v>64.198098</c:v>
                </c:pt>
                <c:pt idx="340">
                  <c:v>63.421733</c:v>
                </c:pt>
                <c:pt idx="341">
                  <c:v>62.680257</c:v>
                </c:pt>
                <c:pt idx="342">
                  <c:v>61.568041</c:v>
                </c:pt>
                <c:pt idx="343">
                  <c:v>60.455826</c:v>
                </c:pt>
                <c:pt idx="344">
                  <c:v>59.491906</c:v>
                </c:pt>
                <c:pt idx="345">
                  <c:v>58.913762</c:v>
                </c:pt>
                <c:pt idx="346">
                  <c:v>57.674882</c:v>
                </c:pt>
                <c:pt idx="347">
                  <c:v>56.436002</c:v>
                </c:pt>
                <c:pt idx="348">
                  <c:v>55.610082</c:v>
                </c:pt>
                <c:pt idx="349">
                  <c:v>54.908327</c:v>
                </c:pt>
                <c:pt idx="350">
                  <c:v>53.855695</c:v>
                </c:pt>
                <c:pt idx="351">
                  <c:v>52.803062</c:v>
                </c:pt>
                <c:pt idx="352">
                  <c:v>51.750430</c:v>
                </c:pt>
                <c:pt idx="353">
                  <c:v>51.680255</c:v>
                </c:pt>
                <c:pt idx="354">
                  <c:v>51.680255</c:v>
                </c:pt>
                <c:pt idx="355">
                  <c:v>50.512715</c:v>
                </c:pt>
                <c:pt idx="356">
                  <c:v>49.887538</c:v>
                </c:pt>
                <c:pt idx="357">
                  <c:v>49.230906</c:v>
                </c:pt>
                <c:pt idx="358">
                  <c:v>48.136519</c:v>
                </c:pt>
                <c:pt idx="359">
                  <c:v>47.042132</c:v>
                </c:pt>
                <c:pt idx="360">
                  <c:v>46.166622</c:v>
                </c:pt>
                <c:pt idx="361">
                  <c:v>46.166622</c:v>
                </c:pt>
                <c:pt idx="362">
                  <c:v>45.091623</c:v>
                </c:pt>
                <c:pt idx="363">
                  <c:v>43.747874</c:v>
                </c:pt>
                <c:pt idx="364">
                  <c:v>42.493708</c:v>
                </c:pt>
                <c:pt idx="365">
                  <c:v>42.008372</c:v>
                </c:pt>
                <c:pt idx="366">
                  <c:v>40.795029</c:v>
                </c:pt>
                <c:pt idx="367">
                  <c:v>39.581687</c:v>
                </c:pt>
                <c:pt idx="368">
                  <c:v>38.772792</c:v>
                </c:pt>
                <c:pt idx="369">
                  <c:v>38.302567</c:v>
                </c:pt>
                <c:pt idx="370">
                  <c:v>37.099559</c:v>
                </c:pt>
                <c:pt idx="371">
                  <c:v>36.056952</c:v>
                </c:pt>
                <c:pt idx="372">
                  <c:v>36.056952</c:v>
                </c:pt>
                <c:pt idx="373">
                  <c:v>34.354110</c:v>
                </c:pt>
                <c:pt idx="374">
                  <c:v>33.479609</c:v>
                </c:pt>
                <c:pt idx="375">
                  <c:v>32.167858</c:v>
                </c:pt>
                <c:pt idx="376">
                  <c:v>30.856106</c:v>
                </c:pt>
                <c:pt idx="377">
                  <c:v>30.681206</c:v>
                </c:pt>
                <c:pt idx="378">
                  <c:v>29.991424</c:v>
                </c:pt>
                <c:pt idx="379">
                  <c:v>29.531569</c:v>
                </c:pt>
                <c:pt idx="380">
                  <c:v>29.028639</c:v>
                </c:pt>
                <c:pt idx="381">
                  <c:v>29.031815</c:v>
                </c:pt>
                <c:pt idx="382">
                  <c:v>29.031823</c:v>
                </c:pt>
                <c:pt idx="383">
                  <c:v>29.031823</c:v>
                </c:pt>
                <c:pt idx="384">
                  <c:v>29.031823</c:v>
                </c:pt>
                <c:pt idx="385">
                  <c:v>29.550534</c:v>
                </c:pt>
                <c:pt idx="386">
                  <c:v>29.550534</c:v>
                </c:pt>
                <c:pt idx="387">
                  <c:v>29.550534</c:v>
                </c:pt>
                <c:pt idx="388">
                  <c:v>34.088751</c:v>
                </c:pt>
                <c:pt idx="389">
                  <c:v>35.061846</c:v>
                </c:pt>
                <c:pt idx="390">
                  <c:v>35.061846</c:v>
                </c:pt>
                <c:pt idx="391">
                  <c:v>35.061846</c:v>
                </c:pt>
                <c:pt idx="392">
                  <c:v>35.061846</c:v>
                </c:pt>
                <c:pt idx="393">
                  <c:v>39.600063</c:v>
                </c:pt>
                <c:pt idx="394">
                  <c:v>42.348719</c:v>
                </c:pt>
                <c:pt idx="395">
                  <c:v>45.107903</c:v>
                </c:pt>
                <c:pt idx="396">
                  <c:v>45.107903</c:v>
                </c:pt>
                <c:pt idx="397">
                  <c:v>45.107903</c:v>
                </c:pt>
                <c:pt idx="398">
                  <c:v>46.886943</c:v>
                </c:pt>
                <c:pt idx="399">
                  <c:v>51.425159</c:v>
                </c:pt>
                <c:pt idx="400">
                  <c:v>58.232484</c:v>
                </c:pt>
                <c:pt idx="401">
                  <c:v>65.039809</c:v>
                </c:pt>
                <c:pt idx="402">
                  <c:v>69.578025</c:v>
                </c:pt>
                <c:pt idx="403">
                  <c:v>69.578025</c:v>
                </c:pt>
                <c:pt idx="404">
                  <c:v>74.116242</c:v>
                </c:pt>
                <c:pt idx="405">
                  <c:v>78.654459</c:v>
                </c:pt>
                <c:pt idx="406">
                  <c:v>85.461783</c:v>
                </c:pt>
                <c:pt idx="407">
                  <c:v>90</c:v>
                </c:pt>
                <c:pt idx="408">
                  <c:v>88.784985</c:v>
                </c:pt>
                <c:pt idx="409">
                  <c:v>87.914658</c:v>
                </c:pt>
                <c:pt idx="410">
                  <c:v>86.634155</c:v>
                </c:pt>
                <c:pt idx="411">
                  <c:v>85.280031</c:v>
                </c:pt>
                <c:pt idx="412">
                  <c:v>84.045210</c:v>
                </c:pt>
                <c:pt idx="413">
                  <c:v>82.926861</c:v>
                </c:pt>
                <c:pt idx="414">
                  <c:v>82.133066</c:v>
                </c:pt>
                <c:pt idx="415">
                  <c:v>81.147691</c:v>
                </c:pt>
                <c:pt idx="416">
                  <c:v>79.934621</c:v>
                </c:pt>
                <c:pt idx="417">
                  <c:v>79.045036</c:v>
                </c:pt>
                <c:pt idx="418">
                  <c:v>78.877810</c:v>
                </c:pt>
                <c:pt idx="419">
                  <c:v>77.623610</c:v>
                </c:pt>
                <c:pt idx="420">
                  <c:v>76.369409</c:v>
                </c:pt>
                <c:pt idx="421">
                  <c:v>75.115209</c:v>
                </c:pt>
                <c:pt idx="422">
                  <c:v>75.115209</c:v>
                </c:pt>
                <c:pt idx="423">
                  <c:v>74.979101</c:v>
                </c:pt>
                <c:pt idx="424">
                  <c:v>73.939327</c:v>
                </c:pt>
                <c:pt idx="425">
                  <c:v>72.899552</c:v>
                </c:pt>
                <c:pt idx="426">
                  <c:v>72.065204</c:v>
                </c:pt>
                <c:pt idx="427">
                  <c:v>71.233385</c:v>
                </c:pt>
                <c:pt idx="428">
                  <c:v>71.035783</c:v>
                </c:pt>
                <c:pt idx="429">
                  <c:v>69.781583</c:v>
                </c:pt>
                <c:pt idx="430">
                  <c:v>68.527382</c:v>
                </c:pt>
                <c:pt idx="431">
                  <c:v>67.972465</c:v>
                </c:pt>
                <c:pt idx="432">
                  <c:v>67.303558</c:v>
                </c:pt>
                <c:pt idx="433">
                  <c:v>67.303558</c:v>
                </c:pt>
                <c:pt idx="434">
                  <c:v>66.335630</c:v>
                </c:pt>
                <c:pt idx="435">
                  <c:v>65.171083</c:v>
                </c:pt>
                <c:pt idx="436">
                  <c:v>64.394718</c:v>
                </c:pt>
                <c:pt idx="437">
                  <c:v>63.421733</c:v>
                </c:pt>
                <c:pt idx="438">
                  <c:v>62.541026</c:v>
                </c:pt>
                <c:pt idx="439">
                  <c:v>61.428811</c:v>
                </c:pt>
                <c:pt idx="440">
                  <c:v>60.464891</c:v>
                </c:pt>
                <c:pt idx="441">
                  <c:v>59.714349</c:v>
                </c:pt>
                <c:pt idx="442">
                  <c:v>58.647867</c:v>
                </c:pt>
                <c:pt idx="443">
                  <c:v>57.408987</c:v>
                </c:pt>
                <c:pt idx="444">
                  <c:v>56.583066</c:v>
                </c:pt>
                <c:pt idx="445">
                  <c:v>55.610082</c:v>
                </c:pt>
                <c:pt idx="446">
                  <c:v>55.259204</c:v>
                </c:pt>
                <c:pt idx="447">
                  <c:v>54.206572</c:v>
                </c:pt>
                <c:pt idx="448">
                  <c:v>53.153940</c:v>
                </c:pt>
                <c:pt idx="449">
                  <c:v>52.101308</c:v>
                </c:pt>
                <c:pt idx="450">
                  <c:v>51.680255</c:v>
                </c:pt>
                <c:pt idx="451">
                  <c:v>50.748617</c:v>
                </c:pt>
                <c:pt idx="452">
                  <c:v>49.584070</c:v>
                </c:pt>
                <c:pt idx="453">
                  <c:v>48.419522</c:v>
                </c:pt>
                <c:pt idx="454">
                  <c:v>47.798430</c:v>
                </c:pt>
                <c:pt idx="455">
                  <c:v>47.096675</c:v>
                </c:pt>
                <c:pt idx="456">
                  <c:v>46.044043</c:v>
                </c:pt>
                <c:pt idx="457">
                  <c:v>44.991411</c:v>
                </c:pt>
                <c:pt idx="458">
                  <c:v>43.938779</c:v>
                </c:pt>
                <c:pt idx="459">
                  <c:v>43.776179</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32.175127</c:v>
                </c:pt>
                <c:pt idx="472">
                  <c:v>32.175127</c:v>
                </c:pt>
                <c:pt idx="473">
                  <c:v>30.942535</c:v>
                </c:pt>
                <c:pt idx="474">
                  <c:v>29.619189</c:v>
                </c:pt>
                <c:pt idx="475">
                  <c:v>29.263766</c:v>
                </c:pt>
                <c:pt idx="476">
                  <c:v>28.293312</c:v>
                </c:pt>
                <c:pt idx="477">
                  <c:v>27.875298</c:v>
                </c:pt>
                <c:pt idx="478">
                  <c:v>26.934764</c:v>
                </c:pt>
                <c:pt idx="479">
                  <c:v>26.431834</c:v>
                </c:pt>
                <c:pt idx="480">
                  <c:v>26.431834</c:v>
                </c:pt>
                <c:pt idx="481">
                  <c:v>26.431834</c:v>
                </c:pt>
                <c:pt idx="482">
                  <c:v>26.431834</c:v>
                </c:pt>
                <c:pt idx="483">
                  <c:v>26.431834</c:v>
                </c:pt>
                <c:pt idx="484">
                  <c:v>26.431834</c:v>
                </c:pt>
                <c:pt idx="485">
                  <c:v>30.970051</c:v>
                </c:pt>
                <c:pt idx="486">
                  <c:v>31.419632</c:v>
                </c:pt>
                <c:pt idx="487">
                  <c:v>31.419632</c:v>
                </c:pt>
                <c:pt idx="488">
                  <c:v>31.419632</c:v>
                </c:pt>
                <c:pt idx="489">
                  <c:v>35.957848</c:v>
                </c:pt>
                <c:pt idx="490">
                  <c:v>42.679444</c:v>
                </c:pt>
                <c:pt idx="491">
                  <c:v>42.679444</c:v>
                </c:pt>
                <c:pt idx="492">
                  <c:v>42.679444</c:v>
                </c:pt>
                <c:pt idx="493">
                  <c:v>42.679444</c:v>
                </c:pt>
                <c:pt idx="494">
                  <c:v>42.679451</c:v>
                </c:pt>
                <c:pt idx="495">
                  <c:v>49.156051</c:v>
                </c:pt>
                <c:pt idx="496">
                  <c:v>51.425159</c:v>
                </c:pt>
                <c:pt idx="497">
                  <c:v>53.661141</c:v>
                </c:pt>
                <c:pt idx="498">
                  <c:v>59.577994</c:v>
                </c:pt>
                <c:pt idx="499">
                  <c:v>66.385318</c:v>
                </c:pt>
                <c:pt idx="500">
                  <c:v>73.192643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67.303558</c:v>
                </c:pt>
                <c:pt idx="529">
                  <c:v>67.303558</c:v>
                </c:pt>
                <c:pt idx="530">
                  <c:v>67.303558</c:v>
                </c:pt>
                <c:pt idx="531">
                  <c:v>67.303558</c:v>
                </c:pt>
                <c:pt idx="532">
                  <c:v>67.017717</c:v>
                </c:pt>
                <c:pt idx="533">
                  <c:v>65.789646</c:v>
                </c:pt>
                <c:pt idx="534">
                  <c:v>64.561575</c:v>
                </c:pt>
                <c:pt idx="535">
                  <c:v>63.720335</c:v>
                </c:pt>
                <c:pt idx="536">
                  <c:v>63.421733</c:v>
                </c:pt>
                <c:pt idx="537">
                  <c:v>63.141031</c:v>
                </c:pt>
                <c:pt idx="538">
                  <c:v>62.088399</c:v>
                </c:pt>
                <c:pt idx="539">
                  <c:v>61.035767</c:v>
                </c:pt>
                <c:pt idx="540">
                  <c:v>59.983135</c:v>
                </c:pt>
                <c:pt idx="541">
                  <c:v>59.491906</c:v>
                </c:pt>
                <c:pt idx="542">
                  <c:v>59.345422</c:v>
                </c:pt>
                <c:pt idx="543">
                  <c:v>58.246793</c:v>
                </c:pt>
                <c:pt idx="544">
                  <c:v>57.148163</c:v>
                </c:pt>
                <c:pt idx="545">
                  <c:v>56.049534</c:v>
                </c:pt>
                <c:pt idx="546">
                  <c:v>55.610082</c:v>
                </c:pt>
                <c:pt idx="547">
                  <c:v>55.479088</c:v>
                </c:pt>
                <c:pt idx="548">
                  <c:v>54.496631</c:v>
                </c:pt>
                <c:pt idx="549">
                  <c:v>53.514174</c:v>
                </c:pt>
                <c:pt idx="550">
                  <c:v>52.531717</c:v>
                </c:pt>
                <c:pt idx="551">
                  <c:v>51.680255</c:v>
                </c:pt>
                <c:pt idx="552">
                  <c:v>51.232352</c:v>
                </c:pt>
                <c:pt idx="553">
                  <c:v>50.112595</c:v>
                </c:pt>
                <c:pt idx="554">
                  <c:v>48.992838</c:v>
                </c:pt>
                <c:pt idx="555">
                  <c:v>47.873081</c:v>
                </c:pt>
                <c:pt idx="556">
                  <c:v>47.575987</c:v>
                </c:pt>
                <c:pt idx="557">
                  <c:v>46.463772</c:v>
                </c:pt>
                <c:pt idx="558">
                  <c:v>45.351557</c:v>
                </c:pt>
                <c:pt idx="559">
                  <c:v>44.239342</c:v>
                </c:pt>
                <c:pt idx="560">
                  <c:v>43.868603</c:v>
                </c:pt>
                <c:pt idx="561">
                  <c:v>43.868603</c:v>
                </c:pt>
                <c:pt idx="562">
                  <c:v>42.607094</c:v>
                </c:pt>
                <c:pt idx="563">
                  <c:v>42.007125</c:v>
                </c:pt>
                <c:pt idx="564">
                  <c:v>41.991666</c:v>
                </c:pt>
                <c:pt idx="565">
                  <c:v>41.118371</c:v>
                </c:pt>
                <c:pt idx="566">
                  <c:v>41.118371</c:v>
                </c:pt>
                <c:pt idx="567">
                  <c:v>40.657256</c:v>
                </c:pt>
                <c:pt idx="568">
                  <c:v>39.279917</c:v>
                </c:pt>
                <c:pt idx="569">
                  <c:v>38.401094</c:v>
                </c:pt>
                <c:pt idx="570">
                  <c:v>37.236547</c:v>
                </c:pt>
                <c:pt idx="571">
                  <c:v>36.843467</c:v>
                </c:pt>
                <c:pt idx="572">
                  <c:v>36.843467</c:v>
                </c:pt>
                <c:pt idx="573">
                  <c:v>34.093235</c:v>
                </c:pt>
                <c:pt idx="574">
                  <c:v>34.093235</c:v>
                </c:pt>
                <c:pt idx="575">
                  <c:v>34.093235</c:v>
                </c:pt>
                <c:pt idx="576">
                  <c:v>34.093235</c:v>
                </c:pt>
                <c:pt idx="577">
                  <c:v>34.093235</c:v>
                </c:pt>
                <c:pt idx="578">
                  <c:v>34.093235</c:v>
                </c:pt>
                <c:pt idx="579">
                  <c:v>34.093235</c:v>
                </c:pt>
                <c:pt idx="580">
                  <c:v>34.093235</c:v>
                </c:pt>
                <c:pt idx="581">
                  <c:v>34.093242</c:v>
                </c:pt>
                <c:pt idx="582">
                  <c:v>40.900567</c:v>
                </c:pt>
                <c:pt idx="583">
                  <c:v>47.707892</c:v>
                </c:pt>
                <c:pt idx="584">
                  <c:v>48.463002</c:v>
                </c:pt>
                <c:pt idx="585">
                  <c:v>53.001219</c:v>
                </c:pt>
                <c:pt idx="586">
                  <c:v>53.69426</c:v>
                </c:pt>
                <c:pt idx="587">
                  <c:v>53.69426</c:v>
                </c:pt>
                <c:pt idx="588">
                  <c:v>53.69426</c:v>
                </c:pt>
                <c:pt idx="589">
                  <c:v>53.69426</c:v>
                </c:pt>
                <c:pt idx="590">
                  <c:v>53.694268</c:v>
                </c:pt>
                <c:pt idx="591">
                  <c:v>57.539435</c:v>
                </c:pt>
                <c:pt idx="592">
                  <c:v>57.539443</c:v>
                </c:pt>
                <c:pt idx="593">
                  <c:v>59.578009</c:v>
                </c:pt>
                <c:pt idx="594">
                  <c:v>59.578009</c:v>
                </c:pt>
                <c:pt idx="595">
                  <c:v>59.578016</c:v>
                </c:pt>
                <c:pt idx="596">
                  <c:v>60.501592</c:v>
                </c:pt>
                <c:pt idx="597">
                  <c:v>65.039809</c:v>
                </c:pt>
                <c:pt idx="598">
                  <c:v>71.847134</c:v>
                </c:pt>
                <c:pt idx="599">
                  <c:v>78.654459</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80.015492</c:v>
                </c:pt>
                <c:pt idx="611">
                  <c:v>79.045036</c:v>
                </c:pt>
                <c:pt idx="612">
                  <c:v>79.045036</c:v>
                </c:pt>
                <c:pt idx="613">
                  <c:v>77.944580</c:v>
                </c:pt>
                <c:pt idx="614">
                  <c:v>76.488895</c:v>
                </c:pt>
                <c:pt idx="615">
                  <c:v>75.480775</c:v>
                </c:pt>
                <c:pt idx="616">
                  <c:v>75.115209</c:v>
                </c:pt>
                <c:pt idx="617">
                  <c:v>74.375586</c:v>
                </c:pt>
                <c:pt idx="618">
                  <c:v>73.004716</c:v>
                </c:pt>
                <c:pt idx="619">
                  <c:v>72.364977</c:v>
                </c:pt>
                <c:pt idx="620">
                  <c:v>71.416087</c:v>
                </c:pt>
                <c:pt idx="621">
                  <c:v>70.122145</c:v>
                </c:pt>
                <c:pt idx="622">
                  <c:v>68.828204</c:v>
                </c:pt>
                <c:pt idx="623">
                  <c:v>68.483153</c:v>
                </c:pt>
                <c:pt idx="624">
                  <c:v>68.319410</c:v>
                </c:pt>
                <c:pt idx="625">
                  <c:v>67.091339</c:v>
                </c:pt>
                <c:pt idx="626">
                  <c:v>65.863268</c:v>
                </c:pt>
                <c:pt idx="627">
                  <c:v>64.635197</c:v>
                </c:pt>
                <c:pt idx="628">
                  <c:v>64.475689</c:v>
                </c:pt>
                <c:pt idx="629">
                  <c:v>63.311142</c:v>
                </c:pt>
                <c:pt idx="630">
                  <c:v>62.146595</c:v>
                </c:pt>
                <c:pt idx="631">
                  <c:v>60.982047</c:v>
                </c:pt>
                <c:pt idx="632">
                  <c:v>60.671501</c:v>
                </c:pt>
                <c:pt idx="633">
                  <c:v>60.262144</c:v>
                </c:pt>
                <c:pt idx="634">
                  <c:v>59.034073</c:v>
                </c:pt>
                <c:pt idx="635">
                  <c:v>57.806002</c:v>
                </c:pt>
                <c:pt idx="636">
                  <c:v>56.741674</c:v>
                </c:pt>
                <c:pt idx="637">
                  <c:v>56.431128</c:v>
                </c:pt>
                <c:pt idx="638">
                  <c:v>55.266581</c:v>
                </c:pt>
                <c:pt idx="639">
                  <c:v>54.102034</c:v>
                </c:pt>
                <c:pt idx="640">
                  <c:v>52.937486</c:v>
                </c:pt>
                <c:pt idx="641">
                  <c:v>52.859850</c:v>
                </c:pt>
                <c:pt idx="642">
                  <c:v>52.255261</c:v>
                </c:pt>
                <c:pt idx="643">
                  <c:v>51.121657</c:v>
                </c:pt>
                <c:pt idx="644">
                  <c:v>49.988053</c:v>
                </c:pt>
                <c:pt idx="645">
                  <c:v>48.930023</c:v>
                </c:pt>
                <c:pt idx="646">
                  <c:v>48.930023</c:v>
                </c:pt>
                <c:pt idx="647">
                  <c:v>48.930023</c:v>
                </c:pt>
                <c:pt idx="648">
                  <c:v>48.930023</c:v>
                </c:pt>
                <c:pt idx="649">
                  <c:v>48.326183</c:v>
                </c:pt>
                <c:pt idx="650">
                  <c:v>47.032242</c:v>
                </c:pt>
                <c:pt idx="651">
                  <c:v>45.738300</c:v>
                </c:pt>
                <c:pt idx="652">
                  <c:v>45.048198</c:v>
                </c:pt>
                <c:pt idx="653">
                  <c:v>44.244370</c:v>
                </c:pt>
                <c:pt idx="654">
                  <c:v>42.904656</c:v>
                </c:pt>
                <c:pt idx="655">
                  <c:v>41.564942</c:v>
                </c:pt>
                <c:pt idx="656">
                  <c:v>41.118371</c:v>
                </c:pt>
                <c:pt idx="657">
                  <c:v>39.586072</c:v>
                </c:pt>
                <c:pt idx="658">
                  <c:v>38.053773</c:v>
                </c:pt>
                <c:pt idx="659">
                  <c:v>37.236547</c:v>
                </c:pt>
                <c:pt idx="660">
                  <c:v>36.113739</c:v>
                </c:pt>
                <c:pt idx="661">
                  <c:v>34.710229</c:v>
                </c:pt>
                <c:pt idx="662">
                  <c:v>33.306720</c:v>
                </c:pt>
                <c:pt idx="663">
                  <c:v>33.306720</c:v>
                </c:pt>
                <c:pt idx="664">
                  <c:v>33.209680</c:v>
                </c:pt>
                <c:pt idx="665">
                  <c:v>31.948171</c:v>
                </c:pt>
                <c:pt idx="666">
                  <c:v>31.445241</c:v>
                </c:pt>
                <c:pt idx="667">
                  <c:v>31.445241</c:v>
                </c:pt>
                <c:pt idx="668">
                  <c:v>32.481379</c:v>
                </c:pt>
                <c:pt idx="669">
                  <c:v>31.996183</c:v>
                </c:pt>
                <c:pt idx="670">
                  <c:v>31.493254</c:v>
                </c:pt>
                <c:pt idx="671">
                  <c:v>36.031470</c:v>
                </c:pt>
                <c:pt idx="672">
                  <c:v>37.810510</c:v>
                </c:pt>
                <c:pt idx="673">
                  <c:v>37.810510</c:v>
                </c:pt>
                <c:pt idx="674">
                  <c:v>37.810510</c:v>
                </c:pt>
                <c:pt idx="675">
                  <c:v>37.810510</c:v>
                </c:pt>
                <c:pt idx="676">
                  <c:v>37.810510</c:v>
                </c:pt>
                <c:pt idx="677">
                  <c:v>40.079618</c:v>
                </c:pt>
                <c:pt idx="678">
                  <c:v>40.079618</c:v>
                </c:pt>
                <c:pt idx="679">
                  <c:v>40.079618</c:v>
                </c:pt>
                <c:pt idx="680">
                  <c:v>40.079618</c:v>
                </c:pt>
                <c:pt idx="681">
                  <c:v>40.079618</c:v>
                </c:pt>
                <c:pt idx="682">
                  <c:v>40.079618</c:v>
                </c:pt>
                <c:pt idx="683">
                  <c:v>40.079618</c:v>
                </c:pt>
                <c:pt idx="684">
                  <c:v>40.079618</c:v>
                </c:pt>
                <c:pt idx="685">
                  <c:v>40.079625</c:v>
                </c:pt>
                <c:pt idx="686">
                  <c:v>44.617827</c:v>
                </c:pt>
                <c:pt idx="687">
                  <c:v>44.617834</c:v>
                </c:pt>
                <c:pt idx="688">
                  <c:v>51.425159</c:v>
                </c:pt>
                <c:pt idx="689">
                  <c:v>58.232484</c:v>
                </c:pt>
                <c:pt idx="690">
                  <c:v>59.577994</c:v>
                </c:pt>
                <c:pt idx="691">
                  <c:v>66.385318</c:v>
                </c:pt>
                <c:pt idx="692">
                  <c:v>71.847134</c:v>
                </c:pt>
                <c:pt idx="693">
                  <c:v>78.654459</c:v>
                </c:pt>
                <c:pt idx="694">
                  <c:v>85.461783</c:v>
                </c:pt>
                <c:pt idx="695">
                  <c:v>90</c:v>
                </c:pt>
              </c:numCache>
            </c:numRef>
          </c:yVal>
          <c:smooth val="0"/>
          <c:extLst>
            <c:ext xmlns:c16="http://schemas.microsoft.com/office/drawing/2014/chart" uri="{C3380CC4-5D6E-409C-BE32-E72D297353CC}">
              <c16:uniqueId val="{00000000-DE88-4B5E-821E-D3AD3B96A2D8}"/>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60.753921</c:v>
                </c:pt>
                <c:pt idx="3">
                  <c:v>64.157583</c:v>
                </c:pt>
                <c:pt idx="4">
                  <c:v>65.886571</c:v>
                </c:pt>
                <c:pt idx="5">
                  <c:v>67.347550</c:v>
                </c:pt>
                <c:pt idx="6">
                  <c:v>68.484598</c:v>
                </c:pt>
                <c:pt idx="7">
                  <c:v>68.484602</c:v>
                </c:pt>
                <c:pt idx="8">
                  <c:v>68.849397</c:v>
                </c:pt>
                <c:pt idx="9">
                  <c:v>69.286637</c:v>
                </c:pt>
                <c:pt idx="10">
                  <c:v>72.002872</c:v>
                </c:pt>
                <c:pt idx="11">
                  <c:v>73.372916</c:v>
                </c:pt>
                <c:pt idx="12">
                  <c:v>73.372916</c:v>
                </c:pt>
                <c:pt idx="13">
                  <c:v>74.562664</c:v>
                </c:pt>
                <c:pt idx="14">
                  <c:v>78.043722</c:v>
                </c:pt>
                <c:pt idx="15">
                  <c:v>79.107408</c:v>
                </c:pt>
                <c:pt idx="16">
                  <c:v>80.461748</c:v>
                </c:pt>
                <c:pt idx="17">
                  <c:v>81.134542</c:v>
                </c:pt>
                <c:pt idx="18">
                  <c:v>82.525316</c:v>
                </c:pt>
                <c:pt idx="19">
                  <c:v>82.891129</c:v>
                </c:pt>
                <c:pt idx="20">
                  <c:v>82.891129</c:v>
                </c:pt>
                <c:pt idx="21">
                  <c:v>83.096712</c:v>
                </c:pt>
                <c:pt idx="22">
                  <c:v>84.103967</c:v>
                </c:pt>
                <c:pt idx="23">
                  <c:v>84.999992</c:v>
                </c:pt>
                <c:pt idx="24">
                  <c:v>86.974518</c:v>
                </c:pt>
                <c:pt idx="25">
                  <c:v>87.822779</c:v>
                </c:pt>
                <c:pt idx="26">
                  <c:v>87.675614</c:v>
                </c:pt>
                <c:pt idx="27">
                  <c:v>86.747871</c:v>
                </c:pt>
                <c:pt idx="28">
                  <c:v>85.660014</c:v>
                </c:pt>
                <c:pt idx="29">
                  <c:v>84.089582</c:v>
                </c:pt>
                <c:pt idx="30">
                  <c:v>83.452369</c:v>
                </c:pt>
                <c:pt idx="31">
                  <c:v>83.031316</c:v>
                </c:pt>
                <c:pt idx="32">
                  <c:v>82.252290</c:v>
                </c:pt>
                <c:pt idx="33">
                  <c:v>81.063010</c:v>
                </c:pt>
                <c:pt idx="34">
                  <c:v>80.082182</c:v>
                </c:pt>
                <c:pt idx="35">
                  <c:v>79.459469</c:v>
                </c:pt>
                <c:pt idx="36">
                  <c:v>78.860990</c:v>
                </c:pt>
                <c:pt idx="37">
                  <c:v>77.858617</c:v>
                </c:pt>
                <c:pt idx="38">
                  <c:v>76.969453</c:v>
                </c:pt>
                <c:pt idx="39">
                  <c:v>76.224121</c:v>
                </c:pt>
                <c:pt idx="40">
                  <c:v>75.822831</c:v>
                </c:pt>
                <c:pt idx="41">
                  <c:v>75.182749</c:v>
                </c:pt>
                <c:pt idx="42">
                  <c:v>74.420562</c:v>
                </c:pt>
                <c:pt idx="43">
                  <c:v>73.391916</c:v>
                </c:pt>
                <c:pt idx="44">
                  <c:v>72.644426</c:v>
                </c:pt>
                <c:pt idx="45">
                  <c:v>72.069028</c:v>
                </c:pt>
                <c:pt idx="46">
                  <c:v>71.762370</c:v>
                </c:pt>
                <c:pt idx="47">
                  <c:v>71.078460</c:v>
                </c:pt>
                <c:pt idx="48">
                  <c:v>70.100946</c:v>
                </c:pt>
                <c:pt idx="49">
                  <c:v>70.204866</c:v>
                </c:pt>
                <c:pt idx="50">
                  <c:v>69.263094</c:v>
                </c:pt>
                <c:pt idx="51">
                  <c:v>69.608855</c:v>
                </c:pt>
                <c:pt idx="52">
                  <c:v>69.608855</c:v>
                </c:pt>
                <c:pt idx="53">
                  <c:v>69.608855</c:v>
                </c:pt>
                <c:pt idx="54">
                  <c:v>69.455287</c:v>
                </c:pt>
                <c:pt idx="55">
                  <c:v>68.951413</c:v>
                </c:pt>
                <c:pt idx="56">
                  <c:v>68.464390</c:v>
                </c:pt>
                <c:pt idx="57">
                  <c:v>67.825835</c:v>
                </c:pt>
                <c:pt idx="58">
                  <c:v>67.450196</c:v>
                </c:pt>
                <c:pt idx="59">
                  <c:v>66.824131</c:v>
                </c:pt>
                <c:pt idx="60">
                  <c:v>65.966775</c:v>
                </c:pt>
                <c:pt idx="61">
                  <c:v>65.347335</c:v>
                </c:pt>
                <c:pt idx="62">
                  <c:v>64.982963</c:v>
                </c:pt>
                <c:pt idx="63">
                  <c:v>64.786012</c:v>
                </c:pt>
                <c:pt idx="64">
                  <c:v>63.950100</c:v>
                </c:pt>
                <c:pt idx="65">
                  <c:v>63.548773</c:v>
                </c:pt>
                <c:pt idx="66">
                  <c:v>62.541617</c:v>
                </c:pt>
                <c:pt idx="67">
                  <c:v>61.787832</c:v>
                </c:pt>
                <c:pt idx="68">
                  <c:v>60.885864</c:v>
                </c:pt>
                <c:pt idx="69">
                  <c:v>59.939604</c:v>
                </c:pt>
                <c:pt idx="70">
                  <c:v>59.375452</c:v>
                </c:pt>
                <c:pt idx="71">
                  <c:v>58.735353</c:v>
                </c:pt>
                <c:pt idx="72">
                  <c:v>58.032030</c:v>
                </c:pt>
                <c:pt idx="73">
                  <c:v>57.211485</c:v>
                </c:pt>
                <c:pt idx="74">
                  <c:v>56.187627</c:v>
                </c:pt>
                <c:pt idx="75">
                  <c:v>55.093404</c:v>
                </c:pt>
                <c:pt idx="76">
                  <c:v>54.308705</c:v>
                </c:pt>
                <c:pt idx="77">
                  <c:v>53.554851</c:v>
                </c:pt>
                <c:pt idx="78">
                  <c:v>52.980032</c:v>
                </c:pt>
                <c:pt idx="79">
                  <c:v>52.980032</c:v>
                </c:pt>
                <c:pt idx="80">
                  <c:v>51.795205</c:v>
                </c:pt>
                <c:pt idx="81">
                  <c:v>51.417337</c:v>
                </c:pt>
                <c:pt idx="82">
                  <c:v>50.221671</c:v>
                </c:pt>
                <c:pt idx="83">
                  <c:v>48.668469</c:v>
                </c:pt>
                <c:pt idx="84">
                  <c:v>47.639968</c:v>
                </c:pt>
                <c:pt idx="85">
                  <c:v>46.777613</c:v>
                </c:pt>
                <c:pt idx="86">
                  <c:v>45.502299</c:v>
                </c:pt>
                <c:pt idx="87">
                  <c:v>44.459421</c:v>
                </c:pt>
                <c:pt idx="88">
                  <c:v>43.862609</c:v>
                </c:pt>
                <c:pt idx="89">
                  <c:v>43.287790</c:v>
                </c:pt>
                <c:pt idx="90">
                  <c:v>44.348285</c:v>
                </c:pt>
                <c:pt idx="91">
                  <c:v>46.239931</c:v>
                </c:pt>
                <c:pt idx="92">
                  <c:v>52.098757</c:v>
                </c:pt>
                <c:pt idx="93">
                  <c:v>58.906082</c:v>
                </c:pt>
                <c:pt idx="94">
                  <c:v>65.713407</c:v>
                </c:pt>
                <c:pt idx="95">
                  <c:v>67.590760</c:v>
                </c:pt>
                <c:pt idx="96">
                  <c:v>69.859868</c:v>
                </c:pt>
                <c:pt idx="97">
                  <c:v>74.032627</c:v>
                </c:pt>
                <c:pt idx="98">
                  <c:v>77.730860</c:v>
                </c:pt>
                <c:pt idx="99">
                  <c:v>77.730860</c:v>
                </c:pt>
                <c:pt idx="100">
                  <c:v>77.730860</c:v>
                </c:pt>
                <c:pt idx="101">
                  <c:v>80.461768</c:v>
                </c:pt>
                <c:pt idx="102">
                  <c:v>80.923567</c:v>
                </c:pt>
                <c:pt idx="103">
                  <c:v>82.730872</c:v>
                </c:pt>
                <c:pt idx="104">
                  <c:v>83.192675</c:v>
                </c:pt>
                <c:pt idx="105">
                  <c:v>85.461783</c:v>
                </c:pt>
                <c:pt idx="106">
                  <c:v>85.461783</c:v>
                </c:pt>
                <c:pt idx="107">
                  <c:v>85.461783</c:v>
                </c:pt>
                <c:pt idx="108">
                  <c:v>85.839979</c:v>
                </c:pt>
                <c:pt idx="109">
                  <c:v>86.596341</c:v>
                </c:pt>
                <c:pt idx="110">
                  <c:v>87.730892</c:v>
                </c:pt>
                <c:pt idx="111">
                  <c:v>89.999984</c:v>
                </c:pt>
                <c:pt idx="112">
                  <c:v>89.999984</c:v>
                </c:pt>
                <c:pt idx="113">
                  <c:v>89.999984</c:v>
                </c:pt>
                <c:pt idx="114">
                  <c:v>89.999984</c:v>
                </c:pt>
                <c:pt idx="115">
                  <c:v>89.999984</c:v>
                </c:pt>
                <c:pt idx="116">
                  <c:v>90</c:v>
                </c:pt>
                <c:pt idx="117">
                  <c:v>90</c:v>
                </c:pt>
                <c:pt idx="118">
                  <c:v>90</c:v>
                </c:pt>
                <c:pt idx="119">
                  <c:v>90</c:v>
                </c:pt>
                <c:pt idx="120">
                  <c:v>90</c:v>
                </c:pt>
                <c:pt idx="121">
                  <c:v>90</c:v>
                </c:pt>
                <c:pt idx="122">
                  <c:v>90</c:v>
                </c:pt>
                <c:pt idx="123">
                  <c:v>88.083554</c:v>
                </c:pt>
                <c:pt idx="124">
                  <c:v>87.188522</c:v>
                </c:pt>
                <c:pt idx="125">
                  <c:v>86.894460</c:v>
                </c:pt>
                <c:pt idx="126">
                  <c:v>85.819243</c:v>
                </c:pt>
                <c:pt idx="127">
                  <c:v>84.382581</c:v>
                </c:pt>
                <c:pt idx="128">
                  <c:v>83.118468</c:v>
                </c:pt>
                <c:pt idx="129">
                  <c:v>82.887280</c:v>
                </c:pt>
                <c:pt idx="130">
                  <c:v>81.885316</c:v>
                </c:pt>
                <c:pt idx="131">
                  <c:v>81.171578</c:v>
                </c:pt>
                <c:pt idx="132">
                  <c:v>80.042518</c:v>
                </c:pt>
                <c:pt idx="133">
                  <c:v>79.682540</c:v>
                </c:pt>
                <c:pt idx="134">
                  <c:v>79.279972</c:v>
                </c:pt>
                <c:pt idx="135">
                  <c:v>78.713238</c:v>
                </c:pt>
                <c:pt idx="136">
                  <c:v>77.632969</c:v>
                </c:pt>
                <c:pt idx="137">
                  <c:v>77.092835</c:v>
                </c:pt>
                <c:pt idx="138">
                  <c:v>77.056826</c:v>
                </c:pt>
                <c:pt idx="139">
                  <c:v>77.020515</c:v>
                </c:pt>
                <c:pt idx="140">
                  <c:v>76.023468</c:v>
                </c:pt>
                <c:pt idx="141">
                  <c:v>75.198525</c:v>
                </c:pt>
                <c:pt idx="142">
                  <c:v>74.147369</c:v>
                </c:pt>
                <c:pt idx="143">
                  <c:v>73.367175</c:v>
                </c:pt>
                <c:pt idx="144">
                  <c:v>72.412370</c:v>
                </c:pt>
                <c:pt idx="145">
                  <c:v>72.217003</c:v>
                </c:pt>
                <c:pt idx="146">
                  <c:v>72.022911</c:v>
                </c:pt>
                <c:pt idx="147">
                  <c:v>71.440638</c:v>
                </c:pt>
                <c:pt idx="148">
                  <c:v>71.137986</c:v>
                </c:pt>
                <c:pt idx="149">
                  <c:v>70.551883</c:v>
                </c:pt>
                <c:pt idx="150">
                  <c:v>70.161147</c:v>
                </c:pt>
                <c:pt idx="151">
                  <c:v>69.703226</c:v>
                </c:pt>
                <c:pt idx="152">
                  <c:v>69.121832</c:v>
                </c:pt>
                <c:pt idx="153">
                  <c:v>68.688898</c:v>
                </c:pt>
                <c:pt idx="154">
                  <c:v>68.378821</c:v>
                </c:pt>
                <c:pt idx="155">
                  <c:v>68.211871</c:v>
                </c:pt>
                <c:pt idx="156">
                  <c:v>67.585806</c:v>
                </c:pt>
                <c:pt idx="157">
                  <c:v>66.534243</c:v>
                </c:pt>
                <c:pt idx="158">
                  <c:v>66.796763</c:v>
                </c:pt>
                <c:pt idx="159">
                  <c:v>66.270447</c:v>
                </c:pt>
                <c:pt idx="160">
                  <c:v>65.198825</c:v>
                </c:pt>
                <c:pt idx="161">
                  <c:v>64.612721</c:v>
                </c:pt>
                <c:pt idx="162">
                  <c:v>64.026618</c:v>
                </c:pt>
                <c:pt idx="163">
                  <c:v>63.443579</c:v>
                </c:pt>
                <c:pt idx="164">
                  <c:v>62.861305</c:v>
                </c:pt>
                <c:pt idx="165">
                  <c:v>62.279031</c:v>
                </c:pt>
                <c:pt idx="166">
                  <c:v>61.968485</c:v>
                </c:pt>
                <c:pt idx="167">
                  <c:v>61.617608</c:v>
                </c:pt>
                <c:pt idx="168">
                  <c:v>61.091292</c:v>
                </c:pt>
                <c:pt idx="169">
                  <c:v>60.564976</c:v>
                </c:pt>
                <c:pt idx="170">
                  <c:v>59.600905</c:v>
                </c:pt>
                <c:pt idx="171">
                  <c:v>58.972411</c:v>
                </c:pt>
                <c:pt idx="172">
                  <c:v>57.732035</c:v>
                </c:pt>
                <c:pt idx="173">
                  <c:v>56.710535</c:v>
                </c:pt>
                <c:pt idx="174">
                  <c:v>55.627383</c:v>
                </c:pt>
                <c:pt idx="175">
                  <c:v>55.266480</c:v>
                </c:pt>
                <c:pt idx="176">
                  <c:v>53.899695</c:v>
                </c:pt>
                <c:pt idx="177">
                  <c:v>52.511138</c:v>
                </c:pt>
                <c:pt idx="178">
                  <c:v>51.323082</c:v>
                </c:pt>
                <c:pt idx="179">
                  <c:v>51.101599</c:v>
                </c:pt>
                <c:pt idx="180">
                  <c:v>50.437150</c:v>
                </c:pt>
                <c:pt idx="181">
                  <c:v>49.833825</c:v>
                </c:pt>
                <c:pt idx="182">
                  <c:v>52.927411</c:v>
                </c:pt>
                <c:pt idx="183">
                  <c:v>53.208612</c:v>
                </c:pt>
                <c:pt idx="184">
                  <c:v>57.418042</c:v>
                </c:pt>
                <c:pt idx="185">
                  <c:v>64.225367</c:v>
                </c:pt>
                <c:pt idx="186">
                  <c:v>71.032692</c:v>
                </c:pt>
                <c:pt idx="187">
                  <c:v>75.707082</c:v>
                </c:pt>
                <c:pt idx="188">
                  <c:v>79.110745</c:v>
                </c:pt>
                <c:pt idx="189">
                  <c:v>79.110745</c:v>
                </c:pt>
                <c:pt idx="190">
                  <c:v>79.110745</c:v>
                </c:pt>
                <c:pt idx="191">
                  <c:v>79.110745</c:v>
                </c:pt>
                <c:pt idx="192">
                  <c:v>79.110745</c:v>
                </c:pt>
                <c:pt idx="193">
                  <c:v>79.110745</c:v>
                </c:pt>
                <c:pt idx="194">
                  <c:v>79.692695</c:v>
                </c:pt>
                <c:pt idx="195">
                  <c:v>79.692695</c:v>
                </c:pt>
                <c:pt idx="196">
                  <c:v>79.999961</c:v>
                </c:pt>
                <c:pt idx="197">
                  <c:v>79.999961</c:v>
                </c:pt>
                <c:pt idx="198">
                  <c:v>79.999961</c:v>
                </c:pt>
                <c:pt idx="199">
                  <c:v>81.134534</c:v>
                </c:pt>
                <c:pt idx="200">
                  <c:v>81.134538</c:v>
                </c:pt>
                <c:pt idx="201">
                  <c:v>83.558164</c:v>
                </c:pt>
                <c:pt idx="202">
                  <c:v>83.558164</c:v>
                </c:pt>
                <c:pt idx="203">
                  <c:v>84.230919</c:v>
                </c:pt>
                <c:pt idx="204">
                  <c:v>84.230919</c:v>
                </c:pt>
                <c:pt idx="205">
                  <c:v>85.365473</c:v>
                </c:pt>
                <c:pt idx="206">
                  <c:v>86.961823</c:v>
                </c:pt>
                <c:pt idx="207">
                  <c:v>87.730888</c:v>
                </c:pt>
                <c:pt idx="208">
                  <c:v>88.865426</c:v>
                </c:pt>
                <c:pt idx="209">
                  <c:v>88.865426</c:v>
                </c:pt>
                <c:pt idx="210">
                  <c:v>89.999964</c:v>
                </c:pt>
                <c:pt idx="211">
                  <c:v>89.999968</c:v>
                </c:pt>
                <c:pt idx="212">
                  <c:v>90</c:v>
                </c:pt>
                <c:pt idx="213">
                  <c:v>90</c:v>
                </c:pt>
                <c:pt idx="214">
                  <c:v>90</c:v>
                </c:pt>
                <c:pt idx="215">
                  <c:v>90</c:v>
                </c:pt>
                <c:pt idx="216">
                  <c:v>90</c:v>
                </c:pt>
                <c:pt idx="217">
                  <c:v>90</c:v>
                </c:pt>
                <c:pt idx="218">
                  <c:v>90</c:v>
                </c:pt>
                <c:pt idx="219">
                  <c:v>88.405067</c:v>
                </c:pt>
                <c:pt idx="220">
                  <c:v>87.188522</c:v>
                </c:pt>
                <c:pt idx="221">
                  <c:v>86.053308</c:v>
                </c:pt>
                <c:pt idx="222">
                  <c:v>84.784814</c:v>
                </c:pt>
                <c:pt idx="223">
                  <c:v>83.880285</c:v>
                </c:pt>
                <c:pt idx="224">
                  <c:v>83.031316</c:v>
                </c:pt>
                <c:pt idx="225">
                  <c:v>82.246703</c:v>
                </c:pt>
                <c:pt idx="226">
                  <c:v>81.774097</c:v>
                </c:pt>
                <c:pt idx="227">
                  <c:v>81.171578</c:v>
                </c:pt>
                <c:pt idx="228">
                  <c:v>80.042518</c:v>
                </c:pt>
                <c:pt idx="229">
                  <c:v>79.462858</c:v>
                </c:pt>
                <c:pt idx="230">
                  <c:v>79.057575</c:v>
                </c:pt>
                <c:pt idx="231">
                  <c:v>78.095112</c:v>
                </c:pt>
                <c:pt idx="232">
                  <c:v>77.554977</c:v>
                </c:pt>
                <c:pt idx="233">
                  <c:v>77.531836</c:v>
                </c:pt>
                <c:pt idx="234">
                  <c:v>76.381924</c:v>
                </c:pt>
                <c:pt idx="235">
                  <c:v>76.399384</c:v>
                </c:pt>
                <c:pt idx="236">
                  <c:v>75.906463</c:v>
                </c:pt>
                <c:pt idx="237">
                  <c:v>75.077691</c:v>
                </c:pt>
                <c:pt idx="238">
                  <c:v>74.022706</c:v>
                </c:pt>
                <c:pt idx="239">
                  <c:v>72.850499</c:v>
                </c:pt>
                <c:pt idx="240">
                  <c:v>72.264396</c:v>
                </c:pt>
                <c:pt idx="241">
                  <c:v>72.069028</c:v>
                </c:pt>
                <c:pt idx="242">
                  <c:v>71.651206</c:v>
                </c:pt>
                <c:pt idx="243">
                  <c:v>71.263611</c:v>
                </c:pt>
                <c:pt idx="244">
                  <c:v>71.233385</c:v>
                </c:pt>
                <c:pt idx="245">
                  <c:v>70.838926</c:v>
                </c:pt>
                <c:pt idx="246">
                  <c:v>70.262821</c:v>
                </c:pt>
                <c:pt idx="247">
                  <c:v>69.531451</c:v>
                </c:pt>
                <c:pt idx="248">
                  <c:v>68.975343</c:v>
                </c:pt>
                <c:pt idx="249">
                  <c:v>68.419235</c:v>
                </c:pt>
                <c:pt idx="250">
                  <c:v>68.225422</c:v>
                </c:pt>
                <c:pt idx="251">
                  <c:v>67.605982</c:v>
                </c:pt>
                <c:pt idx="252">
                  <c:v>66.986542</c:v>
                </c:pt>
                <c:pt idx="253">
                  <c:v>66.367102</c:v>
                </c:pt>
                <c:pt idx="254">
                  <c:v>66.191663</c:v>
                </c:pt>
                <c:pt idx="255">
                  <c:v>65.665347</c:v>
                </c:pt>
                <c:pt idx="256">
                  <c:v>65.139031</c:v>
                </c:pt>
                <c:pt idx="257">
                  <c:v>64.612715</c:v>
                </c:pt>
                <c:pt idx="258">
                  <c:v>64.402188</c:v>
                </c:pt>
                <c:pt idx="259">
                  <c:v>63.936369</c:v>
                </c:pt>
                <c:pt idx="260">
                  <c:v>63.383330</c:v>
                </c:pt>
                <c:pt idx="261">
                  <c:v>62.797227</c:v>
                </c:pt>
                <c:pt idx="262">
                  <c:v>62.461276</c:v>
                </c:pt>
                <c:pt idx="263">
                  <c:v>62.110398</c:v>
                </c:pt>
                <c:pt idx="264">
                  <c:v>61.584082</c:v>
                </c:pt>
                <c:pt idx="265">
                  <c:v>61.057766</c:v>
                </c:pt>
                <c:pt idx="266">
                  <c:v>60.53145</c:v>
                </c:pt>
                <c:pt idx="267">
                  <c:v>60.450150</c:v>
                </c:pt>
                <c:pt idx="268">
                  <c:v>60.003888</c:v>
                </c:pt>
                <c:pt idx="269">
                  <c:v>59.315216</c:v>
                </c:pt>
                <c:pt idx="270">
                  <c:v>58.626545</c:v>
                </c:pt>
                <c:pt idx="271">
                  <c:v>58.396988</c:v>
                </c:pt>
                <c:pt idx="272">
                  <c:v>57.747991</c:v>
                </c:pt>
                <c:pt idx="273">
                  <c:v>57.739546</c:v>
                </c:pt>
                <c:pt idx="274">
                  <c:v>56.952493</c:v>
                </c:pt>
                <c:pt idx="275">
                  <c:v>56.590537</c:v>
                </c:pt>
                <c:pt idx="276">
                  <c:v>56.590537</c:v>
                </c:pt>
                <c:pt idx="277">
                  <c:v>56.536530</c:v>
                </c:pt>
                <c:pt idx="278">
                  <c:v>57.200656</c:v>
                </c:pt>
                <c:pt idx="279">
                  <c:v>59.948443</c:v>
                </c:pt>
                <c:pt idx="280">
                  <c:v>62.69623</c:v>
                </c:pt>
                <c:pt idx="281">
                  <c:v>66.012442</c:v>
                </c:pt>
                <c:pt idx="282">
                  <c:v>67.297577</c:v>
                </c:pt>
                <c:pt idx="283">
                  <c:v>66.405976</c:v>
                </c:pt>
                <c:pt idx="284">
                  <c:v>65.669284</c:v>
                </c:pt>
                <c:pt idx="285">
                  <c:v>66.594831</c:v>
                </c:pt>
                <c:pt idx="286">
                  <c:v>66.124564</c:v>
                </c:pt>
                <c:pt idx="287">
                  <c:v>67.007653</c:v>
                </c:pt>
                <c:pt idx="288">
                  <c:v>68.618548</c:v>
                </c:pt>
                <c:pt idx="289">
                  <c:v>69.370094</c:v>
                </c:pt>
                <c:pt idx="290">
                  <c:v>71.414061</c:v>
                </c:pt>
                <c:pt idx="291">
                  <c:v>76.815909</c:v>
                </c:pt>
                <c:pt idx="292">
                  <c:v>77.505227</c:v>
                </c:pt>
                <c:pt idx="293">
                  <c:v>78.192655</c:v>
                </c:pt>
                <c:pt idx="294">
                  <c:v>78.192655</c:v>
                </c:pt>
                <c:pt idx="295">
                  <c:v>79.788993</c:v>
                </c:pt>
                <c:pt idx="296">
                  <c:v>81.457063</c:v>
                </c:pt>
                <c:pt idx="297">
                  <c:v>81.457063</c:v>
                </c:pt>
                <c:pt idx="298">
                  <c:v>83.142995</c:v>
                </c:pt>
                <c:pt idx="299">
                  <c:v>83.142995</c:v>
                </c:pt>
                <c:pt idx="300">
                  <c:v>83.142995</c:v>
                </c:pt>
                <c:pt idx="301">
                  <c:v>85.461752</c:v>
                </c:pt>
                <c:pt idx="302">
                  <c:v>87.269089</c:v>
                </c:pt>
                <c:pt idx="303">
                  <c:v>87.730892</c:v>
                </c:pt>
                <c:pt idx="304">
                  <c:v>87.730896</c:v>
                </c:pt>
                <c:pt idx="305">
                  <c:v>87.730896</c:v>
                </c:pt>
                <c:pt idx="306">
                  <c:v>88.765752</c:v>
                </c:pt>
                <c:pt idx="307">
                  <c:v>89.999984</c:v>
                </c:pt>
                <c:pt idx="308">
                  <c:v>89.999984</c:v>
                </c:pt>
                <c:pt idx="309">
                  <c:v>90</c:v>
                </c:pt>
                <c:pt idx="310">
                  <c:v>90</c:v>
                </c:pt>
                <c:pt idx="311">
                  <c:v>90</c:v>
                </c:pt>
                <c:pt idx="312">
                  <c:v>90</c:v>
                </c:pt>
                <c:pt idx="313">
                  <c:v>90</c:v>
                </c:pt>
                <c:pt idx="314">
                  <c:v>90</c:v>
                </c:pt>
                <c:pt idx="315">
                  <c:v>88.083554</c:v>
                </c:pt>
                <c:pt idx="316">
                  <c:v>87.188522</c:v>
                </c:pt>
                <c:pt idx="317">
                  <c:v>86.591341</c:v>
                </c:pt>
                <c:pt idx="318">
                  <c:v>85.409523</c:v>
                </c:pt>
                <c:pt idx="319">
                  <c:v>84.256400</c:v>
                </c:pt>
                <c:pt idx="320">
                  <c:v>83.031316</c:v>
                </c:pt>
                <c:pt idx="321">
                  <c:v>82.887280</c:v>
                </c:pt>
                <c:pt idx="322">
                  <c:v>81.834663</c:v>
                </c:pt>
                <c:pt idx="323">
                  <c:v>81.367031</c:v>
                </c:pt>
                <c:pt idx="324">
                  <c:v>80.416373</c:v>
                </c:pt>
                <c:pt idx="325">
                  <c:v>79.913909</c:v>
                </c:pt>
                <c:pt idx="326">
                  <c:v>79.057833</c:v>
                </c:pt>
                <c:pt idx="327">
                  <c:v>78.095112</c:v>
                </c:pt>
                <c:pt idx="328">
                  <c:v>77.554977</c:v>
                </c:pt>
                <c:pt idx="329">
                  <c:v>77.092835</c:v>
                </c:pt>
                <c:pt idx="330">
                  <c:v>76.888854</c:v>
                </c:pt>
                <c:pt idx="331">
                  <c:v>76.517560</c:v>
                </c:pt>
                <c:pt idx="332">
                  <c:v>76.145974</c:v>
                </c:pt>
                <c:pt idx="333">
                  <c:v>75.559870</c:v>
                </c:pt>
                <c:pt idx="334">
                  <c:v>74.965965</c:v>
                </c:pt>
                <c:pt idx="335">
                  <c:v>74.110177</c:v>
                </c:pt>
                <c:pt idx="336">
                  <c:v>73.167977</c:v>
                </c:pt>
                <c:pt idx="337">
                  <c:v>72.585704</c:v>
                </c:pt>
                <c:pt idx="338">
                  <c:v>72.585704</c:v>
                </c:pt>
                <c:pt idx="339">
                  <c:v>72.585704</c:v>
                </c:pt>
                <c:pt idx="340">
                  <c:v>72.585704</c:v>
                </c:pt>
                <c:pt idx="341">
                  <c:v>72.585704</c:v>
                </c:pt>
                <c:pt idx="342">
                  <c:v>72.004311</c:v>
                </c:pt>
                <c:pt idx="343">
                  <c:v>71.03613</c:v>
                </c:pt>
                <c:pt idx="344">
                  <c:v>69.828672</c:v>
                </c:pt>
                <c:pt idx="345">
                  <c:v>69.503705</c:v>
                </c:pt>
                <c:pt idx="346">
                  <c:v>69.128067</c:v>
                </c:pt>
                <c:pt idx="347">
                  <c:v>68.502002</c:v>
                </c:pt>
                <c:pt idx="348">
                  <c:v>67.875937</c:v>
                </c:pt>
                <c:pt idx="349">
                  <c:v>67.667249</c:v>
                </c:pt>
                <c:pt idx="350">
                  <c:v>67.667249</c:v>
                </c:pt>
                <c:pt idx="351">
                  <c:v>67.667249</c:v>
                </c:pt>
                <c:pt idx="352">
                  <c:v>67.660718</c:v>
                </c:pt>
                <c:pt idx="353">
                  <c:v>67.134402</c:v>
                </c:pt>
                <c:pt idx="354">
                  <c:v>66.923875</c:v>
                </c:pt>
                <c:pt idx="355">
                  <c:v>66.458056</c:v>
                </c:pt>
                <c:pt idx="356">
                  <c:v>65.875783</c:v>
                </c:pt>
                <c:pt idx="357">
                  <c:v>65.293509</c:v>
                </c:pt>
                <c:pt idx="358">
                  <c:v>64.982963</c:v>
                </c:pt>
                <c:pt idx="359">
                  <c:v>64.632086</c:v>
                </c:pt>
                <c:pt idx="360">
                  <c:v>64.105769</c:v>
                </c:pt>
                <c:pt idx="361">
                  <c:v>63.579453</c:v>
                </c:pt>
                <c:pt idx="362">
                  <c:v>63.053137</c:v>
                </c:pt>
                <c:pt idx="363">
                  <c:v>63.018049</c:v>
                </c:pt>
                <c:pt idx="364">
                  <c:v>63.018049</c:v>
                </c:pt>
                <c:pt idx="365">
                  <c:v>63.018049</c:v>
                </c:pt>
                <c:pt idx="366">
                  <c:v>62.702982</c:v>
                </c:pt>
                <c:pt idx="367">
                  <c:v>61.824835</c:v>
                </c:pt>
                <c:pt idx="368">
                  <c:v>60.720391</c:v>
                </c:pt>
                <c:pt idx="369">
                  <c:v>59.422682</c:v>
                </c:pt>
                <c:pt idx="370">
                  <c:v>58.502849</c:v>
                </c:pt>
                <c:pt idx="371">
                  <c:v>57.265300</c:v>
                </c:pt>
                <c:pt idx="372">
                  <c:v>56.388914</c:v>
                </c:pt>
                <c:pt idx="373">
                  <c:v>54.987825</c:v>
                </c:pt>
                <c:pt idx="374">
                  <c:v>54.037030</c:v>
                </c:pt>
                <c:pt idx="375">
                  <c:v>53.828022</c:v>
                </c:pt>
                <c:pt idx="376">
                  <c:v>53.357756</c:v>
                </c:pt>
                <c:pt idx="377">
                  <c:v>51.534635</c:v>
                </c:pt>
                <c:pt idx="378">
                  <c:v>51.534635</c:v>
                </c:pt>
                <c:pt idx="379">
                  <c:v>51.534635</c:v>
                </c:pt>
                <c:pt idx="380">
                  <c:v>52.208054</c:v>
                </c:pt>
                <c:pt idx="381">
                  <c:v>54.477162</c:v>
                </c:pt>
                <c:pt idx="382">
                  <c:v>57.880825</c:v>
                </c:pt>
                <c:pt idx="383">
                  <c:v>58.461729</c:v>
                </c:pt>
                <c:pt idx="384">
                  <c:v>58.804874</c:v>
                </c:pt>
                <c:pt idx="385">
                  <c:v>62.777890</c:v>
                </c:pt>
                <c:pt idx="386">
                  <c:v>65.859558</c:v>
                </c:pt>
                <c:pt idx="387">
                  <c:v>66.978412</c:v>
                </c:pt>
                <c:pt idx="388">
                  <c:v>66.978412</c:v>
                </c:pt>
                <c:pt idx="389">
                  <c:v>68.112967</c:v>
                </c:pt>
                <c:pt idx="390">
                  <c:v>68.112967</c:v>
                </c:pt>
                <c:pt idx="391">
                  <c:v>68.112967</c:v>
                </c:pt>
                <c:pt idx="392">
                  <c:v>71.516629</c:v>
                </c:pt>
                <c:pt idx="393">
                  <c:v>72.651183</c:v>
                </c:pt>
                <c:pt idx="394">
                  <c:v>72.651183</c:v>
                </c:pt>
                <c:pt idx="395">
                  <c:v>74.327202</c:v>
                </c:pt>
                <c:pt idx="396">
                  <c:v>74.327202</c:v>
                </c:pt>
                <c:pt idx="397">
                  <c:v>77.205390</c:v>
                </c:pt>
                <c:pt idx="398">
                  <c:v>79.999984</c:v>
                </c:pt>
                <c:pt idx="399">
                  <c:v>80</c:v>
                </c:pt>
                <c:pt idx="400">
                  <c:v>80</c:v>
                </c:pt>
                <c:pt idx="401">
                  <c:v>80.461783</c:v>
                </c:pt>
                <c:pt idx="402">
                  <c:v>84.327229</c:v>
                </c:pt>
                <c:pt idx="403">
                  <c:v>87.730888</c:v>
                </c:pt>
                <c:pt idx="404">
                  <c:v>87.730892</c:v>
                </c:pt>
                <c:pt idx="405">
                  <c:v>90</c:v>
                </c:pt>
                <c:pt idx="406">
                  <c:v>90</c:v>
                </c:pt>
                <c:pt idx="407">
                  <c:v>90</c:v>
                </c:pt>
                <c:pt idx="408">
                  <c:v>90</c:v>
                </c:pt>
                <c:pt idx="409">
                  <c:v>90</c:v>
                </c:pt>
                <c:pt idx="410">
                  <c:v>90</c:v>
                </c:pt>
                <c:pt idx="411">
                  <c:v>88.083554</c:v>
                </c:pt>
                <c:pt idx="412">
                  <c:v>87.188522</c:v>
                </c:pt>
                <c:pt idx="413">
                  <c:v>86.591341</c:v>
                </c:pt>
                <c:pt idx="414">
                  <c:v>85.295746</c:v>
                </c:pt>
                <c:pt idx="415">
                  <c:v>84.081137</c:v>
                </c:pt>
                <c:pt idx="416">
                  <c:v>83.118468</c:v>
                </c:pt>
                <c:pt idx="417">
                  <c:v>82.478714</c:v>
                </c:pt>
                <c:pt idx="418">
                  <c:v>81.814913</c:v>
                </c:pt>
                <c:pt idx="419">
                  <c:v>81.171578</c:v>
                </c:pt>
                <c:pt idx="420">
                  <c:v>80.042518</c:v>
                </c:pt>
                <c:pt idx="421">
                  <c:v>79.682540</c:v>
                </c:pt>
                <c:pt idx="422">
                  <c:v>79.057575</c:v>
                </c:pt>
                <c:pt idx="423">
                  <c:v>78.095112</c:v>
                </c:pt>
                <c:pt idx="424">
                  <c:v>77.329613</c:v>
                </c:pt>
                <c:pt idx="425">
                  <c:v>76.651709</c:v>
                </c:pt>
                <c:pt idx="426">
                  <c:v>75.933874</c:v>
                </c:pt>
                <c:pt idx="427">
                  <c:v>75.155061</c:v>
                </c:pt>
                <c:pt idx="428">
                  <c:v>74.099312</c:v>
                </c:pt>
                <c:pt idx="429">
                  <c:v>72.994548</c:v>
                </c:pt>
                <c:pt idx="430">
                  <c:v>72.180192</c:v>
                </c:pt>
                <c:pt idx="431">
                  <c:v>72.180192</c:v>
                </c:pt>
                <c:pt idx="432">
                  <c:v>71.842851</c:v>
                </c:pt>
                <c:pt idx="433">
                  <c:v>71.620397</c:v>
                </c:pt>
                <c:pt idx="434">
                  <c:v>71.034294</c:v>
                </c:pt>
                <c:pt idx="435">
                  <c:v>70.448190</c:v>
                </c:pt>
                <c:pt idx="436">
                  <c:v>69.892083</c:v>
                </c:pt>
                <c:pt idx="437">
                  <c:v>69.335975</c:v>
                </c:pt>
                <c:pt idx="438">
                  <c:v>68.45487</c:v>
                </c:pt>
                <c:pt idx="439">
                  <c:v>67.842767</c:v>
                </c:pt>
                <c:pt idx="440">
                  <c:v>67.330283</c:v>
                </c:pt>
                <c:pt idx="441">
                  <c:v>66.560769</c:v>
                </c:pt>
                <c:pt idx="442">
                  <c:v>65.559065</c:v>
                </c:pt>
                <c:pt idx="443">
                  <c:v>64.614262</c:v>
                </c:pt>
                <c:pt idx="444">
                  <c:v>64.090096</c:v>
                </c:pt>
                <c:pt idx="445">
                  <c:v>62.889263</c:v>
                </c:pt>
                <c:pt idx="446">
                  <c:v>62.269166</c:v>
                </c:pt>
                <c:pt idx="447">
                  <c:v>61.90437</c:v>
                </c:pt>
                <c:pt idx="448">
                  <c:v>61.319887</c:v>
                </c:pt>
                <c:pt idx="449">
                  <c:v>60.421032</c:v>
                </c:pt>
                <c:pt idx="450">
                  <c:v>59.494312</c:v>
                </c:pt>
                <c:pt idx="451">
                  <c:v>59.020078</c:v>
                </c:pt>
                <c:pt idx="452">
                  <c:v>59.020078</c:v>
                </c:pt>
                <c:pt idx="453">
                  <c:v>58.551195</c:v>
                </c:pt>
                <c:pt idx="454">
                  <c:v>58.386637</c:v>
                </c:pt>
                <c:pt idx="455">
                  <c:v>57.886992</c:v>
                </c:pt>
                <c:pt idx="456">
                  <c:v>57.360675</c:v>
                </c:pt>
                <c:pt idx="457">
                  <c:v>56.974710</c:v>
                </c:pt>
                <c:pt idx="458">
                  <c:v>56.749023</c:v>
                </c:pt>
                <c:pt idx="459">
                  <c:v>56.071960</c:v>
                </c:pt>
                <c:pt idx="460">
                  <c:v>55.157393</c:v>
                </c:pt>
                <c:pt idx="461">
                  <c:v>54.202530</c:v>
                </c:pt>
                <c:pt idx="462">
                  <c:v>53.155325</c:v>
                </c:pt>
                <c:pt idx="463">
                  <c:v>52.153096</c:v>
                </c:pt>
                <c:pt idx="464">
                  <c:v>51.461644</c:v>
                </c:pt>
                <c:pt idx="465">
                  <c:v>50.159023</c:v>
                </c:pt>
                <c:pt idx="466">
                  <c:v>48.963356</c:v>
                </c:pt>
                <c:pt idx="467">
                  <c:v>48.463039</c:v>
                </c:pt>
                <c:pt idx="468">
                  <c:v>47.798590</c:v>
                </c:pt>
                <c:pt idx="469">
                  <c:v>46.478265</c:v>
                </c:pt>
                <c:pt idx="470">
                  <c:v>45.512313</c:v>
                </c:pt>
                <c:pt idx="471">
                  <c:v>44.987612</c:v>
                </c:pt>
                <c:pt idx="472">
                  <c:v>44.567851</c:v>
                </c:pt>
                <c:pt idx="473">
                  <c:v>43.205979</c:v>
                </c:pt>
                <c:pt idx="474">
                  <c:v>42.324872</c:v>
                </c:pt>
                <c:pt idx="475">
                  <c:v>42.324872</c:v>
                </c:pt>
                <c:pt idx="476">
                  <c:v>43.459426</c:v>
                </c:pt>
                <c:pt idx="477">
                  <c:v>43.843058</c:v>
                </c:pt>
                <c:pt idx="478">
                  <c:v>48.298811</c:v>
                </c:pt>
                <c:pt idx="479">
                  <c:v>48.298811</c:v>
                </c:pt>
                <c:pt idx="480">
                  <c:v>49.395733</c:v>
                </c:pt>
                <c:pt idx="481">
                  <c:v>50.539193</c:v>
                </c:pt>
                <c:pt idx="482">
                  <c:v>52.148347</c:v>
                </c:pt>
                <c:pt idx="483">
                  <c:v>58.955672</c:v>
                </c:pt>
                <c:pt idx="484">
                  <c:v>64.628443</c:v>
                </c:pt>
                <c:pt idx="485">
                  <c:v>66.897551</c:v>
                </c:pt>
                <c:pt idx="486">
                  <c:v>67.935763</c:v>
                </c:pt>
                <c:pt idx="487">
                  <c:v>69.481676</c:v>
                </c:pt>
                <c:pt idx="488">
                  <c:v>72.981680</c:v>
                </c:pt>
                <c:pt idx="489">
                  <c:v>72.981680</c:v>
                </c:pt>
                <c:pt idx="490">
                  <c:v>72.981680</c:v>
                </c:pt>
                <c:pt idx="491">
                  <c:v>72.981680</c:v>
                </c:pt>
                <c:pt idx="492">
                  <c:v>74.019892</c:v>
                </c:pt>
                <c:pt idx="493">
                  <c:v>76.455669</c:v>
                </c:pt>
                <c:pt idx="494">
                  <c:v>79.327210</c:v>
                </c:pt>
                <c:pt idx="495">
                  <c:v>81.596318</c:v>
                </c:pt>
                <c:pt idx="496">
                  <c:v>84.821343</c:v>
                </c:pt>
                <c:pt idx="497">
                  <c:v>86.417680</c:v>
                </c:pt>
                <c:pt idx="498">
                  <c:v>86.417680</c:v>
                </c:pt>
                <c:pt idx="499">
                  <c:v>88.403631</c:v>
                </c:pt>
                <c:pt idx="500">
                  <c:v>89.999984</c:v>
                </c:pt>
                <c:pt idx="501">
                  <c:v>89.999984</c:v>
                </c:pt>
                <c:pt idx="502">
                  <c:v>90</c:v>
                </c:pt>
                <c:pt idx="503">
                  <c:v>90</c:v>
                </c:pt>
                <c:pt idx="504">
                  <c:v>90</c:v>
                </c:pt>
                <c:pt idx="505">
                  <c:v>90</c:v>
                </c:pt>
                <c:pt idx="506">
                  <c:v>90</c:v>
                </c:pt>
                <c:pt idx="507">
                  <c:v>90</c:v>
                </c:pt>
                <c:pt idx="508">
                  <c:v>89.329661</c:v>
                </c:pt>
                <c:pt idx="509">
                  <c:v>88.019114</c:v>
                </c:pt>
                <c:pt idx="510">
                  <c:v>87.551590</c:v>
                </c:pt>
                <c:pt idx="511">
                  <c:v>87.188522</c:v>
                </c:pt>
                <c:pt idx="512">
                  <c:v>87.106891</c:v>
                </c:pt>
                <c:pt idx="513">
                  <c:v>86.678955</c:v>
                </c:pt>
                <c:pt idx="514">
                  <c:v>85.846631</c:v>
                </c:pt>
                <c:pt idx="515">
                  <c:v>84.614326</c:v>
                </c:pt>
                <c:pt idx="516">
                  <c:v>84.241745</c:v>
                </c:pt>
                <c:pt idx="517">
                  <c:v>83.751870</c:v>
                </c:pt>
                <c:pt idx="518">
                  <c:v>83.131717</c:v>
                </c:pt>
                <c:pt idx="519">
                  <c:v>82.511565</c:v>
                </c:pt>
                <c:pt idx="520">
                  <c:v>82.100345</c:v>
                </c:pt>
                <c:pt idx="521">
                  <c:v>81.549408</c:v>
                </c:pt>
                <c:pt idx="522">
                  <c:v>81.227891</c:v>
                </c:pt>
                <c:pt idx="523">
                  <c:v>80.823871</c:v>
                </c:pt>
                <c:pt idx="524">
                  <c:v>80.272933</c:v>
                </c:pt>
                <c:pt idx="525">
                  <c:v>79.721996</c:v>
                </c:pt>
                <c:pt idx="526">
                  <c:v>79.391434</c:v>
                </c:pt>
                <c:pt idx="527">
                  <c:v>79.391434</c:v>
                </c:pt>
                <c:pt idx="528">
                  <c:v>78.658881</c:v>
                </c:pt>
                <c:pt idx="529">
                  <c:v>77.487791</c:v>
                </c:pt>
                <c:pt idx="530">
                  <c:v>76.897535</c:v>
                </c:pt>
                <c:pt idx="531">
                  <c:v>76.656488</c:v>
                </c:pt>
                <c:pt idx="532">
                  <c:v>76.399384</c:v>
                </c:pt>
                <c:pt idx="533">
                  <c:v>76.083585</c:v>
                </c:pt>
                <c:pt idx="534">
                  <c:v>75.502192</c:v>
                </c:pt>
                <c:pt idx="535">
                  <c:v>74.559598</c:v>
                </c:pt>
                <c:pt idx="536">
                  <c:v>73.665548</c:v>
                </c:pt>
                <c:pt idx="537">
                  <c:v>72.959573</c:v>
                </c:pt>
                <c:pt idx="538">
                  <c:v>72.702469</c:v>
                </c:pt>
                <c:pt idx="539">
                  <c:v>72.137752</c:v>
                </c:pt>
                <c:pt idx="540">
                  <c:v>71.070021</c:v>
                </c:pt>
                <c:pt idx="541">
                  <c:v>70.296123</c:v>
                </c:pt>
                <c:pt idx="542">
                  <c:v>69.710423</c:v>
                </c:pt>
                <c:pt idx="543">
                  <c:v>68.918006</c:v>
                </c:pt>
                <c:pt idx="544">
                  <c:v>68.401212</c:v>
                </c:pt>
                <c:pt idx="545">
                  <c:v>67.884418</c:v>
                </c:pt>
                <c:pt idx="546">
                  <c:v>67.262096</c:v>
                </c:pt>
                <c:pt idx="547">
                  <c:v>66.603743</c:v>
                </c:pt>
                <c:pt idx="548">
                  <c:v>65.564240</c:v>
                </c:pt>
                <c:pt idx="549">
                  <c:v>64.628686</c:v>
                </c:pt>
                <c:pt idx="550">
                  <c:v>64.108934</c:v>
                </c:pt>
                <c:pt idx="551">
                  <c:v>63.591351</c:v>
                </c:pt>
                <c:pt idx="552">
                  <c:v>62.971199</c:v>
                </c:pt>
                <c:pt idx="553">
                  <c:v>61.937611</c:v>
                </c:pt>
                <c:pt idx="554">
                  <c:v>60.972929</c:v>
                </c:pt>
                <c:pt idx="555">
                  <c:v>60.296443</c:v>
                </c:pt>
                <c:pt idx="556">
                  <c:v>59.490881</c:v>
                </c:pt>
                <c:pt idx="557">
                  <c:v>58.892036</c:v>
                </c:pt>
                <c:pt idx="558">
                  <c:v>58.412961</c:v>
                </c:pt>
                <c:pt idx="559">
                  <c:v>57.830669</c:v>
                </c:pt>
                <c:pt idx="560">
                  <c:v>56.704016</c:v>
                </c:pt>
                <c:pt idx="561">
                  <c:v>55.501572</c:v>
                </c:pt>
                <c:pt idx="562">
                  <c:v>54.881420</c:v>
                </c:pt>
                <c:pt idx="563">
                  <c:v>54.361673</c:v>
                </c:pt>
                <c:pt idx="564">
                  <c:v>53.697223</c:v>
                </c:pt>
                <c:pt idx="565">
                  <c:v>53.463796</c:v>
                </c:pt>
                <c:pt idx="566">
                  <c:v>53.173340</c:v>
                </c:pt>
                <c:pt idx="567">
                  <c:v>53.173340</c:v>
                </c:pt>
                <c:pt idx="568">
                  <c:v>53.028357</c:v>
                </c:pt>
                <c:pt idx="569">
                  <c:v>52.667003</c:v>
                </c:pt>
                <c:pt idx="570">
                  <c:v>51.999461</c:v>
                </c:pt>
                <c:pt idx="571">
                  <c:v>51.999461</c:v>
                </c:pt>
                <c:pt idx="572">
                  <c:v>51.501310</c:v>
                </c:pt>
                <c:pt idx="573">
                  <c:v>52.230176</c:v>
                </c:pt>
                <c:pt idx="574">
                  <c:v>52.230176</c:v>
                </c:pt>
                <c:pt idx="575">
                  <c:v>53.134016</c:v>
                </c:pt>
                <c:pt idx="576">
                  <c:v>53.134016</c:v>
                </c:pt>
                <c:pt idx="577">
                  <c:v>53.770418</c:v>
                </c:pt>
                <c:pt idx="578">
                  <c:v>58.164001</c:v>
                </c:pt>
                <c:pt idx="579">
                  <c:v>61.524380</c:v>
                </c:pt>
                <c:pt idx="580">
                  <c:v>67.197151</c:v>
                </c:pt>
                <c:pt idx="581">
                  <c:v>68.428036</c:v>
                </c:pt>
                <c:pt idx="582">
                  <c:v>72.519889</c:v>
                </c:pt>
                <c:pt idx="583">
                  <c:v>73.654428</c:v>
                </c:pt>
                <c:pt idx="584">
                  <c:v>74.116223</c:v>
                </c:pt>
                <c:pt idx="585">
                  <c:v>74.272561</c:v>
                </c:pt>
                <c:pt idx="586">
                  <c:v>75.461764</c:v>
                </c:pt>
                <c:pt idx="587">
                  <c:v>79.999957</c:v>
                </c:pt>
                <c:pt idx="588">
                  <c:v>79.999957</c:v>
                </c:pt>
                <c:pt idx="589">
                  <c:v>82.269069</c:v>
                </c:pt>
                <c:pt idx="590">
                  <c:v>83.192675</c:v>
                </c:pt>
                <c:pt idx="591">
                  <c:v>83.192675</c:v>
                </c:pt>
                <c:pt idx="592">
                  <c:v>83.192675</c:v>
                </c:pt>
                <c:pt idx="593">
                  <c:v>84.327229</c:v>
                </c:pt>
                <c:pt idx="594">
                  <c:v>85</c:v>
                </c:pt>
                <c:pt idx="595">
                  <c:v>86.596338</c:v>
                </c:pt>
                <c:pt idx="596">
                  <c:v>87.269112</c:v>
                </c:pt>
                <c:pt idx="597">
                  <c:v>89.538217</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88.957329</c:v>
                </c:pt>
                <c:pt idx="611">
                  <c:v>88.957329</c:v>
                </c:pt>
                <c:pt idx="612">
                  <c:v>88.957329</c:v>
                </c:pt>
                <c:pt idx="613">
                  <c:v>87.971292</c:v>
                </c:pt>
                <c:pt idx="614">
                  <c:v>87.551590</c:v>
                </c:pt>
                <c:pt idx="615">
                  <c:v>87.551590</c:v>
                </c:pt>
                <c:pt idx="616">
                  <c:v>87.055078</c:v>
                </c:pt>
                <c:pt idx="617">
                  <c:v>86.378015</c:v>
                </c:pt>
                <c:pt idx="618">
                  <c:v>85.108810</c:v>
                </c:pt>
                <c:pt idx="619">
                  <c:v>84.371565</c:v>
                </c:pt>
                <c:pt idx="620">
                  <c:v>83.807656</c:v>
                </c:pt>
                <c:pt idx="621">
                  <c:v>83.111750</c:v>
                </c:pt>
                <c:pt idx="622">
                  <c:v>81.975607</c:v>
                </c:pt>
                <c:pt idx="623">
                  <c:v>80.835725</c:v>
                </c:pt>
                <c:pt idx="624">
                  <c:v>80.221689</c:v>
                </c:pt>
                <c:pt idx="625">
                  <c:v>80.139818</c:v>
                </c:pt>
                <c:pt idx="626">
                  <c:v>79.557544</c:v>
                </c:pt>
                <c:pt idx="627">
                  <c:v>78.664725</c:v>
                </c:pt>
                <c:pt idx="628">
                  <c:v>77.500177</c:v>
                </c:pt>
                <c:pt idx="629">
                  <c:v>76.723812</c:v>
                </c:pt>
                <c:pt idx="630">
                  <c:v>76.094251</c:v>
                </c:pt>
                <c:pt idx="631">
                  <c:v>75.480215</c:v>
                </c:pt>
                <c:pt idx="632">
                  <c:v>74.705059</c:v>
                </c:pt>
                <c:pt idx="633">
                  <c:v>73.504921</c:v>
                </c:pt>
                <c:pt idx="634">
                  <c:v>72.573780</c:v>
                </c:pt>
                <c:pt idx="635">
                  <c:v>72.328166</c:v>
                </c:pt>
                <c:pt idx="636">
                  <c:v>71.901166</c:v>
                </c:pt>
                <c:pt idx="637">
                  <c:v>71.318892</c:v>
                </c:pt>
                <c:pt idx="638">
                  <c:v>70.736618</c:v>
                </c:pt>
                <c:pt idx="639">
                  <c:v>69.921435</c:v>
                </c:pt>
                <c:pt idx="640">
                  <c:v>69.339161</c:v>
                </c:pt>
                <c:pt idx="641">
                  <c:v>68.190086</c:v>
                </c:pt>
                <c:pt idx="642">
                  <c:v>67.312738</c:v>
                </c:pt>
                <c:pt idx="643">
                  <c:v>66.708149</c:v>
                </c:pt>
                <c:pt idx="644">
                  <c:v>65.876840</c:v>
                </c:pt>
                <c:pt idx="645">
                  <c:v>65.310038</c:v>
                </c:pt>
                <c:pt idx="646">
                  <c:v>64.510326</c:v>
                </c:pt>
                <c:pt idx="647">
                  <c:v>63.701332</c:v>
                </c:pt>
                <c:pt idx="648">
                  <c:v>62.558350</c:v>
                </c:pt>
                <c:pt idx="649">
                  <c:v>61.367924</c:v>
                </c:pt>
                <c:pt idx="650">
                  <c:v>60.720953</c:v>
                </c:pt>
                <c:pt idx="651">
                  <c:v>60.241708</c:v>
                </c:pt>
                <c:pt idx="652">
                  <c:v>59.586736</c:v>
                </c:pt>
                <c:pt idx="653">
                  <c:v>57.426590</c:v>
                </c:pt>
                <c:pt idx="654">
                  <c:v>57.175125</c:v>
                </c:pt>
                <c:pt idx="655">
                  <c:v>57.175125</c:v>
                </c:pt>
                <c:pt idx="656">
                  <c:v>57.175125</c:v>
                </c:pt>
                <c:pt idx="657">
                  <c:v>57.175125</c:v>
                </c:pt>
                <c:pt idx="658">
                  <c:v>57.175125</c:v>
                </c:pt>
                <c:pt idx="659">
                  <c:v>57.175125</c:v>
                </c:pt>
                <c:pt idx="660">
                  <c:v>57.175125</c:v>
                </c:pt>
                <c:pt idx="661">
                  <c:v>57.175125</c:v>
                </c:pt>
                <c:pt idx="662">
                  <c:v>57.175125</c:v>
                </c:pt>
                <c:pt idx="663">
                  <c:v>57.175125</c:v>
                </c:pt>
                <c:pt idx="664">
                  <c:v>57.175125</c:v>
                </c:pt>
                <c:pt idx="665">
                  <c:v>57.175125</c:v>
                </c:pt>
                <c:pt idx="666">
                  <c:v>57.175125</c:v>
                </c:pt>
                <c:pt idx="667">
                  <c:v>57.175125</c:v>
                </c:pt>
                <c:pt idx="668">
                  <c:v>61.713341</c:v>
                </c:pt>
                <c:pt idx="669">
                  <c:v>61.713341</c:v>
                </c:pt>
                <c:pt idx="670">
                  <c:v>61.713341</c:v>
                </c:pt>
                <c:pt idx="671">
                  <c:v>62.381742</c:v>
                </c:pt>
                <c:pt idx="672">
                  <c:v>62.381742</c:v>
                </c:pt>
                <c:pt idx="673">
                  <c:v>64.371408</c:v>
                </c:pt>
                <c:pt idx="674">
                  <c:v>65.039809</c:v>
                </c:pt>
                <c:pt idx="675">
                  <c:v>67.308917</c:v>
                </c:pt>
                <c:pt idx="676">
                  <c:v>67.308917</c:v>
                </c:pt>
                <c:pt idx="677">
                  <c:v>71.847134</c:v>
                </c:pt>
                <c:pt idx="678">
                  <c:v>76.385350</c:v>
                </c:pt>
                <c:pt idx="679">
                  <c:v>76.385350</c:v>
                </c:pt>
                <c:pt idx="680">
                  <c:v>76.385350</c:v>
                </c:pt>
                <c:pt idx="681">
                  <c:v>78.192659</c:v>
                </c:pt>
                <c:pt idx="682">
                  <c:v>80.461768</c:v>
                </c:pt>
                <c:pt idx="683">
                  <c:v>80.461768</c:v>
                </c:pt>
                <c:pt idx="684">
                  <c:v>80.461768</c:v>
                </c:pt>
                <c:pt idx="685">
                  <c:v>82.058121</c:v>
                </c:pt>
                <c:pt idx="686">
                  <c:v>85.461783</c:v>
                </c:pt>
                <c:pt idx="687">
                  <c:v>85.461783</c:v>
                </c:pt>
                <c:pt idx="688">
                  <c:v>85.461783</c:v>
                </c:pt>
                <c:pt idx="689">
                  <c:v>86.596338</c:v>
                </c:pt>
                <c:pt idx="690">
                  <c:v>88.865446</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E88-4B5E-821E-D3AD3B96A2D8}"/>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78.405741</c:v>
                </c:pt>
                <c:pt idx="6">
                  <c:v>79.999968</c:v>
                </c:pt>
                <c:pt idx="7">
                  <c:v>79.999968</c:v>
                </c:pt>
                <c:pt idx="8">
                  <c:v>79.999968</c:v>
                </c:pt>
                <c:pt idx="9">
                  <c:v>84.538177</c:v>
                </c:pt>
                <c:pt idx="10">
                  <c:v>84.538177</c:v>
                </c:pt>
                <c:pt idx="11">
                  <c:v>86.807285</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87.914651</c:v>
                </c:pt>
                <c:pt idx="32">
                  <c:v>87.188522</c:v>
                </c:pt>
                <c:pt idx="33">
                  <c:v>87.188522</c:v>
                </c:pt>
                <c:pt idx="34">
                  <c:v>87.188522</c:v>
                </c:pt>
                <c:pt idx="35">
                  <c:v>87.188522</c:v>
                </c:pt>
                <c:pt idx="36">
                  <c:v>87.188490</c:v>
                </c:pt>
                <c:pt idx="37">
                  <c:v>87.188490</c:v>
                </c:pt>
                <c:pt idx="38">
                  <c:v>87.188490</c:v>
                </c:pt>
                <c:pt idx="39">
                  <c:v>87.188490</c:v>
                </c:pt>
                <c:pt idx="40">
                  <c:v>87.188490</c:v>
                </c:pt>
                <c:pt idx="41">
                  <c:v>87.188490</c:v>
                </c:pt>
                <c:pt idx="42">
                  <c:v>87.188490</c:v>
                </c:pt>
                <c:pt idx="43">
                  <c:v>87.188490</c:v>
                </c:pt>
                <c:pt idx="44">
                  <c:v>87.188490</c:v>
                </c:pt>
                <c:pt idx="45">
                  <c:v>87.188490</c:v>
                </c:pt>
                <c:pt idx="46">
                  <c:v>87.188490</c:v>
                </c:pt>
                <c:pt idx="47">
                  <c:v>87.188490</c:v>
                </c:pt>
                <c:pt idx="48">
                  <c:v>87.188490</c:v>
                </c:pt>
                <c:pt idx="49">
                  <c:v>87.545073</c:v>
                </c:pt>
                <c:pt idx="50">
                  <c:v>87.545073</c:v>
                </c:pt>
                <c:pt idx="51">
                  <c:v>87.545073</c:v>
                </c:pt>
                <c:pt idx="52">
                  <c:v>89.814181</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87.106891</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89.999953</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87.106891</c:v>
                </c:pt>
                <c:pt idx="334">
                  <c:v>89.999961</c:v>
                </c:pt>
                <c:pt idx="335">
                  <c:v>89.999961</c:v>
                </c:pt>
                <c:pt idx="336">
                  <c:v>89.999961</c:v>
                </c:pt>
                <c:pt idx="337">
                  <c:v>89.999961</c:v>
                </c:pt>
                <c:pt idx="338">
                  <c:v>89.999961</c:v>
                </c:pt>
                <c:pt idx="339">
                  <c:v>89.999961</c:v>
                </c:pt>
                <c:pt idx="340">
                  <c:v>89.999961</c:v>
                </c:pt>
                <c:pt idx="341">
                  <c:v>89.999961</c:v>
                </c:pt>
                <c:pt idx="342">
                  <c:v>89.999961</c:v>
                </c:pt>
                <c:pt idx="343">
                  <c:v>89.999968</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c:v>
                </c:pt>
                <c:pt idx="414">
                  <c:v>88.123569</c:v>
                </c:pt>
                <c:pt idx="415">
                  <c:v>87.188522</c:v>
                </c:pt>
                <c:pt idx="416">
                  <c:v>87.188522</c:v>
                </c:pt>
                <c:pt idx="417">
                  <c:v>87.188522</c:v>
                </c:pt>
                <c:pt idx="418">
                  <c:v>87.188522</c:v>
                </c:pt>
                <c:pt idx="419">
                  <c:v>87.188522</c:v>
                </c:pt>
                <c:pt idx="420">
                  <c:v>87.188522</c:v>
                </c:pt>
                <c:pt idx="421">
                  <c:v>89.999924</c:v>
                </c:pt>
                <c:pt idx="422">
                  <c:v>89.999924</c:v>
                </c:pt>
                <c:pt idx="423">
                  <c:v>89.999924</c:v>
                </c:pt>
                <c:pt idx="424">
                  <c:v>89.999924</c:v>
                </c:pt>
                <c:pt idx="425">
                  <c:v>89.999924</c:v>
                </c:pt>
                <c:pt idx="426">
                  <c:v>89.999924</c:v>
                </c:pt>
                <c:pt idx="427">
                  <c:v>89.999924</c:v>
                </c:pt>
                <c:pt idx="428">
                  <c:v>89.999924</c:v>
                </c:pt>
                <c:pt idx="429">
                  <c:v>89.999924</c:v>
                </c:pt>
                <c:pt idx="430">
                  <c:v>89.999924</c:v>
                </c:pt>
                <c:pt idx="431">
                  <c:v>89.999924</c:v>
                </c:pt>
                <c:pt idx="432">
                  <c:v>89.999924</c:v>
                </c:pt>
                <c:pt idx="433">
                  <c:v>89.999924</c:v>
                </c:pt>
                <c:pt idx="434">
                  <c:v>89.999924</c:v>
                </c:pt>
                <c:pt idx="435">
                  <c:v>89.999924</c:v>
                </c:pt>
                <c:pt idx="436">
                  <c:v>89.999924</c:v>
                </c:pt>
                <c:pt idx="437">
                  <c:v>89.999924</c:v>
                </c:pt>
                <c:pt idx="438">
                  <c:v>89.999924</c:v>
                </c:pt>
                <c:pt idx="439">
                  <c:v>89.999924</c:v>
                </c:pt>
                <c:pt idx="440">
                  <c:v>89.999932</c:v>
                </c:pt>
                <c:pt idx="441">
                  <c:v>89.999932</c:v>
                </c:pt>
                <c:pt idx="442">
                  <c:v>89.999932</c:v>
                </c:pt>
                <c:pt idx="443">
                  <c:v>89.999932</c:v>
                </c:pt>
                <c:pt idx="444">
                  <c:v>89.999932</c:v>
                </c:pt>
                <c:pt idx="445">
                  <c:v>89.999932</c:v>
                </c:pt>
                <c:pt idx="446">
                  <c:v>89.999932</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E88-4B5E-821E-D3AD3B96A2D8}"/>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90</c:v>
                </c:pt>
                <c:pt idx="1">
                  <c:v>90</c:v>
                </c:pt>
                <c:pt idx="2">
                  <c:v>90</c:v>
                </c:pt>
                <c:pt idx="3">
                  <c:v>90</c:v>
                </c:pt>
                <c:pt idx="4">
                  <c:v>125.515067</c:v>
                </c:pt>
                <c:pt idx="5">
                  <c:v>125.515067</c:v>
                </c:pt>
                <c:pt idx="6">
                  <c:v>74.405582</c:v>
                </c:pt>
                <c:pt idx="7">
                  <c:v>74.405582</c:v>
                </c:pt>
                <c:pt idx="8">
                  <c:v>114.118754</c:v>
                </c:pt>
                <c:pt idx="9">
                  <c:v>114.118754</c:v>
                </c:pt>
                <c:pt idx="10">
                  <c:v>192.825251</c:v>
                </c:pt>
                <c:pt idx="11">
                  <c:v>192.825251</c:v>
                </c:pt>
                <c:pt idx="12">
                  <c:v>74.950147</c:v>
                </c:pt>
                <c:pt idx="13">
                  <c:v>74.950147</c:v>
                </c:pt>
                <c:pt idx="14">
                  <c:v>120.000200</c:v>
                </c:pt>
                <c:pt idx="15">
                  <c:v>120.000200</c:v>
                </c:pt>
                <c:pt idx="16">
                  <c:v>530.289233</c:v>
                </c:pt>
                <c:pt idx="17">
                  <c:v>530.289233</c:v>
                </c:pt>
                <c:pt idx="18">
                  <c:v>600.000200</c:v>
                </c:pt>
                <c:pt idx="19">
                  <c:v>600.000200</c:v>
                </c:pt>
                <c:pt idx="20">
                  <c:v>640.653229</c:v>
                </c:pt>
                <c:pt idx="21">
                  <c:v>640.653229</c:v>
                </c:pt>
                <c:pt idx="22">
                  <c:v>526.623571</c:v>
                </c:pt>
                <c:pt idx="23">
                  <c:v>526.623571</c:v>
                </c:pt>
                <c:pt idx="24">
                  <c:v>570.000100</c:v>
                </c:pt>
                <c:pt idx="25">
                  <c:v>570.000100</c:v>
                </c:pt>
                <c:pt idx="26">
                  <c:v>504.516539</c:v>
                </c:pt>
                <c:pt idx="27">
                  <c:v>504.516539</c:v>
                </c:pt>
                <c:pt idx="28">
                  <c:v>532.042869</c:v>
                </c:pt>
                <c:pt idx="29">
                  <c:v>532.042869</c:v>
                </c:pt>
                <c:pt idx="30">
                  <c:v>453.848437</c:v>
                </c:pt>
                <c:pt idx="31">
                  <c:v>453.848437</c:v>
                </c:pt>
                <c:pt idx="32">
                  <c:v>642.210426</c:v>
                </c:pt>
                <c:pt idx="33">
                  <c:v>642.210426</c:v>
                </c:pt>
                <c:pt idx="34">
                  <c:v>594.421895</c:v>
                </c:pt>
                <c:pt idx="35">
                  <c:v>594.421895</c:v>
                </c:pt>
                <c:pt idx="36">
                  <c:v>551.714934</c:v>
                </c:pt>
                <c:pt idx="37">
                  <c:v>551.714934</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201.442000</c:v>
                </c:pt>
                <c:pt idx="51">
                  <c:v>201.442000</c:v>
                </c:pt>
                <c:pt idx="52">
                  <c:v>90</c:v>
                </c:pt>
                <c:pt idx="53">
                  <c:v>90</c:v>
                </c:pt>
                <c:pt idx="54">
                  <c:v>42.415000</c:v>
                </c:pt>
                <c:pt idx="55">
                  <c:v>42.415000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1E-4</c:v>
                </c:pt>
                <c:pt idx="79">
                  <c:v>1E-4</c:v>
                </c:pt>
                <c:pt idx="80">
                  <c:v>0</c:v>
                </c:pt>
                <c:pt idx="81">
                  <c:v>0</c:v>
                </c:pt>
                <c:pt idx="82">
                  <c:v>0</c:v>
                </c:pt>
                <c:pt idx="83">
                  <c:v>0</c:v>
                </c:pt>
                <c:pt idx="84">
                  <c:v>1E-4</c:v>
                </c:pt>
                <c:pt idx="85">
                  <c:v>1E-4</c:v>
                </c:pt>
                <c:pt idx="86">
                  <c:v>60</c:v>
                </c:pt>
                <c:pt idx="87">
                  <c:v>60</c:v>
                </c:pt>
                <c:pt idx="88">
                  <c:v>1E-4</c:v>
                </c:pt>
                <c:pt idx="89">
                  <c:v>1E-4</c:v>
                </c:pt>
                <c:pt idx="90">
                  <c:v>90</c:v>
                </c:pt>
                <c:pt idx="91">
                  <c:v>90</c:v>
                </c:pt>
                <c:pt idx="92">
                  <c:v>80.245370</c:v>
                </c:pt>
                <c:pt idx="93">
                  <c:v>80.245370</c:v>
                </c:pt>
                <c:pt idx="94">
                  <c:v>60.000100</c:v>
                </c:pt>
                <c:pt idx="95">
                  <c:v>60.000100</c:v>
                </c:pt>
                <c:pt idx="96">
                  <c:v>128.789562</c:v>
                </c:pt>
                <c:pt idx="97">
                  <c:v>128.789562</c:v>
                </c:pt>
                <c:pt idx="98">
                  <c:v>180.167775</c:v>
                </c:pt>
                <c:pt idx="99">
                  <c:v>180.167775</c:v>
                </c:pt>
                <c:pt idx="100">
                  <c:v>60.0002</c:v>
                </c:pt>
                <c:pt idx="101">
                  <c:v>60.0002</c:v>
                </c:pt>
                <c:pt idx="102">
                  <c:v>90</c:v>
                </c:pt>
                <c:pt idx="103">
                  <c:v>90</c:v>
                </c:pt>
                <c:pt idx="104">
                  <c:v>123.246832</c:v>
                </c:pt>
                <c:pt idx="105">
                  <c:v>123.246832</c:v>
                </c:pt>
                <c:pt idx="106">
                  <c:v>268.589116</c:v>
                </c:pt>
                <c:pt idx="107">
                  <c:v>268.589116</c:v>
                </c:pt>
                <c:pt idx="108">
                  <c:v>93.421585</c:v>
                </c:pt>
                <c:pt idx="109">
                  <c:v>93.421585</c:v>
                </c:pt>
                <c:pt idx="110">
                  <c:v>72.210947</c:v>
                </c:pt>
                <c:pt idx="111">
                  <c:v>72.210947</c:v>
                </c:pt>
                <c:pt idx="112">
                  <c:v>190.750993</c:v>
                </c:pt>
                <c:pt idx="113">
                  <c:v>190.750993</c:v>
                </c:pt>
                <c:pt idx="114">
                  <c:v>323.174000</c:v>
                </c:pt>
                <c:pt idx="115">
                  <c:v>323.174000</c:v>
                </c:pt>
                <c:pt idx="116">
                  <c:v>180.0001</c:v>
                </c:pt>
                <c:pt idx="117">
                  <c:v>180.0001</c:v>
                </c:pt>
                <c:pt idx="118">
                  <c:v>0</c:v>
                </c:pt>
                <c:pt idx="119">
                  <c:v>0</c:v>
                </c:pt>
                <c:pt idx="120">
                  <c:v>30</c:v>
                </c:pt>
                <c:pt idx="121">
                  <c:v>30</c:v>
                </c:pt>
                <c:pt idx="122">
                  <c:v>30.000421</c:v>
                </c:pt>
                <c:pt idx="123">
                  <c:v>30.000421</c:v>
                </c:pt>
                <c:pt idx="124">
                  <c:v>60</c:v>
                </c:pt>
                <c:pt idx="125">
                  <c:v>60</c:v>
                </c:pt>
                <c:pt idx="126">
                  <c:v>60.000100</c:v>
                </c:pt>
                <c:pt idx="127">
                  <c:v>60.000100</c:v>
                </c:pt>
                <c:pt idx="128">
                  <c:v>1E-4</c:v>
                </c:pt>
                <c:pt idx="129">
                  <c:v>1E-4</c:v>
                </c:pt>
                <c:pt idx="130">
                  <c:v>1E-4</c:v>
                </c:pt>
                <c:pt idx="131">
                  <c:v>1E-4</c:v>
                </c:pt>
                <c:pt idx="132">
                  <c:v>6.034262</c:v>
                </c:pt>
                <c:pt idx="133">
                  <c:v>6.034262</c:v>
                </c:pt>
                <c:pt idx="134">
                  <c:v>44.278000</c:v>
                </c:pt>
                <c:pt idx="135">
                  <c:v>44.278000</c:v>
                </c:pt>
                <c:pt idx="136">
                  <c:v>12.211047</c:v>
                </c:pt>
                <c:pt idx="137">
                  <c:v>12.211047</c:v>
                </c:pt>
                <c:pt idx="138">
                  <c:v>0</c:v>
                </c:pt>
                <c:pt idx="139">
                  <c:v>0</c:v>
                </c:pt>
                <c:pt idx="140">
                  <c:v>0</c:v>
                </c:pt>
                <c:pt idx="141">
                  <c:v>0</c:v>
                </c:pt>
                <c:pt idx="142">
                  <c:v>0</c:v>
                </c:pt>
                <c:pt idx="143">
                  <c:v>0</c:v>
                </c:pt>
                <c:pt idx="144">
                  <c:v>0</c:v>
                </c:pt>
                <c:pt idx="145">
                  <c:v>0</c:v>
                </c:pt>
                <c:pt idx="146">
                  <c:v>0</c:v>
                </c:pt>
                <c:pt idx="147">
                  <c:v>0</c:v>
                </c:pt>
                <c:pt idx="148">
                  <c:v>27.932947</c:v>
                </c:pt>
                <c:pt idx="149">
                  <c:v>27.932947</c:v>
                </c:pt>
                <c:pt idx="150">
                  <c:v>60</c:v>
                </c:pt>
                <c:pt idx="151">
                  <c:v>60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120</c:v>
                </c:pt>
                <c:pt idx="169">
                  <c:v>120</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300.000100</c:v>
                </c:pt>
                <c:pt idx="185">
                  <c:v>300.000100</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240.000200</c:v>
                </c:pt>
                <c:pt idx="197">
                  <c:v>240.000200</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336.705700</c:v>
                </c:pt>
                <c:pt idx="209">
                  <c:v>336.705700</c:v>
                </c:pt>
                <c:pt idx="210">
                  <c:v>480</c:v>
                </c:pt>
                <c:pt idx="211">
                  <c:v>480</c:v>
                </c:pt>
                <c:pt idx="212">
                  <c:v>431.944599</c:v>
                </c:pt>
                <c:pt idx="213">
                  <c:v>431.944599</c:v>
                </c:pt>
                <c:pt idx="214">
                  <c:v>300.000100</c:v>
                </c:pt>
                <c:pt idx="215">
                  <c:v>300.000100</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510.000100</c:v>
                </c:pt>
                <c:pt idx="231">
                  <c:v>510.000100</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1E-4</c:v>
                </c:pt>
                <c:pt idx="273">
                  <c:v>1E-4</c:v>
                </c:pt>
                <c:pt idx="274">
                  <c:v>17.002834</c:v>
                </c:pt>
                <c:pt idx="275">
                  <c:v>17.002834</c:v>
                </c:pt>
                <c:pt idx="276">
                  <c:v>90</c:v>
                </c:pt>
                <c:pt idx="277">
                  <c:v>90</c:v>
                </c:pt>
                <c:pt idx="278">
                  <c:v>42.210426</c:v>
                </c:pt>
                <c:pt idx="279">
                  <c:v>42.210426</c:v>
                </c:pt>
                <c:pt idx="280">
                  <c:v>16.054976</c:v>
                </c:pt>
                <c:pt idx="281">
                  <c:v>16.054976</c:v>
                </c:pt>
                <c:pt idx="282">
                  <c:v>0</c:v>
                </c:pt>
                <c:pt idx="283">
                  <c:v>0</c:v>
                </c:pt>
                <c:pt idx="284">
                  <c:v>0</c:v>
                </c:pt>
                <c:pt idx="285">
                  <c:v>0</c:v>
                </c:pt>
                <c:pt idx="286">
                  <c:v>0</c:v>
                </c:pt>
                <c:pt idx="287">
                  <c:v>0</c:v>
                </c:pt>
                <c:pt idx="288">
                  <c:v>15.340618</c:v>
                </c:pt>
                <c:pt idx="289">
                  <c:v>15.340618</c:v>
                </c:pt>
                <c:pt idx="290">
                  <c:v>90</c:v>
                </c:pt>
                <c:pt idx="291">
                  <c:v>90</c:v>
                </c:pt>
                <c:pt idx="292">
                  <c:v>1E-4</c:v>
                </c:pt>
                <c:pt idx="293">
                  <c:v>1E-4</c:v>
                </c:pt>
                <c:pt idx="294">
                  <c:v>0</c:v>
                </c:pt>
                <c:pt idx="295">
                  <c:v>0</c:v>
                </c:pt>
                <c:pt idx="296">
                  <c:v>0</c:v>
                </c:pt>
                <c:pt idx="297">
                  <c:v>0</c:v>
                </c:pt>
                <c:pt idx="298">
                  <c:v>0</c:v>
                </c:pt>
                <c:pt idx="299">
                  <c:v>0</c:v>
                </c:pt>
                <c:pt idx="300">
                  <c:v>29.9999</c:v>
                </c:pt>
                <c:pt idx="301">
                  <c:v>29.9999</c:v>
                </c:pt>
                <c:pt idx="302">
                  <c:v>0</c:v>
                </c:pt>
                <c:pt idx="303">
                  <c:v>0</c:v>
                </c:pt>
                <c:pt idx="304">
                  <c:v>17.134550</c:v>
                </c:pt>
                <c:pt idx="305">
                  <c:v>17.134550</c:v>
                </c:pt>
                <c:pt idx="306">
                  <c:v>60</c:v>
                </c:pt>
                <c:pt idx="307">
                  <c:v>60</c:v>
                </c:pt>
                <c:pt idx="308">
                  <c:v>0</c:v>
                </c:pt>
                <c:pt idx="309">
                  <c:v>0</c:v>
                </c:pt>
                <c:pt idx="310">
                  <c:v>0.000421</c:v>
                </c:pt>
                <c:pt idx="311">
                  <c:v>0.000421</c:v>
                </c:pt>
                <c:pt idx="312">
                  <c:v>1E-4</c:v>
                </c:pt>
                <c:pt idx="313">
                  <c:v>1E-4</c:v>
                </c:pt>
                <c:pt idx="314">
                  <c:v>42.210326</c:v>
                </c:pt>
                <c:pt idx="315">
                  <c:v>42.210326</c:v>
                </c:pt>
                <c:pt idx="316">
                  <c:v>30.0001</c:v>
                </c:pt>
                <c:pt idx="317">
                  <c:v>30.0001</c:v>
                </c:pt>
                <c:pt idx="318">
                  <c:v>0</c:v>
                </c:pt>
                <c:pt idx="319">
                  <c:v>0</c:v>
                </c:pt>
                <c:pt idx="320">
                  <c:v>30.000421</c:v>
                </c:pt>
                <c:pt idx="321">
                  <c:v>30.000421</c:v>
                </c:pt>
                <c:pt idx="322">
                  <c:v>0</c:v>
                </c:pt>
                <c:pt idx="323">
                  <c:v>0</c:v>
                </c:pt>
                <c:pt idx="324">
                  <c:v>1.368971</c:v>
                </c:pt>
                <c:pt idx="325">
                  <c:v>1.368971</c:v>
                </c:pt>
                <c:pt idx="326">
                  <c:v>45.766000</c:v>
                </c:pt>
                <c:pt idx="327">
                  <c:v>45.766000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120</c:v>
                </c:pt>
                <c:pt idx="355">
                  <c:v>120</c:v>
                </c:pt>
                <c:pt idx="356">
                  <c:v>60.000100</c:v>
                </c:pt>
                <c:pt idx="357">
                  <c:v>60.000100</c:v>
                </c:pt>
                <c:pt idx="358">
                  <c:v>1E-4</c:v>
                </c:pt>
                <c:pt idx="359">
                  <c:v>1E-4</c:v>
                </c:pt>
                <c:pt idx="360">
                  <c:v>120</c:v>
                </c:pt>
                <c:pt idx="361">
                  <c:v>120</c:v>
                </c:pt>
                <c:pt idx="362">
                  <c:v>124.167385</c:v>
                </c:pt>
                <c:pt idx="363">
                  <c:v>124.167385</c:v>
                </c:pt>
                <c:pt idx="364">
                  <c:v>180</c:v>
                </c:pt>
                <c:pt idx="365">
                  <c:v>180</c:v>
                </c:pt>
                <c:pt idx="366">
                  <c:v>22.305379</c:v>
                </c:pt>
                <c:pt idx="367">
                  <c:v>22.305379</c:v>
                </c:pt>
                <c:pt idx="368">
                  <c:v>60.000100</c:v>
                </c:pt>
                <c:pt idx="369">
                  <c:v>60.000100</c:v>
                </c:pt>
                <c:pt idx="370">
                  <c:v>189.163651</c:v>
                </c:pt>
                <c:pt idx="371">
                  <c:v>189.163651</c:v>
                </c:pt>
                <c:pt idx="372">
                  <c:v>390</c:v>
                </c:pt>
                <c:pt idx="373">
                  <c:v>390</c:v>
                </c:pt>
                <c:pt idx="374">
                  <c:v>570</c:v>
                </c:pt>
                <c:pt idx="375">
                  <c:v>570</c:v>
                </c:pt>
                <c:pt idx="376">
                  <c:v>673.626593</c:v>
                </c:pt>
                <c:pt idx="377">
                  <c:v>673.626593</c:v>
                </c:pt>
                <c:pt idx="378">
                  <c:v>834.421895</c:v>
                </c:pt>
                <c:pt idx="379">
                  <c:v>834.421895</c:v>
                </c:pt>
                <c:pt idx="380">
                  <c:v>750</c:v>
                </c:pt>
                <c:pt idx="381">
                  <c:v>750</c:v>
                </c:pt>
                <c:pt idx="382">
                  <c:v>200</c:v>
                </c:pt>
                <c:pt idx="383">
                  <c:v>200</c:v>
                </c:pt>
                <c:pt idx="384">
                  <c:v>400.501266</c:v>
                </c:pt>
                <c:pt idx="385">
                  <c:v>400.501266</c:v>
                </c:pt>
                <c:pt idx="386">
                  <c:v>217.163348</c:v>
                </c:pt>
                <c:pt idx="387">
                  <c:v>217.163348</c:v>
                </c:pt>
                <c:pt idx="388">
                  <c:v>249.171580</c:v>
                </c:pt>
                <c:pt idx="389">
                  <c:v>249.171580</c:v>
                </c:pt>
                <c:pt idx="390">
                  <c:v>278.491619</c:v>
                </c:pt>
                <c:pt idx="391">
                  <c:v>278.491619</c:v>
                </c:pt>
                <c:pt idx="392">
                  <c:v>276.354033</c:v>
                </c:pt>
                <c:pt idx="393">
                  <c:v>276.354033</c:v>
                </c:pt>
                <c:pt idx="394">
                  <c:v>450.000100</c:v>
                </c:pt>
                <c:pt idx="395">
                  <c:v>450.000100</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330.000100</c:v>
                </c:pt>
                <c:pt idx="411">
                  <c:v>330.000100</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30</c:v>
                </c:pt>
                <c:pt idx="465">
                  <c:v>30</c:v>
                </c:pt>
                <c:pt idx="466">
                  <c:v>0</c:v>
                </c:pt>
                <c:pt idx="467">
                  <c:v>0</c:v>
                </c:pt>
                <c:pt idx="468">
                  <c:v>0</c:v>
                </c:pt>
                <c:pt idx="469">
                  <c:v>0</c:v>
                </c:pt>
                <c:pt idx="470">
                  <c:v>0</c:v>
                </c:pt>
                <c:pt idx="471">
                  <c:v>0</c:v>
                </c:pt>
                <c:pt idx="472">
                  <c:v>1E-4</c:v>
                </c:pt>
                <c:pt idx="473">
                  <c:v>1E-4</c:v>
                </c:pt>
                <c:pt idx="474">
                  <c:v>46.055197</c:v>
                </c:pt>
                <c:pt idx="475">
                  <c:v>46.055197</c:v>
                </c:pt>
                <c:pt idx="476">
                  <c:v>0</c:v>
                </c:pt>
                <c:pt idx="477">
                  <c:v>0</c:v>
                </c:pt>
                <c:pt idx="478">
                  <c:v>15.340418</c:v>
                </c:pt>
                <c:pt idx="479">
                  <c:v>15.340418</c:v>
                </c:pt>
                <c:pt idx="480">
                  <c:v>30</c:v>
                </c:pt>
                <c:pt idx="481">
                  <c:v>30</c:v>
                </c:pt>
                <c:pt idx="482">
                  <c:v>0</c:v>
                </c:pt>
                <c:pt idx="483">
                  <c:v>0</c:v>
                </c:pt>
                <c:pt idx="484">
                  <c:v>0</c:v>
                </c:pt>
                <c:pt idx="485">
                  <c:v>0</c:v>
                </c:pt>
                <c:pt idx="486">
                  <c:v>0</c:v>
                </c:pt>
                <c:pt idx="487">
                  <c:v>0</c:v>
                </c:pt>
                <c:pt idx="488">
                  <c:v>28.266123</c:v>
                </c:pt>
                <c:pt idx="489">
                  <c:v>28.266123</c:v>
                </c:pt>
                <c:pt idx="490">
                  <c:v>60</c:v>
                </c:pt>
                <c:pt idx="491">
                  <c:v>60</c:v>
                </c:pt>
                <c:pt idx="492">
                  <c:v>120</c:v>
                </c:pt>
                <c:pt idx="493">
                  <c:v>120</c:v>
                </c:pt>
                <c:pt idx="494">
                  <c:v>0.000521</c:v>
                </c:pt>
                <c:pt idx="495">
                  <c:v>0.000521</c:v>
                </c:pt>
                <c:pt idx="496">
                  <c:v>0</c:v>
                </c:pt>
                <c:pt idx="497">
                  <c:v>0</c:v>
                </c:pt>
                <c:pt idx="498">
                  <c:v>0</c:v>
                </c:pt>
                <c:pt idx="499">
                  <c:v>0</c:v>
                </c:pt>
                <c:pt idx="500">
                  <c:v>0</c:v>
                </c:pt>
                <c:pt idx="501">
                  <c:v>0</c:v>
                </c:pt>
                <c:pt idx="502">
                  <c:v>30</c:v>
                </c:pt>
                <c:pt idx="503">
                  <c:v>30</c:v>
                </c:pt>
                <c:pt idx="504">
                  <c:v>60</c:v>
                </c:pt>
                <c:pt idx="505">
                  <c:v>60</c:v>
                </c:pt>
                <c:pt idx="506">
                  <c:v>90.000100</c:v>
                </c:pt>
                <c:pt idx="507">
                  <c:v>90.000100</c:v>
                </c:pt>
                <c:pt idx="508">
                  <c:v>137.134250</c:v>
                </c:pt>
                <c:pt idx="509">
                  <c:v>137.134250</c:v>
                </c:pt>
                <c:pt idx="510">
                  <c:v>39.796818</c:v>
                </c:pt>
                <c:pt idx="511">
                  <c:v>39.796818</c:v>
                </c:pt>
                <c:pt idx="512">
                  <c:v>5.272000</c:v>
                </c:pt>
                <c:pt idx="513">
                  <c:v>5.272000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60</c:v>
                </c:pt>
                <c:pt idx="551">
                  <c:v>60</c:v>
                </c:pt>
                <c:pt idx="552">
                  <c:v>60.000100</c:v>
                </c:pt>
                <c:pt idx="553">
                  <c:v>60.000100</c:v>
                </c:pt>
                <c:pt idx="554">
                  <c:v>90</c:v>
                </c:pt>
                <c:pt idx="555">
                  <c:v>90</c:v>
                </c:pt>
                <c:pt idx="556">
                  <c:v>1.371777</c:v>
                </c:pt>
                <c:pt idx="557">
                  <c:v>1.371777</c:v>
                </c:pt>
                <c:pt idx="558">
                  <c:v>60.000100</c:v>
                </c:pt>
                <c:pt idx="559">
                  <c:v>60.000100</c:v>
                </c:pt>
                <c:pt idx="560">
                  <c:v>180</c:v>
                </c:pt>
                <c:pt idx="561">
                  <c:v>180</c:v>
                </c:pt>
                <c:pt idx="562">
                  <c:v>320.603517</c:v>
                </c:pt>
                <c:pt idx="563">
                  <c:v>320.603517</c:v>
                </c:pt>
                <c:pt idx="564">
                  <c:v>360.000100</c:v>
                </c:pt>
                <c:pt idx="565">
                  <c:v>360.000100</c:v>
                </c:pt>
                <c:pt idx="566">
                  <c:v>540.000421</c:v>
                </c:pt>
                <c:pt idx="567">
                  <c:v>540.000421</c:v>
                </c:pt>
                <c:pt idx="568">
                  <c:v>600.000100</c:v>
                </c:pt>
                <c:pt idx="569">
                  <c:v>600.000100</c:v>
                </c:pt>
                <c:pt idx="570">
                  <c:v>689.275068</c:v>
                </c:pt>
                <c:pt idx="571">
                  <c:v>689.275068</c:v>
                </c:pt>
                <c:pt idx="572">
                  <c:v>740.039713</c:v>
                </c:pt>
                <c:pt idx="573">
                  <c:v>740.039713</c:v>
                </c:pt>
                <c:pt idx="574">
                  <c:v>450.000400</c:v>
                </c:pt>
                <c:pt idx="575">
                  <c:v>450.000400</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629.999900</c:v>
                </c:pt>
                <c:pt idx="611">
                  <c:v>629.999900</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14.975706</c:v>
                </c:pt>
                <c:pt idx="647">
                  <c:v>14.975706</c:v>
                </c:pt>
                <c:pt idx="648">
                  <c:v>30</c:v>
                </c:pt>
                <c:pt idx="649">
                  <c:v>30</c:v>
                </c:pt>
                <c:pt idx="650">
                  <c:v>1E-4</c:v>
                </c:pt>
                <c:pt idx="651">
                  <c:v>1E-4</c:v>
                </c:pt>
                <c:pt idx="652">
                  <c:v>0</c:v>
                </c:pt>
                <c:pt idx="653">
                  <c:v>0</c:v>
                </c:pt>
                <c:pt idx="654">
                  <c:v>60</c:v>
                </c:pt>
                <c:pt idx="655">
                  <c:v>60</c:v>
                </c:pt>
                <c:pt idx="656">
                  <c:v>16.054876</c:v>
                </c:pt>
                <c:pt idx="657">
                  <c:v>16.054876</c:v>
                </c:pt>
                <c:pt idx="658">
                  <c:v>0</c:v>
                </c:pt>
                <c:pt idx="659">
                  <c:v>0</c:v>
                </c:pt>
                <c:pt idx="660">
                  <c:v>0</c:v>
                </c:pt>
                <c:pt idx="661">
                  <c:v>0</c:v>
                </c:pt>
                <c:pt idx="662">
                  <c:v>0</c:v>
                </c:pt>
                <c:pt idx="663">
                  <c:v>0</c:v>
                </c:pt>
                <c:pt idx="664">
                  <c:v>128.956826</c:v>
                </c:pt>
                <c:pt idx="665">
                  <c:v>128.956826</c:v>
                </c:pt>
                <c:pt idx="666">
                  <c:v>17.134129</c:v>
                </c:pt>
                <c:pt idx="667">
                  <c:v>17.134129</c:v>
                </c:pt>
                <c:pt idx="668">
                  <c:v>0.000521</c:v>
                </c:pt>
                <c:pt idx="669">
                  <c:v>0.000521</c:v>
                </c:pt>
                <c:pt idx="670">
                  <c:v>30</c:v>
                </c:pt>
                <c:pt idx="671">
                  <c:v>30</c:v>
                </c:pt>
                <c:pt idx="672">
                  <c:v>60</c:v>
                </c:pt>
                <c:pt idx="673">
                  <c:v>60</c:v>
                </c:pt>
                <c:pt idx="674">
                  <c:v>60</c:v>
                </c:pt>
                <c:pt idx="675">
                  <c:v>60</c:v>
                </c:pt>
                <c:pt idx="676">
                  <c:v>1E-4</c:v>
                </c:pt>
                <c:pt idx="677">
                  <c:v>1E-4</c:v>
                </c:pt>
                <c:pt idx="678">
                  <c:v>1E-4</c:v>
                </c:pt>
                <c:pt idx="679">
                  <c:v>1E-4</c:v>
                </c:pt>
                <c:pt idx="680">
                  <c:v>0</c:v>
                </c:pt>
                <c:pt idx="681">
                  <c:v>0</c:v>
                </c:pt>
                <c:pt idx="682">
                  <c:v>0</c:v>
                </c:pt>
                <c:pt idx="683">
                  <c:v>0</c:v>
                </c:pt>
                <c:pt idx="684">
                  <c:v>0</c:v>
                </c:pt>
                <c:pt idx="685">
                  <c:v>0</c:v>
                </c:pt>
                <c:pt idx="686">
                  <c:v>0</c:v>
                </c:pt>
                <c:pt idx="687">
                  <c:v>0</c:v>
                </c:pt>
                <c:pt idx="688">
                  <c:v>0.000200</c:v>
                </c:pt>
                <c:pt idx="689">
                  <c:v>0.000200</c:v>
                </c:pt>
                <c:pt idx="690">
                  <c:v>55.310932</c:v>
                </c:pt>
                <c:pt idx="691">
                  <c:v>55.310932</c:v>
                </c:pt>
                <c:pt idx="692">
                  <c:v>30.000421</c:v>
                </c:pt>
                <c:pt idx="693">
                  <c:v>30.000421</c:v>
                </c:pt>
                <c:pt idx="694">
                  <c:v>0</c:v>
                </c:pt>
                <c:pt idx="695">
                  <c:v>0</c:v>
                </c:pt>
                <c:pt idx="696">
                  <c:v>120.0001</c:v>
                </c:pt>
                <c:pt idx="697">
                  <c:v>120.0001</c:v>
                </c:pt>
                <c:pt idx="698">
                  <c:v>60.000521</c:v>
                </c:pt>
                <c:pt idx="699">
                  <c:v>60.000521</c:v>
                </c:pt>
                <c:pt idx="700">
                  <c:v>38.624218</c:v>
                </c:pt>
                <c:pt idx="701">
                  <c:v>38.624218</c:v>
                </c:pt>
                <c:pt idx="702">
                  <c:v>1E-4</c:v>
                </c:pt>
                <c:pt idx="703">
                  <c:v>1E-4</c:v>
                </c:pt>
                <c:pt idx="704">
                  <c:v>0</c:v>
                </c:pt>
                <c:pt idx="705">
                  <c:v>0</c:v>
                </c:pt>
                <c:pt idx="706">
                  <c:v>0.000421</c:v>
                </c:pt>
                <c:pt idx="707">
                  <c:v>0.000421</c:v>
                </c:pt>
                <c:pt idx="708">
                  <c:v>0</c:v>
                </c:pt>
                <c:pt idx="709">
                  <c:v>0</c:v>
                </c:pt>
                <c:pt idx="710">
                  <c:v>17.134250</c:v>
                </c:pt>
                <c:pt idx="711">
                  <c:v>17.134250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60</c:v>
                </c:pt>
                <c:pt idx="747">
                  <c:v>60</c:v>
                </c:pt>
                <c:pt idx="748">
                  <c:v>90</c:v>
                </c:pt>
                <c:pt idx="749">
                  <c:v>90</c:v>
                </c:pt>
                <c:pt idx="750">
                  <c:v>150</c:v>
                </c:pt>
                <c:pt idx="751">
                  <c:v>150</c:v>
                </c:pt>
                <c:pt idx="752">
                  <c:v>227.659073</c:v>
                </c:pt>
                <c:pt idx="753">
                  <c:v>227.659073</c:v>
                </c:pt>
                <c:pt idx="754">
                  <c:v>231.638311</c:v>
                </c:pt>
                <c:pt idx="755">
                  <c:v>231.638311</c:v>
                </c:pt>
                <c:pt idx="756">
                  <c:v>330</c:v>
                </c:pt>
                <c:pt idx="757">
                  <c:v>330</c:v>
                </c:pt>
                <c:pt idx="758">
                  <c:v>360.000100</c:v>
                </c:pt>
                <c:pt idx="759">
                  <c:v>360.000100</c:v>
                </c:pt>
                <c:pt idx="760">
                  <c:v>533.822137</c:v>
                </c:pt>
                <c:pt idx="761">
                  <c:v>533.822137</c:v>
                </c:pt>
                <c:pt idx="762">
                  <c:v>725.071210</c:v>
                </c:pt>
                <c:pt idx="763">
                  <c:v>725.071210</c:v>
                </c:pt>
                <c:pt idx="764">
                  <c:v>792.209926</c:v>
                </c:pt>
                <c:pt idx="765">
                  <c:v>792.209926</c:v>
                </c:pt>
                <c:pt idx="766">
                  <c:v>600</c:v>
                </c:pt>
                <c:pt idx="767">
                  <c:v>600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c:v>
                </c:pt>
                <c:pt idx="787">
                  <c:v>544.917230</c:v>
                </c:pt>
                <c:pt idx="788">
                  <c:v>342.212289</c:v>
                </c:pt>
                <c:pt idx="789">
                  <c:v>342.212289</c:v>
                </c:pt>
                <c:pt idx="790">
                  <c:v>515.353910</c:v>
                </c:pt>
                <c:pt idx="791">
                  <c:v>515.353910</c:v>
                </c:pt>
                <c:pt idx="792">
                  <c:v>200</c:v>
                </c:pt>
                <c:pt idx="793">
                  <c:v>200</c:v>
                </c:pt>
                <c:pt idx="794">
                  <c:v>437.395190</c:v>
                </c:pt>
                <c:pt idx="795">
                  <c:v>437.395190</c:v>
                </c:pt>
                <c:pt idx="796">
                  <c:v>295.469293</c:v>
                </c:pt>
                <c:pt idx="797">
                  <c:v>295.469293</c:v>
                </c:pt>
                <c:pt idx="798">
                  <c:v>479.999800</c:v>
                </c:pt>
                <c:pt idx="799">
                  <c:v>479.999800</c:v>
                </c:pt>
                <c:pt idx="800">
                  <c:v>316.093323</c:v>
                </c:pt>
                <c:pt idx="801">
                  <c:v>316.093323</c:v>
                </c:pt>
                <c:pt idx="802">
                  <c:v>295.507125</c:v>
                </c:pt>
                <c:pt idx="803">
                  <c:v>295.507125</c:v>
                </c:pt>
                <c:pt idx="804">
                  <c:v>206.619570</c:v>
                </c:pt>
                <c:pt idx="805">
                  <c:v>206.619570</c:v>
                </c:pt>
                <c:pt idx="806">
                  <c:v>318.000433</c:v>
                </c:pt>
                <c:pt idx="807">
                  <c:v>318.000433</c:v>
                </c:pt>
                <c:pt idx="808">
                  <c:v>622.210467</c:v>
                </c:pt>
                <c:pt idx="809">
                  <c:v>622.210467</c:v>
                </c:pt>
                <c:pt idx="810">
                  <c:v>486.632200</c:v>
                </c:pt>
                <c:pt idx="811">
                  <c:v>486.632200</c:v>
                </c:pt>
                <c:pt idx="812">
                  <c:v>422.212070</c:v>
                </c:pt>
                <c:pt idx="813">
                  <c:v>422.212070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0</c:v>
                </c:pt>
                <c:pt idx="851">
                  <c:v>0</c:v>
                </c:pt>
                <c:pt idx="852">
                  <c:v>17.133429</c:v>
                </c:pt>
                <c:pt idx="853">
                  <c:v>17.133429</c:v>
                </c:pt>
                <c:pt idx="854">
                  <c:v>1E-4</c:v>
                </c:pt>
                <c:pt idx="855">
                  <c:v>1E-4</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0.000200</c:v>
                </c:pt>
                <c:pt idx="881">
                  <c:v>0.000200</c:v>
                </c:pt>
                <c:pt idx="882">
                  <c:v>14.261265</c:v>
                </c:pt>
                <c:pt idx="883">
                  <c:v>14.261265</c:v>
                </c:pt>
                <c:pt idx="884">
                  <c:v>0.000421</c:v>
                </c:pt>
                <c:pt idx="885">
                  <c:v>0.000421</c:v>
                </c:pt>
                <c:pt idx="886">
                  <c:v>0.000200</c:v>
                </c:pt>
                <c:pt idx="887">
                  <c:v>0.000200</c:v>
                </c:pt>
                <c:pt idx="888">
                  <c:v>1E-4</c:v>
                </c:pt>
                <c:pt idx="889">
                  <c:v>1E-4</c:v>
                </c:pt>
                <c:pt idx="890">
                  <c:v>1E-4</c:v>
                </c:pt>
                <c:pt idx="891">
                  <c:v>1E-4</c:v>
                </c:pt>
                <c:pt idx="892">
                  <c:v>1E-4</c:v>
                </c:pt>
                <c:pt idx="893">
                  <c:v>1E-4</c:v>
                </c:pt>
                <c:pt idx="894">
                  <c:v>1E-4</c:v>
                </c:pt>
                <c:pt idx="895">
                  <c:v>1E-4</c:v>
                </c:pt>
                <c:pt idx="896">
                  <c:v>133.715</c:v>
                </c:pt>
                <c:pt idx="897">
                  <c:v>133.715</c:v>
                </c:pt>
                <c:pt idx="898">
                  <c:v>86.859502</c:v>
                </c:pt>
                <c:pt idx="899">
                  <c:v>86.859502</c:v>
                </c:pt>
                <c:pt idx="900">
                  <c:v>76.516000</c:v>
                </c:pt>
                <c:pt idx="901">
                  <c:v>76.516000</c:v>
                </c:pt>
                <c:pt idx="902">
                  <c:v>55.695368</c:v>
                </c:pt>
                <c:pt idx="903">
                  <c:v>55.695368</c:v>
                </c:pt>
                <c:pt idx="904">
                  <c:v>1E-4</c:v>
                </c:pt>
                <c:pt idx="905">
                  <c:v>1E-4</c:v>
                </c:pt>
                <c:pt idx="906">
                  <c:v>0.000421</c:v>
                </c:pt>
                <c:pt idx="907">
                  <c:v>0.000421</c:v>
                </c:pt>
                <c:pt idx="908">
                  <c:v>0</c:v>
                </c:pt>
                <c:pt idx="909">
                  <c:v>0</c:v>
                </c:pt>
                <c:pt idx="910">
                  <c:v>0</c:v>
                </c:pt>
                <c:pt idx="911">
                  <c:v>0</c:v>
                </c:pt>
                <c:pt idx="912">
                  <c:v>30</c:v>
                </c:pt>
                <c:pt idx="913">
                  <c:v>30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30</c:v>
                </c:pt>
                <c:pt idx="929">
                  <c:v>30</c:v>
                </c:pt>
                <c:pt idx="930">
                  <c:v>60</c:v>
                </c:pt>
                <c:pt idx="931">
                  <c:v>60</c:v>
                </c:pt>
                <c:pt idx="932">
                  <c:v>77.134129</c:v>
                </c:pt>
                <c:pt idx="933">
                  <c:v>77.134129</c:v>
                </c:pt>
                <c:pt idx="934">
                  <c:v>90</c:v>
                </c:pt>
                <c:pt idx="935">
                  <c:v>90</c:v>
                </c:pt>
                <c:pt idx="936">
                  <c:v>30</c:v>
                </c:pt>
                <c:pt idx="937">
                  <c:v>30</c:v>
                </c:pt>
                <c:pt idx="938">
                  <c:v>31.886461</c:v>
                </c:pt>
                <c:pt idx="939">
                  <c:v>31.886461</c:v>
                </c:pt>
                <c:pt idx="940">
                  <c:v>90.000421</c:v>
                </c:pt>
                <c:pt idx="941">
                  <c:v>90.000421</c:v>
                </c:pt>
                <c:pt idx="942">
                  <c:v>1E-4</c:v>
                </c:pt>
                <c:pt idx="943">
                  <c:v>1E-4</c:v>
                </c:pt>
                <c:pt idx="944">
                  <c:v>0.000300</c:v>
                </c:pt>
                <c:pt idx="945">
                  <c:v>0.000300</c:v>
                </c:pt>
                <c:pt idx="946">
                  <c:v>16.054676</c:v>
                </c:pt>
                <c:pt idx="947">
                  <c:v>16.054676</c:v>
                </c:pt>
                <c:pt idx="948">
                  <c:v>60</c:v>
                </c:pt>
                <c:pt idx="949">
                  <c:v>60</c:v>
                </c:pt>
                <c:pt idx="950">
                  <c:v>22.108573</c:v>
                </c:pt>
                <c:pt idx="951">
                  <c:v>22.108573</c:v>
                </c:pt>
                <c:pt idx="952">
                  <c:v>230.165869</c:v>
                </c:pt>
                <c:pt idx="953">
                  <c:v>230.165869</c:v>
                </c:pt>
                <c:pt idx="954">
                  <c:v>420</c:v>
                </c:pt>
                <c:pt idx="955">
                  <c:v>420</c:v>
                </c:pt>
                <c:pt idx="956">
                  <c:v>600</c:v>
                </c:pt>
                <c:pt idx="957">
                  <c:v>600</c:v>
                </c:pt>
                <c:pt idx="958">
                  <c:v>480</c:v>
                </c:pt>
                <c:pt idx="959">
                  <c:v>480</c:v>
                </c:pt>
                <c:pt idx="960">
                  <c:v>420.000521</c:v>
                </c:pt>
                <c:pt idx="961">
                  <c:v>420.000521</c:v>
                </c:pt>
                <c:pt idx="962">
                  <c:v>506.574534</c:v>
                </c:pt>
                <c:pt idx="963">
                  <c:v>506.574534</c:v>
                </c:pt>
                <c:pt idx="964">
                  <c:v>601.454887</c:v>
                </c:pt>
                <c:pt idx="965">
                  <c:v>601.454887</c:v>
                </c:pt>
                <c:pt idx="966">
                  <c:v>541.108266</c:v>
                </c:pt>
                <c:pt idx="967">
                  <c:v>541.108266</c:v>
                </c:pt>
                <c:pt idx="968">
                  <c:v>142.422566</c:v>
                </c:pt>
                <c:pt idx="969">
                  <c:v>142.422566</c:v>
                </c:pt>
                <c:pt idx="970">
                  <c:v>180.0001</c:v>
                </c:pt>
                <c:pt idx="971">
                  <c:v>180.0001</c:v>
                </c:pt>
                <c:pt idx="972">
                  <c:v>90.000100</c:v>
                </c:pt>
                <c:pt idx="973">
                  <c:v>90.000100</c:v>
                </c:pt>
                <c:pt idx="974">
                  <c:v>102.211047</c:v>
                </c:pt>
                <c:pt idx="975">
                  <c:v>102.211047</c:v>
                </c:pt>
                <c:pt idx="976">
                  <c:v>366.033563</c:v>
                </c:pt>
                <c:pt idx="977">
                  <c:v>366.033563</c:v>
                </c:pt>
                <c:pt idx="978">
                  <c:v>660</c:v>
                </c:pt>
                <c:pt idx="979">
                  <c:v>660</c:v>
                </c:pt>
                <c:pt idx="980">
                  <c:v>400.434221</c:v>
                </c:pt>
                <c:pt idx="981">
                  <c:v>400.434221</c:v>
                </c:pt>
                <c:pt idx="982">
                  <c:v>389.381189</c:v>
                </c:pt>
                <c:pt idx="983">
                  <c:v>389.381189</c:v>
                </c:pt>
                <c:pt idx="984">
                  <c:v>503.516944</c:v>
                </c:pt>
                <c:pt idx="985">
                  <c:v>503.516944</c:v>
                </c:pt>
                <c:pt idx="986">
                  <c:v>534.421695</c:v>
                </c:pt>
                <c:pt idx="987">
                  <c:v>534.421695</c:v>
                </c:pt>
                <c:pt idx="988">
                  <c:v>80.609128</c:v>
                </c:pt>
                <c:pt idx="989">
                  <c:v>80.609128</c:v>
                </c:pt>
                <c:pt idx="990">
                  <c:v>379.256649</c:v>
                </c:pt>
                <c:pt idx="991">
                  <c:v>379.256649</c:v>
                </c:pt>
                <c:pt idx="992">
                  <c:v>489.640455</c:v>
                </c:pt>
                <c:pt idx="993">
                  <c:v>489.640455</c:v>
                </c:pt>
                <c:pt idx="994">
                  <c:v>635.578005</c:v>
                </c:pt>
                <c:pt idx="995">
                  <c:v>635.578005</c:v>
                </c:pt>
                <c:pt idx="996">
                  <c:v>390</c:v>
                </c:pt>
                <c:pt idx="997">
                  <c:v>390</c:v>
                </c:pt>
                <c:pt idx="998">
                  <c:v>639.474268</c:v>
                </c:pt>
                <c:pt idx="999">
                  <c:v>639.474268</c:v>
                </c:pt>
                <c:pt idx="1000">
                  <c:v>659.999679</c:v>
                </c:pt>
                <c:pt idx="1001">
                  <c:v>659.999679</c:v>
                </c:pt>
                <c:pt idx="1002">
                  <c:v>732.210947</c:v>
                </c:pt>
                <c:pt idx="1003">
                  <c:v>732.210947</c:v>
                </c:pt>
                <c:pt idx="1004">
                  <c:v>301.055158</c:v>
                </c:pt>
                <c:pt idx="1005">
                  <c:v>301.055158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90</c:v>
                </c:pt>
                <c:pt idx="1119">
                  <c:v>90</c:v>
                </c:pt>
                <c:pt idx="1120">
                  <c:v>1E-4</c:v>
                </c:pt>
                <c:pt idx="1121">
                  <c:v>1E-4</c:v>
                </c:pt>
                <c:pt idx="1122">
                  <c:v>60</c:v>
                </c:pt>
                <c:pt idx="1123">
                  <c:v>60</c:v>
                </c:pt>
                <c:pt idx="1124">
                  <c:v>1E-4</c:v>
                </c:pt>
                <c:pt idx="1125">
                  <c:v>1E-4</c:v>
                </c:pt>
                <c:pt idx="1126">
                  <c:v>0</c:v>
                </c:pt>
                <c:pt idx="1127">
                  <c:v>0</c:v>
                </c:pt>
                <c:pt idx="1128">
                  <c:v>77.134450</c:v>
                </c:pt>
                <c:pt idx="1129">
                  <c:v>77.134450</c:v>
                </c:pt>
                <c:pt idx="1130">
                  <c:v>60</c:v>
                </c:pt>
                <c:pt idx="1131">
                  <c:v>60</c:v>
                </c:pt>
                <c:pt idx="1132">
                  <c:v>1E-4</c:v>
                </c:pt>
                <c:pt idx="1133">
                  <c:v>1E-4</c:v>
                </c:pt>
                <c:pt idx="1134">
                  <c:v>60.000100</c:v>
                </c:pt>
                <c:pt idx="1135">
                  <c:v>60.000100</c:v>
                </c:pt>
                <c:pt idx="1136">
                  <c:v>129.027123</c:v>
                </c:pt>
                <c:pt idx="1137">
                  <c:v>129.027123</c:v>
                </c:pt>
                <c:pt idx="1138">
                  <c:v>240.0001</c:v>
                </c:pt>
                <c:pt idx="1139">
                  <c:v>240.0001</c:v>
                </c:pt>
                <c:pt idx="1140">
                  <c:v>240.0001</c:v>
                </c:pt>
                <c:pt idx="1141">
                  <c:v>240.0001</c:v>
                </c:pt>
                <c:pt idx="1142">
                  <c:v>342.211047</c:v>
                </c:pt>
                <c:pt idx="1143">
                  <c:v>342.211047</c:v>
                </c:pt>
                <c:pt idx="1144">
                  <c:v>539.999479</c:v>
                </c:pt>
                <c:pt idx="1145">
                  <c:v>539.999479</c:v>
                </c:pt>
                <c:pt idx="1146">
                  <c:v>616.913515</c:v>
                </c:pt>
                <c:pt idx="1147">
                  <c:v>616.913515</c:v>
                </c:pt>
                <c:pt idx="1148">
                  <c:v>750.000100</c:v>
                </c:pt>
                <c:pt idx="1149">
                  <c:v>750.000100</c:v>
                </c:pt>
                <c:pt idx="1150">
                  <c:v>750.000100</c:v>
                </c:pt>
                <c:pt idx="1151">
                  <c:v>750.000100</c:v>
                </c:pt>
                <c:pt idx="1152">
                  <c:v>652.805486</c:v>
                </c:pt>
                <c:pt idx="1153">
                  <c:v>652.805486</c:v>
                </c:pt>
                <c:pt idx="1154">
                  <c:v>480.000300</c:v>
                </c:pt>
                <c:pt idx="1155">
                  <c:v>480.000300</c:v>
                </c:pt>
                <c:pt idx="1156">
                  <c:v>566.911431</c:v>
                </c:pt>
                <c:pt idx="1157">
                  <c:v>566.911431</c:v>
                </c:pt>
                <c:pt idx="1158">
                  <c:v>463.175817</c:v>
                </c:pt>
                <c:pt idx="1159">
                  <c:v>463.175817</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90.000100</c:v>
                </c:pt>
                <c:pt idx="1175">
                  <c:v>90.000100</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200</c:v>
                </c:pt>
                <c:pt idx="1201">
                  <c:v>200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1E-4</c:v>
                </c:pt>
                <c:pt idx="1309">
                  <c:v>1E-4</c:v>
                </c:pt>
                <c:pt idx="1310">
                  <c:v>1E-4</c:v>
                </c:pt>
                <c:pt idx="1311">
                  <c:v>1E-4</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416.063581</c:v>
                </c:pt>
                <c:pt idx="1337">
                  <c:v>416.063581</c:v>
                </c:pt>
                <c:pt idx="1338">
                  <c:v>417.599034</c:v>
                </c:pt>
                <c:pt idx="1339">
                  <c:v>417.599034</c:v>
                </c:pt>
                <c:pt idx="1340">
                  <c:v>180</c:v>
                </c:pt>
                <c:pt idx="1341">
                  <c:v>180</c:v>
                </c:pt>
                <c:pt idx="1342">
                  <c:v>60</c:v>
                </c:pt>
                <c:pt idx="1343">
                  <c:v>60</c:v>
                </c:pt>
                <c:pt idx="1344">
                  <c:v>480</c:v>
                </c:pt>
                <c:pt idx="1345">
                  <c:v>480</c:v>
                </c:pt>
                <c:pt idx="1346">
                  <c:v>533.520774</c:v>
                </c:pt>
                <c:pt idx="1347">
                  <c:v>533.520774</c:v>
                </c:pt>
                <c:pt idx="1348">
                  <c:v>210.5598</c:v>
                </c:pt>
                <c:pt idx="1349">
                  <c:v>210.5598</c:v>
                </c:pt>
                <c:pt idx="1350">
                  <c:v>150</c:v>
                </c:pt>
                <c:pt idx="1351">
                  <c:v>150</c:v>
                </c:pt>
                <c:pt idx="1352">
                  <c:v>303.368141</c:v>
                </c:pt>
                <c:pt idx="1353">
                  <c:v>303.368141</c:v>
                </c:pt>
                <c:pt idx="1354">
                  <c:v>395.462781</c:v>
                </c:pt>
                <c:pt idx="1355">
                  <c:v>395.462781</c:v>
                </c:pt>
                <c:pt idx="1356">
                  <c:v>240</c:v>
                </c:pt>
                <c:pt idx="1357">
                  <c:v>240</c:v>
                </c:pt>
                <c:pt idx="1358">
                  <c:v>60</c:v>
                </c:pt>
                <c:pt idx="1359">
                  <c:v>60</c:v>
                </c:pt>
                <c:pt idx="1360">
                  <c:v>210</c:v>
                </c:pt>
                <c:pt idx="1361">
                  <c:v>210</c:v>
                </c:pt>
                <c:pt idx="1362">
                  <c:v>137.789053</c:v>
                </c:pt>
                <c:pt idx="1363">
                  <c:v>137.789053</c:v>
                </c:pt>
                <c:pt idx="1364">
                  <c:v>180</c:v>
                </c:pt>
                <c:pt idx="1365">
                  <c:v>180</c:v>
                </c:pt>
                <c:pt idx="1366">
                  <c:v>68.689988</c:v>
                </c:pt>
                <c:pt idx="1367">
                  <c:v>68.689988</c:v>
                </c:pt>
                <c:pt idx="1368">
                  <c:v>129.632778</c:v>
                </c:pt>
                <c:pt idx="1369">
                  <c:v>129.632778</c:v>
                </c:pt>
                <c:pt idx="1370">
                  <c:v>279.641076</c:v>
                </c:pt>
                <c:pt idx="1371">
                  <c:v>279.641076</c:v>
                </c:pt>
                <c:pt idx="1372">
                  <c:v>162.210205</c:v>
                </c:pt>
                <c:pt idx="1373">
                  <c:v>162.210205</c:v>
                </c:pt>
                <c:pt idx="1374">
                  <c:v>365.442713</c:v>
                </c:pt>
                <c:pt idx="1375">
                  <c:v>365.442713</c:v>
                </c:pt>
                <c:pt idx="1376">
                  <c:v>504.421774</c:v>
                </c:pt>
                <c:pt idx="1377">
                  <c:v>504.421774</c:v>
                </c:pt>
                <c:pt idx="1378">
                  <c:v>574.516647</c:v>
                </c:pt>
                <c:pt idx="1379">
                  <c:v>574.516647</c:v>
                </c:pt>
                <c:pt idx="1380">
                  <c:v>629.999900</c:v>
                </c:pt>
                <c:pt idx="1381">
                  <c:v>629.999900</c:v>
                </c:pt>
                <c:pt idx="1382">
                  <c:v>660</c:v>
                </c:pt>
                <c:pt idx="1383">
                  <c:v>660</c:v>
                </c:pt>
                <c:pt idx="1384">
                  <c:v>647.789253</c:v>
                </c:pt>
                <c:pt idx="1385">
                  <c:v>647.789253</c:v>
                </c:pt>
                <c:pt idx="1386">
                  <c:v>600.000421</c:v>
                </c:pt>
                <c:pt idx="1387">
                  <c:v>600.000421</c:v>
                </c:pt>
                <c:pt idx="1388">
                  <c:v>264.422737</c:v>
                </c:pt>
                <c:pt idx="1389">
                  <c:v>264.422737</c:v>
                </c:pt>
              </c:numCache>
            </c:numRef>
          </c:yVal>
          <c:smooth val="0"/>
          <c:extLst>
            <c:ext xmlns:c16="http://schemas.microsoft.com/office/drawing/2014/chart" uri="{C3380CC4-5D6E-409C-BE32-E72D297353CC}">
              <c16:uniqueId val="{00000000-5816-40F1-B35D-80C01C0E878B}"/>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c:v>
                </c:pt>
                <c:pt idx="37">
                  <c:v>188.136432</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199.742000</c:v>
                </c:pt>
                <c:pt idx="51">
                  <c:v>199.742000</c:v>
                </c:pt>
                <c:pt idx="52">
                  <c:v>86.6</c:v>
                </c:pt>
                <c:pt idx="53">
                  <c:v>86.6</c:v>
                </c:pt>
                <c:pt idx="54">
                  <c:v>35.615000</c:v>
                </c:pt>
                <c:pt idx="55">
                  <c:v>35.615000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c:v>
                </c:pt>
                <c:pt idx="115">
                  <c:v>229.200375</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300.000100</c:v>
                </c:pt>
                <c:pt idx="185">
                  <c:v>300.000100</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240.000200</c:v>
                </c:pt>
                <c:pt idx="197">
                  <c:v>240.000200</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336.705700</c:v>
                </c:pt>
                <c:pt idx="209">
                  <c:v>336.705700</c:v>
                </c:pt>
                <c:pt idx="210">
                  <c:v>480</c:v>
                </c:pt>
                <c:pt idx="211">
                  <c:v>480</c:v>
                </c:pt>
                <c:pt idx="212">
                  <c:v>431.944599</c:v>
                </c:pt>
                <c:pt idx="213">
                  <c:v>431.944599</c:v>
                </c:pt>
                <c:pt idx="214">
                  <c:v>300.000100</c:v>
                </c:pt>
                <c:pt idx="215">
                  <c:v>300.000100</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510.000100</c:v>
                </c:pt>
                <c:pt idx="231">
                  <c:v>510.000100</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182.211347</c:v>
                </c:pt>
                <c:pt idx="381">
                  <c:v>182.211347</c:v>
                </c:pt>
                <c:pt idx="382">
                  <c:v>200</c:v>
                </c:pt>
                <c:pt idx="383">
                  <c:v>200</c:v>
                </c:pt>
                <c:pt idx="384">
                  <c:v>400.501266</c:v>
                </c:pt>
                <c:pt idx="385">
                  <c:v>400.501266</c:v>
                </c:pt>
                <c:pt idx="386">
                  <c:v>217.163348</c:v>
                </c:pt>
                <c:pt idx="387">
                  <c:v>217.163348</c:v>
                </c:pt>
                <c:pt idx="388">
                  <c:v>249.171580</c:v>
                </c:pt>
                <c:pt idx="389">
                  <c:v>249.171580</c:v>
                </c:pt>
                <c:pt idx="390">
                  <c:v>278.491619</c:v>
                </c:pt>
                <c:pt idx="391">
                  <c:v>278.491619</c:v>
                </c:pt>
                <c:pt idx="392">
                  <c:v>276.354033</c:v>
                </c:pt>
                <c:pt idx="393">
                  <c:v>276.354033</c:v>
                </c:pt>
                <c:pt idx="394">
                  <c:v>450.000100</c:v>
                </c:pt>
                <c:pt idx="395">
                  <c:v>450.000100</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330.000100</c:v>
                </c:pt>
                <c:pt idx="411">
                  <c:v>330.000100</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450.000400</c:v>
                </c:pt>
                <c:pt idx="575">
                  <c:v>450.000400</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629.999900</c:v>
                </c:pt>
                <c:pt idx="611">
                  <c:v>629.999900</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544.917230</c:v>
                </c:pt>
                <c:pt idx="787">
                  <c:v>544.917230</c:v>
                </c:pt>
                <c:pt idx="788">
                  <c:v>342.212289</c:v>
                </c:pt>
                <c:pt idx="789">
                  <c:v>342.212289</c:v>
                </c:pt>
                <c:pt idx="790">
                  <c:v>515.353910</c:v>
                </c:pt>
                <c:pt idx="791">
                  <c:v>515.353910</c:v>
                </c:pt>
                <c:pt idx="792">
                  <c:v>200</c:v>
                </c:pt>
                <c:pt idx="793">
                  <c:v>200</c:v>
                </c:pt>
                <c:pt idx="794">
                  <c:v>437.395190</c:v>
                </c:pt>
                <c:pt idx="795">
                  <c:v>437.395190</c:v>
                </c:pt>
                <c:pt idx="796">
                  <c:v>295.469293</c:v>
                </c:pt>
                <c:pt idx="797">
                  <c:v>295.469293</c:v>
                </c:pt>
                <c:pt idx="798">
                  <c:v>479.999800</c:v>
                </c:pt>
                <c:pt idx="799">
                  <c:v>479.999800</c:v>
                </c:pt>
                <c:pt idx="800">
                  <c:v>316.093323</c:v>
                </c:pt>
                <c:pt idx="801">
                  <c:v>316.093323</c:v>
                </c:pt>
                <c:pt idx="802">
                  <c:v>295.507125</c:v>
                </c:pt>
                <c:pt idx="803">
                  <c:v>295.507125</c:v>
                </c:pt>
                <c:pt idx="804">
                  <c:v>206.619570</c:v>
                </c:pt>
                <c:pt idx="805">
                  <c:v>206.619570</c:v>
                </c:pt>
                <c:pt idx="806">
                  <c:v>318.000433</c:v>
                </c:pt>
                <c:pt idx="807">
                  <c:v>318.000433</c:v>
                </c:pt>
                <c:pt idx="808">
                  <c:v>622.210467</c:v>
                </c:pt>
                <c:pt idx="809">
                  <c:v>622.210467</c:v>
                </c:pt>
                <c:pt idx="810">
                  <c:v>486.632200</c:v>
                </c:pt>
                <c:pt idx="811">
                  <c:v>486.632200</c:v>
                </c:pt>
                <c:pt idx="812">
                  <c:v>422.212070</c:v>
                </c:pt>
                <c:pt idx="813">
                  <c:v>422.212070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90.000100</c:v>
                </c:pt>
                <c:pt idx="1175">
                  <c:v>90.000100</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5816-40F1-B35D-80C01C0E878B}"/>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1.7</c:v>
                </c:pt>
                <c:pt idx="51">
                  <c:v>1.7</c:v>
                </c:pt>
                <c:pt idx="52">
                  <c:v>3.4</c:v>
                </c:pt>
                <c:pt idx="53">
                  <c:v>3.4</c:v>
                </c:pt>
                <c:pt idx="54">
                  <c:v>6.8</c:v>
                </c:pt>
                <c:pt idx="55">
                  <c:v>6.8</c:v>
                </c:pt>
                <c:pt idx="56">
                  <c:v>8.5</c:v>
                </c:pt>
                <c:pt idx="57">
                  <c:v>8.5</c:v>
                </c:pt>
                <c:pt idx="58">
                  <c:v>22.1</c:v>
                </c:pt>
                <c:pt idx="59">
                  <c:v>22.1</c:v>
                </c:pt>
                <c:pt idx="60">
                  <c:v>28.9</c:v>
                </c:pt>
                <c:pt idx="61">
                  <c:v>28.9</c:v>
                </c:pt>
                <c:pt idx="62">
                  <c:v>46.75</c:v>
                </c:pt>
                <c:pt idx="63">
                  <c:v>46.75</c:v>
                </c:pt>
                <c:pt idx="64">
                  <c:v>45.05</c:v>
                </c:pt>
                <c:pt idx="65">
                  <c:v>45.05</c:v>
                </c:pt>
                <c:pt idx="66">
                  <c:v>59.5</c:v>
                </c:pt>
                <c:pt idx="67">
                  <c:v>59.5</c:v>
                </c:pt>
                <c:pt idx="68">
                  <c:v>25.5</c:v>
                </c:pt>
                <c:pt idx="69">
                  <c:v>25.5</c:v>
                </c:pt>
                <c:pt idx="70">
                  <c:v>49.3</c:v>
                </c:pt>
                <c:pt idx="71">
                  <c:v>49.3</c:v>
                </c:pt>
                <c:pt idx="72">
                  <c:v>25.5</c:v>
                </c:pt>
                <c:pt idx="73">
                  <c:v>25.5</c:v>
                </c:pt>
                <c:pt idx="74">
                  <c:v>34.85</c:v>
                </c:pt>
                <c:pt idx="75">
                  <c:v>34.85</c:v>
                </c:pt>
                <c:pt idx="76">
                  <c:v>38.25</c:v>
                </c:pt>
                <c:pt idx="77">
                  <c:v>38.25</c:v>
                </c:pt>
                <c:pt idx="78">
                  <c:v>52.7</c:v>
                </c:pt>
                <c:pt idx="79">
                  <c:v>52.7</c:v>
                </c:pt>
                <c:pt idx="80">
                  <c:v>32.300000</c:v>
                </c:pt>
                <c:pt idx="81">
                  <c:v>32.300000</c:v>
                </c:pt>
                <c:pt idx="82">
                  <c:v>42.5</c:v>
                </c:pt>
                <c:pt idx="83">
                  <c:v>42.5</c:v>
                </c:pt>
                <c:pt idx="84">
                  <c:v>34</c:v>
                </c:pt>
                <c:pt idx="85">
                  <c:v>34</c:v>
                </c:pt>
                <c:pt idx="86">
                  <c:v>46.75</c:v>
                </c:pt>
                <c:pt idx="87">
                  <c:v>46.75</c:v>
                </c:pt>
                <c:pt idx="88">
                  <c:v>87.55</c:v>
                </c:pt>
                <c:pt idx="89">
                  <c:v>87.55</c:v>
                </c:pt>
                <c:pt idx="90">
                  <c:v>100.3</c:v>
                </c:pt>
                <c:pt idx="91">
                  <c:v>100.3</c:v>
                </c:pt>
                <c:pt idx="92">
                  <c:v>111.35</c:v>
                </c:pt>
                <c:pt idx="93">
                  <c:v>111.35</c:v>
                </c:pt>
                <c:pt idx="94">
                  <c:v>95.2</c:v>
                </c:pt>
                <c:pt idx="95">
                  <c:v>95.2</c:v>
                </c:pt>
                <c:pt idx="96">
                  <c:v>73.95</c:v>
                </c:pt>
                <c:pt idx="97">
                  <c:v>73.95</c:v>
                </c:pt>
                <c:pt idx="98">
                  <c:v>48.45</c:v>
                </c:pt>
                <c:pt idx="99">
                  <c:v>48.45</c:v>
                </c:pt>
                <c:pt idx="100">
                  <c:v>51.85</c:v>
                </c:pt>
                <c:pt idx="101">
                  <c:v>51.85</c:v>
                </c:pt>
                <c:pt idx="102">
                  <c:v>56.1</c:v>
                </c:pt>
                <c:pt idx="103">
                  <c:v>56.1</c:v>
                </c:pt>
                <c:pt idx="104">
                  <c:v>63.75</c:v>
                </c:pt>
                <c:pt idx="105">
                  <c:v>63.75</c:v>
                </c:pt>
                <c:pt idx="106">
                  <c:v>64.600000</c:v>
                </c:pt>
                <c:pt idx="107">
                  <c:v>64.600000</c:v>
                </c:pt>
                <c:pt idx="108">
                  <c:v>82.45</c:v>
                </c:pt>
                <c:pt idx="109">
                  <c:v>82.45</c:v>
                </c:pt>
                <c:pt idx="110">
                  <c:v>92.65</c:v>
                </c:pt>
                <c:pt idx="111">
                  <c:v>92.65</c:v>
                </c:pt>
                <c:pt idx="112">
                  <c:v>96.9</c:v>
                </c:pt>
                <c:pt idx="113">
                  <c:v>96.9</c:v>
                </c:pt>
                <c:pt idx="114">
                  <c:v>45.05</c:v>
                </c:pt>
                <c:pt idx="115">
                  <c:v>45.05</c:v>
                </c:pt>
                <c:pt idx="116">
                  <c:v>50.15</c:v>
                </c:pt>
                <c:pt idx="117">
                  <c:v>50.15</c:v>
                </c:pt>
                <c:pt idx="118">
                  <c:v>43.35</c:v>
                </c:pt>
                <c:pt idx="119">
                  <c:v>43.35</c:v>
                </c:pt>
                <c:pt idx="120">
                  <c:v>72.25</c:v>
                </c:pt>
                <c:pt idx="121">
                  <c:v>72.25</c:v>
                </c:pt>
                <c:pt idx="122">
                  <c:v>67.150000</c:v>
                </c:pt>
                <c:pt idx="123">
                  <c:v>67.150000</c:v>
                </c:pt>
                <c:pt idx="124">
                  <c:v>75.650000</c:v>
                </c:pt>
                <c:pt idx="125">
                  <c:v>75.650000</c:v>
                </c:pt>
                <c:pt idx="126">
                  <c:v>66.3</c:v>
                </c:pt>
                <c:pt idx="127">
                  <c:v>66.3</c:v>
                </c:pt>
                <c:pt idx="128">
                  <c:v>51.85</c:v>
                </c:pt>
                <c:pt idx="129">
                  <c:v>51.85</c:v>
                </c:pt>
                <c:pt idx="130">
                  <c:v>37.4</c:v>
                </c:pt>
                <c:pt idx="131">
                  <c:v>37.4</c:v>
                </c:pt>
                <c:pt idx="132">
                  <c:v>22.95</c:v>
                </c:pt>
                <c:pt idx="133">
                  <c:v>22.95</c:v>
                </c:pt>
                <c:pt idx="134">
                  <c:v>11.05</c:v>
                </c:pt>
                <c:pt idx="135">
                  <c:v>11.05</c:v>
                </c:pt>
                <c:pt idx="136">
                  <c:v>10.200000</c:v>
                </c:pt>
                <c:pt idx="137">
                  <c:v>10.200000</c:v>
                </c:pt>
                <c:pt idx="138">
                  <c:v>5.95</c:v>
                </c:pt>
                <c:pt idx="139">
                  <c:v>5.95</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2.550000</c:v>
                </c:pt>
                <c:pt idx="243">
                  <c:v>2.550000</c:v>
                </c:pt>
                <c:pt idx="244">
                  <c:v>22.95</c:v>
                </c:pt>
                <c:pt idx="245">
                  <c:v>22.95</c:v>
                </c:pt>
                <c:pt idx="246">
                  <c:v>37.4</c:v>
                </c:pt>
                <c:pt idx="247">
                  <c:v>37.4</c:v>
                </c:pt>
                <c:pt idx="248">
                  <c:v>45.05</c:v>
                </c:pt>
                <c:pt idx="249">
                  <c:v>45.05</c:v>
                </c:pt>
                <c:pt idx="250">
                  <c:v>55.25</c:v>
                </c:pt>
                <c:pt idx="251">
                  <c:v>55.25</c:v>
                </c:pt>
                <c:pt idx="252">
                  <c:v>90.1</c:v>
                </c:pt>
                <c:pt idx="253">
                  <c:v>90.1</c:v>
                </c:pt>
                <c:pt idx="254">
                  <c:v>113.05</c:v>
                </c:pt>
                <c:pt idx="255">
                  <c:v>113.05</c:v>
                </c:pt>
                <c:pt idx="256">
                  <c:v>130.9</c:v>
                </c:pt>
                <c:pt idx="257">
                  <c:v>130.9</c:v>
                </c:pt>
                <c:pt idx="258">
                  <c:v>130.9</c:v>
                </c:pt>
                <c:pt idx="259">
                  <c:v>130.9</c:v>
                </c:pt>
                <c:pt idx="260">
                  <c:v>145.35</c:v>
                </c:pt>
                <c:pt idx="261">
                  <c:v>145.35</c:v>
                </c:pt>
                <c:pt idx="262">
                  <c:v>162.35</c:v>
                </c:pt>
                <c:pt idx="263">
                  <c:v>162.35</c:v>
                </c:pt>
                <c:pt idx="264">
                  <c:v>173.4</c:v>
                </c:pt>
                <c:pt idx="265">
                  <c:v>173.4</c:v>
                </c:pt>
                <c:pt idx="266">
                  <c:v>163.200000</c:v>
                </c:pt>
                <c:pt idx="267">
                  <c:v>163.200000</c:v>
                </c:pt>
                <c:pt idx="268">
                  <c:v>153.85</c:v>
                </c:pt>
                <c:pt idx="269">
                  <c:v>153.85</c:v>
                </c:pt>
                <c:pt idx="270">
                  <c:v>159.800000</c:v>
                </c:pt>
                <c:pt idx="271">
                  <c:v>159.800000</c:v>
                </c:pt>
                <c:pt idx="272">
                  <c:v>190.4</c:v>
                </c:pt>
                <c:pt idx="273">
                  <c:v>190.4</c:v>
                </c:pt>
                <c:pt idx="274">
                  <c:v>187.85</c:v>
                </c:pt>
                <c:pt idx="275">
                  <c:v>187.85</c:v>
                </c:pt>
                <c:pt idx="276">
                  <c:v>250.75</c:v>
                </c:pt>
                <c:pt idx="277">
                  <c:v>250.75</c:v>
                </c:pt>
                <c:pt idx="278">
                  <c:v>164.9</c:v>
                </c:pt>
                <c:pt idx="279">
                  <c:v>164.9</c:v>
                </c:pt>
                <c:pt idx="280">
                  <c:v>168.3</c:v>
                </c:pt>
                <c:pt idx="281">
                  <c:v>168.3</c:v>
                </c:pt>
                <c:pt idx="282">
                  <c:v>205.7</c:v>
                </c:pt>
                <c:pt idx="283">
                  <c:v>205.7</c:v>
                </c:pt>
                <c:pt idx="284">
                  <c:v>184.45</c:v>
                </c:pt>
                <c:pt idx="285">
                  <c:v>184.45</c:v>
                </c:pt>
                <c:pt idx="286">
                  <c:v>158.950000</c:v>
                </c:pt>
                <c:pt idx="287">
                  <c:v>158.950000</c:v>
                </c:pt>
                <c:pt idx="288">
                  <c:v>143.65</c:v>
                </c:pt>
                <c:pt idx="289">
                  <c:v>143.65</c:v>
                </c:pt>
                <c:pt idx="290">
                  <c:v>79.900000</c:v>
                </c:pt>
                <c:pt idx="291">
                  <c:v>79.900000</c:v>
                </c:pt>
                <c:pt idx="292">
                  <c:v>126.65</c:v>
                </c:pt>
                <c:pt idx="293">
                  <c:v>126.65</c:v>
                </c:pt>
                <c:pt idx="294">
                  <c:v>151.300000</c:v>
                </c:pt>
                <c:pt idx="295">
                  <c:v>151.300000</c:v>
                </c:pt>
                <c:pt idx="296">
                  <c:v>167.45</c:v>
                </c:pt>
                <c:pt idx="297">
                  <c:v>167.45</c:v>
                </c:pt>
                <c:pt idx="298">
                  <c:v>155.550000</c:v>
                </c:pt>
                <c:pt idx="299">
                  <c:v>155.550000</c:v>
                </c:pt>
                <c:pt idx="300">
                  <c:v>122.4</c:v>
                </c:pt>
                <c:pt idx="301">
                  <c:v>122.4</c:v>
                </c:pt>
                <c:pt idx="302">
                  <c:v>102</c:v>
                </c:pt>
                <c:pt idx="303">
                  <c:v>102</c:v>
                </c:pt>
                <c:pt idx="304">
                  <c:v>106.25</c:v>
                </c:pt>
                <c:pt idx="305">
                  <c:v>106.25</c:v>
                </c:pt>
                <c:pt idx="306">
                  <c:v>91.8</c:v>
                </c:pt>
                <c:pt idx="307">
                  <c:v>91.8</c:v>
                </c:pt>
                <c:pt idx="308">
                  <c:v>89.25</c:v>
                </c:pt>
                <c:pt idx="309">
                  <c:v>89.25</c:v>
                </c:pt>
                <c:pt idx="310">
                  <c:v>79.900000</c:v>
                </c:pt>
                <c:pt idx="311">
                  <c:v>79.900000</c:v>
                </c:pt>
                <c:pt idx="312">
                  <c:v>75.650000</c:v>
                </c:pt>
                <c:pt idx="313">
                  <c:v>75.650000</c:v>
                </c:pt>
                <c:pt idx="314">
                  <c:v>71.400000</c:v>
                </c:pt>
                <c:pt idx="315">
                  <c:v>71.400000</c:v>
                </c:pt>
                <c:pt idx="316">
                  <c:v>61.2</c:v>
                </c:pt>
                <c:pt idx="317">
                  <c:v>61.2</c:v>
                </c:pt>
                <c:pt idx="318">
                  <c:v>44.2</c:v>
                </c:pt>
                <c:pt idx="319">
                  <c:v>44.2</c:v>
                </c:pt>
                <c:pt idx="320">
                  <c:v>38.25</c:v>
                </c:pt>
                <c:pt idx="321">
                  <c:v>38.25</c:v>
                </c:pt>
                <c:pt idx="322">
                  <c:v>28.9</c:v>
                </c:pt>
                <c:pt idx="323">
                  <c:v>28.9</c:v>
                </c:pt>
                <c:pt idx="324">
                  <c:v>17</c:v>
                </c:pt>
                <c:pt idx="325">
                  <c:v>17</c:v>
                </c:pt>
                <c:pt idx="326">
                  <c:v>8.5</c:v>
                </c:pt>
                <c:pt idx="327">
                  <c:v>8.5</c:v>
                </c:pt>
                <c:pt idx="328">
                  <c:v>5.95</c:v>
                </c:pt>
                <c:pt idx="329">
                  <c:v>5.95</c:v>
                </c:pt>
                <c:pt idx="330">
                  <c:v>1.7</c:v>
                </c:pt>
                <c:pt idx="331">
                  <c:v>1.7</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1.7</c:v>
                </c:pt>
                <c:pt idx="435">
                  <c:v>1.7</c:v>
                </c:pt>
                <c:pt idx="436">
                  <c:v>10.200000</c:v>
                </c:pt>
                <c:pt idx="437">
                  <c:v>10.200000</c:v>
                </c:pt>
                <c:pt idx="438">
                  <c:v>17</c:v>
                </c:pt>
                <c:pt idx="439">
                  <c:v>17</c:v>
                </c:pt>
                <c:pt idx="440">
                  <c:v>27.2</c:v>
                </c:pt>
                <c:pt idx="441">
                  <c:v>27.2</c:v>
                </c:pt>
                <c:pt idx="442">
                  <c:v>41.65</c:v>
                </c:pt>
                <c:pt idx="443">
                  <c:v>41.65</c:v>
                </c:pt>
                <c:pt idx="444">
                  <c:v>54.4</c:v>
                </c:pt>
                <c:pt idx="445">
                  <c:v>54.4</c:v>
                </c:pt>
                <c:pt idx="446">
                  <c:v>69.7</c:v>
                </c:pt>
                <c:pt idx="447">
                  <c:v>69.7</c:v>
                </c:pt>
                <c:pt idx="448">
                  <c:v>82.45</c:v>
                </c:pt>
                <c:pt idx="449">
                  <c:v>82.45</c:v>
                </c:pt>
                <c:pt idx="450">
                  <c:v>97.75</c:v>
                </c:pt>
                <c:pt idx="451">
                  <c:v>97.75</c:v>
                </c:pt>
                <c:pt idx="452">
                  <c:v>130.9</c:v>
                </c:pt>
                <c:pt idx="453">
                  <c:v>130.9</c:v>
                </c:pt>
                <c:pt idx="454">
                  <c:v>150.450000</c:v>
                </c:pt>
                <c:pt idx="455">
                  <c:v>150.450000</c:v>
                </c:pt>
                <c:pt idx="456">
                  <c:v>170</c:v>
                </c:pt>
                <c:pt idx="457">
                  <c:v>170</c:v>
                </c:pt>
                <c:pt idx="458">
                  <c:v>162.35</c:v>
                </c:pt>
                <c:pt idx="459">
                  <c:v>162.35</c:v>
                </c:pt>
                <c:pt idx="460">
                  <c:v>176.8</c:v>
                </c:pt>
                <c:pt idx="461">
                  <c:v>176.8</c:v>
                </c:pt>
                <c:pt idx="462">
                  <c:v>170.85</c:v>
                </c:pt>
                <c:pt idx="463">
                  <c:v>170.85</c:v>
                </c:pt>
                <c:pt idx="464">
                  <c:v>141.950000</c:v>
                </c:pt>
                <c:pt idx="465">
                  <c:v>141.950000</c:v>
                </c:pt>
                <c:pt idx="466">
                  <c:v>112.2</c:v>
                </c:pt>
                <c:pt idx="467">
                  <c:v>112.2</c:v>
                </c:pt>
                <c:pt idx="468">
                  <c:v>92.65</c:v>
                </c:pt>
                <c:pt idx="469">
                  <c:v>92.65</c:v>
                </c:pt>
                <c:pt idx="470">
                  <c:v>86.7</c:v>
                </c:pt>
                <c:pt idx="471">
                  <c:v>86.7</c:v>
                </c:pt>
                <c:pt idx="472">
                  <c:v>141.950000</c:v>
                </c:pt>
                <c:pt idx="473">
                  <c:v>141.950000</c:v>
                </c:pt>
                <c:pt idx="474">
                  <c:v>119</c:v>
                </c:pt>
                <c:pt idx="475">
                  <c:v>119</c:v>
                </c:pt>
                <c:pt idx="476">
                  <c:v>132.6</c:v>
                </c:pt>
                <c:pt idx="477">
                  <c:v>132.6</c:v>
                </c:pt>
                <c:pt idx="478">
                  <c:v>119.85</c:v>
                </c:pt>
                <c:pt idx="479">
                  <c:v>119.85</c:v>
                </c:pt>
                <c:pt idx="480">
                  <c:v>171.7</c:v>
                </c:pt>
                <c:pt idx="481">
                  <c:v>171.7</c:v>
                </c:pt>
                <c:pt idx="482">
                  <c:v>171.7</c:v>
                </c:pt>
                <c:pt idx="483">
                  <c:v>171.7</c:v>
                </c:pt>
                <c:pt idx="484">
                  <c:v>161.5</c:v>
                </c:pt>
                <c:pt idx="485">
                  <c:v>161.5</c:v>
                </c:pt>
                <c:pt idx="486">
                  <c:v>209.1</c:v>
                </c:pt>
                <c:pt idx="487">
                  <c:v>209.1</c:v>
                </c:pt>
                <c:pt idx="488">
                  <c:v>203.15</c:v>
                </c:pt>
                <c:pt idx="489">
                  <c:v>203.15</c:v>
                </c:pt>
                <c:pt idx="490">
                  <c:v>179.35</c:v>
                </c:pt>
                <c:pt idx="491">
                  <c:v>179.35</c:v>
                </c:pt>
                <c:pt idx="492">
                  <c:v>136</c:v>
                </c:pt>
                <c:pt idx="493">
                  <c:v>136</c:v>
                </c:pt>
                <c:pt idx="494">
                  <c:v>113.9</c:v>
                </c:pt>
                <c:pt idx="495">
                  <c:v>113.9</c:v>
                </c:pt>
                <c:pt idx="496">
                  <c:v>124.95</c:v>
                </c:pt>
                <c:pt idx="497">
                  <c:v>124.95</c:v>
                </c:pt>
                <c:pt idx="498">
                  <c:v>108.8</c:v>
                </c:pt>
                <c:pt idx="499">
                  <c:v>108.8</c:v>
                </c:pt>
                <c:pt idx="500">
                  <c:v>88.4</c:v>
                </c:pt>
                <c:pt idx="501">
                  <c:v>88.4</c:v>
                </c:pt>
                <c:pt idx="502">
                  <c:v>113.05</c:v>
                </c:pt>
                <c:pt idx="503">
                  <c:v>113.05</c:v>
                </c:pt>
                <c:pt idx="504">
                  <c:v>104.55</c:v>
                </c:pt>
                <c:pt idx="505">
                  <c:v>104.55</c:v>
                </c:pt>
                <c:pt idx="506">
                  <c:v>107.1</c:v>
                </c:pt>
                <c:pt idx="507">
                  <c:v>107.1</c:v>
                </c:pt>
                <c:pt idx="508">
                  <c:v>92.65</c:v>
                </c:pt>
                <c:pt idx="509">
                  <c:v>92.65</c:v>
                </c:pt>
                <c:pt idx="510">
                  <c:v>75.650000</c:v>
                </c:pt>
                <c:pt idx="511">
                  <c:v>75.650000</c:v>
                </c:pt>
                <c:pt idx="512">
                  <c:v>62.05</c:v>
                </c:pt>
                <c:pt idx="513">
                  <c:v>62.05</c:v>
                </c:pt>
                <c:pt idx="514">
                  <c:v>45.9</c:v>
                </c:pt>
                <c:pt idx="515">
                  <c:v>45.9</c:v>
                </c:pt>
                <c:pt idx="516">
                  <c:v>29.75</c:v>
                </c:pt>
                <c:pt idx="517">
                  <c:v>29.75</c:v>
                </c:pt>
                <c:pt idx="518">
                  <c:v>18.7</c:v>
                </c:pt>
                <c:pt idx="519">
                  <c:v>18.7</c:v>
                </c:pt>
                <c:pt idx="520">
                  <c:v>11.05</c:v>
                </c:pt>
                <c:pt idx="521">
                  <c:v>11.05</c:v>
                </c:pt>
                <c:pt idx="522">
                  <c:v>3.4</c:v>
                </c:pt>
                <c:pt idx="523">
                  <c:v>3.4</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1.7</c:v>
                </c:pt>
                <c:pt idx="627">
                  <c:v>1.7</c:v>
                </c:pt>
                <c:pt idx="628">
                  <c:v>11.05</c:v>
                </c:pt>
                <c:pt idx="629">
                  <c:v>11.05</c:v>
                </c:pt>
                <c:pt idx="630">
                  <c:v>17</c:v>
                </c:pt>
                <c:pt idx="631">
                  <c:v>17</c:v>
                </c:pt>
                <c:pt idx="632">
                  <c:v>33.15</c:v>
                </c:pt>
                <c:pt idx="633">
                  <c:v>33.15</c:v>
                </c:pt>
                <c:pt idx="634">
                  <c:v>52.7</c:v>
                </c:pt>
                <c:pt idx="635">
                  <c:v>52.7</c:v>
                </c:pt>
                <c:pt idx="636">
                  <c:v>64.600000</c:v>
                </c:pt>
                <c:pt idx="637">
                  <c:v>64.600000</c:v>
                </c:pt>
                <c:pt idx="638">
                  <c:v>81.600000</c:v>
                </c:pt>
                <c:pt idx="639">
                  <c:v>81.600000</c:v>
                </c:pt>
                <c:pt idx="640">
                  <c:v>88.4</c:v>
                </c:pt>
                <c:pt idx="641">
                  <c:v>88.4</c:v>
                </c:pt>
                <c:pt idx="642">
                  <c:v>119</c:v>
                </c:pt>
                <c:pt idx="643">
                  <c:v>119</c:v>
                </c:pt>
                <c:pt idx="644">
                  <c:v>125.8</c:v>
                </c:pt>
                <c:pt idx="645">
                  <c:v>125.8</c:v>
                </c:pt>
                <c:pt idx="646">
                  <c:v>87.55</c:v>
                </c:pt>
                <c:pt idx="647">
                  <c:v>87.55</c:v>
                </c:pt>
                <c:pt idx="648">
                  <c:v>83.3</c:v>
                </c:pt>
                <c:pt idx="649">
                  <c:v>83.3</c:v>
                </c:pt>
                <c:pt idx="650">
                  <c:v>77.350000</c:v>
                </c:pt>
                <c:pt idx="651">
                  <c:v>77.350000</c:v>
                </c:pt>
                <c:pt idx="652">
                  <c:v>103.7</c:v>
                </c:pt>
                <c:pt idx="653">
                  <c:v>103.7</c:v>
                </c:pt>
                <c:pt idx="654">
                  <c:v>102.85</c:v>
                </c:pt>
                <c:pt idx="655">
                  <c:v>102.85</c:v>
                </c:pt>
                <c:pt idx="656">
                  <c:v>190.4</c:v>
                </c:pt>
                <c:pt idx="657">
                  <c:v>190.4</c:v>
                </c:pt>
                <c:pt idx="658">
                  <c:v>150.450000</c:v>
                </c:pt>
                <c:pt idx="659">
                  <c:v>150.450000</c:v>
                </c:pt>
                <c:pt idx="660">
                  <c:v>164.05</c:v>
                </c:pt>
                <c:pt idx="661">
                  <c:v>164.05</c:v>
                </c:pt>
                <c:pt idx="662">
                  <c:v>167.45</c:v>
                </c:pt>
                <c:pt idx="663">
                  <c:v>167.45</c:v>
                </c:pt>
                <c:pt idx="664">
                  <c:v>158.1</c:v>
                </c:pt>
                <c:pt idx="665">
                  <c:v>158.1</c:v>
                </c:pt>
                <c:pt idx="666">
                  <c:v>184.45</c:v>
                </c:pt>
                <c:pt idx="667">
                  <c:v>184.45</c:v>
                </c:pt>
                <c:pt idx="668">
                  <c:v>152.15</c:v>
                </c:pt>
                <c:pt idx="669">
                  <c:v>152.15</c:v>
                </c:pt>
                <c:pt idx="670">
                  <c:v>182.75</c:v>
                </c:pt>
                <c:pt idx="671">
                  <c:v>182.75</c:v>
                </c:pt>
                <c:pt idx="672">
                  <c:v>198.05</c:v>
                </c:pt>
                <c:pt idx="673">
                  <c:v>198.05</c:v>
                </c:pt>
                <c:pt idx="674">
                  <c:v>180.2</c:v>
                </c:pt>
                <c:pt idx="675">
                  <c:v>180.2</c:v>
                </c:pt>
                <c:pt idx="676">
                  <c:v>152.15</c:v>
                </c:pt>
                <c:pt idx="677">
                  <c:v>152.15</c:v>
                </c:pt>
                <c:pt idx="678">
                  <c:v>182.75</c:v>
                </c:pt>
                <c:pt idx="679">
                  <c:v>182.75</c:v>
                </c:pt>
                <c:pt idx="680">
                  <c:v>195.5</c:v>
                </c:pt>
                <c:pt idx="681">
                  <c:v>195.5</c:v>
                </c:pt>
                <c:pt idx="682">
                  <c:v>213.35</c:v>
                </c:pt>
                <c:pt idx="683">
                  <c:v>213.35</c:v>
                </c:pt>
                <c:pt idx="684">
                  <c:v>242.25</c:v>
                </c:pt>
                <c:pt idx="685">
                  <c:v>242.25</c:v>
                </c:pt>
                <c:pt idx="686">
                  <c:v>228.65</c:v>
                </c:pt>
                <c:pt idx="687">
                  <c:v>228.65</c:v>
                </c:pt>
                <c:pt idx="688">
                  <c:v>135.15</c:v>
                </c:pt>
                <c:pt idx="689">
                  <c:v>135.15</c:v>
                </c:pt>
                <c:pt idx="690">
                  <c:v>141.1</c:v>
                </c:pt>
                <c:pt idx="691">
                  <c:v>141.1</c:v>
                </c:pt>
                <c:pt idx="692">
                  <c:v>164.9</c:v>
                </c:pt>
                <c:pt idx="693">
                  <c:v>164.9</c:v>
                </c:pt>
                <c:pt idx="694">
                  <c:v>107.1</c:v>
                </c:pt>
                <c:pt idx="695">
                  <c:v>107.1</c:v>
                </c:pt>
                <c:pt idx="696">
                  <c:v>124.1</c:v>
                </c:pt>
                <c:pt idx="697">
                  <c:v>124.1</c:v>
                </c:pt>
                <c:pt idx="698">
                  <c:v>113.05</c:v>
                </c:pt>
                <c:pt idx="699">
                  <c:v>113.05</c:v>
                </c:pt>
                <c:pt idx="700">
                  <c:v>88.4</c:v>
                </c:pt>
                <c:pt idx="701">
                  <c:v>88.4</c:v>
                </c:pt>
                <c:pt idx="702">
                  <c:v>67.150000</c:v>
                </c:pt>
                <c:pt idx="703">
                  <c:v>67.150000</c:v>
                </c:pt>
                <c:pt idx="704">
                  <c:v>48.45</c:v>
                </c:pt>
                <c:pt idx="705">
                  <c:v>48.45</c:v>
                </c:pt>
                <c:pt idx="706">
                  <c:v>38.25</c:v>
                </c:pt>
                <c:pt idx="707">
                  <c:v>38.25</c:v>
                </c:pt>
                <c:pt idx="708">
                  <c:v>20.400000</c:v>
                </c:pt>
                <c:pt idx="709">
                  <c:v>20.400000</c:v>
                </c:pt>
                <c:pt idx="710">
                  <c:v>8.5</c:v>
                </c:pt>
                <c:pt idx="711">
                  <c:v>8.5</c:v>
                </c:pt>
                <c:pt idx="712">
                  <c:v>10.200000</c:v>
                </c:pt>
                <c:pt idx="713">
                  <c:v>10.200000</c:v>
                </c:pt>
                <c:pt idx="714">
                  <c:v>1.7</c:v>
                </c:pt>
                <c:pt idx="715">
                  <c:v>1.7</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12.75</c:v>
                </c:pt>
                <c:pt idx="819">
                  <c:v>12.75</c:v>
                </c:pt>
                <c:pt idx="820">
                  <c:v>47.6</c:v>
                </c:pt>
                <c:pt idx="821">
                  <c:v>47.6</c:v>
                </c:pt>
                <c:pt idx="822">
                  <c:v>93.5</c:v>
                </c:pt>
                <c:pt idx="823">
                  <c:v>93.5</c:v>
                </c:pt>
                <c:pt idx="824">
                  <c:v>137.700000</c:v>
                </c:pt>
                <c:pt idx="825">
                  <c:v>137.700000</c:v>
                </c:pt>
                <c:pt idx="826">
                  <c:v>183.6</c:v>
                </c:pt>
                <c:pt idx="827">
                  <c:v>183.6</c:v>
                </c:pt>
                <c:pt idx="828">
                  <c:v>230.35</c:v>
                </c:pt>
                <c:pt idx="829">
                  <c:v>230.35</c:v>
                </c:pt>
                <c:pt idx="830">
                  <c:v>277.100000</c:v>
                </c:pt>
                <c:pt idx="831">
                  <c:v>277.100000</c:v>
                </c:pt>
                <c:pt idx="832">
                  <c:v>323</c:v>
                </c:pt>
                <c:pt idx="833">
                  <c:v>323</c:v>
                </c:pt>
                <c:pt idx="834">
                  <c:v>367.2</c:v>
                </c:pt>
                <c:pt idx="835">
                  <c:v>367.2</c:v>
                </c:pt>
                <c:pt idx="836">
                  <c:v>409.7</c:v>
                </c:pt>
                <c:pt idx="837">
                  <c:v>409.7</c:v>
                </c:pt>
                <c:pt idx="838">
                  <c:v>449.65</c:v>
                </c:pt>
                <c:pt idx="839">
                  <c:v>449.65</c:v>
                </c:pt>
                <c:pt idx="840">
                  <c:v>487.9</c:v>
                </c:pt>
                <c:pt idx="841">
                  <c:v>487.9</c:v>
                </c:pt>
                <c:pt idx="842">
                  <c:v>522.75</c:v>
                </c:pt>
                <c:pt idx="843">
                  <c:v>522.75</c:v>
                </c:pt>
                <c:pt idx="844">
                  <c:v>554.200000</c:v>
                </c:pt>
                <c:pt idx="845">
                  <c:v>554.200000</c:v>
                </c:pt>
                <c:pt idx="846">
                  <c:v>583.1</c:v>
                </c:pt>
                <c:pt idx="847">
                  <c:v>583.1</c:v>
                </c:pt>
                <c:pt idx="848">
                  <c:v>608.6</c:v>
                </c:pt>
                <c:pt idx="849">
                  <c:v>608.6</c:v>
                </c:pt>
                <c:pt idx="850">
                  <c:v>630.700000</c:v>
                </c:pt>
                <c:pt idx="851">
                  <c:v>630.700000</c:v>
                </c:pt>
                <c:pt idx="852">
                  <c:v>649.4</c:v>
                </c:pt>
                <c:pt idx="853">
                  <c:v>649.4</c:v>
                </c:pt>
                <c:pt idx="854">
                  <c:v>664.7</c:v>
                </c:pt>
                <c:pt idx="855">
                  <c:v>664.7</c:v>
                </c:pt>
                <c:pt idx="856">
                  <c:v>675.75</c:v>
                </c:pt>
                <c:pt idx="857">
                  <c:v>675.75</c:v>
                </c:pt>
                <c:pt idx="858">
                  <c:v>683.4</c:v>
                </c:pt>
                <c:pt idx="859">
                  <c:v>683.4</c:v>
                </c:pt>
                <c:pt idx="860">
                  <c:v>687.65</c:v>
                </c:pt>
                <c:pt idx="861">
                  <c:v>687.65</c:v>
                </c:pt>
                <c:pt idx="862">
                  <c:v>688.5</c:v>
                </c:pt>
                <c:pt idx="863">
                  <c:v>688.5</c:v>
                </c:pt>
                <c:pt idx="864">
                  <c:v>685.1</c:v>
                </c:pt>
                <c:pt idx="865">
                  <c:v>685.1</c:v>
                </c:pt>
                <c:pt idx="866">
                  <c:v>678.3</c:v>
                </c:pt>
                <c:pt idx="867">
                  <c:v>678.3</c:v>
                </c:pt>
                <c:pt idx="868">
                  <c:v>668.1</c:v>
                </c:pt>
                <c:pt idx="869">
                  <c:v>668.1</c:v>
                </c:pt>
                <c:pt idx="870">
                  <c:v>654.5</c:v>
                </c:pt>
                <c:pt idx="871">
                  <c:v>654.5</c:v>
                </c:pt>
                <c:pt idx="872">
                  <c:v>637.5</c:v>
                </c:pt>
                <c:pt idx="873">
                  <c:v>637.5</c:v>
                </c:pt>
                <c:pt idx="874">
                  <c:v>617.1</c:v>
                </c:pt>
                <c:pt idx="875">
                  <c:v>617.1</c:v>
                </c:pt>
                <c:pt idx="876">
                  <c:v>593.300000</c:v>
                </c:pt>
                <c:pt idx="877">
                  <c:v>593.300000</c:v>
                </c:pt>
                <c:pt idx="878">
                  <c:v>566.950000</c:v>
                </c:pt>
                <c:pt idx="879">
                  <c:v>566.950000</c:v>
                </c:pt>
                <c:pt idx="880">
                  <c:v>537.200000</c:v>
                </c:pt>
                <c:pt idx="881">
                  <c:v>537.200000</c:v>
                </c:pt>
                <c:pt idx="882">
                  <c:v>504.9</c:v>
                </c:pt>
                <c:pt idx="883">
                  <c:v>504.9</c:v>
                </c:pt>
                <c:pt idx="884">
                  <c:v>470.05</c:v>
                </c:pt>
                <c:pt idx="885">
                  <c:v>470.05</c:v>
                </c:pt>
                <c:pt idx="886">
                  <c:v>433.5</c:v>
                </c:pt>
                <c:pt idx="887">
                  <c:v>433.5</c:v>
                </c:pt>
                <c:pt idx="888">
                  <c:v>394.4</c:v>
                </c:pt>
                <c:pt idx="889">
                  <c:v>394.4</c:v>
                </c:pt>
                <c:pt idx="890">
                  <c:v>353.6</c:v>
                </c:pt>
                <c:pt idx="891">
                  <c:v>353.6</c:v>
                </c:pt>
                <c:pt idx="892">
                  <c:v>310.25</c:v>
                </c:pt>
                <c:pt idx="893">
                  <c:v>310.25</c:v>
                </c:pt>
                <c:pt idx="894">
                  <c:v>266.05</c:v>
                </c:pt>
                <c:pt idx="895">
                  <c:v>266.05</c:v>
                </c:pt>
                <c:pt idx="896">
                  <c:v>220.15</c:v>
                </c:pt>
                <c:pt idx="897">
                  <c:v>220.15</c:v>
                </c:pt>
                <c:pt idx="898">
                  <c:v>175.1</c:v>
                </c:pt>
                <c:pt idx="899">
                  <c:v>175.1</c:v>
                </c:pt>
                <c:pt idx="900">
                  <c:v>130.9</c:v>
                </c:pt>
                <c:pt idx="901">
                  <c:v>130.9</c:v>
                </c:pt>
                <c:pt idx="902">
                  <c:v>88.4</c:v>
                </c:pt>
                <c:pt idx="903">
                  <c:v>88.4</c:v>
                </c:pt>
                <c:pt idx="904">
                  <c:v>48.45</c:v>
                </c:pt>
                <c:pt idx="905">
                  <c:v>48.45</c:v>
                </c:pt>
                <c:pt idx="906">
                  <c:v>13.6</c:v>
                </c:pt>
                <c:pt idx="907">
                  <c:v>13.6</c:v>
                </c:pt>
                <c:pt idx="908">
                  <c:v>0.85</c:v>
                </c:pt>
                <c:pt idx="909">
                  <c:v>0.85</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5.95</c:v>
                </c:pt>
                <c:pt idx="1011">
                  <c:v>5.95</c:v>
                </c:pt>
                <c:pt idx="1012">
                  <c:v>15.3</c:v>
                </c:pt>
                <c:pt idx="1013">
                  <c:v>15.3</c:v>
                </c:pt>
                <c:pt idx="1014">
                  <c:v>15.3</c:v>
                </c:pt>
                <c:pt idx="1015">
                  <c:v>15.3</c:v>
                </c:pt>
                <c:pt idx="1016">
                  <c:v>34</c:v>
                </c:pt>
                <c:pt idx="1017">
                  <c:v>34</c:v>
                </c:pt>
                <c:pt idx="1018">
                  <c:v>55.25</c:v>
                </c:pt>
                <c:pt idx="1019">
                  <c:v>55.25</c:v>
                </c:pt>
                <c:pt idx="1020">
                  <c:v>73.100000</c:v>
                </c:pt>
                <c:pt idx="1021">
                  <c:v>73.100000</c:v>
                </c:pt>
                <c:pt idx="1022">
                  <c:v>101.15</c:v>
                </c:pt>
                <c:pt idx="1023">
                  <c:v>101.15</c:v>
                </c:pt>
                <c:pt idx="1024">
                  <c:v>147.9</c:v>
                </c:pt>
                <c:pt idx="1025">
                  <c:v>147.9</c:v>
                </c:pt>
                <c:pt idx="1026">
                  <c:v>142.800000</c:v>
                </c:pt>
                <c:pt idx="1027">
                  <c:v>142.800000</c:v>
                </c:pt>
                <c:pt idx="1028">
                  <c:v>156.4</c:v>
                </c:pt>
                <c:pt idx="1029">
                  <c:v>156.4</c:v>
                </c:pt>
                <c:pt idx="1030">
                  <c:v>154.700000</c:v>
                </c:pt>
                <c:pt idx="1031">
                  <c:v>154.700000</c:v>
                </c:pt>
                <c:pt idx="1032">
                  <c:v>134.300000</c:v>
                </c:pt>
                <c:pt idx="1033">
                  <c:v>134.300000</c:v>
                </c:pt>
                <c:pt idx="1034">
                  <c:v>163.200000</c:v>
                </c:pt>
                <c:pt idx="1035">
                  <c:v>163.200000</c:v>
                </c:pt>
                <c:pt idx="1036">
                  <c:v>151.300000</c:v>
                </c:pt>
                <c:pt idx="1037">
                  <c:v>151.300000</c:v>
                </c:pt>
                <c:pt idx="1038">
                  <c:v>136.85</c:v>
                </c:pt>
                <c:pt idx="1039">
                  <c:v>136.85</c:v>
                </c:pt>
                <c:pt idx="1040">
                  <c:v>168.3</c:v>
                </c:pt>
                <c:pt idx="1041">
                  <c:v>168.3</c:v>
                </c:pt>
                <c:pt idx="1042">
                  <c:v>155.550000</c:v>
                </c:pt>
                <c:pt idx="1043">
                  <c:v>155.550000</c:v>
                </c:pt>
                <c:pt idx="1044">
                  <c:v>129.200000</c:v>
                </c:pt>
                <c:pt idx="1045">
                  <c:v>129.200000</c:v>
                </c:pt>
                <c:pt idx="1046">
                  <c:v>151.300000</c:v>
                </c:pt>
                <c:pt idx="1047">
                  <c:v>151.300000</c:v>
                </c:pt>
                <c:pt idx="1048">
                  <c:v>141.950000</c:v>
                </c:pt>
                <c:pt idx="1049">
                  <c:v>141.950000</c:v>
                </c:pt>
                <c:pt idx="1050">
                  <c:v>167.45</c:v>
                </c:pt>
                <c:pt idx="1051">
                  <c:v>167.45</c:v>
                </c:pt>
                <c:pt idx="1052">
                  <c:v>153.85</c:v>
                </c:pt>
                <c:pt idx="1053">
                  <c:v>153.85</c:v>
                </c:pt>
                <c:pt idx="1054">
                  <c:v>146.200000</c:v>
                </c:pt>
                <c:pt idx="1055">
                  <c:v>146.200000</c:v>
                </c:pt>
                <c:pt idx="1056">
                  <c:v>180.2</c:v>
                </c:pt>
                <c:pt idx="1057">
                  <c:v>180.2</c:v>
                </c:pt>
                <c:pt idx="1058">
                  <c:v>209.1</c:v>
                </c:pt>
                <c:pt idx="1059">
                  <c:v>209.1</c:v>
                </c:pt>
                <c:pt idx="1060">
                  <c:v>188.7</c:v>
                </c:pt>
                <c:pt idx="1061">
                  <c:v>188.7</c:v>
                </c:pt>
                <c:pt idx="1062">
                  <c:v>75.650000</c:v>
                </c:pt>
                <c:pt idx="1063">
                  <c:v>75.650000</c:v>
                </c:pt>
                <c:pt idx="1064">
                  <c:v>82.45</c:v>
                </c:pt>
                <c:pt idx="1065">
                  <c:v>82.45</c:v>
                </c:pt>
                <c:pt idx="1066">
                  <c:v>72.25</c:v>
                </c:pt>
                <c:pt idx="1067">
                  <c:v>72.25</c:v>
                </c:pt>
                <c:pt idx="1068">
                  <c:v>74.8</c:v>
                </c:pt>
                <c:pt idx="1069">
                  <c:v>74.8</c:v>
                </c:pt>
                <c:pt idx="1070">
                  <c:v>120.7</c:v>
                </c:pt>
                <c:pt idx="1071">
                  <c:v>120.7</c:v>
                </c:pt>
                <c:pt idx="1072">
                  <c:v>90.95</c:v>
                </c:pt>
                <c:pt idx="1073">
                  <c:v>90.95</c:v>
                </c:pt>
                <c:pt idx="1074">
                  <c:v>106.25</c:v>
                </c:pt>
                <c:pt idx="1075">
                  <c:v>106.25</c:v>
                </c:pt>
                <c:pt idx="1076">
                  <c:v>103.7</c:v>
                </c:pt>
                <c:pt idx="1077">
                  <c:v>103.7</c:v>
                </c:pt>
                <c:pt idx="1078">
                  <c:v>178.5</c:v>
                </c:pt>
                <c:pt idx="1079">
                  <c:v>178.5</c:v>
                </c:pt>
                <c:pt idx="1080">
                  <c:v>311.95</c:v>
                </c:pt>
                <c:pt idx="1081">
                  <c:v>311.95</c:v>
                </c:pt>
                <c:pt idx="1082">
                  <c:v>146.200000</c:v>
                </c:pt>
                <c:pt idx="1083">
                  <c:v>146.200000</c:v>
                </c:pt>
                <c:pt idx="1084">
                  <c:v>71.400000</c:v>
                </c:pt>
                <c:pt idx="1085">
                  <c:v>71.400000</c:v>
                </c:pt>
                <c:pt idx="1086">
                  <c:v>47.6</c:v>
                </c:pt>
                <c:pt idx="1087">
                  <c:v>47.6</c:v>
                </c:pt>
                <c:pt idx="1088">
                  <c:v>54.4</c:v>
                </c:pt>
                <c:pt idx="1089">
                  <c:v>54.4</c:v>
                </c:pt>
                <c:pt idx="1090">
                  <c:v>45.9</c:v>
                </c:pt>
                <c:pt idx="1091">
                  <c:v>45.9</c:v>
                </c:pt>
                <c:pt idx="1092">
                  <c:v>23.8</c:v>
                </c:pt>
                <c:pt idx="1093">
                  <c:v>23.8</c:v>
                </c:pt>
                <c:pt idx="1094">
                  <c:v>12.75</c:v>
                </c:pt>
                <c:pt idx="1095">
                  <c:v>12.75</c:v>
                </c:pt>
                <c:pt idx="1096">
                  <c:v>6.8</c:v>
                </c:pt>
                <c:pt idx="1097">
                  <c:v>6.8</c:v>
                </c:pt>
                <c:pt idx="1098">
                  <c:v>3.4</c:v>
                </c:pt>
                <c:pt idx="1099">
                  <c:v>3.4</c:v>
                </c:pt>
                <c:pt idx="1100">
                  <c:v>0.85</c:v>
                </c:pt>
                <c:pt idx="1101">
                  <c:v>0.85</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0.85</c:v>
                </c:pt>
                <c:pt idx="1201">
                  <c:v>0.85</c:v>
                </c:pt>
                <c:pt idx="1202">
                  <c:v>11.9</c:v>
                </c:pt>
                <c:pt idx="1203">
                  <c:v>11.9</c:v>
                </c:pt>
                <c:pt idx="1204">
                  <c:v>34</c:v>
                </c:pt>
                <c:pt idx="1205">
                  <c:v>34</c:v>
                </c:pt>
                <c:pt idx="1206">
                  <c:v>56.1</c:v>
                </c:pt>
                <c:pt idx="1207">
                  <c:v>56.1</c:v>
                </c:pt>
                <c:pt idx="1208">
                  <c:v>80.75</c:v>
                </c:pt>
                <c:pt idx="1209">
                  <c:v>80.75</c:v>
                </c:pt>
                <c:pt idx="1210">
                  <c:v>136</c:v>
                </c:pt>
                <c:pt idx="1211">
                  <c:v>136</c:v>
                </c:pt>
                <c:pt idx="1212">
                  <c:v>203.15</c:v>
                </c:pt>
                <c:pt idx="1213">
                  <c:v>203.15</c:v>
                </c:pt>
                <c:pt idx="1214">
                  <c:v>253.3</c:v>
                </c:pt>
                <c:pt idx="1215">
                  <c:v>253.3</c:v>
                </c:pt>
                <c:pt idx="1216">
                  <c:v>298.350000</c:v>
                </c:pt>
                <c:pt idx="1217">
                  <c:v>298.350000</c:v>
                </c:pt>
                <c:pt idx="1218">
                  <c:v>342.55</c:v>
                </c:pt>
                <c:pt idx="1219">
                  <c:v>342.55</c:v>
                </c:pt>
                <c:pt idx="1220">
                  <c:v>385.05</c:v>
                </c:pt>
                <c:pt idx="1221">
                  <c:v>385.05</c:v>
                </c:pt>
                <c:pt idx="1222">
                  <c:v>427.55</c:v>
                </c:pt>
                <c:pt idx="1223">
                  <c:v>427.55</c:v>
                </c:pt>
                <c:pt idx="1224">
                  <c:v>467.5</c:v>
                </c:pt>
                <c:pt idx="1225">
                  <c:v>467.5</c:v>
                </c:pt>
                <c:pt idx="1226">
                  <c:v>504.05</c:v>
                </c:pt>
                <c:pt idx="1227">
                  <c:v>504.05</c:v>
                </c:pt>
                <c:pt idx="1228">
                  <c:v>538.050000</c:v>
                </c:pt>
                <c:pt idx="1229">
                  <c:v>538.050000</c:v>
                </c:pt>
                <c:pt idx="1230">
                  <c:v>567.800000</c:v>
                </c:pt>
                <c:pt idx="1231">
                  <c:v>567.800000</c:v>
                </c:pt>
                <c:pt idx="1232">
                  <c:v>594.15</c:v>
                </c:pt>
                <c:pt idx="1233">
                  <c:v>594.15</c:v>
                </c:pt>
                <c:pt idx="1234">
                  <c:v>617.950000</c:v>
                </c:pt>
                <c:pt idx="1235">
                  <c:v>617.950000</c:v>
                </c:pt>
                <c:pt idx="1236">
                  <c:v>638.35</c:v>
                </c:pt>
                <c:pt idx="1237">
                  <c:v>638.35</c:v>
                </c:pt>
                <c:pt idx="1238">
                  <c:v>655.35</c:v>
                </c:pt>
                <c:pt idx="1239">
                  <c:v>655.35</c:v>
                </c:pt>
                <c:pt idx="1240">
                  <c:v>668.95</c:v>
                </c:pt>
                <c:pt idx="1241">
                  <c:v>668.95</c:v>
                </c:pt>
                <c:pt idx="1242">
                  <c:v>679.15</c:v>
                </c:pt>
                <c:pt idx="1243">
                  <c:v>679.15</c:v>
                </c:pt>
                <c:pt idx="1244">
                  <c:v>685.1</c:v>
                </c:pt>
                <c:pt idx="1245">
                  <c:v>685.1</c:v>
                </c:pt>
                <c:pt idx="1246">
                  <c:v>687.65</c:v>
                </c:pt>
                <c:pt idx="1247">
                  <c:v>687.65</c:v>
                </c:pt>
                <c:pt idx="1248">
                  <c:v>686.8</c:v>
                </c:pt>
                <c:pt idx="1249">
                  <c:v>686.8</c:v>
                </c:pt>
                <c:pt idx="1250">
                  <c:v>681.7</c:v>
                </c:pt>
                <c:pt idx="1251">
                  <c:v>681.7</c:v>
                </c:pt>
                <c:pt idx="1252">
                  <c:v>672.35</c:v>
                </c:pt>
                <c:pt idx="1253">
                  <c:v>672.35</c:v>
                </c:pt>
                <c:pt idx="1254">
                  <c:v>659.6</c:v>
                </c:pt>
                <c:pt idx="1255">
                  <c:v>659.6</c:v>
                </c:pt>
                <c:pt idx="1256">
                  <c:v>643.450000</c:v>
                </c:pt>
                <c:pt idx="1257">
                  <c:v>643.450000</c:v>
                </c:pt>
                <c:pt idx="1258">
                  <c:v>624.75</c:v>
                </c:pt>
                <c:pt idx="1259">
                  <c:v>624.75</c:v>
                </c:pt>
                <c:pt idx="1260">
                  <c:v>601.800000</c:v>
                </c:pt>
                <c:pt idx="1261">
                  <c:v>601.800000</c:v>
                </c:pt>
                <c:pt idx="1262">
                  <c:v>576.300000</c:v>
                </c:pt>
                <c:pt idx="1263">
                  <c:v>576.300000</c:v>
                </c:pt>
                <c:pt idx="1264">
                  <c:v>547.4</c:v>
                </c:pt>
                <c:pt idx="1265">
                  <c:v>547.4</c:v>
                </c:pt>
                <c:pt idx="1266">
                  <c:v>515.950000</c:v>
                </c:pt>
                <c:pt idx="1267">
                  <c:v>515.950000</c:v>
                </c:pt>
                <c:pt idx="1268">
                  <c:v>481.1</c:v>
                </c:pt>
                <c:pt idx="1269">
                  <c:v>481.1</c:v>
                </c:pt>
                <c:pt idx="1270">
                  <c:v>441.15</c:v>
                </c:pt>
                <c:pt idx="1271">
                  <c:v>441.15</c:v>
                </c:pt>
                <c:pt idx="1272">
                  <c:v>396.1</c:v>
                </c:pt>
                <c:pt idx="1273">
                  <c:v>396.1</c:v>
                </c:pt>
                <c:pt idx="1274">
                  <c:v>343.4</c:v>
                </c:pt>
                <c:pt idx="1275">
                  <c:v>343.4</c:v>
                </c:pt>
                <c:pt idx="1276">
                  <c:v>320.45</c:v>
                </c:pt>
                <c:pt idx="1277">
                  <c:v>320.45</c:v>
                </c:pt>
                <c:pt idx="1278">
                  <c:v>276.25</c:v>
                </c:pt>
                <c:pt idx="1279">
                  <c:v>276.25</c:v>
                </c:pt>
                <c:pt idx="1280">
                  <c:v>231.2</c:v>
                </c:pt>
                <c:pt idx="1281">
                  <c:v>231.2</c:v>
                </c:pt>
                <c:pt idx="1282">
                  <c:v>186.15</c:v>
                </c:pt>
                <c:pt idx="1283">
                  <c:v>186.15</c:v>
                </c:pt>
                <c:pt idx="1284">
                  <c:v>141.950000</c:v>
                </c:pt>
                <c:pt idx="1285">
                  <c:v>141.950000</c:v>
                </c:pt>
                <c:pt idx="1286">
                  <c:v>98.6</c:v>
                </c:pt>
                <c:pt idx="1287">
                  <c:v>98.6</c:v>
                </c:pt>
                <c:pt idx="1288">
                  <c:v>58.65</c:v>
                </c:pt>
                <c:pt idx="1289">
                  <c:v>58.65</c:v>
                </c:pt>
                <c:pt idx="1290">
                  <c:v>17.850000</c:v>
                </c:pt>
                <c:pt idx="1291">
                  <c:v>17.850000</c:v>
                </c:pt>
                <c:pt idx="1292">
                  <c:v>1.7</c:v>
                </c:pt>
                <c:pt idx="1293">
                  <c:v>1.7</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5816-40F1-B35D-80C01C0E878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38.1372</c:v>
                </c:pt>
                <c:pt idx="6">
                  <c:v>38.1372</c:v>
                </c:pt>
                <c:pt idx="7">
                  <c:v>38.1372</c:v>
                </c:pt>
                <c:pt idx="8">
                  <c:v>38.1372</c:v>
                </c:pt>
                <c:pt idx="9">
                  <c:v>42.675417</c:v>
                </c:pt>
                <c:pt idx="10">
                  <c:v>43.080400</c:v>
                </c:pt>
                <c:pt idx="11">
                  <c:v>43.080400</c:v>
                </c:pt>
                <c:pt idx="12">
                  <c:v>43.080400</c:v>
                </c:pt>
                <c:pt idx="13">
                  <c:v>46.886935</c:v>
                </c:pt>
                <c:pt idx="14">
                  <c:v>46.961063</c:v>
                </c:pt>
                <c:pt idx="15">
                  <c:v>53.768388</c:v>
                </c:pt>
                <c:pt idx="16">
                  <c:v>54.524100</c:v>
                </c:pt>
                <c:pt idx="17">
                  <c:v>54.524100</c:v>
                </c:pt>
                <c:pt idx="18">
                  <c:v>54.524100</c:v>
                </c:pt>
                <c:pt idx="19">
                  <c:v>54.524100</c:v>
                </c:pt>
                <c:pt idx="20">
                  <c:v>54.524100</c:v>
                </c:pt>
                <c:pt idx="21">
                  <c:v>54.524100</c:v>
                </c:pt>
                <c:pt idx="22">
                  <c:v>54.524100</c:v>
                </c:pt>
                <c:pt idx="23">
                  <c:v>54.524100</c:v>
                </c:pt>
                <c:pt idx="24">
                  <c:v>54.524100</c:v>
                </c:pt>
                <c:pt idx="25">
                  <c:v>54.524100</c:v>
                </c:pt>
                <c:pt idx="26">
                  <c:v>52.995149</c:v>
                </c:pt>
                <c:pt idx="27">
                  <c:v>51.712622</c:v>
                </c:pt>
                <c:pt idx="28">
                  <c:v>51.712622</c:v>
                </c:pt>
                <c:pt idx="29">
                  <c:v>51.712622</c:v>
                </c:pt>
                <c:pt idx="30">
                  <c:v>51.712622</c:v>
                </c:pt>
                <c:pt idx="31">
                  <c:v>51.712622</c:v>
                </c:pt>
                <c:pt idx="32">
                  <c:v>51.712622</c:v>
                </c:pt>
                <c:pt idx="33">
                  <c:v>51.712622</c:v>
                </c:pt>
                <c:pt idx="34">
                  <c:v>51.712622</c:v>
                </c:pt>
                <c:pt idx="35">
                  <c:v>51.712622</c:v>
                </c:pt>
                <c:pt idx="36">
                  <c:v>51.712622</c:v>
                </c:pt>
                <c:pt idx="37">
                  <c:v>51.712622</c:v>
                </c:pt>
                <c:pt idx="38">
                  <c:v>51.712622</c:v>
                </c:pt>
                <c:pt idx="39">
                  <c:v>51.712622</c:v>
                </c:pt>
                <c:pt idx="40">
                  <c:v>51.712622</c:v>
                </c:pt>
                <c:pt idx="41">
                  <c:v>51.712622</c:v>
                </c:pt>
                <c:pt idx="42">
                  <c:v>51.712622</c:v>
                </c:pt>
                <c:pt idx="43">
                  <c:v>51.712622</c:v>
                </c:pt>
                <c:pt idx="44">
                  <c:v>51.712622</c:v>
                </c:pt>
                <c:pt idx="45">
                  <c:v>50.448379</c:v>
                </c:pt>
                <c:pt idx="46">
                  <c:v>49.274440</c:v>
                </c:pt>
                <c:pt idx="47">
                  <c:v>48.771510</c:v>
                </c:pt>
                <c:pt idx="48">
                  <c:v>53.309726</c:v>
                </c:pt>
                <c:pt idx="49">
                  <c:v>56.827465</c:v>
                </c:pt>
                <c:pt idx="50">
                  <c:v>56.827465</c:v>
                </c:pt>
                <c:pt idx="51">
                  <c:v>56.827465</c:v>
                </c:pt>
                <c:pt idx="52">
                  <c:v>56.439870</c:v>
                </c:pt>
                <c:pt idx="53">
                  <c:v>55.277084</c:v>
                </c:pt>
                <c:pt idx="54">
                  <c:v>54.114297</c:v>
                </c:pt>
                <c:pt idx="55">
                  <c:v>53.106549</c:v>
                </c:pt>
                <c:pt idx="56">
                  <c:v>53.106549</c:v>
                </c:pt>
                <c:pt idx="57">
                  <c:v>51.937895</c:v>
                </c:pt>
                <c:pt idx="58">
                  <c:v>50.685765</c:v>
                </c:pt>
                <c:pt idx="59">
                  <c:v>49.433636</c:v>
                </c:pt>
                <c:pt idx="60">
                  <c:v>49.046040</c:v>
                </c:pt>
                <c:pt idx="61">
                  <c:v>47.883254</c:v>
                </c:pt>
                <c:pt idx="62">
                  <c:v>46.720467</c:v>
                </c:pt>
                <c:pt idx="63">
                  <c:v>45.712719</c:v>
                </c:pt>
                <c:pt idx="64">
                  <c:v>45.712719</c:v>
                </c:pt>
                <c:pt idx="65">
                  <c:v>45.009395</c:v>
                </c:pt>
                <c:pt idx="66">
                  <c:v>43.837189</c:v>
                </c:pt>
                <c:pt idx="67">
                  <c:v>42.664982</c:v>
                </c:pt>
                <c:pt idx="68">
                  <c:v>42.039806</c:v>
                </c:pt>
                <c:pt idx="69">
                  <c:v>41.383173</c:v>
                </c:pt>
                <c:pt idx="70">
                  <c:v>40.288786</c:v>
                </c:pt>
                <c:pt idx="71">
                  <c:v>39.194399</c:v>
                </c:pt>
                <c:pt idx="72">
                  <c:v>38.318889</c:v>
                </c:pt>
                <c:pt idx="73">
                  <c:v>38.318889</c:v>
                </c:pt>
                <c:pt idx="74">
                  <c:v>37.24389</c:v>
                </c:pt>
                <c:pt idx="75">
                  <c:v>35.900141</c:v>
                </c:pt>
                <c:pt idx="76">
                  <c:v>34.645976</c:v>
                </c:pt>
                <c:pt idx="77">
                  <c:v>34.160639</c:v>
                </c:pt>
                <c:pt idx="78">
                  <c:v>32.947297</c:v>
                </c:pt>
                <c:pt idx="79">
                  <c:v>31.733954</c:v>
                </c:pt>
                <c:pt idx="80">
                  <c:v>30.925059</c:v>
                </c:pt>
                <c:pt idx="81">
                  <c:v>30.925059</c:v>
                </c:pt>
                <c:pt idx="82">
                  <c:v>29.350954</c:v>
                </c:pt>
                <c:pt idx="83">
                  <c:v>27.776848</c:v>
                </c:pt>
                <c:pt idx="84">
                  <c:v>27.252146</c:v>
                </c:pt>
                <c:pt idx="85">
                  <c:v>25.940394</c:v>
                </c:pt>
                <c:pt idx="86">
                  <c:v>24.628643</c:v>
                </c:pt>
                <c:pt idx="87">
                  <c:v>23.579242</c:v>
                </c:pt>
                <c:pt idx="88">
                  <c:v>23.579242</c:v>
                </c:pt>
                <c:pt idx="89">
                  <c:v>22.429604</c:v>
                </c:pt>
                <c:pt idx="90">
                  <c:v>21.926674</c:v>
                </c:pt>
                <c:pt idx="91">
                  <c:v>26.464891</c:v>
                </c:pt>
                <c:pt idx="92">
                  <c:v>26.934732</c:v>
                </c:pt>
                <c:pt idx="93">
                  <c:v>26.431802</c:v>
                </c:pt>
                <c:pt idx="94">
                  <c:v>29.266297</c:v>
                </c:pt>
                <c:pt idx="95">
                  <c:v>27.254577</c:v>
                </c:pt>
                <c:pt idx="96">
                  <c:v>30.079571</c:v>
                </c:pt>
                <c:pt idx="97">
                  <c:v>30.079571</c:v>
                </c:pt>
                <c:pt idx="98">
                  <c:v>30.079571</c:v>
                </c:pt>
                <c:pt idx="99">
                  <c:v>30.079571</c:v>
                </c:pt>
                <c:pt idx="100">
                  <c:v>31.792794</c:v>
                </c:pt>
                <c:pt idx="101">
                  <c:v>31.792794</c:v>
                </c:pt>
                <c:pt idx="102">
                  <c:v>31.792794</c:v>
                </c:pt>
                <c:pt idx="103">
                  <c:v>31.792794</c:v>
                </c:pt>
                <c:pt idx="104">
                  <c:v>31.792794</c:v>
                </c:pt>
                <c:pt idx="105">
                  <c:v>32.348679</c:v>
                </c:pt>
                <c:pt idx="106">
                  <c:v>32.348679</c:v>
                </c:pt>
                <c:pt idx="107">
                  <c:v>32.348679</c:v>
                </c:pt>
                <c:pt idx="108">
                  <c:v>32.348679</c:v>
                </c:pt>
                <c:pt idx="109">
                  <c:v>36.886896</c:v>
                </c:pt>
                <c:pt idx="110">
                  <c:v>43.694221</c:v>
                </c:pt>
                <c:pt idx="111">
                  <c:v>49.156051</c:v>
                </c:pt>
                <c:pt idx="112">
                  <c:v>53.694268</c:v>
                </c:pt>
                <c:pt idx="113">
                  <c:v>58.232484</c:v>
                </c:pt>
                <c:pt idx="114">
                  <c:v>65.039809</c:v>
                </c:pt>
                <c:pt idx="115">
                  <c:v>69.578025</c:v>
                </c:pt>
                <c:pt idx="116">
                  <c:v>71.847134</c:v>
                </c:pt>
                <c:pt idx="117">
                  <c:v>78.654459</c:v>
                </c:pt>
                <c:pt idx="118">
                  <c:v>85.461783</c:v>
                </c:pt>
                <c:pt idx="119">
                  <c:v>90</c:v>
                </c:pt>
                <c:pt idx="120">
                  <c:v>88.784985</c:v>
                </c:pt>
                <c:pt idx="121">
                  <c:v>87.914658</c:v>
                </c:pt>
                <c:pt idx="122">
                  <c:v>86.634155</c:v>
                </c:pt>
                <c:pt idx="123">
                  <c:v>85.280031</c:v>
                </c:pt>
                <c:pt idx="124">
                  <c:v>84.045210</c:v>
                </c:pt>
                <c:pt idx="125">
                  <c:v>82.926861</c:v>
                </c:pt>
                <c:pt idx="126">
                  <c:v>82.109739</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71.233385</c:v>
                </c:pt>
                <c:pt idx="141">
                  <c:v>70.451238</c:v>
                </c:pt>
                <c:pt idx="142">
                  <c:v>69.226665</c:v>
                </c:pt>
                <c:pt idx="143">
                  <c:v>67.972465</c:v>
                </c:pt>
                <c:pt idx="144">
                  <c:v>67.303558</c:v>
                </c:pt>
                <c:pt idx="145">
                  <c:v>67.019611</c:v>
                </c:pt>
                <c:pt idx="146">
                  <c:v>65.847405</c:v>
                </c:pt>
                <c:pt idx="147">
                  <c:v>64.675198</c:v>
                </c:pt>
                <c:pt idx="148">
                  <c:v>64.553326</c:v>
                </c:pt>
                <c:pt idx="149">
                  <c:v>63.421733</c:v>
                </c:pt>
                <c:pt idx="150">
                  <c:v>63.050995</c:v>
                </c:pt>
                <c:pt idx="151">
                  <c:v>61.938780</c:v>
                </c:pt>
                <c:pt idx="152">
                  <c:v>60.826565</c:v>
                </c:pt>
                <c:pt idx="153">
                  <c:v>59.714349</c:v>
                </c:pt>
                <c:pt idx="154">
                  <c:v>59.326722</c:v>
                </c:pt>
                <c:pt idx="155">
                  <c:v>58.087842</c:v>
                </c:pt>
                <c:pt idx="156">
                  <c:v>56.848962</c:v>
                </c:pt>
                <c:pt idx="157">
                  <c:v>55.610082</c:v>
                </c:pt>
                <c:pt idx="158">
                  <c:v>55.259204</c:v>
                </c:pt>
                <c:pt idx="159">
                  <c:v>54.206572</c:v>
                </c:pt>
                <c:pt idx="160">
                  <c:v>53.153940</c:v>
                </c:pt>
                <c:pt idx="161">
                  <c:v>52.101308</c:v>
                </c:pt>
                <c:pt idx="162">
                  <c:v>51.680255</c:v>
                </c:pt>
                <c:pt idx="163">
                  <c:v>50.748617</c:v>
                </c:pt>
                <c:pt idx="164">
                  <c:v>49.584070</c:v>
                </c:pt>
                <c:pt idx="165">
                  <c:v>48.419522</c:v>
                </c:pt>
                <c:pt idx="166">
                  <c:v>47.798430</c:v>
                </c:pt>
                <c:pt idx="167">
                  <c:v>47.096675</c:v>
                </c:pt>
                <c:pt idx="168">
                  <c:v>46.044043</c:v>
                </c:pt>
                <c:pt idx="169">
                  <c:v>44.991411</c:v>
                </c:pt>
                <c:pt idx="170">
                  <c:v>43.938779</c:v>
                </c:pt>
                <c:pt idx="171">
                  <c:v>43.868603</c:v>
                </c:pt>
                <c:pt idx="172">
                  <c:v>43.868603</c:v>
                </c:pt>
                <c:pt idx="173">
                  <c:v>42.667086</c:v>
                </c:pt>
                <c:pt idx="174">
                  <c:v>41.280720</c:v>
                </c:pt>
                <c:pt idx="175">
                  <c:v>39.986779</c:v>
                </c:pt>
                <c:pt idx="176">
                  <c:v>39.505575</c:v>
                </c:pt>
                <c:pt idx="177">
                  <c:v>38.302567</c:v>
                </c:pt>
                <c:pt idx="178">
                  <c:v>37.099559</c:v>
                </c:pt>
                <c:pt idx="179">
                  <c:v>36.056952</c:v>
                </c:pt>
                <c:pt idx="180">
                  <c:v>36.056952</c:v>
                </c:pt>
                <c:pt idx="181">
                  <c:v>34.728959</c:v>
                </c:pt>
                <c:pt idx="182">
                  <c:v>33.196660</c:v>
                </c:pt>
                <c:pt idx="183">
                  <c:v>32.175127</c:v>
                </c:pt>
                <c:pt idx="184">
                  <c:v>31.292897</c:v>
                </c:pt>
                <c:pt idx="185">
                  <c:v>29.969551</c:v>
                </c:pt>
                <c:pt idx="186">
                  <c:v>28.646205</c:v>
                </c:pt>
                <c:pt idx="187">
                  <c:v>28.293312</c:v>
                </c:pt>
                <c:pt idx="188">
                  <c:v>28.188809</c:v>
                </c:pt>
                <c:pt idx="189">
                  <c:v>26.934764</c:v>
                </c:pt>
                <c:pt idx="190">
                  <c:v>26.431834</c:v>
                </c:pt>
                <c:pt idx="191">
                  <c:v>26.431834</c:v>
                </c:pt>
                <c:pt idx="192">
                  <c:v>26.431834</c:v>
                </c:pt>
                <c:pt idx="193">
                  <c:v>26.431834</c:v>
                </c:pt>
                <c:pt idx="194">
                  <c:v>26.431834</c:v>
                </c:pt>
                <c:pt idx="195">
                  <c:v>26.431842</c:v>
                </c:pt>
                <c:pt idx="196">
                  <c:v>33.239167</c:v>
                </c:pt>
                <c:pt idx="197">
                  <c:v>33.239167</c:v>
                </c:pt>
                <c:pt idx="198">
                  <c:v>37.777383</c:v>
                </c:pt>
                <c:pt idx="199">
                  <c:v>40.079618</c:v>
                </c:pt>
                <c:pt idx="200">
                  <c:v>46.886943</c:v>
                </c:pt>
                <c:pt idx="201">
                  <c:v>46.886943</c:v>
                </c:pt>
                <c:pt idx="202">
                  <c:v>51.425159</c:v>
                </c:pt>
                <c:pt idx="203">
                  <c:v>55.039770</c:v>
                </c:pt>
                <c:pt idx="204">
                  <c:v>55.039770</c:v>
                </c:pt>
                <c:pt idx="205">
                  <c:v>55.039777</c:v>
                </c:pt>
                <c:pt idx="206">
                  <c:v>55.039777</c:v>
                </c:pt>
                <c:pt idx="207">
                  <c:v>55.039777</c:v>
                </c:pt>
                <c:pt idx="208">
                  <c:v>59.577994</c:v>
                </c:pt>
                <c:pt idx="209">
                  <c:v>64.872616</c:v>
                </c:pt>
                <c:pt idx="210">
                  <c:v>67.308925</c:v>
                </c:pt>
                <c:pt idx="211">
                  <c:v>67.308925</c:v>
                </c:pt>
                <c:pt idx="212">
                  <c:v>71.847141</c:v>
                </c:pt>
                <c:pt idx="213">
                  <c:v>78.654459</c:v>
                </c:pt>
                <c:pt idx="214">
                  <c:v>85.461783</c:v>
                </c:pt>
                <c:pt idx="215">
                  <c:v>90</c:v>
                </c:pt>
                <c:pt idx="216">
                  <c:v>88.784985</c:v>
                </c:pt>
                <c:pt idx="217">
                  <c:v>87.914658</c:v>
                </c:pt>
                <c:pt idx="218">
                  <c:v>86.634155</c:v>
                </c:pt>
                <c:pt idx="219">
                  <c:v>85.280031</c:v>
                </c:pt>
                <c:pt idx="220">
                  <c:v>84.045210</c:v>
                </c:pt>
                <c:pt idx="221">
                  <c:v>82.926861</c:v>
                </c:pt>
                <c:pt idx="222">
                  <c:v>82.109739</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67.303558</c:v>
                </c:pt>
                <c:pt idx="241">
                  <c:v>66.527193</c:v>
                </c:pt>
                <c:pt idx="242">
                  <c:v>65.362646</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55.610082</c:v>
                </c:pt>
                <c:pt idx="254">
                  <c:v>54.568200</c:v>
                </c:pt>
                <c:pt idx="255">
                  <c:v>53.560452</c:v>
                </c:pt>
                <c:pt idx="256">
                  <c:v>53.560452</c:v>
                </c:pt>
                <c:pt idx="257">
                  <c:v>52.857128</c:v>
                </c:pt>
                <c:pt idx="258">
                  <c:v>51.684922</c:v>
                </c:pt>
                <c:pt idx="259">
                  <c:v>50.512715</c:v>
                </c:pt>
                <c:pt idx="260">
                  <c:v>49.887538</c:v>
                </c:pt>
                <c:pt idx="261">
                  <c:v>49.230906</c:v>
                </c:pt>
                <c:pt idx="262">
                  <c:v>48.136519</c:v>
                </c:pt>
                <c:pt idx="263">
                  <c:v>47.042132</c:v>
                </c:pt>
                <c:pt idx="264">
                  <c:v>46.166622</c:v>
                </c:pt>
                <c:pt idx="265">
                  <c:v>46.166622</c:v>
                </c:pt>
                <c:pt idx="266">
                  <c:v>45.091623</c:v>
                </c:pt>
                <c:pt idx="267">
                  <c:v>43.747874</c:v>
                </c:pt>
                <c:pt idx="268">
                  <c:v>42.493708</c:v>
                </c:pt>
                <c:pt idx="269">
                  <c:v>42.008372</c:v>
                </c:pt>
                <c:pt idx="270">
                  <c:v>40.795029</c:v>
                </c:pt>
                <c:pt idx="271">
                  <c:v>39.581687</c:v>
                </c:pt>
                <c:pt idx="272">
                  <c:v>38.772792</c:v>
                </c:pt>
                <c:pt idx="273">
                  <c:v>38.302567</c:v>
                </c:pt>
                <c:pt idx="274">
                  <c:v>37.099559</c:v>
                </c:pt>
                <c:pt idx="275">
                  <c:v>35.624581</c:v>
                </c:pt>
                <c:pt idx="276">
                  <c:v>35.099879</c:v>
                </c:pt>
                <c:pt idx="277">
                  <c:v>33.788127</c:v>
                </c:pt>
                <c:pt idx="278">
                  <c:v>32.476376</c:v>
                </c:pt>
                <c:pt idx="279">
                  <c:v>31.426975</c:v>
                </c:pt>
                <c:pt idx="280">
                  <c:v>30.587451</c:v>
                </c:pt>
                <c:pt idx="281">
                  <c:v>29.013346</c:v>
                </c:pt>
                <c:pt idx="282">
                  <c:v>27.754061</c:v>
                </c:pt>
                <c:pt idx="283">
                  <c:v>27.754061</c:v>
                </c:pt>
                <c:pt idx="284">
                  <c:v>27.754061</c:v>
                </c:pt>
                <c:pt idx="285">
                  <c:v>24.610749</c:v>
                </c:pt>
                <c:pt idx="286">
                  <c:v>26.431834</c:v>
                </c:pt>
                <c:pt idx="287">
                  <c:v>30.970051</c:v>
                </c:pt>
                <c:pt idx="288">
                  <c:v>35.012747</c:v>
                </c:pt>
                <c:pt idx="289">
                  <c:v>35.012747</c:v>
                </c:pt>
                <c:pt idx="290">
                  <c:v>35.012747</c:v>
                </c:pt>
                <c:pt idx="291">
                  <c:v>37.281855</c:v>
                </c:pt>
                <c:pt idx="292">
                  <c:v>37.281855</c:v>
                </c:pt>
                <c:pt idx="293">
                  <c:v>37.281855</c:v>
                </c:pt>
                <c:pt idx="294">
                  <c:v>37.281855</c:v>
                </c:pt>
                <c:pt idx="295">
                  <c:v>37.281855</c:v>
                </c:pt>
                <c:pt idx="296">
                  <c:v>40.494507</c:v>
                </c:pt>
                <c:pt idx="297">
                  <c:v>40.494507</c:v>
                </c:pt>
                <c:pt idx="298">
                  <c:v>41.425105</c:v>
                </c:pt>
                <c:pt idx="299">
                  <c:v>41.425105</c:v>
                </c:pt>
                <c:pt idx="300">
                  <c:v>41.820072</c:v>
                </c:pt>
                <c:pt idx="301">
                  <c:v>41.820080</c:v>
                </c:pt>
                <c:pt idx="302">
                  <c:v>48.627404</c:v>
                </c:pt>
                <c:pt idx="303">
                  <c:v>55.434729</c:v>
                </c:pt>
                <c:pt idx="304">
                  <c:v>57.168592</c:v>
                </c:pt>
                <c:pt idx="305">
                  <c:v>58.232452</c:v>
                </c:pt>
                <c:pt idx="306">
                  <c:v>65.039777</c:v>
                </c:pt>
                <c:pt idx="307">
                  <c:v>71.847102</c:v>
                </c:pt>
                <c:pt idx="308">
                  <c:v>78.654427</c:v>
                </c:pt>
                <c:pt idx="309">
                  <c:v>84.538177</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63.421733</c:v>
                </c:pt>
                <c:pt idx="340">
                  <c:v>63.421733</c:v>
                </c:pt>
                <c:pt idx="341">
                  <c:v>63.421733</c:v>
                </c:pt>
                <c:pt idx="342">
                  <c:v>62.541026</c:v>
                </c:pt>
                <c:pt idx="343">
                  <c:v>61.423799</c:v>
                </c:pt>
                <c:pt idx="344">
                  <c:v>60.464891</c:v>
                </c:pt>
                <c:pt idx="345">
                  <c:v>59.714349</c:v>
                </c:pt>
                <c:pt idx="346">
                  <c:v>58.744187</c:v>
                </c:pt>
                <c:pt idx="347">
                  <c:v>57.631972</c:v>
                </c:pt>
                <c:pt idx="348">
                  <c:v>56.668052</c:v>
                </c:pt>
                <c:pt idx="349">
                  <c:v>56.583066</c:v>
                </c:pt>
                <c:pt idx="350">
                  <c:v>55.425869</c:v>
                </c:pt>
                <c:pt idx="351">
                  <c:v>54.261321</c:v>
                </c:pt>
                <c:pt idx="352">
                  <c:v>53.096774</c:v>
                </c:pt>
                <c:pt idx="353">
                  <c:v>52.786228</c:v>
                </c:pt>
                <c:pt idx="354">
                  <c:v>51.944122</c:v>
                </c:pt>
                <c:pt idx="355">
                  <c:v>50.891490</c:v>
                </c:pt>
                <c:pt idx="356">
                  <c:v>49.838858</c:v>
                </c:pt>
                <c:pt idx="357">
                  <c:v>48.856401</c:v>
                </c:pt>
                <c:pt idx="358">
                  <c:v>48.771415</c:v>
                </c:pt>
                <c:pt idx="359">
                  <c:v>48.069660</c:v>
                </c:pt>
                <c:pt idx="360">
                  <c:v>47.017028</c:v>
                </c:pt>
                <c:pt idx="361">
                  <c:v>45.964396</c:v>
                </c:pt>
                <c:pt idx="362">
                  <c:v>44.911763</c:v>
                </c:pt>
                <c:pt idx="363">
                  <c:v>44.749163</c:v>
                </c:pt>
                <c:pt idx="364">
                  <c:v>43.362798</c:v>
                </c:pt>
                <c:pt idx="365">
                  <c:v>41.976432</c:v>
                </c:pt>
                <c:pt idx="366">
                  <c:v>40.959763</c:v>
                </c:pt>
                <c:pt idx="367">
                  <c:v>40.237958</c:v>
                </c:pt>
                <c:pt idx="368">
                  <c:v>39.034950</c:v>
                </c:pt>
                <c:pt idx="369">
                  <c:v>37.831942</c:v>
                </c:pt>
                <c:pt idx="370">
                  <c:v>37.029936</c:v>
                </c:pt>
                <c:pt idx="371">
                  <c:v>36.417156</c:v>
                </c:pt>
                <c:pt idx="372">
                  <c:v>35.598442</c:v>
                </c:pt>
                <c:pt idx="373">
                  <c:v>34.370371</c:v>
                </c:pt>
                <c:pt idx="374">
                  <c:v>33.142301</c:v>
                </c:pt>
                <c:pt idx="375">
                  <c:v>32.487329</c:v>
                </c:pt>
                <c:pt idx="376">
                  <c:v>32.487329</c:v>
                </c:pt>
                <c:pt idx="377">
                  <c:v>31.159337</c:v>
                </c:pt>
                <c:pt idx="378">
                  <c:v>29.627038</c:v>
                </c:pt>
                <c:pt idx="379">
                  <c:v>28.605505</c:v>
                </c:pt>
                <c:pt idx="380">
                  <c:v>28.605505</c:v>
                </c:pt>
                <c:pt idx="381">
                  <c:v>25.462193</c:v>
                </c:pt>
                <c:pt idx="382">
                  <c:v>30.000409</c:v>
                </c:pt>
                <c:pt idx="383">
                  <c:v>31.343012</c:v>
                </c:pt>
                <c:pt idx="384">
                  <c:v>31.343012</c:v>
                </c:pt>
                <c:pt idx="385">
                  <c:v>31.343012</c:v>
                </c:pt>
                <c:pt idx="386">
                  <c:v>31.343012</c:v>
                </c:pt>
                <c:pt idx="387">
                  <c:v>31.343012</c:v>
                </c:pt>
                <c:pt idx="388">
                  <c:v>31.343012</c:v>
                </c:pt>
                <c:pt idx="389">
                  <c:v>31.343012</c:v>
                </c:pt>
                <c:pt idx="390">
                  <c:v>31.343012</c:v>
                </c:pt>
                <c:pt idx="391">
                  <c:v>31.343012</c:v>
                </c:pt>
                <c:pt idx="392">
                  <c:v>31.343012</c:v>
                </c:pt>
                <c:pt idx="393">
                  <c:v>35.881229</c:v>
                </c:pt>
                <c:pt idx="394">
                  <c:v>42.688553</c:v>
                </c:pt>
                <c:pt idx="395">
                  <c:v>44.324245</c:v>
                </c:pt>
                <c:pt idx="396">
                  <c:v>44.324245</c:v>
                </c:pt>
                <c:pt idx="397">
                  <c:v>48.862462</c:v>
                </c:pt>
                <c:pt idx="398">
                  <c:v>54.960600</c:v>
                </c:pt>
                <c:pt idx="399">
                  <c:v>55.963376</c:v>
                </c:pt>
                <c:pt idx="400">
                  <c:v>60.841420</c:v>
                </c:pt>
                <c:pt idx="401">
                  <c:v>67.015328</c:v>
                </c:pt>
                <c:pt idx="402">
                  <c:v>71.553545</c:v>
                </c:pt>
                <c:pt idx="403">
                  <c:v>71.847126</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82.360761</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72.065204</c:v>
                </c:pt>
                <c:pt idx="427">
                  <c:v>71.233385</c:v>
                </c:pt>
                <c:pt idx="428">
                  <c:v>71.200430</c:v>
                </c:pt>
                <c:pt idx="429">
                  <c:v>70.035883</c:v>
                </c:pt>
                <c:pt idx="430">
                  <c:v>68.871335</c:v>
                </c:pt>
                <c:pt idx="431">
                  <c:v>67.972465</c:v>
                </c:pt>
                <c:pt idx="432">
                  <c:v>67.228953</c:v>
                </c:pt>
                <c:pt idx="433">
                  <c:v>65.974752</c:v>
                </c:pt>
                <c:pt idx="434">
                  <c:v>64.720552</c:v>
                </c:pt>
                <c:pt idx="435">
                  <c:v>64.553326</c:v>
                </c:pt>
                <c:pt idx="436">
                  <c:v>63.562222</c:v>
                </c:pt>
                <c:pt idx="437">
                  <c:v>62.323341</c:v>
                </c:pt>
                <c:pt idx="438">
                  <c:v>61.084461</c:v>
                </c:pt>
                <c:pt idx="439">
                  <c:v>60.671501</c:v>
                </c:pt>
                <c:pt idx="440">
                  <c:v>59.559286</c:v>
                </c:pt>
                <c:pt idx="441">
                  <c:v>58.447071</c:v>
                </c:pt>
                <c:pt idx="442">
                  <c:v>57.334856</c:v>
                </c:pt>
                <c:pt idx="443">
                  <c:v>56.741674</c:v>
                </c:pt>
                <c:pt idx="444">
                  <c:v>56.080938</c:v>
                </c:pt>
                <c:pt idx="445">
                  <c:v>54.842058</c:v>
                </c:pt>
                <c:pt idx="446">
                  <c:v>53.603178</c:v>
                </c:pt>
                <c:pt idx="447">
                  <c:v>52.859850</c:v>
                </c:pt>
                <c:pt idx="448">
                  <c:v>52.859850</c:v>
                </c:pt>
                <c:pt idx="449">
                  <c:v>51.807217</c:v>
                </c:pt>
                <c:pt idx="450">
                  <c:v>50.754585</c:v>
                </c:pt>
                <c:pt idx="451">
                  <c:v>49.701953</c:v>
                </c:pt>
                <c:pt idx="452">
                  <c:v>48.930023</c:v>
                </c:pt>
                <c:pt idx="453">
                  <c:v>48.464204</c:v>
                </c:pt>
                <c:pt idx="454">
                  <c:v>47.299656</c:v>
                </c:pt>
                <c:pt idx="455">
                  <c:v>46.135109</c:v>
                </c:pt>
                <c:pt idx="456">
                  <c:v>45.048198</c:v>
                </c:pt>
                <c:pt idx="457">
                  <c:v>44.697321</c:v>
                </c:pt>
                <c:pt idx="458">
                  <c:v>43.644688</c:v>
                </c:pt>
                <c:pt idx="459">
                  <c:v>42.592056</c:v>
                </c:pt>
                <c:pt idx="460">
                  <c:v>41.539424</c:v>
                </c:pt>
                <c:pt idx="461">
                  <c:v>41.118371</c:v>
                </c:pt>
                <c:pt idx="462">
                  <c:v>40.948890</c:v>
                </c:pt>
                <c:pt idx="463">
                  <c:v>39.815286</c:v>
                </c:pt>
                <c:pt idx="464">
                  <c:v>38.681682</c:v>
                </c:pt>
                <c:pt idx="465">
                  <c:v>37.747313</c:v>
                </c:pt>
                <c:pt idx="466">
                  <c:v>37.236547</c:v>
                </c:pt>
                <c:pt idx="467">
                  <c:v>36.090347</c:v>
                </c:pt>
                <c:pt idx="468">
                  <c:v>34.862276</c:v>
                </c:pt>
                <c:pt idx="469">
                  <c:v>33.634205</c:v>
                </c:pt>
                <c:pt idx="470">
                  <c:v>33.306720</c:v>
                </c:pt>
                <c:pt idx="471">
                  <c:v>32.387340</c:v>
                </c:pt>
                <c:pt idx="472">
                  <c:v>30.855041</c:v>
                </c:pt>
                <c:pt idx="473">
                  <c:v>29.424895</c:v>
                </c:pt>
                <c:pt idx="474">
                  <c:v>28.895557</c:v>
                </c:pt>
                <c:pt idx="475">
                  <c:v>27.572211</c:v>
                </c:pt>
                <c:pt idx="476">
                  <c:v>26.248865</c:v>
                </c:pt>
                <c:pt idx="477">
                  <c:v>25.54308</c:v>
                </c:pt>
                <c:pt idx="478">
                  <c:v>25.54308</c:v>
                </c:pt>
                <c:pt idx="479">
                  <c:v>23.531361</c:v>
                </c:pt>
                <c:pt idx="480">
                  <c:v>23.531361</c:v>
                </c:pt>
                <c:pt idx="481">
                  <c:v>28.069577</c:v>
                </c:pt>
                <c:pt idx="482">
                  <c:v>30.546847</c:v>
                </c:pt>
                <c:pt idx="483">
                  <c:v>30.546847</c:v>
                </c:pt>
                <c:pt idx="484">
                  <c:v>30.546847</c:v>
                </c:pt>
                <c:pt idx="485">
                  <c:v>30.546847</c:v>
                </c:pt>
                <c:pt idx="486">
                  <c:v>30.546847</c:v>
                </c:pt>
                <c:pt idx="487">
                  <c:v>30.546847</c:v>
                </c:pt>
                <c:pt idx="488">
                  <c:v>30.546847</c:v>
                </c:pt>
                <c:pt idx="489">
                  <c:v>33.272293</c:v>
                </c:pt>
                <c:pt idx="490">
                  <c:v>40.079618</c:v>
                </c:pt>
                <c:pt idx="491">
                  <c:v>46.886943</c:v>
                </c:pt>
                <c:pt idx="492">
                  <c:v>50.501561</c:v>
                </c:pt>
                <c:pt idx="493">
                  <c:v>53.694268</c:v>
                </c:pt>
                <c:pt idx="494">
                  <c:v>53.694268</c:v>
                </c:pt>
                <c:pt idx="495">
                  <c:v>53.694268</c:v>
                </c:pt>
                <c:pt idx="496">
                  <c:v>53.694275</c:v>
                </c:pt>
                <c:pt idx="497">
                  <c:v>55.963376</c:v>
                </c:pt>
                <c:pt idx="498">
                  <c:v>59.577994</c:v>
                </c:pt>
                <c:pt idx="499">
                  <c:v>66.385318</c:v>
                </c:pt>
                <c:pt idx="500">
                  <c:v>73.192643</c:v>
                </c:pt>
                <c:pt idx="501">
                  <c:v>79.999968</c:v>
                </c:pt>
                <c:pt idx="502">
                  <c:v>86.807293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79.876856</c:v>
                </c:pt>
                <c:pt idx="515">
                  <c:v>79.045036</c:v>
                </c:pt>
                <c:pt idx="516">
                  <c:v>78.038207</c:v>
                </c:pt>
                <c:pt idx="517">
                  <c:v>76.799327</c:v>
                </c:pt>
                <c:pt idx="518">
                  <c:v>76.221182</c:v>
                </c:pt>
                <c:pt idx="519">
                  <c:v>75.456933</c:v>
                </c:pt>
                <c:pt idx="520">
                  <c:v>75.040559</c:v>
                </c:pt>
                <c:pt idx="521">
                  <c:v>73.829114</c:v>
                </c:pt>
                <c:pt idx="522">
                  <c:v>72.547648</c:v>
                </c:pt>
                <c:pt idx="523">
                  <c:v>71.681288</c:v>
                </c:pt>
                <c:pt idx="524">
                  <c:v>71.022297</c:v>
                </c:pt>
                <c:pt idx="525">
                  <c:v>69.902540</c:v>
                </c:pt>
                <c:pt idx="526">
                  <c:v>68.782783</c:v>
                </c:pt>
                <c:pt idx="527">
                  <c:v>68.409531</c:v>
                </c:pt>
                <c:pt idx="528">
                  <c:v>67.470784</c:v>
                </c:pt>
                <c:pt idx="529">
                  <c:v>67.071717</c:v>
                </c:pt>
                <c:pt idx="530">
                  <c:v>65.817517</c:v>
                </c:pt>
                <c:pt idx="531">
                  <c:v>64.563317</c:v>
                </c:pt>
                <c:pt idx="532">
                  <c:v>64.255752</c:v>
                </c:pt>
                <c:pt idx="533">
                  <c:v>63.135995</c:v>
                </c:pt>
                <c:pt idx="534">
                  <c:v>62.016238</c:v>
                </c:pt>
                <c:pt idx="535">
                  <c:v>60.896481</c:v>
                </c:pt>
                <c:pt idx="536">
                  <c:v>60.597879</c:v>
                </c:pt>
                <c:pt idx="537">
                  <c:v>60.317177</c:v>
                </c:pt>
                <c:pt idx="538">
                  <c:v>59.264545</c:v>
                </c:pt>
                <c:pt idx="539">
                  <c:v>58.211913</c:v>
                </c:pt>
                <c:pt idx="540">
                  <c:v>57.159281</c:v>
                </c:pt>
                <c:pt idx="541">
                  <c:v>56.668052</c:v>
                </c:pt>
                <c:pt idx="542">
                  <c:v>56.668052</c:v>
                </c:pt>
                <c:pt idx="543">
                  <c:v>56.668052</c:v>
                </c:pt>
                <c:pt idx="544">
                  <c:v>55.683324</c:v>
                </c:pt>
                <c:pt idx="545">
                  <c:v>54.690519</c:v>
                </c:pt>
                <c:pt idx="546">
                  <c:v>53.591890</c:v>
                </c:pt>
                <c:pt idx="547">
                  <c:v>52.786228</c:v>
                </c:pt>
                <c:pt idx="548">
                  <c:v>52.786228</c:v>
                </c:pt>
                <c:pt idx="549">
                  <c:v>51.958896</c:v>
                </c:pt>
                <c:pt idx="550">
                  <c:v>50.924731</c:v>
                </c:pt>
                <c:pt idx="551">
                  <c:v>49.890566</c:v>
                </c:pt>
                <c:pt idx="552">
                  <c:v>48.856401</c:v>
                </c:pt>
                <c:pt idx="553">
                  <c:v>48.701128</c:v>
                </c:pt>
                <c:pt idx="554">
                  <c:v>47.536580</c:v>
                </c:pt>
                <c:pt idx="555">
                  <c:v>46.372033</c:v>
                </c:pt>
                <c:pt idx="556">
                  <c:v>45.207486</c:v>
                </c:pt>
                <c:pt idx="557">
                  <c:v>44.974576</c:v>
                </c:pt>
                <c:pt idx="558">
                  <c:v>44.307247</c:v>
                </c:pt>
                <c:pt idx="559">
                  <c:v>43.195032</c:v>
                </c:pt>
                <c:pt idx="560">
                  <c:v>42.082817</c:v>
                </c:pt>
                <c:pt idx="561">
                  <c:v>41.044749</c:v>
                </c:pt>
                <c:pt idx="562">
                  <c:v>41.044749</c:v>
                </c:pt>
                <c:pt idx="563">
                  <c:v>41.044749</c:v>
                </c:pt>
                <c:pt idx="564">
                  <c:v>41.044749</c:v>
                </c:pt>
                <c:pt idx="565">
                  <c:v>41.044749</c:v>
                </c:pt>
                <c:pt idx="566">
                  <c:v>40.860189</c:v>
                </c:pt>
                <c:pt idx="567">
                  <c:v>39.986779</c:v>
                </c:pt>
                <c:pt idx="568">
                  <c:v>39.279917</c:v>
                </c:pt>
                <c:pt idx="569">
                  <c:v>36.843467</c:v>
                </c:pt>
                <c:pt idx="570">
                  <c:v>38.820804</c:v>
                </c:pt>
                <c:pt idx="571">
                  <c:v>37.671167</c:v>
                </c:pt>
                <c:pt idx="572">
                  <c:v>37.168237</c:v>
                </c:pt>
                <c:pt idx="573">
                  <c:v>36.567398</c:v>
                </c:pt>
                <c:pt idx="574">
                  <c:v>36.064468</c:v>
                </c:pt>
                <c:pt idx="575">
                  <c:v>40.602685</c:v>
                </c:pt>
                <c:pt idx="576">
                  <c:v>46.244670</c:v>
                </c:pt>
                <c:pt idx="577">
                  <c:v>47.410009</c:v>
                </c:pt>
                <c:pt idx="578">
                  <c:v>47.410009</c:v>
                </c:pt>
                <c:pt idx="579">
                  <c:v>47.410009</c:v>
                </c:pt>
                <c:pt idx="580">
                  <c:v>47.410009</c:v>
                </c:pt>
                <c:pt idx="581">
                  <c:v>47.410009</c:v>
                </c:pt>
                <c:pt idx="582">
                  <c:v>47.410009</c:v>
                </c:pt>
                <c:pt idx="583">
                  <c:v>47.410009</c:v>
                </c:pt>
                <c:pt idx="584">
                  <c:v>51.075348</c:v>
                </c:pt>
                <c:pt idx="585">
                  <c:v>51.948226</c:v>
                </c:pt>
                <c:pt idx="586">
                  <c:v>51.948226</c:v>
                </c:pt>
                <c:pt idx="587">
                  <c:v>56.486443</c:v>
                </c:pt>
                <c:pt idx="588">
                  <c:v>58.232437</c:v>
                </c:pt>
                <c:pt idx="589">
                  <c:v>58.232437</c:v>
                </c:pt>
                <c:pt idx="590">
                  <c:v>58.635871</c:v>
                </c:pt>
                <c:pt idx="591">
                  <c:v>58.635871</c:v>
                </c:pt>
                <c:pt idx="592">
                  <c:v>58.635878</c:v>
                </c:pt>
                <c:pt idx="593">
                  <c:v>58.635878</c:v>
                </c:pt>
                <c:pt idx="594">
                  <c:v>58.635878</c:v>
                </c:pt>
                <c:pt idx="595">
                  <c:v>59.490555</c:v>
                </c:pt>
                <c:pt idx="596">
                  <c:v>66.297880</c:v>
                </c:pt>
                <c:pt idx="597">
                  <c:v>73.105205</c:v>
                </c:pt>
                <c:pt idx="598">
                  <c:v>76.887052</c:v>
                </c:pt>
                <c:pt idx="599">
                  <c:v>82.269054</c:v>
                </c:pt>
                <c:pt idx="600">
                  <c:v>86.807270</c:v>
                </c:pt>
                <c:pt idx="601">
                  <c:v>89.497070</c:v>
                </c:pt>
                <c:pt idx="602">
                  <c:v>87.914658</c:v>
                </c:pt>
                <c:pt idx="603">
                  <c:v>86.649855</c:v>
                </c:pt>
                <c:pt idx="604">
                  <c:v>85.098607</c:v>
                </c:pt>
                <c:pt idx="605">
                  <c:v>83.547360</c:v>
                </c:pt>
                <c:pt idx="606">
                  <c:v>82.926861</c:v>
                </c:pt>
                <c:pt idx="607">
                  <c:v>82.926861</c:v>
                </c:pt>
                <c:pt idx="608">
                  <c:v>81.624460</c:v>
                </c:pt>
                <c:pt idx="609">
                  <c:v>80.176629</c:v>
                </c:pt>
                <c:pt idx="610">
                  <c:v>80.015492</c:v>
                </c:pt>
                <c:pt idx="611">
                  <c:v>79.045036</c:v>
                </c:pt>
                <c:pt idx="612">
                  <c:v>79.045036</c:v>
                </c:pt>
                <c:pt idx="613">
                  <c:v>77.944580</c:v>
                </c:pt>
                <c:pt idx="614">
                  <c:v>76.488895</c:v>
                </c:pt>
                <c:pt idx="615">
                  <c:v>75.480775</c:v>
                </c:pt>
                <c:pt idx="616">
                  <c:v>75.115209</c:v>
                </c:pt>
                <c:pt idx="617">
                  <c:v>74.375586</c:v>
                </c:pt>
                <c:pt idx="618">
                  <c:v>73.004716</c:v>
                </c:pt>
                <c:pt idx="619">
                  <c:v>71.837224</c:v>
                </c:pt>
                <c:pt idx="620">
                  <c:v>71.233385</c:v>
                </c:pt>
                <c:pt idx="621">
                  <c:v>70.122145</c:v>
                </c:pt>
                <c:pt idx="622">
                  <c:v>68.828204</c:v>
                </c:pt>
                <c:pt idx="623">
                  <c:v>68.483153</c:v>
                </c:pt>
                <c:pt idx="624">
                  <c:v>67.467301</c:v>
                </c:pt>
                <c:pt idx="625">
                  <c:v>67.091339</c:v>
                </c:pt>
                <c:pt idx="626">
                  <c:v>65.863268</c:v>
                </c:pt>
                <c:pt idx="627">
                  <c:v>64.635197</c:v>
                </c:pt>
                <c:pt idx="628">
                  <c:v>63.809916</c:v>
                </c:pt>
                <c:pt idx="629">
                  <c:v>63.311142</c:v>
                </c:pt>
                <c:pt idx="630">
                  <c:v>62.146595</c:v>
                </c:pt>
                <c:pt idx="631">
                  <c:v>60.982047</c:v>
                </c:pt>
                <c:pt idx="632">
                  <c:v>60.638106</c:v>
                </c:pt>
                <c:pt idx="633">
                  <c:v>59.491906</c:v>
                </c:pt>
                <c:pt idx="634">
                  <c:v>59.034073</c:v>
                </c:pt>
                <c:pt idx="635">
                  <c:v>57.806002</c:v>
                </c:pt>
                <c:pt idx="636">
                  <c:v>56.741674</c:v>
                </c:pt>
                <c:pt idx="637">
                  <c:v>55.765355</c:v>
                </c:pt>
                <c:pt idx="638">
                  <c:v>55.610082</c:v>
                </c:pt>
                <c:pt idx="639">
                  <c:v>55.081067</c:v>
                </c:pt>
                <c:pt idx="640">
                  <c:v>53.947463</c:v>
                </c:pt>
                <c:pt idx="641">
                  <c:v>52.813859</c:v>
                </c:pt>
                <c:pt idx="642">
                  <c:v>51.680255</c:v>
                </c:pt>
                <c:pt idx="643">
                  <c:v>51.292072</c:v>
                </c:pt>
                <c:pt idx="644">
                  <c:v>50.127525</c:v>
                </c:pt>
                <c:pt idx="645">
                  <c:v>48.962978</c:v>
                </c:pt>
                <c:pt idx="646">
                  <c:v>47.798430</c:v>
                </c:pt>
                <c:pt idx="647">
                  <c:v>47.798430</c:v>
                </c:pt>
                <c:pt idx="648">
                  <c:v>47.143459</c:v>
                </c:pt>
                <c:pt idx="649">
                  <c:v>45.915388</c:v>
                </c:pt>
                <c:pt idx="650">
                  <c:v>44.687317</c:v>
                </c:pt>
                <c:pt idx="651">
                  <c:v>43.868603</c:v>
                </c:pt>
                <c:pt idx="652">
                  <c:v>43.868603</c:v>
                </c:pt>
                <c:pt idx="653">
                  <c:v>42.801172</c:v>
                </c:pt>
                <c:pt idx="654">
                  <c:v>42.510055</c:v>
                </c:pt>
                <c:pt idx="655">
                  <c:v>41.491321</c:v>
                </c:pt>
                <c:pt idx="656">
                  <c:v>41.044749</c:v>
                </c:pt>
                <c:pt idx="657">
                  <c:v>41.044749</c:v>
                </c:pt>
                <c:pt idx="658">
                  <c:v>40.804005</c:v>
                </c:pt>
                <c:pt idx="659">
                  <c:v>39.986779</c:v>
                </c:pt>
                <c:pt idx="660">
                  <c:v>38.863971</c:v>
                </c:pt>
                <c:pt idx="661">
                  <c:v>37.460461</c:v>
                </c:pt>
                <c:pt idx="662">
                  <c:v>36.056952</c:v>
                </c:pt>
                <c:pt idx="663">
                  <c:v>35.546185</c:v>
                </c:pt>
                <c:pt idx="664">
                  <c:v>34.013886</c:v>
                </c:pt>
                <c:pt idx="665">
                  <c:v>32.481587</c:v>
                </c:pt>
                <c:pt idx="666">
                  <c:v>32.175127</c:v>
                </c:pt>
                <c:pt idx="667">
                  <c:v>32.175127</c:v>
                </c:pt>
                <c:pt idx="668">
                  <c:v>29.031815</c:v>
                </c:pt>
                <c:pt idx="669">
                  <c:v>31.003185</c:v>
                </c:pt>
                <c:pt idx="670">
                  <c:v>31.003185</c:v>
                </c:pt>
                <c:pt idx="671">
                  <c:v>31.003185</c:v>
                </c:pt>
                <c:pt idx="672">
                  <c:v>31.003185</c:v>
                </c:pt>
                <c:pt idx="673">
                  <c:v>33.272293</c:v>
                </c:pt>
                <c:pt idx="674">
                  <c:v>33.272293</c:v>
                </c:pt>
                <c:pt idx="675">
                  <c:v>33.272293</c:v>
                </c:pt>
                <c:pt idx="676">
                  <c:v>33.272293</c:v>
                </c:pt>
                <c:pt idx="677">
                  <c:v>33.272293</c:v>
                </c:pt>
                <c:pt idx="678">
                  <c:v>33.272293</c:v>
                </c:pt>
                <c:pt idx="679">
                  <c:v>37.810510</c:v>
                </c:pt>
                <c:pt idx="680">
                  <c:v>37.810510</c:v>
                </c:pt>
                <c:pt idx="681">
                  <c:v>41.619505</c:v>
                </c:pt>
                <c:pt idx="682">
                  <c:v>41.619505</c:v>
                </c:pt>
                <c:pt idx="683">
                  <c:v>41.619505</c:v>
                </c:pt>
                <c:pt idx="684">
                  <c:v>41.619505</c:v>
                </c:pt>
                <c:pt idx="685">
                  <c:v>41.619505</c:v>
                </c:pt>
                <c:pt idx="686">
                  <c:v>44.617834</c:v>
                </c:pt>
                <c:pt idx="687">
                  <c:v>45.373449</c:v>
                </c:pt>
                <c:pt idx="688">
                  <c:v>45.963344</c:v>
                </c:pt>
                <c:pt idx="689">
                  <c:v>52.770669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35AF-4838-ACA1-B7E0646DD0B2}"/>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59.790971</c:v>
                </c:pt>
                <c:pt idx="3">
                  <c:v>62.001833</c:v>
                </c:pt>
                <c:pt idx="4">
                  <c:v>62.001833</c:v>
                </c:pt>
                <c:pt idx="5">
                  <c:v>62.001833</c:v>
                </c:pt>
                <c:pt idx="6">
                  <c:v>63.962601</c:v>
                </c:pt>
                <c:pt idx="7">
                  <c:v>63.962601</c:v>
                </c:pt>
                <c:pt idx="8">
                  <c:v>66.061900</c:v>
                </c:pt>
                <c:pt idx="9">
                  <c:v>68.331008</c:v>
                </c:pt>
                <c:pt idx="10">
                  <c:v>68.482104</c:v>
                </c:pt>
                <c:pt idx="11">
                  <c:v>68.484613</c:v>
                </c:pt>
                <c:pt idx="12">
                  <c:v>70.203950</c:v>
                </c:pt>
                <c:pt idx="13">
                  <c:v>71.349196</c:v>
                </c:pt>
                <c:pt idx="14">
                  <c:v>71.827037</c:v>
                </c:pt>
                <c:pt idx="15">
                  <c:v>72.044875</c:v>
                </c:pt>
                <c:pt idx="16">
                  <c:v>73.361089</c:v>
                </c:pt>
                <c:pt idx="17">
                  <c:v>75.799192</c:v>
                </c:pt>
                <c:pt idx="18">
                  <c:v>76.784817</c:v>
                </c:pt>
                <c:pt idx="19">
                  <c:v>80.337405</c:v>
                </c:pt>
                <c:pt idx="20">
                  <c:v>80.461768</c:v>
                </c:pt>
                <c:pt idx="21">
                  <c:v>84.322972</c:v>
                </c:pt>
                <c:pt idx="22">
                  <c:v>84.580474</c:v>
                </c:pt>
                <c:pt idx="23">
                  <c:v>86.134534</c:v>
                </c:pt>
                <c:pt idx="24">
                  <c:v>86.187243</c:v>
                </c:pt>
                <c:pt idx="25">
                  <c:v>87.035463</c:v>
                </c:pt>
                <c:pt idx="26">
                  <c:v>86.745406</c:v>
                </c:pt>
                <c:pt idx="27">
                  <c:v>85.268798</c:v>
                </c:pt>
                <c:pt idx="28">
                  <c:v>84.047407</c:v>
                </c:pt>
                <c:pt idx="29">
                  <c:v>83.594482</c:v>
                </c:pt>
                <c:pt idx="30">
                  <c:v>82.666219</c:v>
                </c:pt>
                <c:pt idx="31">
                  <c:v>81.445022</c:v>
                </c:pt>
                <c:pt idx="32">
                  <c:v>80.475365</c:v>
                </c:pt>
                <c:pt idx="33">
                  <c:v>80.109880</c:v>
                </c:pt>
                <c:pt idx="34">
                  <c:v>79.212298</c:v>
                </c:pt>
                <c:pt idx="35">
                  <c:v>78.186524</c:v>
                </c:pt>
                <c:pt idx="36">
                  <c:v>77.144429</c:v>
                </c:pt>
                <c:pt idx="37">
                  <c:v>76.332095</c:v>
                </c:pt>
                <c:pt idx="38">
                  <c:v>75.680359</c:v>
                </c:pt>
                <c:pt idx="39">
                  <c:v>74.920200</c:v>
                </c:pt>
                <c:pt idx="40">
                  <c:v>73.894837</c:v>
                </c:pt>
                <c:pt idx="41">
                  <c:v>72.834816</c:v>
                </c:pt>
                <c:pt idx="42">
                  <c:v>71.979181</c:v>
                </c:pt>
                <c:pt idx="43">
                  <c:v>71.328669</c:v>
                </c:pt>
                <c:pt idx="44">
                  <c:v>71.084643</c:v>
                </c:pt>
                <c:pt idx="45">
                  <c:v>70.101712</c:v>
                </c:pt>
                <c:pt idx="46">
                  <c:v>69.267621</c:v>
                </c:pt>
                <c:pt idx="47">
                  <c:v>68.554390</c:v>
                </c:pt>
                <c:pt idx="48">
                  <c:v>68.166208</c:v>
                </c:pt>
                <c:pt idx="49">
                  <c:v>67.795469</c:v>
                </c:pt>
                <c:pt idx="50">
                  <c:v>68.426650</c:v>
                </c:pt>
                <c:pt idx="51">
                  <c:v>68.343037</c:v>
                </c:pt>
                <c:pt idx="52">
                  <c:v>68.343037</c:v>
                </c:pt>
                <c:pt idx="53">
                  <c:v>67.612200</c:v>
                </c:pt>
                <c:pt idx="54">
                  <c:v>68.964364</c:v>
                </c:pt>
                <c:pt idx="55">
                  <c:v>68.953403</c:v>
                </c:pt>
                <c:pt idx="56">
                  <c:v>68.397295</c:v>
                </c:pt>
                <c:pt idx="57">
                  <c:v>68.688898</c:v>
                </c:pt>
                <c:pt idx="58">
                  <c:v>68.378821</c:v>
                </c:pt>
                <c:pt idx="59">
                  <c:v>68.211871</c:v>
                </c:pt>
                <c:pt idx="60">
                  <c:v>67.585806</c:v>
                </c:pt>
                <c:pt idx="61">
                  <c:v>66.608864</c:v>
                </c:pt>
                <c:pt idx="62">
                  <c:v>65.665171</c:v>
                </c:pt>
                <c:pt idx="63">
                  <c:v>64.774059</c:v>
                </c:pt>
                <c:pt idx="64">
                  <c:v>63.700549</c:v>
                </c:pt>
                <c:pt idx="65">
                  <c:v>63.040632</c:v>
                </c:pt>
                <c:pt idx="66">
                  <c:v>62.057083</c:v>
                </c:pt>
                <c:pt idx="67">
                  <c:v>61.474809</c:v>
                </c:pt>
                <c:pt idx="68">
                  <c:v>60.345506</c:v>
                </c:pt>
                <c:pt idx="69">
                  <c:v>60.003074</c:v>
                </c:pt>
                <c:pt idx="70">
                  <c:v>59.476758</c:v>
                </c:pt>
                <c:pt idx="71">
                  <c:v>58.950442</c:v>
                </c:pt>
                <c:pt idx="72">
                  <c:v>58.424126</c:v>
                </c:pt>
                <c:pt idx="73">
                  <c:v>58.038161</c:v>
                </c:pt>
                <c:pt idx="74">
                  <c:v>57.812473</c:v>
                </c:pt>
                <c:pt idx="75">
                  <c:v>57.135411</c:v>
                </c:pt>
                <c:pt idx="76">
                  <c:v>56.458348</c:v>
                </c:pt>
                <c:pt idx="77">
                  <c:v>56.097248</c:v>
                </c:pt>
                <c:pt idx="78">
                  <c:v>55.643807</c:v>
                </c:pt>
                <c:pt idx="79">
                  <c:v>54.646995</c:v>
                </c:pt>
                <c:pt idx="80">
                  <c:v>54.080193</c:v>
                </c:pt>
                <c:pt idx="81">
                  <c:v>53.468338</c:v>
                </c:pt>
                <c:pt idx="82">
                  <c:v>52.702189</c:v>
                </c:pt>
                <c:pt idx="83">
                  <c:v>52.191423</c:v>
                </c:pt>
                <c:pt idx="84">
                  <c:v>51.782066</c:v>
                </c:pt>
                <c:pt idx="85">
                  <c:v>50.504034</c:v>
                </c:pt>
                <c:pt idx="86">
                  <c:v>49.123849</c:v>
                </c:pt>
                <c:pt idx="87">
                  <c:v>51.510869</c:v>
                </c:pt>
                <c:pt idx="88">
                  <c:v>53.933429</c:v>
                </c:pt>
                <c:pt idx="89">
                  <c:v>56.968876</c:v>
                </c:pt>
                <c:pt idx="90">
                  <c:v>60.935757</c:v>
                </c:pt>
                <c:pt idx="91">
                  <c:v>60.443051</c:v>
                </c:pt>
                <c:pt idx="92">
                  <c:v>60.002987</c:v>
                </c:pt>
                <c:pt idx="93">
                  <c:v>62.272095</c:v>
                </c:pt>
                <c:pt idx="94">
                  <c:v>64.541204</c:v>
                </c:pt>
                <c:pt idx="95">
                  <c:v>64.541204</c:v>
                </c:pt>
                <c:pt idx="96">
                  <c:v>65.675758</c:v>
                </c:pt>
                <c:pt idx="97">
                  <c:v>65.675758</c:v>
                </c:pt>
                <c:pt idx="98">
                  <c:v>66.327757</c:v>
                </c:pt>
                <c:pt idx="99">
                  <c:v>70.167166</c:v>
                </c:pt>
                <c:pt idx="100">
                  <c:v>74.327194</c:v>
                </c:pt>
                <c:pt idx="101">
                  <c:v>74.327194</c:v>
                </c:pt>
                <c:pt idx="102">
                  <c:v>74.327194</c:v>
                </c:pt>
                <c:pt idx="103">
                  <c:v>76.596302</c:v>
                </c:pt>
                <c:pt idx="104">
                  <c:v>78.312284</c:v>
                </c:pt>
                <c:pt idx="105">
                  <c:v>78.312304</c:v>
                </c:pt>
                <c:pt idx="106">
                  <c:v>78.312304</c:v>
                </c:pt>
                <c:pt idx="107">
                  <c:v>78.312304</c:v>
                </c:pt>
                <c:pt idx="108">
                  <c:v>79.999984</c:v>
                </c:pt>
                <c:pt idx="109">
                  <c:v>84.538201</c:v>
                </c:pt>
                <c:pt idx="110">
                  <c:v>86.596306</c:v>
                </c:pt>
                <c:pt idx="111">
                  <c:v>87.730876</c:v>
                </c:pt>
                <c:pt idx="112">
                  <c:v>87.730892</c:v>
                </c:pt>
                <c:pt idx="113">
                  <c:v>87.730892</c:v>
                </c:pt>
                <c:pt idx="114">
                  <c:v>87.730892</c:v>
                </c:pt>
                <c:pt idx="115">
                  <c:v>88.403666</c:v>
                </c:pt>
                <c:pt idx="116">
                  <c:v>89.538204</c:v>
                </c:pt>
                <c:pt idx="117">
                  <c:v>90</c:v>
                </c:pt>
                <c:pt idx="118">
                  <c:v>90</c:v>
                </c:pt>
                <c:pt idx="119">
                  <c:v>90</c:v>
                </c:pt>
                <c:pt idx="120">
                  <c:v>90</c:v>
                </c:pt>
                <c:pt idx="121">
                  <c:v>90</c:v>
                </c:pt>
                <c:pt idx="122">
                  <c:v>90</c:v>
                </c:pt>
                <c:pt idx="123">
                  <c:v>87.869521</c:v>
                </c:pt>
                <c:pt idx="124">
                  <c:v>87.188522</c:v>
                </c:pt>
                <c:pt idx="125">
                  <c:v>86.053308</c:v>
                </c:pt>
                <c:pt idx="126">
                  <c:v>84.372170</c:v>
                </c:pt>
                <c:pt idx="127">
                  <c:v>83.587638</c:v>
                </c:pt>
                <c:pt idx="128">
                  <c:v>82.903253</c:v>
                </c:pt>
                <c:pt idx="129">
                  <c:v>81.850922</c:v>
                </c:pt>
                <c:pt idx="130">
                  <c:v>81.746737</c:v>
                </c:pt>
                <c:pt idx="131">
                  <c:v>80.851870</c:v>
                </c:pt>
                <c:pt idx="132">
                  <c:v>79.820531</c:v>
                </c:pt>
                <c:pt idx="133">
                  <c:v>79.462858</c:v>
                </c:pt>
                <c:pt idx="134">
                  <c:v>79.057575</c:v>
                </c:pt>
                <c:pt idx="135">
                  <c:v>78.383524</c:v>
                </c:pt>
                <c:pt idx="136">
                  <c:v>77.827764</c:v>
                </c:pt>
                <c:pt idx="137">
                  <c:v>76.758951</c:v>
                </c:pt>
                <c:pt idx="138">
                  <c:v>76.513584</c:v>
                </c:pt>
                <c:pt idx="139">
                  <c:v>75.761866</c:v>
                </c:pt>
                <c:pt idx="140">
                  <c:v>74.569092</c:v>
                </c:pt>
                <c:pt idx="141">
                  <c:v>73.376317</c:v>
                </c:pt>
                <c:pt idx="142">
                  <c:v>72.702469</c:v>
                </c:pt>
                <c:pt idx="143">
                  <c:v>72.428954</c:v>
                </c:pt>
                <c:pt idx="144">
                  <c:v>72.069028</c:v>
                </c:pt>
                <c:pt idx="145">
                  <c:v>72.069028</c:v>
                </c:pt>
                <c:pt idx="146">
                  <c:v>71.651206</c:v>
                </c:pt>
                <c:pt idx="147">
                  <c:v>71.263611</c:v>
                </c:pt>
                <c:pt idx="148">
                  <c:v>70.682218</c:v>
                </c:pt>
                <c:pt idx="149">
                  <c:v>70.448190</c:v>
                </c:pt>
                <c:pt idx="150">
                  <c:v>70.448190</c:v>
                </c:pt>
                <c:pt idx="151">
                  <c:v>70.161147</c:v>
                </c:pt>
                <c:pt idx="152">
                  <c:v>70.161147</c:v>
                </c:pt>
                <c:pt idx="153">
                  <c:v>70.161147</c:v>
                </c:pt>
                <c:pt idx="154">
                  <c:v>69.579754</c:v>
                </c:pt>
                <c:pt idx="155">
                  <c:v>68.998361</c:v>
                </c:pt>
                <c:pt idx="156">
                  <c:v>67.904578</c:v>
                </c:pt>
                <c:pt idx="157">
                  <c:v>67.232192</c:v>
                </c:pt>
                <c:pt idx="158">
                  <c:v>66.964676</c:v>
                </c:pt>
                <c:pt idx="159">
                  <c:v>65.912754</c:v>
                </c:pt>
                <c:pt idx="160">
                  <c:v>64.744377</c:v>
                </c:pt>
                <c:pt idx="161">
                  <c:v>63.654147</c:v>
                </c:pt>
                <c:pt idx="162">
                  <c:v>63.270642</c:v>
                </c:pt>
                <c:pt idx="163">
                  <c:v>62.442747</c:v>
                </c:pt>
                <c:pt idx="164">
                  <c:v>61.584299</c:v>
                </c:pt>
                <c:pt idx="165">
                  <c:v>61.057983</c:v>
                </c:pt>
                <c:pt idx="166">
                  <c:v>60.531667</c:v>
                </c:pt>
                <c:pt idx="167">
                  <c:v>60.426404</c:v>
                </c:pt>
                <c:pt idx="168">
                  <c:v>59.84413</c:v>
                </c:pt>
                <c:pt idx="169">
                  <c:v>59.321135</c:v>
                </c:pt>
                <c:pt idx="170">
                  <c:v>59.321135</c:v>
                </c:pt>
                <c:pt idx="171">
                  <c:v>58.918664</c:v>
                </c:pt>
                <c:pt idx="172">
                  <c:v>57.876875</c:v>
                </c:pt>
                <c:pt idx="173">
                  <c:v>57.183692</c:v>
                </c:pt>
                <c:pt idx="174">
                  <c:v>56.675358</c:v>
                </c:pt>
                <c:pt idx="175">
                  <c:v>56.314455</c:v>
                </c:pt>
                <c:pt idx="176">
                  <c:v>55.712951</c:v>
                </c:pt>
                <c:pt idx="177">
                  <c:v>55.111447</c:v>
                </c:pt>
                <c:pt idx="178">
                  <c:v>54.710444</c:v>
                </c:pt>
                <c:pt idx="179">
                  <c:v>54.335731</c:v>
                </c:pt>
                <c:pt idx="180">
                  <c:v>52.905132</c:v>
                </c:pt>
                <c:pt idx="181">
                  <c:v>51.474533</c:v>
                </c:pt>
                <c:pt idx="182">
                  <c:v>52.751695</c:v>
                </c:pt>
                <c:pt idx="183">
                  <c:v>53.289072</c:v>
                </c:pt>
                <c:pt idx="184">
                  <c:v>52.197438</c:v>
                </c:pt>
                <c:pt idx="185">
                  <c:v>50.738512</c:v>
                </c:pt>
                <c:pt idx="186">
                  <c:v>49.840121</c:v>
                </c:pt>
                <c:pt idx="187">
                  <c:v>49.782639</c:v>
                </c:pt>
                <c:pt idx="188">
                  <c:v>53.101026</c:v>
                </c:pt>
                <c:pt idx="189">
                  <c:v>59.908351</c:v>
                </c:pt>
                <c:pt idx="190">
                  <c:v>66.715675</c:v>
                </c:pt>
                <c:pt idx="191">
                  <c:v>73.143296</c:v>
                </c:pt>
                <c:pt idx="192">
                  <c:v>75.948332</c:v>
                </c:pt>
                <c:pt idx="193">
                  <c:v>76.877941</c:v>
                </c:pt>
                <c:pt idx="194">
                  <c:v>76.877941</c:v>
                </c:pt>
                <c:pt idx="195">
                  <c:v>78.012495</c:v>
                </c:pt>
                <c:pt idx="196">
                  <c:v>78.012495</c:v>
                </c:pt>
                <c:pt idx="197">
                  <c:v>78.012495</c:v>
                </c:pt>
                <c:pt idx="198">
                  <c:v>78.654459</c:v>
                </c:pt>
                <c:pt idx="199">
                  <c:v>80.461768</c:v>
                </c:pt>
                <c:pt idx="200">
                  <c:v>80.923567</c:v>
                </c:pt>
                <c:pt idx="201">
                  <c:v>84.327229</c:v>
                </c:pt>
                <c:pt idx="202">
                  <c:v>86.596322</c:v>
                </c:pt>
                <c:pt idx="203">
                  <c:v>86.596322</c:v>
                </c:pt>
                <c:pt idx="204">
                  <c:v>86.596322</c:v>
                </c:pt>
                <c:pt idx="205">
                  <c:v>88.865430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88.193365</c:v>
                </c:pt>
                <c:pt idx="220">
                  <c:v>87.188522</c:v>
                </c:pt>
                <c:pt idx="221">
                  <c:v>86.473376</c:v>
                </c:pt>
                <c:pt idx="222">
                  <c:v>85.409523</c:v>
                </c:pt>
                <c:pt idx="223">
                  <c:v>84.075728</c:v>
                </c:pt>
                <c:pt idx="224">
                  <c:v>82.923289</c:v>
                </c:pt>
                <c:pt idx="225">
                  <c:v>81.875108</c:v>
                </c:pt>
                <c:pt idx="226">
                  <c:v>81.746737</c:v>
                </c:pt>
                <c:pt idx="227">
                  <c:v>80.851870</c:v>
                </c:pt>
                <c:pt idx="228">
                  <c:v>79.820531</c:v>
                </c:pt>
                <c:pt idx="229">
                  <c:v>79.462858</c:v>
                </c:pt>
                <c:pt idx="230">
                  <c:v>79.180580</c:v>
                </c:pt>
                <c:pt idx="231">
                  <c:v>78.434436</c:v>
                </c:pt>
                <c:pt idx="232">
                  <c:v>77.827764</c:v>
                </c:pt>
                <c:pt idx="233">
                  <c:v>77.056524</c:v>
                </c:pt>
                <c:pt idx="234">
                  <c:v>76.749902</c:v>
                </c:pt>
                <c:pt idx="235">
                  <c:v>76.035381</c:v>
                </c:pt>
                <c:pt idx="236">
                  <c:v>75.350563</c:v>
                </c:pt>
                <c:pt idx="237">
                  <c:v>74.157788</c:v>
                </c:pt>
                <c:pt idx="238">
                  <c:v>73.288572</c:v>
                </c:pt>
                <c:pt idx="239">
                  <c:v>72.576928</c:v>
                </c:pt>
                <c:pt idx="240">
                  <c:v>71.875230</c:v>
                </c:pt>
                <c:pt idx="241">
                  <c:v>71.293837</c:v>
                </c:pt>
                <c:pt idx="242">
                  <c:v>70.866012</c:v>
                </c:pt>
                <c:pt idx="243">
                  <c:v>70.866012</c:v>
                </c:pt>
                <c:pt idx="244">
                  <c:v>70.866012</c:v>
                </c:pt>
                <c:pt idx="245">
                  <c:v>70.866012</c:v>
                </c:pt>
                <c:pt idx="246">
                  <c:v>70.284619</c:v>
                </c:pt>
                <c:pt idx="247">
                  <c:v>69.315630</c:v>
                </c:pt>
                <c:pt idx="248">
                  <c:v>68.531911</c:v>
                </c:pt>
                <c:pt idx="249">
                  <c:v>68.415632</c:v>
                </c:pt>
                <c:pt idx="250">
                  <c:v>68.039993</c:v>
                </c:pt>
                <c:pt idx="251">
                  <c:v>66.256931</c:v>
                </c:pt>
                <c:pt idx="252">
                  <c:v>66.765420</c:v>
                </c:pt>
                <c:pt idx="253">
                  <c:v>66.228298</c:v>
                </c:pt>
                <c:pt idx="254">
                  <c:v>65.701982</c:v>
                </c:pt>
                <c:pt idx="255">
                  <c:v>65.175666</c:v>
                </c:pt>
                <c:pt idx="256">
                  <c:v>64.649350</c:v>
                </c:pt>
                <c:pt idx="257">
                  <c:v>64.536625</c:v>
                </c:pt>
                <c:pt idx="258">
                  <c:v>63.954352</c:v>
                </c:pt>
                <c:pt idx="259">
                  <c:v>63.372078</c:v>
                </c:pt>
                <c:pt idx="260">
                  <c:v>62.789804</c:v>
                </c:pt>
                <c:pt idx="261">
                  <c:v>62.673350</c:v>
                </c:pt>
                <c:pt idx="262">
                  <c:v>62.147034</c:v>
                </c:pt>
                <c:pt idx="263">
                  <c:v>62.083552</c:v>
                </c:pt>
                <c:pt idx="264">
                  <c:v>62.083552</c:v>
                </c:pt>
                <c:pt idx="265">
                  <c:v>62.083552</c:v>
                </c:pt>
                <c:pt idx="266">
                  <c:v>62.083552</c:v>
                </c:pt>
                <c:pt idx="267">
                  <c:v>62.083552</c:v>
                </c:pt>
                <c:pt idx="268">
                  <c:v>62.083552</c:v>
                </c:pt>
                <c:pt idx="269">
                  <c:v>62.083552</c:v>
                </c:pt>
                <c:pt idx="270">
                  <c:v>61.646847</c:v>
                </c:pt>
                <c:pt idx="271">
                  <c:v>60.552435</c:v>
                </c:pt>
                <c:pt idx="272">
                  <c:v>59.486298</c:v>
                </c:pt>
                <c:pt idx="273">
                  <c:v>58.721839</c:v>
                </c:pt>
                <c:pt idx="274">
                  <c:v>57.504924</c:v>
                </c:pt>
                <c:pt idx="275">
                  <c:v>56.226439</c:v>
                </c:pt>
                <c:pt idx="276">
                  <c:v>55.612404</c:v>
                </c:pt>
                <c:pt idx="277">
                  <c:v>55.267864</c:v>
                </c:pt>
                <c:pt idx="278">
                  <c:v>56.570482</c:v>
                </c:pt>
                <c:pt idx="279">
                  <c:v>56.179847</c:v>
                </c:pt>
                <c:pt idx="280">
                  <c:v>55.917500</c:v>
                </c:pt>
                <c:pt idx="281">
                  <c:v>54.332975</c:v>
                </c:pt>
                <c:pt idx="282">
                  <c:v>57.336275</c:v>
                </c:pt>
                <c:pt idx="283">
                  <c:v>64.143600</c:v>
                </c:pt>
                <c:pt idx="284">
                  <c:v>70.950924</c:v>
                </c:pt>
                <c:pt idx="285">
                  <c:v>74.354591</c:v>
                </c:pt>
                <c:pt idx="286">
                  <c:v>76.289025</c:v>
                </c:pt>
                <c:pt idx="287">
                  <c:v>79.426245</c:v>
                </c:pt>
                <c:pt idx="288">
                  <c:v>79.426245</c:v>
                </c:pt>
                <c:pt idx="289">
                  <c:v>79.733507</c:v>
                </c:pt>
                <c:pt idx="290">
                  <c:v>79.733507</c:v>
                </c:pt>
                <c:pt idx="291">
                  <c:v>79.733507</c:v>
                </c:pt>
                <c:pt idx="292">
                  <c:v>79.733507</c:v>
                </c:pt>
                <c:pt idx="293">
                  <c:v>81.881241</c:v>
                </c:pt>
                <c:pt idx="294">
                  <c:v>82.147695</c:v>
                </c:pt>
                <c:pt idx="295">
                  <c:v>82.147695</c:v>
                </c:pt>
                <c:pt idx="296">
                  <c:v>82.147711</c:v>
                </c:pt>
                <c:pt idx="297">
                  <c:v>84.999977</c:v>
                </c:pt>
                <c:pt idx="298">
                  <c:v>86.060684</c:v>
                </c:pt>
                <c:pt idx="299">
                  <c:v>87.195238</c:v>
                </c:pt>
                <c:pt idx="300">
                  <c:v>87.195238</c:v>
                </c:pt>
                <c:pt idx="301">
                  <c:v>87.195238</c:v>
                </c:pt>
                <c:pt idx="302">
                  <c:v>87.282722</c:v>
                </c:pt>
                <c:pt idx="303">
                  <c:v>87.282722</c:v>
                </c:pt>
                <c:pt idx="304">
                  <c:v>87.282722</c:v>
                </c:pt>
                <c:pt idx="305">
                  <c:v>87.730892</c:v>
                </c:pt>
                <c:pt idx="306">
                  <c:v>87.730892</c:v>
                </c:pt>
                <c:pt idx="307">
                  <c:v>88.865446</c:v>
                </c:pt>
                <c:pt idx="308">
                  <c:v>90</c:v>
                </c:pt>
                <c:pt idx="309">
                  <c:v>90</c:v>
                </c:pt>
                <c:pt idx="310">
                  <c:v>90</c:v>
                </c:pt>
                <c:pt idx="311">
                  <c:v>90</c:v>
                </c:pt>
                <c:pt idx="312">
                  <c:v>90</c:v>
                </c:pt>
                <c:pt idx="313">
                  <c:v>90</c:v>
                </c:pt>
                <c:pt idx="314">
                  <c:v>90</c:v>
                </c:pt>
                <c:pt idx="315">
                  <c:v>88.193365</c:v>
                </c:pt>
                <c:pt idx="316">
                  <c:v>87.188522</c:v>
                </c:pt>
                <c:pt idx="317">
                  <c:v>87.106891</c:v>
                </c:pt>
                <c:pt idx="318">
                  <c:v>85.831660</c:v>
                </c:pt>
                <c:pt idx="319">
                  <c:v>84.094720</c:v>
                </c:pt>
                <c:pt idx="320">
                  <c:v>83.249849</c:v>
                </c:pt>
                <c:pt idx="321">
                  <c:v>82.205887</c:v>
                </c:pt>
                <c:pt idx="322">
                  <c:v>81.774097</c:v>
                </c:pt>
                <c:pt idx="323">
                  <c:v>81.037499</c:v>
                </c:pt>
                <c:pt idx="324">
                  <c:v>79.881021</c:v>
                </c:pt>
                <c:pt idx="325">
                  <c:v>79.682540</c:v>
                </c:pt>
                <c:pt idx="326">
                  <c:v>79.287411</c:v>
                </c:pt>
                <c:pt idx="327">
                  <c:v>79.167209</c:v>
                </c:pt>
                <c:pt idx="328">
                  <c:v>78.083588</c:v>
                </c:pt>
                <c:pt idx="329">
                  <c:v>76.917572</c:v>
                </c:pt>
                <c:pt idx="330">
                  <c:v>76.749902</c:v>
                </c:pt>
                <c:pt idx="331">
                  <c:v>76.035381</c:v>
                </c:pt>
                <c:pt idx="332">
                  <c:v>75.350563</c:v>
                </c:pt>
                <c:pt idx="333">
                  <c:v>74.764325</c:v>
                </c:pt>
                <c:pt idx="334">
                  <c:v>74.070043</c:v>
                </c:pt>
                <c:pt idx="335">
                  <c:v>73.210425</c:v>
                </c:pt>
                <c:pt idx="336">
                  <c:v>72.070598</c:v>
                </c:pt>
                <c:pt idx="337">
                  <c:v>72.766480</c:v>
                </c:pt>
                <c:pt idx="338">
                  <c:v>72.980206</c:v>
                </c:pt>
                <c:pt idx="339">
                  <c:v>72.397932</c:v>
                </c:pt>
                <c:pt idx="340">
                  <c:v>71.528616</c:v>
                </c:pt>
                <c:pt idx="341">
                  <c:v>70.946342</c:v>
                </c:pt>
                <c:pt idx="342">
                  <c:v>70.364949</c:v>
                </c:pt>
                <c:pt idx="343">
                  <c:v>69.783556</c:v>
                </c:pt>
                <c:pt idx="344">
                  <c:v>69.268471</c:v>
                </c:pt>
                <c:pt idx="345">
                  <c:v>68.542803</c:v>
                </c:pt>
                <c:pt idx="346">
                  <c:v>67.749788</c:v>
                </c:pt>
                <c:pt idx="347">
                  <c:v>67.123723</c:v>
                </c:pt>
                <c:pt idx="348">
                  <c:v>66.160531</c:v>
                </c:pt>
                <c:pt idx="349">
                  <c:v>65.395735</c:v>
                </c:pt>
                <c:pt idx="350">
                  <c:v>64.737320</c:v>
                </c:pt>
                <c:pt idx="351">
                  <c:v>63.724307</c:v>
                </c:pt>
                <c:pt idx="352">
                  <c:v>62.594840</c:v>
                </c:pt>
                <c:pt idx="353">
                  <c:v>61.793689</c:v>
                </c:pt>
                <c:pt idx="354">
                  <c:v>61.45682</c:v>
                </c:pt>
                <c:pt idx="355">
                  <c:v>61.176118</c:v>
                </c:pt>
                <c:pt idx="356">
                  <c:v>60.649802</c:v>
                </c:pt>
                <c:pt idx="357">
                  <c:v>59.890576</c:v>
                </c:pt>
                <c:pt idx="358">
                  <c:v>58.781986</c:v>
                </c:pt>
                <c:pt idx="359">
                  <c:v>58.094449</c:v>
                </c:pt>
                <c:pt idx="360">
                  <c:v>57.550994</c:v>
                </c:pt>
                <c:pt idx="361">
                  <c:v>57.014455</c:v>
                </c:pt>
                <c:pt idx="362">
                  <c:v>55.811077</c:v>
                </c:pt>
                <c:pt idx="363">
                  <c:v>54.607698</c:v>
                </c:pt>
                <c:pt idx="364">
                  <c:v>53.855695</c:v>
                </c:pt>
                <c:pt idx="365">
                  <c:v>53.078366</c:v>
                </c:pt>
                <c:pt idx="366">
                  <c:v>52.511564</c:v>
                </c:pt>
                <c:pt idx="367">
                  <c:v>51.944762</c:v>
                </c:pt>
                <c:pt idx="368">
                  <c:v>51.680255</c:v>
                </c:pt>
                <c:pt idx="369">
                  <c:v>51.016258</c:v>
                </c:pt>
                <c:pt idx="370">
                  <c:v>50.250109</c:v>
                </c:pt>
                <c:pt idx="371">
                  <c:v>49.301162</c:v>
                </c:pt>
                <c:pt idx="372">
                  <c:v>48.819963</c:v>
                </c:pt>
                <c:pt idx="373">
                  <c:v>48.053813</c:v>
                </c:pt>
                <c:pt idx="374">
                  <c:v>47.464705</c:v>
                </c:pt>
                <c:pt idx="375">
                  <c:v>47.240748</c:v>
                </c:pt>
                <c:pt idx="376">
                  <c:v>46.127760</c:v>
                </c:pt>
                <c:pt idx="377">
                  <c:v>46.053427</c:v>
                </c:pt>
                <c:pt idx="378">
                  <c:v>48.795416</c:v>
                </c:pt>
                <c:pt idx="379">
                  <c:v>52.022632</c:v>
                </c:pt>
                <c:pt idx="380">
                  <c:v>58.718760</c:v>
                </c:pt>
                <c:pt idx="381">
                  <c:v>65.526085</c:v>
                </c:pt>
                <c:pt idx="382">
                  <c:v>70.834488</c:v>
                </c:pt>
                <c:pt idx="383">
                  <c:v>74.238150</c:v>
                </c:pt>
                <c:pt idx="384">
                  <c:v>77.641813</c:v>
                </c:pt>
                <c:pt idx="385">
                  <c:v>77.898093</c:v>
                </c:pt>
                <c:pt idx="386">
                  <c:v>79.108287</c:v>
                </c:pt>
                <c:pt idx="387">
                  <c:v>79.108287</c:v>
                </c:pt>
                <c:pt idx="388">
                  <c:v>79.108290</c:v>
                </c:pt>
                <c:pt idx="389">
                  <c:v>79.108290</c:v>
                </c:pt>
                <c:pt idx="390">
                  <c:v>79.108290</c:v>
                </c:pt>
                <c:pt idx="391">
                  <c:v>79.108290</c:v>
                </c:pt>
                <c:pt idx="392">
                  <c:v>80.242845</c:v>
                </c:pt>
                <c:pt idx="393">
                  <c:v>80.915588</c:v>
                </c:pt>
                <c:pt idx="394">
                  <c:v>80.915592</c:v>
                </c:pt>
                <c:pt idx="395">
                  <c:v>80.915592</c:v>
                </c:pt>
                <c:pt idx="396">
                  <c:v>80.915592</c:v>
                </c:pt>
                <c:pt idx="397">
                  <c:v>81.475897</c:v>
                </c:pt>
                <c:pt idx="398">
                  <c:v>86.134523</c:v>
                </c:pt>
                <c:pt idx="399">
                  <c:v>89.999965</c:v>
                </c:pt>
                <c:pt idx="400">
                  <c:v>89.999965</c:v>
                </c:pt>
                <c:pt idx="401">
                  <c:v>90</c:v>
                </c:pt>
                <c:pt idx="402">
                  <c:v>90</c:v>
                </c:pt>
                <c:pt idx="403">
                  <c:v>90</c:v>
                </c:pt>
                <c:pt idx="404">
                  <c:v>90</c:v>
                </c:pt>
                <c:pt idx="405">
                  <c:v>90</c:v>
                </c:pt>
                <c:pt idx="406">
                  <c:v>90</c:v>
                </c:pt>
                <c:pt idx="407">
                  <c:v>90</c:v>
                </c:pt>
                <c:pt idx="408">
                  <c:v>90</c:v>
                </c:pt>
                <c:pt idx="409">
                  <c:v>90</c:v>
                </c:pt>
                <c:pt idx="410">
                  <c:v>90</c:v>
                </c:pt>
                <c:pt idx="411">
                  <c:v>88.083554</c:v>
                </c:pt>
                <c:pt idx="412">
                  <c:v>87.188522</c:v>
                </c:pt>
                <c:pt idx="413">
                  <c:v>87.106891</c:v>
                </c:pt>
                <c:pt idx="414">
                  <c:v>85.819243</c:v>
                </c:pt>
                <c:pt idx="415">
                  <c:v>84.269983</c:v>
                </c:pt>
                <c:pt idx="416">
                  <c:v>83.716461</c:v>
                </c:pt>
                <c:pt idx="417">
                  <c:v>82.887280</c:v>
                </c:pt>
                <c:pt idx="418">
                  <c:v>81.834663</c:v>
                </c:pt>
                <c:pt idx="419">
                  <c:v>81.551449</c:v>
                </c:pt>
                <c:pt idx="420">
                  <c:v>80.867801</c:v>
                </c:pt>
                <c:pt idx="421">
                  <c:v>80.020740</c:v>
                </c:pt>
                <c:pt idx="422">
                  <c:v>79.164664</c:v>
                </c:pt>
                <c:pt idx="423">
                  <c:v>78.476418</c:v>
                </c:pt>
                <c:pt idx="424">
                  <c:v>77.706430</c:v>
                </c:pt>
                <c:pt idx="425">
                  <c:v>76.705081</c:v>
                </c:pt>
                <c:pt idx="426">
                  <c:v>76.109137</c:v>
                </c:pt>
                <c:pt idx="427">
                  <c:v>75.155061</c:v>
                </c:pt>
                <c:pt idx="428">
                  <c:v>74.470435</c:v>
                </c:pt>
                <c:pt idx="429">
                  <c:v>73.443760</c:v>
                </c:pt>
                <c:pt idx="430">
                  <c:v>72.691764</c:v>
                </c:pt>
                <c:pt idx="431">
                  <c:v>72.180192</c:v>
                </c:pt>
                <c:pt idx="432">
                  <c:v>71.667588</c:v>
                </c:pt>
                <c:pt idx="433">
                  <c:v>71.620397</c:v>
                </c:pt>
                <c:pt idx="434">
                  <c:v>71.034294</c:v>
                </c:pt>
                <c:pt idx="435">
                  <c:v>70.448190</c:v>
                </c:pt>
                <c:pt idx="436">
                  <c:v>69.897023</c:v>
                </c:pt>
                <c:pt idx="437">
                  <c:v>69.315630</c:v>
                </c:pt>
                <c:pt idx="438">
                  <c:v>69.005554</c:v>
                </c:pt>
                <c:pt idx="439">
                  <c:v>68.838603</c:v>
                </c:pt>
                <c:pt idx="440">
                  <c:v>68.212538</c:v>
                </c:pt>
                <c:pt idx="441">
                  <c:v>67.586474</c:v>
                </c:pt>
                <c:pt idx="442">
                  <c:v>66.587704</c:v>
                </c:pt>
                <c:pt idx="443">
                  <c:v>66.006311</c:v>
                </c:pt>
                <c:pt idx="444">
                  <c:v>65.424917</c:v>
                </c:pt>
                <c:pt idx="445">
                  <c:v>65.308639</c:v>
                </c:pt>
                <c:pt idx="446">
                  <c:v>64.605151</c:v>
                </c:pt>
                <c:pt idx="447">
                  <c:v>63.904421</c:v>
                </c:pt>
                <c:pt idx="448">
                  <c:v>62.792002</c:v>
                </c:pt>
                <c:pt idx="449">
                  <c:v>61.757730</c:v>
                </c:pt>
                <c:pt idx="450">
                  <c:v>61.382471</c:v>
                </c:pt>
                <c:pt idx="451">
                  <c:v>60.260383</c:v>
                </c:pt>
                <c:pt idx="452">
                  <c:v>59.713190</c:v>
                </c:pt>
                <c:pt idx="453">
                  <c:v>59.165996</c:v>
                </c:pt>
                <c:pt idx="454">
                  <c:v>58.903623</c:v>
                </c:pt>
                <c:pt idx="455">
                  <c:v>58.086908</c:v>
                </c:pt>
                <c:pt idx="456">
                  <c:v>56.918531</c:v>
                </c:pt>
                <c:pt idx="457">
                  <c:v>55.750154</c:v>
                </c:pt>
                <c:pt idx="458">
                  <c:v>55.137446</c:v>
                </c:pt>
                <c:pt idx="459">
                  <c:v>54.254872</c:v>
                </c:pt>
                <c:pt idx="460">
                  <c:v>53.197814</c:v>
                </c:pt>
                <c:pt idx="461">
                  <c:v>52.014713</c:v>
                </c:pt>
                <c:pt idx="462">
                  <c:v>51.417337</c:v>
                </c:pt>
                <c:pt idx="463">
                  <c:v>50.885731</c:v>
                </c:pt>
                <c:pt idx="464">
                  <c:v>49.533792</c:v>
                </c:pt>
                <c:pt idx="465">
                  <c:v>48.901606</c:v>
                </c:pt>
                <c:pt idx="466">
                  <c:v>48.547233</c:v>
                </c:pt>
                <c:pt idx="467">
                  <c:v>49.167552</c:v>
                </c:pt>
                <c:pt idx="468">
                  <c:v>48.957101</c:v>
                </c:pt>
                <c:pt idx="469">
                  <c:v>48.923438</c:v>
                </c:pt>
                <c:pt idx="470">
                  <c:v>48.870968</c:v>
                </c:pt>
                <c:pt idx="471">
                  <c:v>47.874908</c:v>
                </c:pt>
                <c:pt idx="472">
                  <c:v>46.722271</c:v>
                </c:pt>
                <c:pt idx="473">
                  <c:v>46.156242</c:v>
                </c:pt>
                <c:pt idx="474">
                  <c:v>46.156242</c:v>
                </c:pt>
                <c:pt idx="475">
                  <c:v>44.710388</c:v>
                </c:pt>
                <c:pt idx="476">
                  <c:v>44.710388</c:v>
                </c:pt>
                <c:pt idx="477">
                  <c:v>44.945819</c:v>
                </c:pt>
                <c:pt idx="478">
                  <c:v>48.349481</c:v>
                </c:pt>
                <c:pt idx="479">
                  <c:v>52.317526</c:v>
                </c:pt>
                <c:pt idx="480">
                  <c:v>56.855742</c:v>
                </c:pt>
                <c:pt idx="481">
                  <c:v>57.990296</c:v>
                </c:pt>
                <c:pt idx="482">
                  <c:v>57.990300</c:v>
                </c:pt>
                <c:pt idx="483">
                  <c:v>60.501581</c:v>
                </c:pt>
                <c:pt idx="484">
                  <c:v>66.174352</c:v>
                </c:pt>
                <c:pt idx="485">
                  <c:v>66.847106</c:v>
                </c:pt>
                <c:pt idx="486">
                  <c:v>69.116219</c:v>
                </c:pt>
                <c:pt idx="487">
                  <c:v>69.116222</c:v>
                </c:pt>
                <c:pt idx="488">
                  <c:v>72.519885</c:v>
                </c:pt>
                <c:pt idx="489">
                  <c:v>72.519889</c:v>
                </c:pt>
                <c:pt idx="490">
                  <c:v>73.654443</c:v>
                </c:pt>
                <c:pt idx="491">
                  <c:v>73.654443</c:v>
                </c:pt>
                <c:pt idx="492">
                  <c:v>73.654443</c:v>
                </c:pt>
                <c:pt idx="493">
                  <c:v>77.058101</c:v>
                </c:pt>
                <c:pt idx="494">
                  <c:v>82.730872</c:v>
                </c:pt>
                <c:pt idx="495">
                  <c:v>83.192675</c:v>
                </c:pt>
                <c:pt idx="496">
                  <c:v>85.461783</c:v>
                </c:pt>
                <c:pt idx="497">
                  <c:v>87.269112</c:v>
                </c:pt>
                <c:pt idx="498">
                  <c:v>88.865446</c:v>
                </c:pt>
                <c:pt idx="499">
                  <c:v>90</c:v>
                </c:pt>
                <c:pt idx="500">
                  <c:v>90</c:v>
                </c:pt>
                <c:pt idx="501">
                  <c:v>90</c:v>
                </c:pt>
                <c:pt idx="502">
                  <c:v>90</c:v>
                </c:pt>
                <c:pt idx="503">
                  <c:v>90</c:v>
                </c:pt>
                <c:pt idx="504">
                  <c:v>90</c:v>
                </c:pt>
                <c:pt idx="505">
                  <c:v>90</c:v>
                </c:pt>
                <c:pt idx="506">
                  <c:v>90</c:v>
                </c:pt>
                <c:pt idx="507">
                  <c:v>90</c:v>
                </c:pt>
                <c:pt idx="508">
                  <c:v>88.838585</c:v>
                </c:pt>
                <c:pt idx="509">
                  <c:v>87.822234</c:v>
                </c:pt>
                <c:pt idx="510">
                  <c:v>87.472400</c:v>
                </c:pt>
                <c:pt idx="511">
                  <c:v>87.188522</c:v>
                </c:pt>
                <c:pt idx="512">
                  <c:v>86.808197</c:v>
                </c:pt>
                <c:pt idx="513">
                  <c:v>85.464555</c:v>
                </c:pt>
                <c:pt idx="514">
                  <c:v>84.450656</c:v>
                </c:pt>
                <c:pt idx="515">
                  <c:v>84.067086</c:v>
                </c:pt>
                <c:pt idx="516">
                  <c:v>83.462466</c:v>
                </c:pt>
                <c:pt idx="517">
                  <c:v>83.031316</c:v>
                </c:pt>
                <c:pt idx="518">
                  <c:v>82.577060</c:v>
                </c:pt>
                <c:pt idx="519">
                  <c:v>81.957620</c:v>
                </c:pt>
                <c:pt idx="520">
                  <c:v>81.932755</c:v>
                </c:pt>
                <c:pt idx="521">
                  <c:v>81.822568</c:v>
                </c:pt>
                <c:pt idx="522">
                  <c:v>81.619389</c:v>
                </c:pt>
                <c:pt idx="523">
                  <c:v>81.619389</c:v>
                </c:pt>
                <c:pt idx="524">
                  <c:v>81.619389</c:v>
                </c:pt>
                <c:pt idx="525">
                  <c:v>81.410647</c:v>
                </c:pt>
                <c:pt idx="526">
                  <c:v>80.914525</c:v>
                </c:pt>
                <c:pt idx="527">
                  <c:v>80.627703</c:v>
                </c:pt>
                <c:pt idx="528">
                  <c:v>79.666188</c:v>
                </c:pt>
                <c:pt idx="529">
                  <c:v>78.812476</c:v>
                </c:pt>
                <c:pt idx="530">
                  <c:v>78.252598</c:v>
                </c:pt>
                <c:pt idx="531">
                  <c:v>77.338146</c:v>
                </c:pt>
                <c:pt idx="532">
                  <c:v>76.756753</c:v>
                </c:pt>
                <c:pt idx="533">
                  <c:v>75.766003</c:v>
                </c:pt>
                <c:pt idx="534">
                  <c:v>74.958170</c:v>
                </c:pt>
                <c:pt idx="535">
                  <c:v>73.866655</c:v>
                </c:pt>
                <c:pt idx="536">
                  <c:v>72.988233</c:v>
                </c:pt>
                <c:pt idx="537">
                  <c:v>72.437296</c:v>
                </c:pt>
                <c:pt idx="538">
                  <c:v>72.180192</c:v>
                </c:pt>
                <c:pt idx="539">
                  <c:v>72.145739</c:v>
                </c:pt>
                <c:pt idx="540">
                  <c:v>71.628945</c:v>
                </c:pt>
                <c:pt idx="541">
                  <c:v>71.112151</c:v>
                </c:pt>
                <c:pt idx="542">
                  <c:v>70.522115</c:v>
                </c:pt>
                <c:pt idx="543">
                  <c:v>69.697177</c:v>
                </c:pt>
                <c:pt idx="544">
                  <c:v>69.078562</c:v>
                </c:pt>
                <c:pt idx="545">
                  <c:v>68.009495</c:v>
                </c:pt>
                <c:pt idx="546">
                  <c:v>67.270017</c:v>
                </c:pt>
                <c:pt idx="547">
                  <c:v>66.971708</c:v>
                </c:pt>
                <c:pt idx="548">
                  <c:v>65.985639</c:v>
                </c:pt>
                <c:pt idx="549">
                  <c:v>65.426758</c:v>
                </c:pt>
                <c:pt idx="550">
                  <c:v>64.428132</c:v>
                </c:pt>
                <c:pt idx="551">
                  <c:v>63.495003</c:v>
                </c:pt>
                <c:pt idx="552">
                  <c:v>63.047125</c:v>
                </c:pt>
                <c:pt idx="553">
                  <c:v>61.970452</c:v>
                </c:pt>
                <c:pt idx="554">
                  <c:v>61.373284</c:v>
                </c:pt>
                <c:pt idx="555">
                  <c:v>60.653714</c:v>
                </c:pt>
                <c:pt idx="556">
                  <c:v>59.906323</c:v>
                </c:pt>
                <c:pt idx="557">
                  <c:v>58.751370</c:v>
                </c:pt>
                <c:pt idx="558">
                  <c:v>58.843333</c:v>
                </c:pt>
                <c:pt idx="559">
                  <c:v>59.666537</c:v>
                </c:pt>
                <c:pt idx="560">
                  <c:v>58.712908</c:v>
                </c:pt>
                <c:pt idx="561">
                  <c:v>58.378640</c:v>
                </c:pt>
                <c:pt idx="562">
                  <c:v>57.432474</c:v>
                </c:pt>
                <c:pt idx="563">
                  <c:v>56.242682</c:v>
                </c:pt>
                <c:pt idx="564">
                  <c:v>55.200598</c:v>
                </c:pt>
                <c:pt idx="565">
                  <c:v>55.549334</c:v>
                </c:pt>
                <c:pt idx="566">
                  <c:v>57.478782</c:v>
                </c:pt>
                <c:pt idx="567">
                  <c:v>56.75094</c:v>
                </c:pt>
                <c:pt idx="568">
                  <c:v>58.208228</c:v>
                </c:pt>
                <c:pt idx="569">
                  <c:v>57.972385</c:v>
                </c:pt>
                <c:pt idx="570">
                  <c:v>57.696238</c:v>
                </c:pt>
                <c:pt idx="571">
                  <c:v>63.369009</c:v>
                </c:pt>
                <c:pt idx="572">
                  <c:v>70.176334</c:v>
                </c:pt>
                <c:pt idx="573">
                  <c:v>71.017651</c:v>
                </c:pt>
                <c:pt idx="574">
                  <c:v>71.017651</c:v>
                </c:pt>
                <c:pt idx="575">
                  <c:v>71.017651</c:v>
                </c:pt>
                <c:pt idx="576">
                  <c:v>73.171484</c:v>
                </c:pt>
                <c:pt idx="577">
                  <c:v>77.709700</c:v>
                </c:pt>
                <c:pt idx="578">
                  <c:v>79.685550</c:v>
                </c:pt>
                <c:pt idx="579">
                  <c:v>84.685562</c:v>
                </c:pt>
                <c:pt idx="580">
                  <c:v>85.461760</c:v>
                </c:pt>
                <c:pt idx="581">
                  <c:v>85.461760</c:v>
                </c:pt>
                <c:pt idx="582">
                  <c:v>86.954674</c:v>
                </c:pt>
                <c:pt idx="583">
                  <c:v>86.954674</c:v>
                </c:pt>
                <c:pt idx="584">
                  <c:v>88.740831</c:v>
                </c:pt>
                <c:pt idx="585">
                  <c:v>89.980108</c:v>
                </c:pt>
                <c:pt idx="586">
                  <c:v>89.999964</c:v>
                </c:pt>
                <c:pt idx="587">
                  <c:v>89.999964</c:v>
                </c:pt>
                <c:pt idx="588">
                  <c:v>89.999964</c:v>
                </c:pt>
                <c:pt idx="589">
                  <c:v>89.999984</c:v>
                </c:pt>
                <c:pt idx="590">
                  <c:v>89.999984</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88.553445</c:v>
                </c:pt>
                <c:pt idx="614">
                  <c:v>88.553445</c:v>
                </c:pt>
                <c:pt idx="615">
                  <c:v>88.553445</c:v>
                </c:pt>
                <c:pt idx="616">
                  <c:v>87.051073</c:v>
                </c:pt>
                <c:pt idx="617">
                  <c:v>86.374011</c:v>
                </c:pt>
                <c:pt idx="618">
                  <c:v>85.696948</c:v>
                </c:pt>
                <c:pt idx="619">
                  <c:v>85.606673</c:v>
                </c:pt>
                <c:pt idx="620">
                  <c:v>85.344685</c:v>
                </c:pt>
                <c:pt idx="621">
                  <c:v>84.689713</c:v>
                </c:pt>
                <c:pt idx="622">
                  <c:v>83.666724</c:v>
                </c:pt>
                <c:pt idx="623">
                  <c:v>82.667206</c:v>
                </c:pt>
                <c:pt idx="624">
                  <c:v>81.858493</c:v>
                </c:pt>
                <c:pt idx="625">
                  <c:v>81.251957</c:v>
                </c:pt>
                <c:pt idx="626">
                  <c:v>80.236065</c:v>
                </c:pt>
                <c:pt idx="627">
                  <c:v>79.177238</c:v>
                </c:pt>
                <c:pt idx="628">
                  <c:v>78.563202</c:v>
                </c:pt>
                <c:pt idx="629">
                  <c:v>77.785424</c:v>
                </c:pt>
                <c:pt idx="630">
                  <c:v>77.171388</c:v>
                </c:pt>
                <c:pt idx="631">
                  <c:v>76.557353</c:v>
                </c:pt>
                <c:pt idx="632">
                  <c:v>76.270803</c:v>
                </c:pt>
                <c:pt idx="633">
                  <c:v>75.882621</c:v>
                </c:pt>
                <c:pt idx="634">
                  <c:v>75.300347</c:v>
                </c:pt>
                <c:pt idx="635">
                  <c:v>74.718073</c:v>
                </c:pt>
                <c:pt idx="636">
                  <c:v>74.329891</c:v>
                </c:pt>
                <c:pt idx="637">
                  <c:v>74.174618</c:v>
                </c:pt>
                <c:pt idx="638">
                  <c:v>73.042168</c:v>
                </c:pt>
                <c:pt idx="639">
                  <c:v>71.870421</c:v>
                </c:pt>
                <c:pt idx="640">
                  <c:v>70.698673</c:v>
                </c:pt>
                <c:pt idx="641">
                  <c:v>70.424065</c:v>
                </c:pt>
                <c:pt idx="642">
                  <c:v>70.121771</c:v>
                </c:pt>
                <c:pt idx="643">
                  <c:v>69.554969</c:v>
                </c:pt>
                <c:pt idx="644">
                  <c:v>68.988167</c:v>
                </c:pt>
                <c:pt idx="645">
                  <c:v>68.459151</c:v>
                </c:pt>
                <c:pt idx="646">
                  <c:v>68.226242</c:v>
                </c:pt>
                <c:pt idx="647">
                  <c:v>67.643968</c:v>
                </c:pt>
                <c:pt idx="648">
                  <c:v>67.061695</c:v>
                </c:pt>
                <c:pt idx="649">
                  <c:v>66.518239</c:v>
                </c:pt>
                <c:pt idx="650">
                  <c:v>66.518239</c:v>
                </c:pt>
                <c:pt idx="651">
                  <c:v>65.650811</c:v>
                </c:pt>
                <c:pt idx="652">
                  <c:v>64.348869</c:v>
                </c:pt>
                <c:pt idx="653">
                  <c:v>63.113408</c:v>
                </c:pt>
                <c:pt idx="654">
                  <c:v>62.689417</c:v>
                </c:pt>
                <c:pt idx="655">
                  <c:v>62.108879</c:v>
                </c:pt>
                <c:pt idx="656">
                  <c:v>61.439026</c:v>
                </c:pt>
                <c:pt idx="657">
                  <c:v>60.769169</c:v>
                </c:pt>
                <c:pt idx="658">
                  <c:v>60.520205</c:v>
                </c:pt>
                <c:pt idx="659">
                  <c:v>59.754055</c:v>
                </c:pt>
                <c:pt idx="660">
                  <c:v>58.987906</c:v>
                </c:pt>
                <c:pt idx="661">
                  <c:v>58.783599</c:v>
                </c:pt>
                <c:pt idx="662">
                  <c:v>58.104282</c:v>
                </c:pt>
                <c:pt idx="663">
                  <c:v>57.376441</c:v>
                </c:pt>
                <c:pt idx="664">
                  <c:v>56.842692</c:v>
                </c:pt>
                <c:pt idx="665">
                  <c:v>56.842692</c:v>
                </c:pt>
                <c:pt idx="666">
                  <c:v>56.600094</c:v>
                </c:pt>
                <c:pt idx="667">
                  <c:v>56.163418</c:v>
                </c:pt>
                <c:pt idx="668">
                  <c:v>55.911953</c:v>
                </c:pt>
                <c:pt idx="669">
                  <c:v>58.366484</c:v>
                </c:pt>
                <c:pt idx="670">
                  <c:v>64.039255</c:v>
                </c:pt>
                <c:pt idx="671">
                  <c:v>66.308363</c:v>
                </c:pt>
                <c:pt idx="672">
                  <c:v>66.308363</c:v>
                </c:pt>
                <c:pt idx="673">
                  <c:v>68.577471</c:v>
                </c:pt>
                <c:pt idx="674">
                  <c:v>73.115688</c:v>
                </c:pt>
                <c:pt idx="675">
                  <c:v>74.271413</c:v>
                </c:pt>
                <c:pt idx="676">
                  <c:v>76.540521</c:v>
                </c:pt>
                <c:pt idx="677">
                  <c:v>77.058105</c:v>
                </c:pt>
                <c:pt idx="678">
                  <c:v>77.730860</c:v>
                </c:pt>
                <c:pt idx="679">
                  <c:v>79.999968</c:v>
                </c:pt>
                <c:pt idx="680">
                  <c:v>79.999968</c:v>
                </c:pt>
                <c:pt idx="681">
                  <c:v>82.269076</c:v>
                </c:pt>
                <c:pt idx="682">
                  <c:v>82.269080</c:v>
                </c:pt>
                <c:pt idx="683">
                  <c:v>83.865430</c:v>
                </c:pt>
                <c:pt idx="684">
                  <c:v>84.999984</c:v>
                </c:pt>
                <c:pt idx="685">
                  <c:v>86.134542</c:v>
                </c:pt>
                <c:pt idx="686">
                  <c:v>87.730892</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35AF-4838-ACA1-B7E0646DD0B2}"/>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77.433000</c:v>
                </c:pt>
                <c:pt idx="6">
                  <c:v>78.869217</c:v>
                </c:pt>
                <c:pt idx="7">
                  <c:v>80</c:v>
                </c:pt>
                <c:pt idx="8">
                  <c:v>80.000008</c:v>
                </c:pt>
                <c:pt idx="9">
                  <c:v>84.538224</c:v>
                </c:pt>
                <c:pt idx="10">
                  <c:v>89.076441</c:v>
                </c:pt>
                <c:pt idx="11">
                  <c:v>89.076441</c:v>
                </c:pt>
                <c:pt idx="12">
                  <c:v>89.076441</c:v>
                </c:pt>
                <c:pt idx="13">
                  <c:v>89.076441</c:v>
                </c:pt>
                <c:pt idx="14">
                  <c:v>89.076441</c:v>
                </c:pt>
                <c:pt idx="15">
                  <c:v>89.076441</c:v>
                </c:pt>
                <c:pt idx="16">
                  <c:v>89.076441</c:v>
                </c:pt>
                <c:pt idx="17">
                  <c:v>90</c:v>
                </c:pt>
                <c:pt idx="18">
                  <c:v>90</c:v>
                </c:pt>
                <c:pt idx="19">
                  <c:v>90</c:v>
                </c:pt>
                <c:pt idx="20">
                  <c:v>90</c:v>
                </c:pt>
                <c:pt idx="21">
                  <c:v>90</c:v>
                </c:pt>
                <c:pt idx="22">
                  <c:v>90</c:v>
                </c:pt>
                <c:pt idx="23">
                  <c:v>90</c:v>
                </c:pt>
                <c:pt idx="24">
                  <c:v>90</c:v>
                </c:pt>
                <c:pt idx="25">
                  <c:v>90</c:v>
                </c:pt>
                <c:pt idx="26">
                  <c:v>90</c:v>
                </c:pt>
                <c:pt idx="27">
                  <c:v>90</c:v>
                </c:pt>
                <c:pt idx="28">
                  <c:v>90</c:v>
                </c:pt>
                <c:pt idx="29">
                  <c:v>88.263890</c:v>
                </c:pt>
                <c:pt idx="30">
                  <c:v>87.188522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89.999961</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89.999961</c:v>
                </c:pt>
                <c:pt idx="141">
                  <c:v>89.999968</c:v>
                </c:pt>
                <c:pt idx="142">
                  <c:v>89.999968</c:v>
                </c:pt>
                <c:pt idx="143">
                  <c:v>89.999968</c:v>
                </c:pt>
                <c:pt idx="144">
                  <c:v>89.999968</c:v>
                </c:pt>
                <c:pt idx="145">
                  <c:v>89.999968</c:v>
                </c:pt>
                <c:pt idx="146">
                  <c:v>89.999968</c:v>
                </c:pt>
                <c:pt idx="147">
                  <c:v>89.999968</c:v>
                </c:pt>
                <c:pt idx="148">
                  <c:v>89.999968</c:v>
                </c:pt>
                <c:pt idx="149">
                  <c:v>89.999968</c:v>
                </c:pt>
                <c:pt idx="150">
                  <c:v>89.999968</c:v>
                </c:pt>
                <c:pt idx="151">
                  <c:v>89.999968</c:v>
                </c:pt>
                <c:pt idx="152">
                  <c:v>89.999968</c:v>
                </c:pt>
                <c:pt idx="153">
                  <c:v>89.999968</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90</c:v>
                </c:pt>
                <c:pt idx="239">
                  <c:v>90</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87.730884</c:v>
                </c:pt>
                <c:pt idx="326">
                  <c:v>87.730892</c:v>
                </c:pt>
                <c:pt idx="327">
                  <c:v>87.730892</c:v>
                </c:pt>
                <c:pt idx="328">
                  <c:v>88.785626</c:v>
                </c:pt>
                <c:pt idx="329">
                  <c:v>89.999968</c:v>
                </c:pt>
                <c:pt idx="330">
                  <c:v>89.999968</c:v>
                </c:pt>
                <c:pt idx="331">
                  <c:v>89.999968</c:v>
                </c:pt>
                <c:pt idx="332">
                  <c:v>89.999968</c:v>
                </c:pt>
                <c:pt idx="333">
                  <c:v>89.999968</c:v>
                </c:pt>
                <c:pt idx="334">
                  <c:v>89.999968</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87.188522</c:v>
                </c:pt>
                <c:pt idx="448">
                  <c:v>87.188522</c:v>
                </c:pt>
                <c:pt idx="449">
                  <c:v>89.999961</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35AF-4838-ACA1-B7E0646DD0B2}"/>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0</c:v>
                </c:pt>
                <c:pt idx="5">
                  <c:v>0</c:v>
                </c:pt>
                <c:pt idx="6">
                  <c:v>0</c:v>
                </c:pt>
                <c:pt idx="7">
                  <c:v>0</c:v>
                </c:pt>
                <c:pt idx="8">
                  <c:v>90</c:v>
                </c:pt>
                <c:pt idx="9">
                  <c:v>90</c:v>
                </c:pt>
                <c:pt idx="10">
                  <c:v>90</c:v>
                </c:pt>
                <c:pt idx="11">
                  <c:v>90</c:v>
                </c:pt>
                <c:pt idx="12">
                  <c:v>150.000200</c:v>
                </c:pt>
                <c:pt idx="13">
                  <c:v>150.000200</c:v>
                </c:pt>
                <c:pt idx="14">
                  <c:v>311.112788</c:v>
                </c:pt>
                <c:pt idx="15">
                  <c:v>311.112788</c:v>
                </c:pt>
                <c:pt idx="16">
                  <c:v>284.167429</c:v>
                </c:pt>
                <c:pt idx="17">
                  <c:v>284.167429</c:v>
                </c:pt>
                <c:pt idx="18">
                  <c:v>150</c:v>
                </c:pt>
                <c:pt idx="19">
                  <c:v>150</c:v>
                </c:pt>
                <c:pt idx="20">
                  <c:v>92.634105</c:v>
                </c:pt>
                <c:pt idx="21">
                  <c:v>92.634105</c:v>
                </c:pt>
                <c:pt idx="22">
                  <c:v>180</c:v>
                </c:pt>
                <c:pt idx="23">
                  <c:v>180</c:v>
                </c:pt>
                <c:pt idx="24">
                  <c:v>120</c:v>
                </c:pt>
                <c:pt idx="25">
                  <c:v>120</c:v>
                </c:pt>
                <c:pt idx="26">
                  <c:v>109.164379</c:v>
                </c:pt>
                <c:pt idx="27">
                  <c:v>109.164379</c:v>
                </c:pt>
                <c:pt idx="28">
                  <c:v>84.778648</c:v>
                </c:pt>
                <c:pt idx="29">
                  <c:v>84.778648</c:v>
                </c:pt>
                <c:pt idx="30">
                  <c:v>224.459005</c:v>
                </c:pt>
                <c:pt idx="31">
                  <c:v>224.459005</c:v>
                </c:pt>
                <c:pt idx="32">
                  <c:v>210.000200</c:v>
                </c:pt>
                <c:pt idx="33">
                  <c:v>210.000200</c:v>
                </c:pt>
                <c:pt idx="34">
                  <c:v>329.999900</c:v>
                </c:pt>
                <c:pt idx="35">
                  <c:v>329.999900</c:v>
                </c:pt>
                <c:pt idx="36">
                  <c:v>180.719457</c:v>
                </c:pt>
                <c:pt idx="37">
                  <c:v>180.719457</c:v>
                </c:pt>
                <c:pt idx="38">
                  <c:v>479.944253</c:v>
                </c:pt>
                <c:pt idx="39">
                  <c:v>479.944253</c:v>
                </c:pt>
                <c:pt idx="40">
                  <c:v>654.657732</c:v>
                </c:pt>
                <c:pt idx="41">
                  <c:v>654.657732</c:v>
                </c:pt>
                <c:pt idx="42">
                  <c:v>690</c:v>
                </c:pt>
                <c:pt idx="43">
                  <c:v>690</c:v>
                </c:pt>
                <c:pt idx="44">
                  <c:v>672.210747</c:v>
                </c:pt>
                <c:pt idx="45">
                  <c:v>672.210747</c:v>
                </c:pt>
                <c:pt idx="46">
                  <c:v>749.999579</c:v>
                </c:pt>
                <c:pt idx="47">
                  <c:v>749.999579</c:v>
                </c:pt>
                <c:pt idx="48">
                  <c:v>621.630032</c:v>
                </c:pt>
                <c:pt idx="49">
                  <c:v>621.630032</c:v>
                </c:pt>
                <c:pt idx="50">
                  <c:v>390</c:v>
                </c:pt>
                <c:pt idx="51">
                  <c:v>390</c:v>
                </c:pt>
                <c:pt idx="52">
                  <c:v>120</c:v>
                </c:pt>
                <c:pt idx="53">
                  <c:v>120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19.465729</c:v>
                </c:pt>
                <c:pt idx="79">
                  <c:v>19.465729</c:v>
                </c:pt>
                <c:pt idx="80">
                  <c:v>0</c:v>
                </c:pt>
                <c:pt idx="81">
                  <c:v>0</c:v>
                </c:pt>
                <c:pt idx="82">
                  <c:v>0</c:v>
                </c:pt>
                <c:pt idx="83">
                  <c:v>0</c:v>
                </c:pt>
                <c:pt idx="84">
                  <c:v>60</c:v>
                </c:pt>
                <c:pt idx="85">
                  <c:v>60</c:v>
                </c:pt>
                <c:pt idx="86">
                  <c:v>0.000200</c:v>
                </c:pt>
                <c:pt idx="87">
                  <c:v>0.000200</c:v>
                </c:pt>
                <c:pt idx="88">
                  <c:v>1E-4</c:v>
                </c:pt>
                <c:pt idx="89">
                  <c:v>1E-4</c:v>
                </c:pt>
                <c:pt idx="90">
                  <c:v>0</c:v>
                </c:pt>
                <c:pt idx="91">
                  <c:v>0</c:v>
                </c:pt>
                <c:pt idx="92">
                  <c:v>0</c:v>
                </c:pt>
                <c:pt idx="93">
                  <c:v>0</c:v>
                </c:pt>
                <c:pt idx="94">
                  <c:v>0</c:v>
                </c:pt>
                <c:pt idx="95">
                  <c:v>0</c:v>
                </c:pt>
                <c:pt idx="96">
                  <c:v>30</c:v>
                </c:pt>
                <c:pt idx="97">
                  <c:v>30</c:v>
                </c:pt>
                <c:pt idx="98">
                  <c:v>0</c:v>
                </c:pt>
                <c:pt idx="99">
                  <c:v>0</c:v>
                </c:pt>
                <c:pt idx="100">
                  <c:v>0</c:v>
                </c:pt>
                <c:pt idx="101">
                  <c:v>0</c:v>
                </c:pt>
                <c:pt idx="102">
                  <c:v>1.005244</c:v>
                </c:pt>
                <c:pt idx="103">
                  <c:v>1.005244</c:v>
                </c:pt>
                <c:pt idx="104">
                  <c:v>60</c:v>
                </c:pt>
                <c:pt idx="105">
                  <c:v>60</c:v>
                </c:pt>
                <c:pt idx="106">
                  <c:v>88.139047</c:v>
                </c:pt>
                <c:pt idx="107">
                  <c:v>88.139047</c:v>
                </c:pt>
                <c:pt idx="108">
                  <c:v>90</c:v>
                </c:pt>
                <c:pt idx="109">
                  <c:v>90</c:v>
                </c:pt>
                <c:pt idx="110">
                  <c:v>0.000200</c:v>
                </c:pt>
                <c:pt idx="111">
                  <c:v>0.000200</c:v>
                </c:pt>
                <c:pt idx="112">
                  <c:v>59.999679</c:v>
                </c:pt>
                <c:pt idx="113">
                  <c:v>59.999679</c:v>
                </c:pt>
                <c:pt idx="114">
                  <c:v>44.071900</c:v>
                </c:pt>
                <c:pt idx="115">
                  <c:v>44.071900</c:v>
                </c:pt>
                <c:pt idx="116">
                  <c:v>0.000421</c:v>
                </c:pt>
                <c:pt idx="117">
                  <c:v>0.000421</c:v>
                </c:pt>
                <c:pt idx="118">
                  <c:v>0</c:v>
                </c:pt>
                <c:pt idx="119">
                  <c:v>0</c:v>
                </c:pt>
                <c:pt idx="120">
                  <c:v>0</c:v>
                </c:pt>
                <c:pt idx="121">
                  <c:v>0</c:v>
                </c:pt>
                <c:pt idx="122">
                  <c:v>0</c:v>
                </c:pt>
                <c:pt idx="123">
                  <c:v>0</c:v>
                </c:pt>
                <c:pt idx="124">
                  <c:v>1E-4</c:v>
                </c:pt>
                <c:pt idx="125">
                  <c:v>1E-4</c:v>
                </c:pt>
                <c:pt idx="126">
                  <c:v>1E-4</c:v>
                </c:pt>
                <c:pt idx="127">
                  <c:v>1E-4</c:v>
                </c:pt>
                <c:pt idx="128">
                  <c:v>90</c:v>
                </c:pt>
                <c:pt idx="129">
                  <c:v>90</c:v>
                </c:pt>
                <c:pt idx="130">
                  <c:v>42.875871</c:v>
                </c:pt>
                <c:pt idx="131">
                  <c:v>42.875871</c:v>
                </c:pt>
                <c:pt idx="132">
                  <c:v>59.334355</c:v>
                </c:pt>
                <c:pt idx="133">
                  <c:v>59.334355</c:v>
                </c:pt>
                <c:pt idx="134">
                  <c:v>0</c:v>
                </c:pt>
                <c:pt idx="135">
                  <c:v>0</c:v>
                </c:pt>
                <c:pt idx="136">
                  <c:v>0</c:v>
                </c:pt>
                <c:pt idx="137">
                  <c:v>0</c:v>
                </c:pt>
                <c:pt idx="138">
                  <c:v>0</c:v>
                </c:pt>
                <c:pt idx="139">
                  <c:v>0</c:v>
                </c:pt>
                <c:pt idx="140">
                  <c:v>0</c:v>
                </c:pt>
                <c:pt idx="141">
                  <c:v>0</c:v>
                </c:pt>
                <c:pt idx="142">
                  <c:v>0</c:v>
                </c:pt>
                <c:pt idx="143">
                  <c:v>0</c:v>
                </c:pt>
                <c:pt idx="144">
                  <c:v>1E-4</c:v>
                </c:pt>
                <c:pt idx="145">
                  <c:v>1E-4</c:v>
                </c:pt>
                <c:pt idx="146">
                  <c:v>90</c:v>
                </c:pt>
                <c:pt idx="147">
                  <c:v>90</c:v>
                </c:pt>
                <c:pt idx="148">
                  <c:v>90</c:v>
                </c:pt>
                <c:pt idx="149">
                  <c:v>90</c:v>
                </c:pt>
                <c:pt idx="150">
                  <c:v>29.956458</c:v>
                </c:pt>
                <c:pt idx="151">
                  <c:v>29.956458</c:v>
                </c:pt>
                <c:pt idx="152">
                  <c:v>1E-4</c:v>
                </c:pt>
                <c:pt idx="153">
                  <c:v>1E-4</c:v>
                </c:pt>
                <c:pt idx="154">
                  <c:v>0</c:v>
                </c:pt>
                <c:pt idx="155">
                  <c:v>0</c:v>
                </c:pt>
                <c:pt idx="156">
                  <c:v>60</c:v>
                </c:pt>
                <c:pt idx="157">
                  <c:v>60</c:v>
                </c:pt>
                <c:pt idx="158">
                  <c:v>90</c:v>
                </c:pt>
                <c:pt idx="159">
                  <c:v>90</c:v>
                </c:pt>
                <c:pt idx="160">
                  <c:v>90</c:v>
                </c:pt>
                <c:pt idx="161">
                  <c:v>90</c:v>
                </c:pt>
                <c:pt idx="162">
                  <c:v>120</c:v>
                </c:pt>
                <c:pt idx="163">
                  <c:v>120</c:v>
                </c:pt>
                <c:pt idx="164">
                  <c:v>60</c:v>
                </c:pt>
                <c:pt idx="165">
                  <c:v>60</c:v>
                </c:pt>
                <c:pt idx="166">
                  <c:v>0</c:v>
                </c:pt>
                <c:pt idx="167">
                  <c:v>0</c:v>
                </c:pt>
                <c:pt idx="168">
                  <c:v>120.000200</c:v>
                </c:pt>
                <c:pt idx="169">
                  <c:v>120.000200</c:v>
                </c:pt>
                <c:pt idx="170">
                  <c:v>180.000200</c:v>
                </c:pt>
                <c:pt idx="171">
                  <c:v>180.000200</c:v>
                </c:pt>
                <c:pt idx="172">
                  <c:v>131.491178</c:v>
                </c:pt>
                <c:pt idx="173">
                  <c:v>131.491178</c:v>
                </c:pt>
                <c:pt idx="174">
                  <c:v>252.210947</c:v>
                </c:pt>
                <c:pt idx="175">
                  <c:v>252.210947</c:v>
                </c:pt>
                <c:pt idx="176">
                  <c:v>270</c:v>
                </c:pt>
                <c:pt idx="177">
                  <c:v>270</c:v>
                </c:pt>
                <c:pt idx="178">
                  <c:v>312.211347</c:v>
                </c:pt>
                <c:pt idx="179">
                  <c:v>312.211347</c:v>
                </c:pt>
                <c:pt idx="180">
                  <c:v>492.210647</c:v>
                </c:pt>
                <c:pt idx="181">
                  <c:v>492.210647</c:v>
                </c:pt>
                <c:pt idx="182">
                  <c:v>630</c:v>
                </c:pt>
                <c:pt idx="183">
                  <c:v>630</c:v>
                </c:pt>
                <c:pt idx="184">
                  <c:v>690</c:v>
                </c:pt>
                <c:pt idx="185">
                  <c:v>690</c:v>
                </c:pt>
                <c:pt idx="186">
                  <c:v>799.208627</c:v>
                </c:pt>
                <c:pt idx="187">
                  <c:v>799.208627</c:v>
                </c:pt>
                <c:pt idx="188">
                  <c:v>810</c:v>
                </c:pt>
                <c:pt idx="189">
                  <c:v>810</c:v>
                </c:pt>
                <c:pt idx="190">
                  <c:v>810</c:v>
                </c:pt>
                <c:pt idx="191">
                  <c:v>810</c:v>
                </c:pt>
                <c:pt idx="192">
                  <c:v>840</c:v>
                </c:pt>
                <c:pt idx="193">
                  <c:v>840</c:v>
                </c:pt>
                <c:pt idx="194">
                  <c:v>900</c:v>
                </c:pt>
                <c:pt idx="195">
                  <c:v>900</c:v>
                </c:pt>
                <c:pt idx="196">
                  <c:v>870</c:v>
                </c:pt>
                <c:pt idx="197">
                  <c:v>870</c:v>
                </c:pt>
                <c:pt idx="198">
                  <c:v>870</c:v>
                </c:pt>
                <c:pt idx="199">
                  <c:v>870</c:v>
                </c:pt>
                <c:pt idx="200">
                  <c:v>870</c:v>
                </c:pt>
                <c:pt idx="201">
                  <c:v>870</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229.738300</c:v>
                </c:pt>
                <c:pt idx="229">
                  <c:v>229.738300</c:v>
                </c:pt>
                <c:pt idx="230">
                  <c:v>240.000300</c:v>
                </c:pt>
                <c:pt idx="231">
                  <c:v>240.000300</c:v>
                </c:pt>
                <c:pt idx="232">
                  <c:v>240.000300</c:v>
                </c:pt>
                <c:pt idx="233">
                  <c:v>240.000300</c:v>
                </c:pt>
                <c:pt idx="234">
                  <c:v>233.212805</c:v>
                </c:pt>
                <c:pt idx="235">
                  <c:v>233.212805</c:v>
                </c:pt>
                <c:pt idx="236">
                  <c:v>240.000421</c:v>
                </c:pt>
                <c:pt idx="237">
                  <c:v>240.000421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16.055297</c:v>
                </c:pt>
                <c:pt idx="271">
                  <c:v>16.055297</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17.631076</c:v>
                </c:pt>
                <c:pt idx="313">
                  <c:v>17.631076</c:v>
                </c:pt>
                <c:pt idx="314">
                  <c:v>60.000100</c:v>
                </c:pt>
                <c:pt idx="315">
                  <c:v>60.000100</c:v>
                </c:pt>
                <c:pt idx="316">
                  <c:v>1E-4</c:v>
                </c:pt>
                <c:pt idx="317">
                  <c:v>1E-4</c:v>
                </c:pt>
                <c:pt idx="318">
                  <c:v>1E-4</c:v>
                </c:pt>
                <c:pt idx="319">
                  <c:v>1E-4</c:v>
                </c:pt>
                <c:pt idx="320">
                  <c:v>0.000421</c:v>
                </c:pt>
                <c:pt idx="321">
                  <c:v>0.000421</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60.000100</c:v>
                </c:pt>
                <c:pt idx="337">
                  <c:v>60.000100</c:v>
                </c:pt>
                <c:pt idx="338">
                  <c:v>61.612726</c:v>
                </c:pt>
                <c:pt idx="339">
                  <c:v>61.612726</c:v>
                </c:pt>
                <c:pt idx="340">
                  <c:v>0</c:v>
                </c:pt>
                <c:pt idx="341">
                  <c:v>0</c:v>
                </c:pt>
                <c:pt idx="342">
                  <c:v>0</c:v>
                </c:pt>
                <c:pt idx="343">
                  <c:v>0</c:v>
                </c:pt>
                <c:pt idx="344">
                  <c:v>60</c:v>
                </c:pt>
                <c:pt idx="345">
                  <c:v>60</c:v>
                </c:pt>
                <c:pt idx="346">
                  <c:v>0</c:v>
                </c:pt>
                <c:pt idx="347">
                  <c:v>0</c:v>
                </c:pt>
                <c:pt idx="348">
                  <c:v>0</c:v>
                </c:pt>
                <c:pt idx="349">
                  <c:v>0</c:v>
                </c:pt>
                <c:pt idx="350">
                  <c:v>0</c:v>
                </c:pt>
                <c:pt idx="351">
                  <c:v>0</c:v>
                </c:pt>
                <c:pt idx="352">
                  <c:v>0.000521</c:v>
                </c:pt>
                <c:pt idx="353">
                  <c:v>0.000521</c:v>
                </c:pt>
                <c:pt idx="354">
                  <c:v>0</c:v>
                </c:pt>
                <c:pt idx="355">
                  <c:v>0</c:v>
                </c:pt>
                <c:pt idx="356">
                  <c:v>0</c:v>
                </c:pt>
                <c:pt idx="357">
                  <c:v>0</c:v>
                </c:pt>
                <c:pt idx="358">
                  <c:v>0</c:v>
                </c:pt>
                <c:pt idx="359">
                  <c:v>0</c:v>
                </c:pt>
                <c:pt idx="360">
                  <c:v>60</c:v>
                </c:pt>
                <c:pt idx="361">
                  <c:v>60</c:v>
                </c:pt>
                <c:pt idx="362">
                  <c:v>60</c:v>
                </c:pt>
                <c:pt idx="363">
                  <c:v>60</c:v>
                </c:pt>
                <c:pt idx="364">
                  <c:v>0</c:v>
                </c:pt>
                <c:pt idx="365">
                  <c:v>0</c:v>
                </c:pt>
                <c:pt idx="366">
                  <c:v>0</c:v>
                </c:pt>
                <c:pt idx="367">
                  <c:v>0</c:v>
                </c:pt>
                <c:pt idx="368">
                  <c:v>60</c:v>
                </c:pt>
                <c:pt idx="369">
                  <c:v>60</c:v>
                </c:pt>
                <c:pt idx="370">
                  <c:v>150</c:v>
                </c:pt>
                <c:pt idx="371">
                  <c:v>150</c:v>
                </c:pt>
                <c:pt idx="372">
                  <c:v>150</c:v>
                </c:pt>
                <c:pt idx="373">
                  <c:v>150</c:v>
                </c:pt>
                <c:pt idx="374">
                  <c:v>120</c:v>
                </c:pt>
                <c:pt idx="375">
                  <c:v>120</c:v>
                </c:pt>
                <c:pt idx="376">
                  <c:v>150.0001</c:v>
                </c:pt>
                <c:pt idx="377">
                  <c:v>150.0001</c:v>
                </c:pt>
                <c:pt idx="378">
                  <c:v>150</c:v>
                </c:pt>
                <c:pt idx="379">
                  <c:v>150</c:v>
                </c:pt>
                <c:pt idx="380">
                  <c:v>90</c:v>
                </c:pt>
                <c:pt idx="381">
                  <c:v>90</c:v>
                </c:pt>
                <c:pt idx="382">
                  <c:v>90</c:v>
                </c:pt>
                <c:pt idx="383">
                  <c:v>90</c:v>
                </c:pt>
                <c:pt idx="384">
                  <c:v>510.000100</c:v>
                </c:pt>
                <c:pt idx="385">
                  <c:v>510.000100</c:v>
                </c:pt>
                <c:pt idx="386">
                  <c:v>590.335602</c:v>
                </c:pt>
                <c:pt idx="387">
                  <c:v>590.335602</c:v>
                </c:pt>
                <c:pt idx="388">
                  <c:v>135.247084</c:v>
                </c:pt>
                <c:pt idx="389">
                  <c:v>135.247084</c:v>
                </c:pt>
                <c:pt idx="390">
                  <c:v>77.794682</c:v>
                </c:pt>
                <c:pt idx="391">
                  <c:v>77.794682</c:v>
                </c:pt>
                <c:pt idx="392">
                  <c:v>510</c:v>
                </c:pt>
                <c:pt idx="393">
                  <c:v>510</c:v>
                </c:pt>
                <c:pt idx="394">
                  <c:v>502.335536</c:v>
                </c:pt>
                <c:pt idx="395">
                  <c:v>502.335536</c:v>
                </c:pt>
                <c:pt idx="396">
                  <c:v>420.000200</c:v>
                </c:pt>
                <c:pt idx="397">
                  <c:v>420.000200</c:v>
                </c:pt>
                <c:pt idx="398">
                  <c:v>450</c:v>
                </c:pt>
                <c:pt idx="399">
                  <c:v>450</c:v>
                </c:pt>
                <c:pt idx="400">
                  <c:v>255.420725</c:v>
                </c:pt>
                <c:pt idx="401">
                  <c:v>255.420725</c:v>
                </c:pt>
                <c:pt idx="402">
                  <c:v>82.974173</c:v>
                </c:pt>
                <c:pt idx="403">
                  <c:v>82.974173</c:v>
                </c:pt>
                <c:pt idx="404">
                  <c:v>127.474662</c:v>
                </c:pt>
                <c:pt idx="405">
                  <c:v>127.474662</c:v>
                </c:pt>
                <c:pt idx="406">
                  <c:v>137.789153</c:v>
                </c:pt>
                <c:pt idx="407">
                  <c:v>137.789153</c:v>
                </c:pt>
                <c:pt idx="408">
                  <c:v>303.250737</c:v>
                </c:pt>
                <c:pt idx="409">
                  <c:v>303.250737</c:v>
                </c:pt>
                <c:pt idx="410">
                  <c:v>616.554410</c:v>
                </c:pt>
                <c:pt idx="411">
                  <c:v>616.554410</c:v>
                </c:pt>
                <c:pt idx="412">
                  <c:v>750</c:v>
                </c:pt>
                <c:pt idx="413">
                  <c:v>750</c:v>
                </c:pt>
                <c:pt idx="414">
                  <c:v>757.314367</c:v>
                </c:pt>
                <c:pt idx="415">
                  <c:v>757.314367</c:v>
                </c:pt>
                <c:pt idx="416">
                  <c:v>545.578005</c:v>
                </c:pt>
                <c:pt idx="417">
                  <c:v>545.578005</c:v>
                </c:pt>
                <c:pt idx="418">
                  <c:v>637.465066</c:v>
                </c:pt>
                <c:pt idx="419">
                  <c:v>637.465066</c:v>
                </c:pt>
                <c:pt idx="420">
                  <c:v>707.395190</c:v>
                </c:pt>
                <c:pt idx="421">
                  <c:v>707.395190</c:v>
                </c:pt>
                <c:pt idx="422">
                  <c:v>627.937520</c:v>
                </c:pt>
                <c:pt idx="423">
                  <c:v>627.937520</c:v>
                </c:pt>
                <c:pt idx="424">
                  <c:v>737.788953</c:v>
                </c:pt>
                <c:pt idx="425">
                  <c:v>737.788953</c:v>
                </c:pt>
                <c:pt idx="426">
                  <c:v>564.422095</c:v>
                </c:pt>
                <c:pt idx="427">
                  <c:v>564.422095</c:v>
                </c:pt>
                <c:pt idx="428">
                  <c:v>383.792552</c:v>
                </c:pt>
                <c:pt idx="429">
                  <c:v>383.792552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16.054576</c:v>
                </c:pt>
                <c:pt idx="497">
                  <c:v>16.054576</c:v>
                </c:pt>
                <c:pt idx="498">
                  <c:v>60</c:v>
                </c:pt>
                <c:pt idx="499">
                  <c:v>60</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0.000521</c:v>
                </c:pt>
                <c:pt idx="513">
                  <c:v>0.000521</c:v>
                </c:pt>
                <c:pt idx="514">
                  <c:v>0</c:v>
                </c:pt>
                <c:pt idx="515">
                  <c:v>0</c:v>
                </c:pt>
                <c:pt idx="516">
                  <c:v>0</c:v>
                </c:pt>
                <c:pt idx="517">
                  <c:v>0</c:v>
                </c:pt>
                <c:pt idx="518">
                  <c:v>0</c:v>
                </c:pt>
                <c:pt idx="519">
                  <c:v>0</c:v>
                </c:pt>
                <c:pt idx="520">
                  <c:v>0</c:v>
                </c:pt>
                <c:pt idx="521">
                  <c:v>0</c:v>
                </c:pt>
                <c:pt idx="522">
                  <c:v>42.182000</c:v>
                </c:pt>
                <c:pt idx="523">
                  <c:v>42.182000</c:v>
                </c:pt>
                <c:pt idx="524">
                  <c:v>21.068000</c:v>
                </c:pt>
                <c:pt idx="525">
                  <c:v>21.068000</c:v>
                </c:pt>
                <c:pt idx="526">
                  <c:v>4.046000</c:v>
                </c:pt>
                <c:pt idx="527">
                  <c:v>4.046000</c:v>
                </c:pt>
                <c:pt idx="528">
                  <c:v>30</c:v>
                </c:pt>
                <c:pt idx="529">
                  <c:v>30</c:v>
                </c:pt>
                <c:pt idx="530">
                  <c:v>0</c:v>
                </c:pt>
                <c:pt idx="531">
                  <c:v>0</c:v>
                </c:pt>
                <c:pt idx="532">
                  <c:v>0</c:v>
                </c:pt>
                <c:pt idx="533">
                  <c:v>0</c:v>
                </c:pt>
                <c:pt idx="534">
                  <c:v>30</c:v>
                </c:pt>
                <c:pt idx="535">
                  <c:v>30</c:v>
                </c:pt>
                <c:pt idx="536">
                  <c:v>30</c:v>
                </c:pt>
                <c:pt idx="537">
                  <c:v>30</c:v>
                </c:pt>
                <c:pt idx="538">
                  <c:v>0</c:v>
                </c:pt>
                <c:pt idx="539">
                  <c:v>0</c:v>
                </c:pt>
                <c:pt idx="540">
                  <c:v>0</c:v>
                </c:pt>
                <c:pt idx="541">
                  <c:v>0</c:v>
                </c:pt>
                <c:pt idx="542">
                  <c:v>60</c:v>
                </c:pt>
                <c:pt idx="543">
                  <c:v>60</c:v>
                </c:pt>
                <c:pt idx="544">
                  <c:v>17.134550</c:v>
                </c:pt>
                <c:pt idx="545">
                  <c:v>17.134550</c:v>
                </c:pt>
                <c:pt idx="546">
                  <c:v>17.134550</c:v>
                </c:pt>
                <c:pt idx="547">
                  <c:v>17.134550</c:v>
                </c:pt>
                <c:pt idx="548">
                  <c:v>0</c:v>
                </c:pt>
                <c:pt idx="549">
                  <c:v>0</c:v>
                </c:pt>
                <c:pt idx="550">
                  <c:v>0</c:v>
                </c:pt>
                <c:pt idx="551">
                  <c:v>0</c:v>
                </c:pt>
                <c:pt idx="552">
                  <c:v>0</c:v>
                </c:pt>
                <c:pt idx="553">
                  <c:v>0</c:v>
                </c:pt>
                <c:pt idx="554">
                  <c:v>0</c:v>
                </c:pt>
                <c:pt idx="555">
                  <c:v>0</c:v>
                </c:pt>
                <c:pt idx="556">
                  <c:v>60</c:v>
                </c:pt>
                <c:pt idx="557">
                  <c:v>60</c:v>
                </c:pt>
                <c:pt idx="558">
                  <c:v>1E-4</c:v>
                </c:pt>
                <c:pt idx="559">
                  <c:v>1E-4</c:v>
                </c:pt>
                <c:pt idx="560">
                  <c:v>120</c:v>
                </c:pt>
                <c:pt idx="561">
                  <c:v>120</c:v>
                </c:pt>
                <c:pt idx="562">
                  <c:v>51.105138</c:v>
                </c:pt>
                <c:pt idx="563">
                  <c:v>51.105138</c:v>
                </c:pt>
                <c:pt idx="564">
                  <c:v>0</c:v>
                </c:pt>
                <c:pt idx="565">
                  <c:v>0</c:v>
                </c:pt>
                <c:pt idx="566">
                  <c:v>90</c:v>
                </c:pt>
                <c:pt idx="567">
                  <c:v>90</c:v>
                </c:pt>
                <c:pt idx="568">
                  <c:v>169.675493</c:v>
                </c:pt>
                <c:pt idx="569">
                  <c:v>169.675493</c:v>
                </c:pt>
                <c:pt idx="570">
                  <c:v>90</c:v>
                </c:pt>
                <c:pt idx="571">
                  <c:v>90</c:v>
                </c:pt>
                <c:pt idx="572">
                  <c:v>167.097805</c:v>
                </c:pt>
                <c:pt idx="573">
                  <c:v>167.097805</c:v>
                </c:pt>
                <c:pt idx="574">
                  <c:v>270</c:v>
                </c:pt>
                <c:pt idx="575">
                  <c:v>270</c:v>
                </c:pt>
                <c:pt idx="576">
                  <c:v>423.636992</c:v>
                </c:pt>
                <c:pt idx="577">
                  <c:v>423.636992</c:v>
                </c:pt>
                <c:pt idx="578">
                  <c:v>496.246255</c:v>
                </c:pt>
                <c:pt idx="579">
                  <c:v>496.246255</c:v>
                </c:pt>
                <c:pt idx="580">
                  <c:v>450.000100</c:v>
                </c:pt>
                <c:pt idx="581">
                  <c:v>450.000100</c:v>
                </c:pt>
                <c:pt idx="582">
                  <c:v>582.210526</c:v>
                </c:pt>
                <c:pt idx="583">
                  <c:v>582.210526</c:v>
                </c:pt>
                <c:pt idx="584">
                  <c:v>544.949384</c:v>
                </c:pt>
                <c:pt idx="585">
                  <c:v>544.949384</c:v>
                </c:pt>
                <c:pt idx="586">
                  <c:v>609.275789</c:v>
                </c:pt>
                <c:pt idx="587">
                  <c:v>609.275789</c:v>
                </c:pt>
                <c:pt idx="588">
                  <c:v>526.795357</c:v>
                </c:pt>
                <c:pt idx="589">
                  <c:v>526.795357</c:v>
                </c:pt>
                <c:pt idx="590">
                  <c:v>786.914504</c:v>
                </c:pt>
                <c:pt idx="591">
                  <c:v>786.914504</c:v>
                </c:pt>
                <c:pt idx="592">
                  <c:v>472.449014</c:v>
                </c:pt>
                <c:pt idx="593">
                  <c:v>472.449014</c:v>
                </c:pt>
                <c:pt idx="594">
                  <c:v>330.000100</c:v>
                </c:pt>
                <c:pt idx="595">
                  <c:v>330.000100</c:v>
                </c:pt>
                <c:pt idx="596">
                  <c:v>46.630539</c:v>
                </c:pt>
                <c:pt idx="597">
                  <c:v>46.630539</c:v>
                </c:pt>
                <c:pt idx="598">
                  <c:v>176.549300</c:v>
                </c:pt>
                <c:pt idx="599">
                  <c:v>176.549300</c:v>
                </c:pt>
                <c:pt idx="600">
                  <c:v>453.017829</c:v>
                </c:pt>
                <c:pt idx="601">
                  <c:v>453.017829</c:v>
                </c:pt>
                <c:pt idx="602">
                  <c:v>449.999379</c:v>
                </c:pt>
                <c:pt idx="603">
                  <c:v>449.999379</c:v>
                </c:pt>
                <c:pt idx="604">
                  <c:v>530.430836</c:v>
                </c:pt>
                <c:pt idx="605">
                  <c:v>530.430836</c:v>
                </c:pt>
                <c:pt idx="606">
                  <c:v>414.421574</c:v>
                </c:pt>
                <c:pt idx="607">
                  <c:v>414.421574</c:v>
                </c:pt>
                <c:pt idx="608">
                  <c:v>432.211247</c:v>
                </c:pt>
                <c:pt idx="609">
                  <c:v>432.211247</c:v>
                </c:pt>
                <c:pt idx="610">
                  <c:v>459.062195</c:v>
                </c:pt>
                <c:pt idx="611">
                  <c:v>459.062195</c:v>
                </c:pt>
                <c:pt idx="612">
                  <c:v>642.211047</c:v>
                </c:pt>
                <c:pt idx="613">
                  <c:v>642.211047</c:v>
                </c:pt>
                <c:pt idx="614">
                  <c:v>642.211468</c:v>
                </c:pt>
                <c:pt idx="615">
                  <c:v>642.211468</c:v>
                </c:pt>
                <c:pt idx="616">
                  <c:v>432.210526</c:v>
                </c:pt>
                <c:pt idx="617">
                  <c:v>432.210526</c:v>
                </c:pt>
                <c:pt idx="618">
                  <c:v>294.422095</c:v>
                </c:pt>
                <c:pt idx="619">
                  <c:v>294.422095</c:v>
                </c:pt>
                <c:pt idx="620">
                  <c:v>299.999900</c:v>
                </c:pt>
                <c:pt idx="621">
                  <c:v>299.999900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16.054759</c:v>
                </c:pt>
                <c:pt idx="713">
                  <c:v>16.054759</c:v>
                </c:pt>
                <c:pt idx="714">
                  <c:v>1E-4</c:v>
                </c:pt>
                <c:pt idx="715">
                  <c:v>1E-4</c:v>
                </c:pt>
                <c:pt idx="716">
                  <c:v>1E-4</c:v>
                </c:pt>
                <c:pt idx="717">
                  <c:v>1E-4</c:v>
                </c:pt>
                <c:pt idx="718">
                  <c:v>1E-4</c:v>
                </c:pt>
                <c:pt idx="719">
                  <c:v>1E-4</c:v>
                </c:pt>
                <c:pt idx="720">
                  <c:v>0</c:v>
                </c:pt>
                <c:pt idx="721">
                  <c:v>0</c:v>
                </c:pt>
                <c:pt idx="722">
                  <c:v>0</c:v>
                </c:pt>
                <c:pt idx="723">
                  <c:v>0</c:v>
                </c:pt>
                <c:pt idx="724">
                  <c:v>1E-4</c:v>
                </c:pt>
                <c:pt idx="725">
                  <c:v>1E-4</c:v>
                </c:pt>
                <c:pt idx="726">
                  <c:v>0</c:v>
                </c:pt>
                <c:pt idx="727">
                  <c:v>0</c:v>
                </c:pt>
                <c:pt idx="728">
                  <c:v>0</c:v>
                </c:pt>
                <c:pt idx="729">
                  <c:v>0</c:v>
                </c:pt>
                <c:pt idx="730">
                  <c:v>0</c:v>
                </c:pt>
                <c:pt idx="731">
                  <c:v>0</c:v>
                </c:pt>
                <c:pt idx="732">
                  <c:v>0</c:v>
                </c:pt>
                <c:pt idx="733">
                  <c:v>0</c:v>
                </c:pt>
                <c:pt idx="734">
                  <c:v>0</c:v>
                </c:pt>
                <c:pt idx="735">
                  <c:v>0</c:v>
                </c:pt>
                <c:pt idx="736">
                  <c:v>60</c:v>
                </c:pt>
                <c:pt idx="737">
                  <c:v>60</c:v>
                </c:pt>
                <c:pt idx="738">
                  <c:v>60</c:v>
                </c:pt>
                <c:pt idx="739">
                  <c:v>60</c:v>
                </c:pt>
                <c:pt idx="740">
                  <c:v>0</c:v>
                </c:pt>
                <c:pt idx="741">
                  <c:v>0</c:v>
                </c:pt>
                <c:pt idx="742">
                  <c:v>0</c:v>
                </c:pt>
                <c:pt idx="743">
                  <c:v>0</c:v>
                </c:pt>
                <c:pt idx="744">
                  <c:v>57.551466</c:v>
                </c:pt>
                <c:pt idx="745">
                  <c:v>57.551466</c:v>
                </c:pt>
                <c:pt idx="746">
                  <c:v>0</c:v>
                </c:pt>
                <c:pt idx="747">
                  <c:v>0</c:v>
                </c:pt>
                <c:pt idx="748">
                  <c:v>0</c:v>
                </c:pt>
                <c:pt idx="749">
                  <c:v>0</c:v>
                </c:pt>
                <c:pt idx="750">
                  <c:v>0</c:v>
                </c:pt>
                <c:pt idx="751">
                  <c:v>0</c:v>
                </c:pt>
                <c:pt idx="752">
                  <c:v>210</c:v>
                </c:pt>
                <c:pt idx="753">
                  <c:v>210</c:v>
                </c:pt>
                <c:pt idx="754">
                  <c:v>179.213881</c:v>
                </c:pt>
                <c:pt idx="755">
                  <c:v>179.213881</c:v>
                </c:pt>
                <c:pt idx="756">
                  <c:v>7.159808</c:v>
                </c:pt>
                <c:pt idx="757">
                  <c:v>7.159808</c:v>
                </c:pt>
                <c:pt idx="758">
                  <c:v>30</c:v>
                </c:pt>
                <c:pt idx="759">
                  <c:v>30</c:v>
                </c:pt>
                <c:pt idx="760">
                  <c:v>150.0001</c:v>
                </c:pt>
                <c:pt idx="761">
                  <c:v>150.0001</c:v>
                </c:pt>
                <c:pt idx="762">
                  <c:v>330</c:v>
                </c:pt>
                <c:pt idx="763">
                  <c:v>330</c:v>
                </c:pt>
                <c:pt idx="764">
                  <c:v>156.360051</c:v>
                </c:pt>
                <c:pt idx="765">
                  <c:v>156.360051</c:v>
                </c:pt>
                <c:pt idx="766">
                  <c:v>270</c:v>
                </c:pt>
                <c:pt idx="767">
                  <c:v>270</c:v>
                </c:pt>
                <c:pt idx="768">
                  <c:v>407.766766</c:v>
                </c:pt>
                <c:pt idx="769">
                  <c:v>407.766766</c:v>
                </c:pt>
                <c:pt idx="770">
                  <c:v>502.710113</c:v>
                </c:pt>
                <c:pt idx="771">
                  <c:v>502.710113</c:v>
                </c:pt>
                <c:pt idx="772">
                  <c:v>395.761911</c:v>
                </c:pt>
                <c:pt idx="773">
                  <c:v>395.761911</c:v>
                </c:pt>
                <c:pt idx="774">
                  <c:v>270.000100</c:v>
                </c:pt>
                <c:pt idx="775">
                  <c:v>270.000100</c:v>
                </c:pt>
                <c:pt idx="776">
                  <c:v>353.468392</c:v>
                </c:pt>
                <c:pt idx="777">
                  <c:v>353.468392</c:v>
                </c:pt>
                <c:pt idx="778">
                  <c:v>538.266244</c:v>
                </c:pt>
                <c:pt idx="779">
                  <c:v>538.266244</c:v>
                </c:pt>
                <c:pt idx="780">
                  <c:v>346.054776</c:v>
                </c:pt>
                <c:pt idx="781">
                  <c:v>346.054776</c:v>
                </c:pt>
                <c:pt idx="782">
                  <c:v>270.559673</c:v>
                </c:pt>
                <c:pt idx="783">
                  <c:v>270.559673</c:v>
                </c:pt>
                <c:pt idx="784">
                  <c:v>539.999900</c:v>
                </c:pt>
                <c:pt idx="785">
                  <c:v>539.999900</c:v>
                </c:pt>
                <c:pt idx="786">
                  <c:v>690.000100</c:v>
                </c:pt>
                <c:pt idx="787">
                  <c:v>690.000100</c:v>
                </c:pt>
                <c:pt idx="788">
                  <c:v>660</c:v>
                </c:pt>
                <c:pt idx="789">
                  <c:v>660</c:v>
                </c:pt>
                <c:pt idx="790">
                  <c:v>384.373394</c:v>
                </c:pt>
                <c:pt idx="791">
                  <c:v>384.373394</c:v>
                </c:pt>
                <c:pt idx="792">
                  <c:v>510.000621</c:v>
                </c:pt>
                <c:pt idx="793">
                  <c:v>510.000621</c:v>
                </c:pt>
                <c:pt idx="794">
                  <c:v>330</c:v>
                </c:pt>
                <c:pt idx="795">
                  <c:v>330</c:v>
                </c:pt>
                <c:pt idx="796">
                  <c:v>410.933928</c:v>
                </c:pt>
                <c:pt idx="797">
                  <c:v>410.933928</c:v>
                </c:pt>
                <c:pt idx="798">
                  <c:v>396.935341</c:v>
                </c:pt>
                <c:pt idx="799">
                  <c:v>396.935341</c:v>
                </c:pt>
                <c:pt idx="800">
                  <c:v>461.37257</c:v>
                </c:pt>
                <c:pt idx="801">
                  <c:v>461.37257</c:v>
                </c:pt>
                <c:pt idx="802">
                  <c:v>509.999879</c:v>
                </c:pt>
                <c:pt idx="803">
                  <c:v>509.999879</c:v>
                </c:pt>
                <c:pt idx="804">
                  <c:v>620.098952</c:v>
                </c:pt>
                <c:pt idx="805">
                  <c:v>620.098952</c:v>
                </c:pt>
                <c:pt idx="806">
                  <c:v>431.149368</c:v>
                </c:pt>
                <c:pt idx="807">
                  <c:v>431.149368</c:v>
                </c:pt>
                <c:pt idx="808">
                  <c:v>635.578205</c:v>
                </c:pt>
                <c:pt idx="809">
                  <c:v>635.578205</c:v>
                </c:pt>
                <c:pt idx="810">
                  <c:v>646.245634</c:v>
                </c:pt>
                <c:pt idx="811">
                  <c:v>646.245634</c:v>
                </c:pt>
                <c:pt idx="812">
                  <c:v>401.581605</c:v>
                </c:pt>
                <c:pt idx="813">
                  <c:v>401.581605</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0.000200</c:v>
                </c:pt>
                <c:pt idx="865">
                  <c:v>0.000200</c:v>
                </c:pt>
                <c:pt idx="866">
                  <c:v>120</c:v>
                </c:pt>
                <c:pt idx="867">
                  <c:v>120</c:v>
                </c:pt>
                <c:pt idx="868">
                  <c:v>0.000200</c:v>
                </c:pt>
                <c:pt idx="869">
                  <c:v>0.000200</c:v>
                </c:pt>
                <c:pt idx="870">
                  <c:v>0.000200</c:v>
                </c:pt>
                <c:pt idx="871">
                  <c:v>0.000200</c:v>
                </c:pt>
                <c:pt idx="872">
                  <c:v>0</c:v>
                </c:pt>
                <c:pt idx="873">
                  <c:v>0</c:v>
                </c:pt>
                <c:pt idx="874">
                  <c:v>1E-4</c:v>
                </c:pt>
                <c:pt idx="875">
                  <c:v>1E-4</c:v>
                </c:pt>
                <c:pt idx="876">
                  <c:v>17.002034</c:v>
                </c:pt>
                <c:pt idx="877">
                  <c:v>17.002034</c:v>
                </c:pt>
                <c:pt idx="878">
                  <c:v>1E-4</c:v>
                </c:pt>
                <c:pt idx="879">
                  <c:v>1E-4</c:v>
                </c:pt>
                <c:pt idx="880">
                  <c:v>47.134350</c:v>
                </c:pt>
                <c:pt idx="881">
                  <c:v>47.134350</c:v>
                </c:pt>
                <c:pt idx="882">
                  <c:v>46.053897</c:v>
                </c:pt>
                <c:pt idx="883">
                  <c:v>46.053897</c:v>
                </c:pt>
                <c:pt idx="884">
                  <c:v>1E-4</c:v>
                </c:pt>
                <c:pt idx="885">
                  <c:v>1E-4</c:v>
                </c:pt>
                <c:pt idx="886">
                  <c:v>1E-4</c:v>
                </c:pt>
                <c:pt idx="887">
                  <c:v>1E-4</c:v>
                </c:pt>
                <c:pt idx="888">
                  <c:v>0.000500</c:v>
                </c:pt>
                <c:pt idx="889">
                  <c:v>0.000500</c:v>
                </c:pt>
                <c:pt idx="890">
                  <c:v>1E-4</c:v>
                </c:pt>
                <c:pt idx="891">
                  <c:v>1E-4</c:v>
                </c:pt>
                <c:pt idx="892">
                  <c:v>1E-4</c:v>
                </c:pt>
                <c:pt idx="893">
                  <c:v>1E-4</c:v>
                </c:pt>
                <c:pt idx="894">
                  <c:v>90</c:v>
                </c:pt>
                <c:pt idx="895">
                  <c:v>90</c:v>
                </c:pt>
                <c:pt idx="896">
                  <c:v>30.0001</c:v>
                </c:pt>
                <c:pt idx="897">
                  <c:v>30.0001</c:v>
                </c:pt>
                <c:pt idx="898">
                  <c:v>0</c:v>
                </c:pt>
                <c:pt idx="899">
                  <c:v>0</c:v>
                </c:pt>
                <c:pt idx="900">
                  <c:v>16.055197</c:v>
                </c:pt>
                <c:pt idx="901">
                  <c:v>16.055197</c:v>
                </c:pt>
                <c:pt idx="902">
                  <c:v>65.244706</c:v>
                </c:pt>
                <c:pt idx="903">
                  <c:v>65.244706</c:v>
                </c:pt>
                <c:pt idx="904">
                  <c:v>31.743976</c:v>
                </c:pt>
                <c:pt idx="905">
                  <c:v>31.743976</c:v>
                </c:pt>
                <c:pt idx="906">
                  <c:v>44.312000</c:v>
                </c:pt>
                <c:pt idx="907">
                  <c:v>44.312000</c:v>
                </c:pt>
                <c:pt idx="908">
                  <c:v>17.655421</c:v>
                </c:pt>
                <c:pt idx="909">
                  <c:v>17.655421</c:v>
                </c:pt>
                <c:pt idx="910">
                  <c:v>5.366000</c:v>
                </c:pt>
                <c:pt idx="911">
                  <c:v>5.366000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60</c:v>
                </c:pt>
                <c:pt idx="931">
                  <c:v>60</c:v>
                </c:pt>
                <c:pt idx="932">
                  <c:v>90</c:v>
                </c:pt>
                <c:pt idx="933">
                  <c:v>90</c:v>
                </c:pt>
                <c:pt idx="934">
                  <c:v>90</c:v>
                </c:pt>
                <c:pt idx="935">
                  <c:v>90</c:v>
                </c:pt>
                <c:pt idx="936">
                  <c:v>90</c:v>
                </c:pt>
                <c:pt idx="937">
                  <c:v>90</c:v>
                </c:pt>
                <c:pt idx="938">
                  <c:v>150</c:v>
                </c:pt>
                <c:pt idx="939">
                  <c:v>150</c:v>
                </c:pt>
                <c:pt idx="940">
                  <c:v>172.305279</c:v>
                </c:pt>
                <c:pt idx="941">
                  <c:v>172.305279</c:v>
                </c:pt>
                <c:pt idx="942">
                  <c:v>137.134450</c:v>
                </c:pt>
                <c:pt idx="943">
                  <c:v>137.134450</c:v>
                </c:pt>
                <c:pt idx="944">
                  <c:v>59.999779</c:v>
                </c:pt>
                <c:pt idx="945">
                  <c:v>59.999779</c:v>
                </c:pt>
                <c:pt idx="946">
                  <c:v>120</c:v>
                </c:pt>
                <c:pt idx="947">
                  <c:v>120</c:v>
                </c:pt>
                <c:pt idx="948">
                  <c:v>300.000421</c:v>
                </c:pt>
                <c:pt idx="949">
                  <c:v>300.000421</c:v>
                </c:pt>
                <c:pt idx="950">
                  <c:v>380.946428</c:v>
                </c:pt>
                <c:pt idx="951">
                  <c:v>380.946428</c:v>
                </c:pt>
                <c:pt idx="952">
                  <c:v>270.000100</c:v>
                </c:pt>
                <c:pt idx="953">
                  <c:v>270.000100</c:v>
                </c:pt>
                <c:pt idx="954">
                  <c:v>390</c:v>
                </c:pt>
                <c:pt idx="955">
                  <c:v>390</c:v>
                </c:pt>
                <c:pt idx="956">
                  <c:v>510.000100</c:v>
                </c:pt>
                <c:pt idx="957">
                  <c:v>510.000100</c:v>
                </c:pt>
                <c:pt idx="958">
                  <c:v>420</c:v>
                </c:pt>
                <c:pt idx="959">
                  <c:v>420</c:v>
                </c:pt>
                <c:pt idx="960">
                  <c:v>270.000200</c:v>
                </c:pt>
                <c:pt idx="961">
                  <c:v>270.000200</c:v>
                </c:pt>
                <c:pt idx="962">
                  <c:v>257.410526</c:v>
                </c:pt>
                <c:pt idx="963">
                  <c:v>257.410526</c:v>
                </c:pt>
                <c:pt idx="964">
                  <c:v>270.000721</c:v>
                </c:pt>
                <c:pt idx="965">
                  <c:v>270.000721</c:v>
                </c:pt>
                <c:pt idx="966">
                  <c:v>360.000100</c:v>
                </c:pt>
                <c:pt idx="967">
                  <c:v>360.000100</c:v>
                </c:pt>
                <c:pt idx="968">
                  <c:v>688.393270</c:v>
                </c:pt>
                <c:pt idx="969">
                  <c:v>688.393270</c:v>
                </c:pt>
                <c:pt idx="970">
                  <c:v>758.684725</c:v>
                </c:pt>
                <c:pt idx="971">
                  <c:v>758.684725</c:v>
                </c:pt>
                <c:pt idx="972">
                  <c:v>570.000200</c:v>
                </c:pt>
                <c:pt idx="973">
                  <c:v>570.000200</c:v>
                </c:pt>
                <c:pt idx="974">
                  <c:v>435.898320</c:v>
                </c:pt>
                <c:pt idx="975">
                  <c:v>435.898320</c:v>
                </c:pt>
                <c:pt idx="976">
                  <c:v>570.000200</c:v>
                </c:pt>
                <c:pt idx="977">
                  <c:v>570.000200</c:v>
                </c:pt>
                <c:pt idx="978">
                  <c:v>605.013246</c:v>
                </c:pt>
                <c:pt idx="979">
                  <c:v>605.013246</c:v>
                </c:pt>
                <c:pt idx="980">
                  <c:v>623.961979</c:v>
                </c:pt>
                <c:pt idx="981">
                  <c:v>623.961979</c:v>
                </c:pt>
                <c:pt idx="982">
                  <c:v>274.568777</c:v>
                </c:pt>
                <c:pt idx="983">
                  <c:v>274.568777</c:v>
                </c:pt>
                <c:pt idx="984">
                  <c:v>300.000300</c:v>
                </c:pt>
                <c:pt idx="985">
                  <c:v>300.000300</c:v>
                </c:pt>
                <c:pt idx="986">
                  <c:v>282.210626</c:v>
                </c:pt>
                <c:pt idx="987">
                  <c:v>282.210626</c:v>
                </c:pt>
                <c:pt idx="988">
                  <c:v>188.812221</c:v>
                </c:pt>
                <c:pt idx="989">
                  <c:v>188.812221</c:v>
                </c:pt>
                <c:pt idx="990">
                  <c:v>126.994623</c:v>
                </c:pt>
                <c:pt idx="991">
                  <c:v>126.994623</c:v>
                </c:pt>
                <c:pt idx="992">
                  <c:v>450.000842</c:v>
                </c:pt>
                <c:pt idx="993">
                  <c:v>450.000842</c:v>
                </c:pt>
                <c:pt idx="994">
                  <c:v>354.420711</c:v>
                </c:pt>
                <c:pt idx="995">
                  <c:v>354.420711</c:v>
                </c:pt>
                <c:pt idx="996">
                  <c:v>360</c:v>
                </c:pt>
                <c:pt idx="997">
                  <c:v>360</c:v>
                </c:pt>
                <c:pt idx="998">
                  <c:v>60</c:v>
                </c:pt>
                <c:pt idx="999">
                  <c:v>60</c:v>
                </c:pt>
                <c:pt idx="1000">
                  <c:v>236.239989</c:v>
                </c:pt>
                <c:pt idx="1001">
                  <c:v>236.239989</c:v>
                </c:pt>
                <c:pt idx="1002">
                  <c:v>200.074000</c:v>
                </c:pt>
                <c:pt idx="1003">
                  <c:v>200.074000</c:v>
                </c:pt>
                <c:pt idx="1004">
                  <c:v>210.594000</c:v>
                </c:pt>
                <c:pt idx="1005">
                  <c:v>210.594000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60</c:v>
                </c:pt>
                <c:pt idx="1137">
                  <c:v>60</c:v>
                </c:pt>
                <c:pt idx="1138">
                  <c:v>0</c:v>
                </c:pt>
                <c:pt idx="1139">
                  <c:v>0</c:v>
                </c:pt>
                <c:pt idx="1140">
                  <c:v>0</c:v>
                </c:pt>
                <c:pt idx="1141">
                  <c:v>0</c:v>
                </c:pt>
                <c:pt idx="1142">
                  <c:v>0</c:v>
                </c:pt>
                <c:pt idx="1143">
                  <c:v>0</c:v>
                </c:pt>
                <c:pt idx="1144">
                  <c:v>106.054876</c:v>
                </c:pt>
                <c:pt idx="1145">
                  <c:v>106.054876</c:v>
                </c:pt>
                <c:pt idx="1146">
                  <c:v>180</c:v>
                </c:pt>
                <c:pt idx="1147">
                  <c:v>180</c:v>
                </c:pt>
                <c:pt idx="1148">
                  <c:v>150.0001</c:v>
                </c:pt>
                <c:pt idx="1149">
                  <c:v>150.0001</c:v>
                </c:pt>
                <c:pt idx="1150">
                  <c:v>120</c:v>
                </c:pt>
                <c:pt idx="1151">
                  <c:v>120</c:v>
                </c:pt>
                <c:pt idx="1152">
                  <c:v>311.215676</c:v>
                </c:pt>
                <c:pt idx="1153">
                  <c:v>311.215676</c:v>
                </c:pt>
                <c:pt idx="1154">
                  <c:v>270.000200</c:v>
                </c:pt>
                <c:pt idx="1155">
                  <c:v>270.000200</c:v>
                </c:pt>
                <c:pt idx="1156">
                  <c:v>90</c:v>
                </c:pt>
                <c:pt idx="1157">
                  <c:v>90</c:v>
                </c:pt>
                <c:pt idx="1158">
                  <c:v>30.0001</c:v>
                </c:pt>
                <c:pt idx="1159">
                  <c:v>30.0001</c:v>
                </c:pt>
                <c:pt idx="1160">
                  <c:v>205.391866</c:v>
                </c:pt>
                <c:pt idx="1161">
                  <c:v>205.391866</c:v>
                </c:pt>
                <c:pt idx="1162">
                  <c:v>160.816475</c:v>
                </c:pt>
                <c:pt idx="1163">
                  <c:v>160.816475</c:v>
                </c:pt>
                <c:pt idx="1164">
                  <c:v>90.000100</c:v>
                </c:pt>
                <c:pt idx="1165">
                  <c:v>90.000100</c:v>
                </c:pt>
                <c:pt idx="1166">
                  <c:v>150.0001</c:v>
                </c:pt>
                <c:pt idx="1167">
                  <c:v>150.0001</c:v>
                </c:pt>
                <c:pt idx="1168">
                  <c:v>346.054976</c:v>
                </c:pt>
                <c:pt idx="1169">
                  <c:v>346.054976</c:v>
                </c:pt>
                <c:pt idx="1170">
                  <c:v>552.211147</c:v>
                </c:pt>
                <c:pt idx="1171">
                  <c:v>552.211147</c:v>
                </c:pt>
                <c:pt idx="1172">
                  <c:v>494.765626</c:v>
                </c:pt>
                <c:pt idx="1173">
                  <c:v>494.765626</c:v>
                </c:pt>
                <c:pt idx="1174">
                  <c:v>480.000100</c:v>
                </c:pt>
                <c:pt idx="1175">
                  <c:v>480.000100</c:v>
                </c:pt>
                <c:pt idx="1176">
                  <c:v>326.952188</c:v>
                </c:pt>
                <c:pt idx="1177">
                  <c:v>326.952188</c:v>
                </c:pt>
                <c:pt idx="1178">
                  <c:v>450.000200</c:v>
                </c:pt>
                <c:pt idx="1179">
                  <c:v>450.000200</c:v>
                </c:pt>
                <c:pt idx="1180">
                  <c:v>585.675601</c:v>
                </c:pt>
                <c:pt idx="1181">
                  <c:v>585.675601</c:v>
                </c:pt>
                <c:pt idx="1182">
                  <c:v>579.147945</c:v>
                </c:pt>
                <c:pt idx="1183">
                  <c:v>579.147945</c:v>
                </c:pt>
                <c:pt idx="1184">
                  <c:v>360.000321</c:v>
                </c:pt>
                <c:pt idx="1185">
                  <c:v>360.000321</c:v>
                </c:pt>
                <c:pt idx="1186">
                  <c:v>457.464966</c:v>
                </c:pt>
                <c:pt idx="1187">
                  <c:v>457.464966</c:v>
                </c:pt>
                <c:pt idx="1188">
                  <c:v>387.599134</c:v>
                </c:pt>
                <c:pt idx="1189">
                  <c:v>387.599134</c:v>
                </c:pt>
                <c:pt idx="1190">
                  <c:v>507.595104</c:v>
                </c:pt>
                <c:pt idx="1191">
                  <c:v>507.595104</c:v>
                </c:pt>
                <c:pt idx="1192">
                  <c:v>624.422195</c:v>
                </c:pt>
                <c:pt idx="1193">
                  <c:v>624.422195</c:v>
                </c:pt>
                <c:pt idx="1194">
                  <c:v>522.211468</c:v>
                </c:pt>
                <c:pt idx="1195">
                  <c:v>522.211468</c:v>
                </c:pt>
                <c:pt idx="1196">
                  <c:v>534.421574</c:v>
                </c:pt>
                <c:pt idx="1197">
                  <c:v>534.421574</c:v>
                </c:pt>
                <c:pt idx="1198">
                  <c:v>432.211368</c:v>
                </c:pt>
                <c:pt idx="1199">
                  <c:v>432.211368</c:v>
                </c:pt>
                <c:pt idx="1200">
                  <c:v>363.847167</c:v>
                </c:pt>
                <c:pt idx="1201">
                  <c:v>363.847167</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30</c:v>
                </c:pt>
                <c:pt idx="1311">
                  <c:v>30</c:v>
                </c:pt>
                <c:pt idx="1312">
                  <c:v>133.731979</c:v>
                </c:pt>
                <c:pt idx="1313">
                  <c:v>133.731979</c:v>
                </c:pt>
                <c:pt idx="1314">
                  <c:v>270.000100</c:v>
                </c:pt>
                <c:pt idx="1315">
                  <c:v>270.000100</c:v>
                </c:pt>
                <c:pt idx="1316">
                  <c:v>340.378830</c:v>
                </c:pt>
                <c:pt idx="1317">
                  <c:v>340.378830</c:v>
                </c:pt>
                <c:pt idx="1318">
                  <c:v>360</c:v>
                </c:pt>
                <c:pt idx="1319">
                  <c:v>360</c:v>
                </c:pt>
                <c:pt idx="1320">
                  <c:v>329.999900</c:v>
                </c:pt>
                <c:pt idx="1321">
                  <c:v>329.999900</c:v>
                </c:pt>
                <c:pt idx="1322">
                  <c:v>150.0001</c:v>
                </c:pt>
                <c:pt idx="1323">
                  <c:v>150.0001</c:v>
                </c:pt>
                <c:pt idx="1324">
                  <c:v>180</c:v>
                </c:pt>
                <c:pt idx="1325">
                  <c:v>180</c:v>
                </c:pt>
                <c:pt idx="1326">
                  <c:v>102.210947</c:v>
                </c:pt>
                <c:pt idx="1327">
                  <c:v>102.210947</c:v>
                </c:pt>
                <c:pt idx="1328">
                  <c:v>102.255442</c:v>
                </c:pt>
                <c:pt idx="1329">
                  <c:v>102.255442</c:v>
                </c:pt>
                <c:pt idx="1330">
                  <c:v>72.210326</c:v>
                </c:pt>
                <c:pt idx="1331">
                  <c:v>72.210326</c:v>
                </c:pt>
                <c:pt idx="1332">
                  <c:v>30</c:v>
                </c:pt>
                <c:pt idx="1333">
                  <c:v>30</c:v>
                </c:pt>
                <c:pt idx="1334">
                  <c:v>90</c:v>
                </c:pt>
                <c:pt idx="1335">
                  <c:v>90</c:v>
                </c:pt>
                <c:pt idx="1336">
                  <c:v>0</c:v>
                </c:pt>
                <c:pt idx="1337">
                  <c:v>0</c:v>
                </c:pt>
                <c:pt idx="1338">
                  <c:v>462.547285</c:v>
                </c:pt>
                <c:pt idx="1339">
                  <c:v>462.547285</c:v>
                </c:pt>
                <c:pt idx="1340">
                  <c:v>818.328668</c:v>
                </c:pt>
                <c:pt idx="1341">
                  <c:v>818.328668</c:v>
                </c:pt>
                <c:pt idx="1342">
                  <c:v>780</c:v>
                </c:pt>
                <c:pt idx="1343">
                  <c:v>780</c:v>
                </c:pt>
                <c:pt idx="1344">
                  <c:v>150.000200</c:v>
                </c:pt>
                <c:pt idx="1345">
                  <c:v>150.000200</c:v>
                </c:pt>
                <c:pt idx="1346">
                  <c:v>271.091627</c:v>
                </c:pt>
                <c:pt idx="1347">
                  <c:v>271.091627</c:v>
                </c:pt>
                <c:pt idx="1348">
                  <c:v>308.410997</c:v>
                </c:pt>
                <c:pt idx="1349">
                  <c:v>308.410997</c:v>
                </c:pt>
                <c:pt idx="1350">
                  <c:v>285.192364</c:v>
                </c:pt>
                <c:pt idx="1351">
                  <c:v>285.192364</c:v>
                </c:pt>
                <c:pt idx="1352">
                  <c:v>270.000100</c:v>
                </c:pt>
                <c:pt idx="1353">
                  <c:v>270.000100</c:v>
                </c:pt>
                <c:pt idx="1354">
                  <c:v>256.702034</c:v>
                </c:pt>
                <c:pt idx="1355">
                  <c:v>256.702034</c:v>
                </c:pt>
                <c:pt idx="1356">
                  <c:v>195.433578</c:v>
                </c:pt>
                <c:pt idx="1357">
                  <c:v>195.433578</c:v>
                </c:pt>
                <c:pt idx="1358">
                  <c:v>471.837098</c:v>
                </c:pt>
                <c:pt idx="1359">
                  <c:v>471.837098</c:v>
                </c:pt>
                <c:pt idx="1360">
                  <c:v>42.210347</c:v>
                </c:pt>
                <c:pt idx="1361">
                  <c:v>42.210347</c:v>
                </c:pt>
                <c:pt idx="1362">
                  <c:v>0</c:v>
                </c:pt>
                <c:pt idx="1363">
                  <c:v>0</c:v>
                </c:pt>
                <c:pt idx="1364">
                  <c:v>107.789653</c:v>
                </c:pt>
                <c:pt idx="1365">
                  <c:v>107.789653</c:v>
                </c:pt>
                <c:pt idx="1366">
                  <c:v>150.0001</c:v>
                </c:pt>
                <c:pt idx="1367">
                  <c:v>150.0001</c:v>
                </c:pt>
                <c:pt idx="1368">
                  <c:v>101.238470</c:v>
                </c:pt>
                <c:pt idx="1369">
                  <c:v>101.238470</c:v>
                </c:pt>
                <c:pt idx="1370">
                  <c:v>200</c:v>
                </c:pt>
                <c:pt idx="1371">
                  <c:v>200</c:v>
                </c:pt>
                <c:pt idx="1372">
                  <c:v>150.000521</c:v>
                </c:pt>
                <c:pt idx="1373">
                  <c:v>150.000521</c:v>
                </c:pt>
                <c:pt idx="1374">
                  <c:v>178.240338</c:v>
                </c:pt>
                <c:pt idx="1375">
                  <c:v>178.240338</c:v>
                </c:pt>
                <c:pt idx="1376">
                  <c:v>200</c:v>
                </c:pt>
                <c:pt idx="1377">
                  <c:v>200</c:v>
                </c:pt>
                <c:pt idx="1378">
                  <c:v>200</c:v>
                </c:pt>
                <c:pt idx="1379">
                  <c:v>200</c:v>
                </c:pt>
                <c:pt idx="1380">
                  <c:v>200</c:v>
                </c:pt>
                <c:pt idx="1381">
                  <c:v>200</c:v>
                </c:pt>
                <c:pt idx="1382">
                  <c:v>180.000300</c:v>
                </c:pt>
                <c:pt idx="1383">
                  <c:v>180.000300</c:v>
                </c:pt>
                <c:pt idx="1384">
                  <c:v>200</c:v>
                </c:pt>
                <c:pt idx="1385">
                  <c:v>200</c:v>
                </c:pt>
                <c:pt idx="1386">
                  <c:v>200.711000</c:v>
                </c:pt>
                <c:pt idx="1387">
                  <c:v>200.711000</c:v>
                </c:pt>
                <c:pt idx="1388">
                  <c:v>213.474000</c:v>
                </c:pt>
                <c:pt idx="1389">
                  <c:v>213.474000</c:v>
                </c:pt>
              </c:numCache>
            </c:numRef>
          </c:yVal>
          <c:smooth val="0"/>
          <c:extLst>
            <c:ext xmlns:c16="http://schemas.microsoft.com/office/drawing/2014/chart" uri="{C3380CC4-5D6E-409C-BE32-E72D297353CC}">
              <c16:uniqueId val="{00000000-5F15-42B1-8EC2-F5074295417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22.578555</c:v>
                </c:pt>
                <c:pt idx="51">
                  <c:v>22.578555</c:v>
                </c:pt>
                <c:pt idx="52">
                  <c:v>69.850000</c:v>
                </c:pt>
                <c:pt idx="53">
                  <c:v>69.850000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122.088691</c:v>
                </c:pt>
                <c:pt idx="201">
                  <c:v>122.088691</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229.738300</c:v>
                </c:pt>
                <c:pt idx="229">
                  <c:v>229.738300</c:v>
                </c:pt>
                <c:pt idx="230">
                  <c:v>240.000300</c:v>
                </c:pt>
                <c:pt idx="231">
                  <c:v>240.000300</c:v>
                </c:pt>
                <c:pt idx="232">
                  <c:v>240.000300</c:v>
                </c:pt>
                <c:pt idx="233">
                  <c:v>240.000300</c:v>
                </c:pt>
                <c:pt idx="234">
                  <c:v>233.212805</c:v>
                </c:pt>
                <c:pt idx="235">
                  <c:v>233.212805</c:v>
                </c:pt>
                <c:pt idx="236">
                  <c:v>234.900421</c:v>
                </c:pt>
                <c:pt idx="237">
                  <c:v>234.900421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140.243159</c:v>
                </c:pt>
                <c:pt idx="1001">
                  <c:v>140.243159</c:v>
                </c:pt>
                <c:pt idx="1002">
                  <c:v>197.524</c:v>
                </c:pt>
                <c:pt idx="1003">
                  <c:v>197.524</c:v>
                </c:pt>
                <c:pt idx="1004">
                  <c:v>191.894000</c:v>
                </c:pt>
                <c:pt idx="1005">
                  <c:v>191.894000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101.238470</c:v>
                </c:pt>
                <c:pt idx="1369">
                  <c:v>101.238470</c:v>
                </c:pt>
                <c:pt idx="1370">
                  <c:v>200</c:v>
                </c:pt>
                <c:pt idx="1371">
                  <c:v>200</c:v>
                </c:pt>
                <c:pt idx="1372">
                  <c:v>150.000521</c:v>
                </c:pt>
                <c:pt idx="1373">
                  <c:v>150.000521</c:v>
                </c:pt>
                <c:pt idx="1374">
                  <c:v>178.240338</c:v>
                </c:pt>
                <c:pt idx="1375">
                  <c:v>178.240338</c:v>
                </c:pt>
                <c:pt idx="1376">
                  <c:v>200</c:v>
                </c:pt>
                <c:pt idx="1377">
                  <c:v>200</c:v>
                </c:pt>
                <c:pt idx="1378">
                  <c:v>200</c:v>
                </c:pt>
                <c:pt idx="1379">
                  <c:v>200</c:v>
                </c:pt>
                <c:pt idx="1380">
                  <c:v>200</c:v>
                </c:pt>
                <c:pt idx="1381">
                  <c:v>200</c:v>
                </c:pt>
                <c:pt idx="1382">
                  <c:v>180.000300</c:v>
                </c:pt>
                <c:pt idx="1383">
                  <c:v>180.000300</c:v>
                </c:pt>
                <c:pt idx="1384">
                  <c:v>200</c:v>
                </c:pt>
                <c:pt idx="1385">
                  <c:v>200</c:v>
                </c:pt>
                <c:pt idx="1386">
                  <c:v>198.161</c:v>
                </c:pt>
                <c:pt idx="1387">
                  <c:v>198.161</c:v>
                </c:pt>
                <c:pt idx="1388">
                  <c:v>200.724000</c:v>
                </c:pt>
                <c:pt idx="1389">
                  <c:v>200.724000</c:v>
                </c:pt>
              </c:numCache>
            </c:numRef>
          </c:yVal>
          <c:smooth val="0"/>
          <c:extLst>
            <c:ext xmlns:c16="http://schemas.microsoft.com/office/drawing/2014/chart" uri="{C3380CC4-5D6E-409C-BE32-E72D297353CC}">
              <c16:uniqueId val="{00000001-5F15-42B1-8EC2-F5074295417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5.95</c:v>
                </c:pt>
                <c:pt idx="45">
                  <c:v>5.95</c:v>
                </c:pt>
                <c:pt idx="46">
                  <c:v>16.150000</c:v>
                </c:pt>
                <c:pt idx="47">
                  <c:v>16.150000</c:v>
                </c:pt>
                <c:pt idx="48">
                  <c:v>16.150000</c:v>
                </c:pt>
                <c:pt idx="49">
                  <c:v>16.150000</c:v>
                </c:pt>
                <c:pt idx="50">
                  <c:v>24.65</c:v>
                </c:pt>
                <c:pt idx="51">
                  <c:v>24.65</c:v>
                </c:pt>
                <c:pt idx="52">
                  <c:v>50.15</c:v>
                </c:pt>
                <c:pt idx="53">
                  <c:v>50.15</c:v>
                </c:pt>
                <c:pt idx="54">
                  <c:v>66.3</c:v>
                </c:pt>
                <c:pt idx="55">
                  <c:v>66.3</c:v>
                </c:pt>
                <c:pt idx="56">
                  <c:v>73.100000</c:v>
                </c:pt>
                <c:pt idx="57">
                  <c:v>73.100000</c:v>
                </c:pt>
                <c:pt idx="58">
                  <c:v>64.600000</c:v>
                </c:pt>
                <c:pt idx="59">
                  <c:v>64.600000</c:v>
                </c:pt>
                <c:pt idx="60">
                  <c:v>75.650000</c:v>
                </c:pt>
                <c:pt idx="61">
                  <c:v>75.650000</c:v>
                </c:pt>
                <c:pt idx="62">
                  <c:v>111.35</c:v>
                </c:pt>
                <c:pt idx="63">
                  <c:v>111.35</c:v>
                </c:pt>
                <c:pt idx="64">
                  <c:v>119</c:v>
                </c:pt>
                <c:pt idx="65">
                  <c:v>119</c:v>
                </c:pt>
                <c:pt idx="66">
                  <c:v>120.7</c:v>
                </c:pt>
                <c:pt idx="67">
                  <c:v>120.7</c:v>
                </c:pt>
                <c:pt idx="68">
                  <c:v>136.85</c:v>
                </c:pt>
                <c:pt idx="69">
                  <c:v>136.85</c:v>
                </c:pt>
                <c:pt idx="70">
                  <c:v>173.4</c:v>
                </c:pt>
                <c:pt idx="71">
                  <c:v>173.4</c:v>
                </c:pt>
                <c:pt idx="72">
                  <c:v>277.95</c:v>
                </c:pt>
                <c:pt idx="73">
                  <c:v>277.95</c:v>
                </c:pt>
                <c:pt idx="74">
                  <c:v>447.95</c:v>
                </c:pt>
                <c:pt idx="75">
                  <c:v>447.95</c:v>
                </c:pt>
                <c:pt idx="76">
                  <c:v>535.5</c:v>
                </c:pt>
                <c:pt idx="77">
                  <c:v>535.5</c:v>
                </c:pt>
                <c:pt idx="78">
                  <c:v>616.25</c:v>
                </c:pt>
                <c:pt idx="79">
                  <c:v>616.25</c:v>
                </c:pt>
                <c:pt idx="80">
                  <c:v>528.700000</c:v>
                </c:pt>
                <c:pt idx="81">
                  <c:v>528.700000</c:v>
                </c:pt>
                <c:pt idx="82">
                  <c:v>578</c:v>
                </c:pt>
                <c:pt idx="83">
                  <c:v>578</c:v>
                </c:pt>
                <c:pt idx="84">
                  <c:v>708.9</c:v>
                </c:pt>
                <c:pt idx="85">
                  <c:v>708.9</c:v>
                </c:pt>
                <c:pt idx="86">
                  <c:v>721.65</c:v>
                </c:pt>
                <c:pt idx="87">
                  <c:v>721.65</c:v>
                </c:pt>
                <c:pt idx="88">
                  <c:v>731.85</c:v>
                </c:pt>
                <c:pt idx="89">
                  <c:v>731.85</c:v>
                </c:pt>
                <c:pt idx="90">
                  <c:v>733.55</c:v>
                </c:pt>
                <c:pt idx="91">
                  <c:v>733.55</c:v>
                </c:pt>
                <c:pt idx="92">
                  <c:v>657.05</c:v>
                </c:pt>
                <c:pt idx="93">
                  <c:v>657.05</c:v>
                </c:pt>
                <c:pt idx="94">
                  <c:v>538.050000</c:v>
                </c:pt>
                <c:pt idx="95">
                  <c:v>538.050000</c:v>
                </c:pt>
                <c:pt idx="96">
                  <c:v>426.7</c:v>
                </c:pt>
                <c:pt idx="97">
                  <c:v>426.7</c:v>
                </c:pt>
                <c:pt idx="98">
                  <c:v>293.25</c:v>
                </c:pt>
                <c:pt idx="99">
                  <c:v>293.25</c:v>
                </c:pt>
                <c:pt idx="100">
                  <c:v>183.6</c:v>
                </c:pt>
                <c:pt idx="101">
                  <c:v>183.6</c:v>
                </c:pt>
                <c:pt idx="102">
                  <c:v>137.700000</c:v>
                </c:pt>
                <c:pt idx="103">
                  <c:v>137.700000</c:v>
                </c:pt>
                <c:pt idx="104">
                  <c:v>128.35</c:v>
                </c:pt>
                <c:pt idx="105">
                  <c:v>128.35</c:v>
                </c:pt>
                <c:pt idx="106">
                  <c:v>370.6</c:v>
                </c:pt>
                <c:pt idx="107">
                  <c:v>370.6</c:v>
                </c:pt>
                <c:pt idx="108">
                  <c:v>306.850000</c:v>
                </c:pt>
                <c:pt idx="109">
                  <c:v>306.850000</c:v>
                </c:pt>
                <c:pt idx="110">
                  <c:v>429.25</c:v>
                </c:pt>
                <c:pt idx="111">
                  <c:v>429.25</c:v>
                </c:pt>
                <c:pt idx="112">
                  <c:v>282.2</c:v>
                </c:pt>
                <c:pt idx="113">
                  <c:v>282.2</c:v>
                </c:pt>
                <c:pt idx="114">
                  <c:v>90.1</c:v>
                </c:pt>
                <c:pt idx="115">
                  <c:v>90.1</c:v>
                </c:pt>
                <c:pt idx="116">
                  <c:v>98.6</c:v>
                </c:pt>
                <c:pt idx="117">
                  <c:v>98.6</c:v>
                </c:pt>
                <c:pt idx="118">
                  <c:v>79.900000</c:v>
                </c:pt>
                <c:pt idx="119">
                  <c:v>79.900000</c:v>
                </c:pt>
                <c:pt idx="120">
                  <c:v>75.650000</c:v>
                </c:pt>
                <c:pt idx="121">
                  <c:v>75.650000</c:v>
                </c:pt>
                <c:pt idx="122">
                  <c:v>120.7</c:v>
                </c:pt>
                <c:pt idx="123">
                  <c:v>120.7</c:v>
                </c:pt>
                <c:pt idx="124">
                  <c:v>141.1</c:v>
                </c:pt>
                <c:pt idx="125">
                  <c:v>141.1</c:v>
                </c:pt>
                <c:pt idx="126">
                  <c:v>154.700000</c:v>
                </c:pt>
                <c:pt idx="127">
                  <c:v>154.700000</c:v>
                </c:pt>
                <c:pt idx="128">
                  <c:v>186.15</c:v>
                </c:pt>
                <c:pt idx="129">
                  <c:v>186.15</c:v>
                </c:pt>
                <c:pt idx="130">
                  <c:v>174.25</c:v>
                </c:pt>
                <c:pt idx="131">
                  <c:v>174.25</c:v>
                </c:pt>
                <c:pt idx="132">
                  <c:v>165.75</c:v>
                </c:pt>
                <c:pt idx="133">
                  <c:v>165.75</c:v>
                </c:pt>
                <c:pt idx="134">
                  <c:v>127.5</c:v>
                </c:pt>
                <c:pt idx="135">
                  <c:v>127.5</c:v>
                </c:pt>
                <c:pt idx="136">
                  <c:v>92.65</c:v>
                </c:pt>
                <c:pt idx="137">
                  <c:v>92.65</c:v>
                </c:pt>
                <c:pt idx="138">
                  <c:v>60.35</c:v>
                </c:pt>
                <c:pt idx="139">
                  <c:v>60.35</c:v>
                </c:pt>
                <c:pt idx="140">
                  <c:v>28.9</c:v>
                </c:pt>
                <c:pt idx="141">
                  <c:v>28.9</c:v>
                </c:pt>
                <c:pt idx="142">
                  <c:v>7.65</c:v>
                </c:pt>
                <c:pt idx="143">
                  <c:v>7.65</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5.100000</c:v>
                </c:pt>
                <c:pt idx="237">
                  <c:v>5.100000</c:v>
                </c:pt>
                <c:pt idx="238">
                  <c:v>17.850000</c:v>
                </c:pt>
                <c:pt idx="239">
                  <c:v>17.850000</c:v>
                </c:pt>
                <c:pt idx="240">
                  <c:v>29.75</c:v>
                </c:pt>
                <c:pt idx="241">
                  <c:v>29.75</c:v>
                </c:pt>
                <c:pt idx="242">
                  <c:v>62.9</c:v>
                </c:pt>
                <c:pt idx="243">
                  <c:v>62.9</c:v>
                </c:pt>
                <c:pt idx="244">
                  <c:v>102</c:v>
                </c:pt>
                <c:pt idx="245">
                  <c:v>102</c:v>
                </c:pt>
                <c:pt idx="246">
                  <c:v>145.35</c:v>
                </c:pt>
                <c:pt idx="247">
                  <c:v>145.35</c:v>
                </c:pt>
                <c:pt idx="248">
                  <c:v>198.05</c:v>
                </c:pt>
                <c:pt idx="249">
                  <c:v>198.05</c:v>
                </c:pt>
                <c:pt idx="250">
                  <c:v>261.8</c:v>
                </c:pt>
                <c:pt idx="251">
                  <c:v>261.8</c:v>
                </c:pt>
                <c:pt idx="252">
                  <c:v>297.5</c:v>
                </c:pt>
                <c:pt idx="253">
                  <c:v>297.5</c:v>
                </c:pt>
                <c:pt idx="254">
                  <c:v>350.2</c:v>
                </c:pt>
                <c:pt idx="255">
                  <c:v>350.2</c:v>
                </c:pt>
                <c:pt idx="256">
                  <c:v>396.1</c:v>
                </c:pt>
                <c:pt idx="257">
                  <c:v>396.1</c:v>
                </c:pt>
                <c:pt idx="258">
                  <c:v>431.8</c:v>
                </c:pt>
                <c:pt idx="259">
                  <c:v>431.8</c:v>
                </c:pt>
                <c:pt idx="260">
                  <c:v>478.55</c:v>
                </c:pt>
                <c:pt idx="261">
                  <c:v>478.55</c:v>
                </c:pt>
                <c:pt idx="262">
                  <c:v>523.6</c:v>
                </c:pt>
                <c:pt idx="263">
                  <c:v>523.6</c:v>
                </c:pt>
                <c:pt idx="264">
                  <c:v>566.950000</c:v>
                </c:pt>
                <c:pt idx="265">
                  <c:v>566.950000</c:v>
                </c:pt>
                <c:pt idx="266">
                  <c:v>607.75</c:v>
                </c:pt>
                <c:pt idx="267">
                  <c:v>607.75</c:v>
                </c:pt>
                <c:pt idx="268">
                  <c:v>641.75</c:v>
                </c:pt>
                <c:pt idx="269">
                  <c:v>641.75</c:v>
                </c:pt>
                <c:pt idx="270">
                  <c:v>669.8</c:v>
                </c:pt>
                <c:pt idx="271">
                  <c:v>669.8</c:v>
                </c:pt>
                <c:pt idx="272">
                  <c:v>694.45</c:v>
                </c:pt>
                <c:pt idx="273">
                  <c:v>694.45</c:v>
                </c:pt>
                <c:pt idx="274">
                  <c:v>704.65</c:v>
                </c:pt>
                <c:pt idx="275">
                  <c:v>704.65</c:v>
                </c:pt>
                <c:pt idx="276">
                  <c:v>645.15</c:v>
                </c:pt>
                <c:pt idx="277">
                  <c:v>645.15</c:v>
                </c:pt>
                <c:pt idx="278">
                  <c:v>644.300000</c:v>
                </c:pt>
                <c:pt idx="279">
                  <c:v>644.300000</c:v>
                </c:pt>
                <c:pt idx="280">
                  <c:v>632.4</c:v>
                </c:pt>
                <c:pt idx="281">
                  <c:v>632.4</c:v>
                </c:pt>
                <c:pt idx="282">
                  <c:v>715.7</c:v>
                </c:pt>
                <c:pt idx="283">
                  <c:v>715.7</c:v>
                </c:pt>
                <c:pt idx="284">
                  <c:v>760.75</c:v>
                </c:pt>
                <c:pt idx="285">
                  <c:v>760.75</c:v>
                </c:pt>
                <c:pt idx="286">
                  <c:v>757.35</c:v>
                </c:pt>
                <c:pt idx="287">
                  <c:v>757.35</c:v>
                </c:pt>
                <c:pt idx="288">
                  <c:v>750.55</c:v>
                </c:pt>
                <c:pt idx="289">
                  <c:v>750.55</c:v>
                </c:pt>
                <c:pt idx="290">
                  <c:v>739.5</c:v>
                </c:pt>
                <c:pt idx="291">
                  <c:v>739.5</c:v>
                </c:pt>
                <c:pt idx="292">
                  <c:v>725.9</c:v>
                </c:pt>
                <c:pt idx="293">
                  <c:v>725.9</c:v>
                </c:pt>
                <c:pt idx="294">
                  <c:v>709.75</c:v>
                </c:pt>
                <c:pt idx="295">
                  <c:v>709.75</c:v>
                </c:pt>
                <c:pt idx="296">
                  <c:v>690.2</c:v>
                </c:pt>
                <c:pt idx="297">
                  <c:v>690.2</c:v>
                </c:pt>
                <c:pt idx="298">
                  <c:v>667.25</c:v>
                </c:pt>
                <c:pt idx="299">
                  <c:v>667.25</c:v>
                </c:pt>
                <c:pt idx="300">
                  <c:v>640.9</c:v>
                </c:pt>
                <c:pt idx="301">
                  <c:v>640.9</c:v>
                </c:pt>
                <c:pt idx="302">
                  <c:v>612.85</c:v>
                </c:pt>
                <c:pt idx="303">
                  <c:v>612.85</c:v>
                </c:pt>
                <c:pt idx="304">
                  <c:v>578</c:v>
                </c:pt>
                <c:pt idx="305">
                  <c:v>578</c:v>
                </c:pt>
                <c:pt idx="306">
                  <c:v>510</c:v>
                </c:pt>
                <c:pt idx="307">
                  <c:v>510</c:v>
                </c:pt>
                <c:pt idx="308">
                  <c:v>499.8</c:v>
                </c:pt>
                <c:pt idx="309">
                  <c:v>499.8</c:v>
                </c:pt>
                <c:pt idx="310">
                  <c:v>406.3</c:v>
                </c:pt>
                <c:pt idx="311">
                  <c:v>406.3</c:v>
                </c:pt>
                <c:pt idx="312">
                  <c:v>206.55</c:v>
                </c:pt>
                <c:pt idx="313">
                  <c:v>206.55</c:v>
                </c:pt>
                <c:pt idx="314">
                  <c:v>318.75</c:v>
                </c:pt>
                <c:pt idx="315">
                  <c:v>318.75</c:v>
                </c:pt>
                <c:pt idx="316">
                  <c:v>283.900000</c:v>
                </c:pt>
                <c:pt idx="317">
                  <c:v>283.900000</c:v>
                </c:pt>
                <c:pt idx="318">
                  <c:v>235.45</c:v>
                </c:pt>
                <c:pt idx="319">
                  <c:v>235.45</c:v>
                </c:pt>
                <c:pt idx="320">
                  <c:v>211.65</c:v>
                </c:pt>
                <c:pt idx="321">
                  <c:v>211.65</c:v>
                </c:pt>
                <c:pt idx="322">
                  <c:v>135.15</c:v>
                </c:pt>
                <c:pt idx="323">
                  <c:v>135.15</c:v>
                </c:pt>
                <c:pt idx="324">
                  <c:v>115.6</c:v>
                </c:pt>
                <c:pt idx="325">
                  <c:v>115.6</c:v>
                </c:pt>
                <c:pt idx="326">
                  <c:v>78.2</c:v>
                </c:pt>
                <c:pt idx="327">
                  <c:v>78.2</c:v>
                </c:pt>
                <c:pt idx="328">
                  <c:v>78.2</c:v>
                </c:pt>
                <c:pt idx="329">
                  <c:v>78.2</c:v>
                </c:pt>
                <c:pt idx="330">
                  <c:v>48.45</c:v>
                </c:pt>
                <c:pt idx="331">
                  <c:v>48.45</c:v>
                </c:pt>
                <c:pt idx="332">
                  <c:v>17.850000</c:v>
                </c:pt>
                <c:pt idx="333">
                  <c:v>17.850000</c:v>
                </c:pt>
                <c:pt idx="334">
                  <c:v>3.4</c:v>
                </c:pt>
                <c:pt idx="335">
                  <c:v>3.4</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0.85</c:v>
                </c:pt>
                <c:pt idx="427">
                  <c:v>0.85</c:v>
                </c:pt>
                <c:pt idx="428">
                  <c:v>13.6</c:v>
                </c:pt>
                <c:pt idx="429">
                  <c:v>13.6</c:v>
                </c:pt>
                <c:pt idx="430">
                  <c:v>43.35</c:v>
                </c:pt>
                <c:pt idx="431">
                  <c:v>43.35</c:v>
                </c:pt>
                <c:pt idx="432">
                  <c:v>81.600000</c:v>
                </c:pt>
                <c:pt idx="433">
                  <c:v>81.600000</c:v>
                </c:pt>
                <c:pt idx="434">
                  <c:v>123.25</c:v>
                </c:pt>
                <c:pt idx="435">
                  <c:v>123.25</c:v>
                </c:pt>
                <c:pt idx="436">
                  <c:v>167.45</c:v>
                </c:pt>
                <c:pt idx="437">
                  <c:v>167.45</c:v>
                </c:pt>
                <c:pt idx="438">
                  <c:v>214.2</c:v>
                </c:pt>
                <c:pt idx="439">
                  <c:v>214.2</c:v>
                </c:pt>
                <c:pt idx="440">
                  <c:v>261.8</c:v>
                </c:pt>
                <c:pt idx="441">
                  <c:v>261.8</c:v>
                </c:pt>
                <c:pt idx="442">
                  <c:v>310.25</c:v>
                </c:pt>
                <c:pt idx="443">
                  <c:v>310.25</c:v>
                </c:pt>
                <c:pt idx="444">
                  <c:v>357</c:v>
                </c:pt>
                <c:pt idx="445">
                  <c:v>357</c:v>
                </c:pt>
                <c:pt idx="446">
                  <c:v>402.9</c:v>
                </c:pt>
                <c:pt idx="447">
                  <c:v>402.9</c:v>
                </c:pt>
                <c:pt idx="448">
                  <c:v>447.95</c:v>
                </c:pt>
                <c:pt idx="449">
                  <c:v>447.95</c:v>
                </c:pt>
                <c:pt idx="450">
                  <c:v>490.45</c:v>
                </c:pt>
                <c:pt idx="451">
                  <c:v>490.45</c:v>
                </c:pt>
                <c:pt idx="452">
                  <c:v>532.1</c:v>
                </c:pt>
                <c:pt idx="453">
                  <c:v>532.1</c:v>
                </c:pt>
                <c:pt idx="454">
                  <c:v>571.200000</c:v>
                </c:pt>
                <c:pt idx="455">
                  <c:v>571.200000</c:v>
                </c:pt>
                <c:pt idx="456">
                  <c:v>607.75</c:v>
                </c:pt>
                <c:pt idx="457">
                  <c:v>607.75</c:v>
                </c:pt>
                <c:pt idx="458">
                  <c:v>641.75</c:v>
                </c:pt>
                <c:pt idx="459">
                  <c:v>641.75</c:v>
                </c:pt>
                <c:pt idx="460">
                  <c:v>671.5</c:v>
                </c:pt>
                <c:pt idx="461">
                  <c:v>671.5</c:v>
                </c:pt>
                <c:pt idx="462">
                  <c:v>698.7</c:v>
                </c:pt>
                <c:pt idx="463">
                  <c:v>698.7</c:v>
                </c:pt>
                <c:pt idx="464">
                  <c:v>721.65</c:v>
                </c:pt>
                <c:pt idx="465">
                  <c:v>721.65</c:v>
                </c:pt>
                <c:pt idx="466">
                  <c:v>742.05</c:v>
                </c:pt>
                <c:pt idx="467">
                  <c:v>742.05</c:v>
                </c:pt>
                <c:pt idx="468">
                  <c:v>758.2</c:v>
                </c:pt>
                <c:pt idx="469">
                  <c:v>758.2</c:v>
                </c:pt>
                <c:pt idx="470">
                  <c:v>771.8</c:v>
                </c:pt>
                <c:pt idx="471">
                  <c:v>771.8</c:v>
                </c:pt>
                <c:pt idx="472">
                  <c:v>781.15</c:v>
                </c:pt>
                <c:pt idx="473">
                  <c:v>781.15</c:v>
                </c:pt>
                <c:pt idx="474">
                  <c:v>787.1</c:v>
                </c:pt>
                <c:pt idx="475">
                  <c:v>787.1</c:v>
                </c:pt>
                <c:pt idx="476">
                  <c:v>788.8</c:v>
                </c:pt>
                <c:pt idx="477">
                  <c:v>788.8</c:v>
                </c:pt>
                <c:pt idx="478">
                  <c:v>787.1</c:v>
                </c:pt>
                <c:pt idx="479">
                  <c:v>787.1</c:v>
                </c:pt>
                <c:pt idx="480">
                  <c:v>782</c:v>
                </c:pt>
                <c:pt idx="481">
                  <c:v>782</c:v>
                </c:pt>
                <c:pt idx="482">
                  <c:v>772.65</c:v>
                </c:pt>
                <c:pt idx="483">
                  <c:v>772.65</c:v>
                </c:pt>
                <c:pt idx="484">
                  <c:v>760.75</c:v>
                </c:pt>
                <c:pt idx="485">
                  <c:v>760.75</c:v>
                </c:pt>
                <c:pt idx="486">
                  <c:v>744.6</c:v>
                </c:pt>
                <c:pt idx="487">
                  <c:v>744.6</c:v>
                </c:pt>
                <c:pt idx="488">
                  <c:v>725.9</c:v>
                </c:pt>
                <c:pt idx="489">
                  <c:v>725.9</c:v>
                </c:pt>
                <c:pt idx="490">
                  <c:v>703.8</c:v>
                </c:pt>
                <c:pt idx="491">
                  <c:v>703.8</c:v>
                </c:pt>
                <c:pt idx="492">
                  <c:v>678.3</c:v>
                </c:pt>
                <c:pt idx="493">
                  <c:v>678.3</c:v>
                </c:pt>
                <c:pt idx="494">
                  <c:v>649.4</c:v>
                </c:pt>
                <c:pt idx="495">
                  <c:v>649.4</c:v>
                </c:pt>
                <c:pt idx="496">
                  <c:v>618.800000</c:v>
                </c:pt>
                <c:pt idx="497">
                  <c:v>618.800000</c:v>
                </c:pt>
                <c:pt idx="498">
                  <c:v>584.800000</c:v>
                </c:pt>
                <c:pt idx="499">
                  <c:v>584.800000</c:v>
                </c:pt>
                <c:pt idx="500">
                  <c:v>548.25</c:v>
                </c:pt>
                <c:pt idx="501">
                  <c:v>548.25</c:v>
                </c:pt>
                <c:pt idx="502">
                  <c:v>501.5</c:v>
                </c:pt>
                <c:pt idx="503">
                  <c:v>501.5</c:v>
                </c:pt>
                <c:pt idx="504">
                  <c:v>395.25</c:v>
                </c:pt>
                <c:pt idx="505">
                  <c:v>395.25</c:v>
                </c:pt>
                <c:pt idx="506">
                  <c:v>289</c:v>
                </c:pt>
                <c:pt idx="507">
                  <c:v>289</c:v>
                </c:pt>
                <c:pt idx="508">
                  <c:v>226.1</c:v>
                </c:pt>
                <c:pt idx="509">
                  <c:v>226.1</c:v>
                </c:pt>
                <c:pt idx="510">
                  <c:v>192.95</c:v>
                </c:pt>
                <c:pt idx="511">
                  <c:v>192.95</c:v>
                </c:pt>
                <c:pt idx="512">
                  <c:v>204</c:v>
                </c:pt>
                <c:pt idx="513">
                  <c:v>204</c:v>
                </c:pt>
                <c:pt idx="514">
                  <c:v>199.75</c:v>
                </c:pt>
                <c:pt idx="515">
                  <c:v>199.75</c:v>
                </c:pt>
                <c:pt idx="516">
                  <c:v>160.65</c:v>
                </c:pt>
                <c:pt idx="517">
                  <c:v>160.65</c:v>
                </c:pt>
                <c:pt idx="518">
                  <c:v>137.700000</c:v>
                </c:pt>
                <c:pt idx="519">
                  <c:v>137.700000</c:v>
                </c:pt>
                <c:pt idx="520">
                  <c:v>103.7</c:v>
                </c:pt>
                <c:pt idx="521">
                  <c:v>103.7</c:v>
                </c:pt>
                <c:pt idx="522">
                  <c:v>51.85</c:v>
                </c:pt>
                <c:pt idx="523">
                  <c:v>51.85</c:v>
                </c:pt>
                <c:pt idx="524">
                  <c:v>17</c:v>
                </c:pt>
                <c:pt idx="525">
                  <c:v>17</c:v>
                </c:pt>
                <c:pt idx="526">
                  <c:v>7.65</c:v>
                </c:pt>
                <c:pt idx="527">
                  <c:v>7.65</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5.95</c:v>
                </c:pt>
                <c:pt idx="621">
                  <c:v>5.95</c:v>
                </c:pt>
                <c:pt idx="622">
                  <c:v>18.7</c:v>
                </c:pt>
                <c:pt idx="623">
                  <c:v>18.7</c:v>
                </c:pt>
                <c:pt idx="624">
                  <c:v>27.2</c:v>
                </c:pt>
                <c:pt idx="625">
                  <c:v>27.2</c:v>
                </c:pt>
                <c:pt idx="626">
                  <c:v>39.950000</c:v>
                </c:pt>
                <c:pt idx="627">
                  <c:v>39.950000</c:v>
                </c:pt>
                <c:pt idx="628">
                  <c:v>72.25</c:v>
                </c:pt>
                <c:pt idx="629">
                  <c:v>72.25</c:v>
                </c:pt>
                <c:pt idx="630">
                  <c:v>96.05</c:v>
                </c:pt>
                <c:pt idx="631">
                  <c:v>96.05</c:v>
                </c:pt>
                <c:pt idx="632">
                  <c:v>146.200000</c:v>
                </c:pt>
                <c:pt idx="633">
                  <c:v>146.200000</c:v>
                </c:pt>
                <c:pt idx="634">
                  <c:v>160.65</c:v>
                </c:pt>
                <c:pt idx="635">
                  <c:v>160.65</c:v>
                </c:pt>
                <c:pt idx="636">
                  <c:v>160.65</c:v>
                </c:pt>
                <c:pt idx="637">
                  <c:v>160.65</c:v>
                </c:pt>
                <c:pt idx="638">
                  <c:v>211.65</c:v>
                </c:pt>
                <c:pt idx="639">
                  <c:v>211.65</c:v>
                </c:pt>
                <c:pt idx="640">
                  <c:v>275.400000</c:v>
                </c:pt>
                <c:pt idx="641">
                  <c:v>275.400000</c:v>
                </c:pt>
                <c:pt idx="642">
                  <c:v>291.55</c:v>
                </c:pt>
                <c:pt idx="643">
                  <c:v>291.55</c:v>
                </c:pt>
                <c:pt idx="644">
                  <c:v>310.25</c:v>
                </c:pt>
                <c:pt idx="645">
                  <c:v>310.25</c:v>
                </c:pt>
                <c:pt idx="646">
                  <c:v>320.45</c:v>
                </c:pt>
                <c:pt idx="647">
                  <c:v>320.45</c:v>
                </c:pt>
                <c:pt idx="648">
                  <c:v>417.35</c:v>
                </c:pt>
                <c:pt idx="649">
                  <c:v>417.35</c:v>
                </c:pt>
                <c:pt idx="650">
                  <c:v>555.050000</c:v>
                </c:pt>
                <c:pt idx="651">
                  <c:v>555.050000</c:v>
                </c:pt>
                <c:pt idx="652">
                  <c:v>620.5</c:v>
                </c:pt>
                <c:pt idx="653">
                  <c:v>620.5</c:v>
                </c:pt>
                <c:pt idx="654">
                  <c:v>624.75</c:v>
                </c:pt>
                <c:pt idx="655">
                  <c:v>624.75</c:v>
                </c:pt>
                <c:pt idx="656">
                  <c:v>437.75</c:v>
                </c:pt>
                <c:pt idx="657">
                  <c:v>437.75</c:v>
                </c:pt>
                <c:pt idx="658">
                  <c:v>324.7</c:v>
                </c:pt>
                <c:pt idx="659">
                  <c:v>324.7</c:v>
                </c:pt>
                <c:pt idx="660">
                  <c:v>356.15</c:v>
                </c:pt>
                <c:pt idx="661">
                  <c:v>356.15</c:v>
                </c:pt>
                <c:pt idx="662">
                  <c:v>490.45</c:v>
                </c:pt>
                <c:pt idx="663">
                  <c:v>490.45</c:v>
                </c:pt>
                <c:pt idx="664">
                  <c:v>646.85</c:v>
                </c:pt>
                <c:pt idx="665">
                  <c:v>646.85</c:v>
                </c:pt>
                <c:pt idx="666">
                  <c:v>670.65</c:v>
                </c:pt>
                <c:pt idx="667">
                  <c:v>670.65</c:v>
                </c:pt>
                <c:pt idx="668">
                  <c:v>720.8</c:v>
                </c:pt>
                <c:pt idx="669">
                  <c:v>720.8</c:v>
                </c:pt>
                <c:pt idx="670">
                  <c:v>722.5</c:v>
                </c:pt>
                <c:pt idx="671">
                  <c:v>722.5</c:v>
                </c:pt>
                <c:pt idx="672">
                  <c:v>714.85</c:v>
                </c:pt>
                <c:pt idx="673">
                  <c:v>714.85</c:v>
                </c:pt>
                <c:pt idx="674">
                  <c:v>702.95</c:v>
                </c:pt>
                <c:pt idx="675">
                  <c:v>702.95</c:v>
                </c:pt>
                <c:pt idx="676">
                  <c:v>687.65</c:v>
                </c:pt>
                <c:pt idx="677">
                  <c:v>687.65</c:v>
                </c:pt>
                <c:pt idx="678">
                  <c:v>667.25</c:v>
                </c:pt>
                <c:pt idx="679">
                  <c:v>667.25</c:v>
                </c:pt>
                <c:pt idx="680">
                  <c:v>644.300000</c:v>
                </c:pt>
                <c:pt idx="681">
                  <c:v>644.300000</c:v>
                </c:pt>
                <c:pt idx="682">
                  <c:v>470.05</c:v>
                </c:pt>
                <c:pt idx="683">
                  <c:v>470.05</c:v>
                </c:pt>
                <c:pt idx="684">
                  <c:v>197.2</c:v>
                </c:pt>
                <c:pt idx="685">
                  <c:v>197.2</c:v>
                </c:pt>
                <c:pt idx="686">
                  <c:v>113.9</c:v>
                </c:pt>
                <c:pt idx="687">
                  <c:v>113.9</c:v>
                </c:pt>
                <c:pt idx="688">
                  <c:v>96.9</c:v>
                </c:pt>
                <c:pt idx="689">
                  <c:v>96.9</c:v>
                </c:pt>
                <c:pt idx="690">
                  <c:v>143.65</c:v>
                </c:pt>
                <c:pt idx="691">
                  <c:v>143.65</c:v>
                </c:pt>
                <c:pt idx="692">
                  <c:v>207.4</c:v>
                </c:pt>
                <c:pt idx="693">
                  <c:v>207.4</c:v>
                </c:pt>
                <c:pt idx="694">
                  <c:v>155.550000</c:v>
                </c:pt>
                <c:pt idx="695">
                  <c:v>155.550000</c:v>
                </c:pt>
                <c:pt idx="696">
                  <c:v>91.8</c:v>
                </c:pt>
                <c:pt idx="697">
                  <c:v>91.8</c:v>
                </c:pt>
                <c:pt idx="698">
                  <c:v>107.95</c:v>
                </c:pt>
                <c:pt idx="699">
                  <c:v>107.95</c:v>
                </c:pt>
                <c:pt idx="700">
                  <c:v>134.300000</c:v>
                </c:pt>
                <c:pt idx="701">
                  <c:v>134.300000</c:v>
                </c:pt>
                <c:pt idx="702">
                  <c:v>124.95</c:v>
                </c:pt>
                <c:pt idx="703">
                  <c:v>124.95</c:v>
                </c:pt>
                <c:pt idx="704">
                  <c:v>121.55</c:v>
                </c:pt>
                <c:pt idx="705">
                  <c:v>121.55</c:v>
                </c:pt>
                <c:pt idx="706">
                  <c:v>97.75</c:v>
                </c:pt>
                <c:pt idx="707">
                  <c:v>97.75</c:v>
                </c:pt>
                <c:pt idx="708">
                  <c:v>91.8</c:v>
                </c:pt>
                <c:pt idx="709">
                  <c:v>91.8</c:v>
                </c:pt>
                <c:pt idx="710">
                  <c:v>61.2</c:v>
                </c:pt>
                <c:pt idx="711">
                  <c:v>61.2</c:v>
                </c:pt>
                <c:pt idx="712">
                  <c:v>48.45</c:v>
                </c:pt>
                <c:pt idx="713">
                  <c:v>48.45</c:v>
                </c:pt>
                <c:pt idx="714">
                  <c:v>29.75</c:v>
                </c:pt>
                <c:pt idx="715">
                  <c:v>29.75</c:v>
                </c:pt>
                <c:pt idx="716">
                  <c:v>17.850000</c:v>
                </c:pt>
                <c:pt idx="717">
                  <c:v>17.850000</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3.4</c:v>
                </c:pt>
                <c:pt idx="813">
                  <c:v>3.4</c:v>
                </c:pt>
                <c:pt idx="814">
                  <c:v>12.75</c:v>
                </c:pt>
                <c:pt idx="815">
                  <c:v>12.75</c:v>
                </c:pt>
                <c:pt idx="816">
                  <c:v>27.2</c:v>
                </c:pt>
                <c:pt idx="817">
                  <c:v>27.2</c:v>
                </c:pt>
                <c:pt idx="818">
                  <c:v>49.3</c:v>
                </c:pt>
                <c:pt idx="819">
                  <c:v>49.3</c:v>
                </c:pt>
                <c:pt idx="820">
                  <c:v>77.350000</c:v>
                </c:pt>
                <c:pt idx="821">
                  <c:v>77.350000</c:v>
                </c:pt>
                <c:pt idx="822">
                  <c:v>82.45</c:v>
                </c:pt>
                <c:pt idx="823">
                  <c:v>82.45</c:v>
                </c:pt>
                <c:pt idx="824">
                  <c:v>124.95</c:v>
                </c:pt>
                <c:pt idx="825">
                  <c:v>124.95</c:v>
                </c:pt>
                <c:pt idx="826">
                  <c:v>116.45</c:v>
                </c:pt>
                <c:pt idx="827">
                  <c:v>116.45</c:v>
                </c:pt>
                <c:pt idx="828">
                  <c:v>93.5</c:v>
                </c:pt>
                <c:pt idx="829">
                  <c:v>93.5</c:v>
                </c:pt>
                <c:pt idx="830">
                  <c:v>159.800000</c:v>
                </c:pt>
                <c:pt idx="831">
                  <c:v>159.800000</c:v>
                </c:pt>
                <c:pt idx="832">
                  <c:v>198.05</c:v>
                </c:pt>
                <c:pt idx="833">
                  <c:v>198.05</c:v>
                </c:pt>
                <c:pt idx="834">
                  <c:v>181.9</c:v>
                </c:pt>
                <c:pt idx="835">
                  <c:v>181.9</c:v>
                </c:pt>
                <c:pt idx="836">
                  <c:v>194.65</c:v>
                </c:pt>
                <c:pt idx="837">
                  <c:v>194.65</c:v>
                </c:pt>
                <c:pt idx="838">
                  <c:v>228.65</c:v>
                </c:pt>
                <c:pt idx="839">
                  <c:v>228.65</c:v>
                </c:pt>
                <c:pt idx="840">
                  <c:v>243.95</c:v>
                </c:pt>
                <c:pt idx="841">
                  <c:v>243.95</c:v>
                </c:pt>
                <c:pt idx="842">
                  <c:v>289.850000</c:v>
                </c:pt>
                <c:pt idx="843">
                  <c:v>289.850000</c:v>
                </c:pt>
                <c:pt idx="844">
                  <c:v>267.75</c:v>
                </c:pt>
                <c:pt idx="845">
                  <c:v>267.75</c:v>
                </c:pt>
                <c:pt idx="846">
                  <c:v>298.350000</c:v>
                </c:pt>
                <c:pt idx="847">
                  <c:v>298.350000</c:v>
                </c:pt>
                <c:pt idx="848">
                  <c:v>396.95</c:v>
                </c:pt>
                <c:pt idx="849">
                  <c:v>396.95</c:v>
                </c:pt>
                <c:pt idx="850">
                  <c:v>418.2</c:v>
                </c:pt>
                <c:pt idx="851">
                  <c:v>418.2</c:v>
                </c:pt>
                <c:pt idx="852">
                  <c:v>395.25</c:v>
                </c:pt>
                <c:pt idx="853">
                  <c:v>395.25</c:v>
                </c:pt>
                <c:pt idx="854">
                  <c:v>449.65</c:v>
                </c:pt>
                <c:pt idx="855">
                  <c:v>449.65</c:v>
                </c:pt>
                <c:pt idx="856">
                  <c:v>385.9</c:v>
                </c:pt>
                <c:pt idx="857">
                  <c:v>385.9</c:v>
                </c:pt>
                <c:pt idx="858">
                  <c:v>414.8</c:v>
                </c:pt>
                <c:pt idx="859">
                  <c:v>414.8</c:v>
                </c:pt>
                <c:pt idx="860">
                  <c:v>391.85</c:v>
                </c:pt>
                <c:pt idx="861">
                  <c:v>391.85</c:v>
                </c:pt>
                <c:pt idx="862">
                  <c:v>377.4</c:v>
                </c:pt>
                <c:pt idx="863">
                  <c:v>377.4</c:v>
                </c:pt>
                <c:pt idx="864">
                  <c:v>374</c:v>
                </c:pt>
                <c:pt idx="865">
                  <c:v>374</c:v>
                </c:pt>
                <c:pt idx="866">
                  <c:v>400.35</c:v>
                </c:pt>
                <c:pt idx="867">
                  <c:v>400.35</c:v>
                </c:pt>
                <c:pt idx="868">
                  <c:v>362.95</c:v>
                </c:pt>
                <c:pt idx="869">
                  <c:v>362.95</c:v>
                </c:pt>
                <c:pt idx="870">
                  <c:v>274.55</c:v>
                </c:pt>
                <c:pt idx="871">
                  <c:v>274.55</c:v>
                </c:pt>
                <c:pt idx="872">
                  <c:v>258.400000</c:v>
                </c:pt>
                <c:pt idx="873">
                  <c:v>258.400000</c:v>
                </c:pt>
                <c:pt idx="874">
                  <c:v>324.7</c:v>
                </c:pt>
                <c:pt idx="875">
                  <c:v>324.7</c:v>
                </c:pt>
                <c:pt idx="876">
                  <c:v>315.350000</c:v>
                </c:pt>
                <c:pt idx="877">
                  <c:v>315.350000</c:v>
                </c:pt>
                <c:pt idx="878">
                  <c:v>399.5</c:v>
                </c:pt>
                <c:pt idx="879">
                  <c:v>399.5</c:v>
                </c:pt>
                <c:pt idx="880">
                  <c:v>444.55</c:v>
                </c:pt>
                <c:pt idx="881">
                  <c:v>444.55</c:v>
                </c:pt>
                <c:pt idx="882">
                  <c:v>409.7</c:v>
                </c:pt>
                <c:pt idx="883">
                  <c:v>409.7</c:v>
                </c:pt>
                <c:pt idx="884">
                  <c:v>324.7</c:v>
                </c:pt>
                <c:pt idx="885">
                  <c:v>324.7</c:v>
                </c:pt>
                <c:pt idx="886">
                  <c:v>268.600000</c:v>
                </c:pt>
                <c:pt idx="887">
                  <c:v>268.600000</c:v>
                </c:pt>
                <c:pt idx="888">
                  <c:v>277.100000</c:v>
                </c:pt>
                <c:pt idx="889">
                  <c:v>277.100000</c:v>
                </c:pt>
                <c:pt idx="890">
                  <c:v>238.85</c:v>
                </c:pt>
                <c:pt idx="891">
                  <c:v>238.85</c:v>
                </c:pt>
                <c:pt idx="892">
                  <c:v>184.45</c:v>
                </c:pt>
                <c:pt idx="893">
                  <c:v>184.45</c:v>
                </c:pt>
                <c:pt idx="894">
                  <c:v>140.25</c:v>
                </c:pt>
                <c:pt idx="895">
                  <c:v>140.25</c:v>
                </c:pt>
                <c:pt idx="896">
                  <c:v>129.200000</c:v>
                </c:pt>
                <c:pt idx="897">
                  <c:v>129.200000</c:v>
                </c:pt>
                <c:pt idx="898">
                  <c:v>97.75</c:v>
                </c:pt>
                <c:pt idx="899">
                  <c:v>97.75</c:v>
                </c:pt>
                <c:pt idx="900">
                  <c:v>71.400000</c:v>
                </c:pt>
                <c:pt idx="901">
                  <c:v>71.400000</c:v>
                </c:pt>
                <c:pt idx="902">
                  <c:v>51</c:v>
                </c:pt>
                <c:pt idx="903">
                  <c:v>51</c:v>
                </c:pt>
                <c:pt idx="904">
                  <c:v>27.2</c:v>
                </c:pt>
                <c:pt idx="905">
                  <c:v>27.2</c:v>
                </c:pt>
                <c:pt idx="906">
                  <c:v>9.35</c:v>
                </c:pt>
                <c:pt idx="907">
                  <c:v>9.35</c:v>
                </c:pt>
                <c:pt idx="908">
                  <c:v>2.550000</c:v>
                </c:pt>
                <c:pt idx="909">
                  <c:v>2.550000</c:v>
                </c:pt>
                <c:pt idx="910">
                  <c:v>3.4</c:v>
                </c:pt>
                <c:pt idx="911">
                  <c:v>3.4</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2.550000</c:v>
                </c:pt>
                <c:pt idx="1003">
                  <c:v>2.550000</c:v>
                </c:pt>
                <c:pt idx="1004">
                  <c:v>18.7</c:v>
                </c:pt>
                <c:pt idx="1005">
                  <c:v>18.7</c:v>
                </c:pt>
                <c:pt idx="1006">
                  <c:v>46.75</c:v>
                </c:pt>
                <c:pt idx="1007">
                  <c:v>46.75</c:v>
                </c:pt>
                <c:pt idx="1008">
                  <c:v>79.05</c:v>
                </c:pt>
                <c:pt idx="1009">
                  <c:v>79.05</c:v>
                </c:pt>
                <c:pt idx="1010">
                  <c:v>115.6</c:v>
                </c:pt>
                <c:pt idx="1011">
                  <c:v>115.6</c:v>
                </c:pt>
                <c:pt idx="1012">
                  <c:v>156.4</c:v>
                </c:pt>
                <c:pt idx="1013">
                  <c:v>156.4</c:v>
                </c:pt>
                <c:pt idx="1014">
                  <c:v>199.75</c:v>
                </c:pt>
                <c:pt idx="1015">
                  <c:v>199.75</c:v>
                </c:pt>
                <c:pt idx="1016">
                  <c:v>243.1</c:v>
                </c:pt>
                <c:pt idx="1017">
                  <c:v>243.1</c:v>
                </c:pt>
                <c:pt idx="1018">
                  <c:v>288.150000</c:v>
                </c:pt>
                <c:pt idx="1019">
                  <c:v>288.150000</c:v>
                </c:pt>
                <c:pt idx="1020">
                  <c:v>332.35</c:v>
                </c:pt>
                <c:pt idx="1021">
                  <c:v>332.35</c:v>
                </c:pt>
                <c:pt idx="1022">
                  <c:v>376.55</c:v>
                </c:pt>
                <c:pt idx="1023">
                  <c:v>376.55</c:v>
                </c:pt>
                <c:pt idx="1024">
                  <c:v>419.05</c:v>
                </c:pt>
                <c:pt idx="1025">
                  <c:v>419.05</c:v>
                </c:pt>
                <c:pt idx="1026">
                  <c:v>460.7</c:v>
                </c:pt>
                <c:pt idx="1027">
                  <c:v>460.7</c:v>
                </c:pt>
                <c:pt idx="1028">
                  <c:v>501.5</c:v>
                </c:pt>
                <c:pt idx="1029">
                  <c:v>501.5</c:v>
                </c:pt>
                <c:pt idx="1030">
                  <c:v>541.450000</c:v>
                </c:pt>
                <c:pt idx="1031">
                  <c:v>541.450000</c:v>
                </c:pt>
                <c:pt idx="1032">
                  <c:v>579.700000</c:v>
                </c:pt>
                <c:pt idx="1033">
                  <c:v>579.700000</c:v>
                </c:pt>
                <c:pt idx="1034">
                  <c:v>614.550000</c:v>
                </c:pt>
                <c:pt idx="1035">
                  <c:v>614.550000</c:v>
                </c:pt>
                <c:pt idx="1036">
                  <c:v>646</c:v>
                </c:pt>
                <c:pt idx="1037">
                  <c:v>646</c:v>
                </c:pt>
                <c:pt idx="1038">
                  <c:v>673.2</c:v>
                </c:pt>
                <c:pt idx="1039">
                  <c:v>673.2</c:v>
                </c:pt>
                <c:pt idx="1040">
                  <c:v>697</c:v>
                </c:pt>
                <c:pt idx="1041">
                  <c:v>697</c:v>
                </c:pt>
                <c:pt idx="1042">
                  <c:v>717.4</c:v>
                </c:pt>
                <c:pt idx="1043">
                  <c:v>717.4</c:v>
                </c:pt>
                <c:pt idx="1044">
                  <c:v>734.4</c:v>
                </c:pt>
                <c:pt idx="1045">
                  <c:v>734.4</c:v>
                </c:pt>
                <c:pt idx="1046">
                  <c:v>748</c:v>
                </c:pt>
                <c:pt idx="1047">
                  <c:v>748</c:v>
                </c:pt>
                <c:pt idx="1048">
                  <c:v>758.2</c:v>
                </c:pt>
                <c:pt idx="1049">
                  <c:v>758.2</c:v>
                </c:pt>
                <c:pt idx="1050">
                  <c:v>764.15</c:v>
                </c:pt>
                <c:pt idx="1051">
                  <c:v>764.15</c:v>
                </c:pt>
                <c:pt idx="1052">
                  <c:v>764.15</c:v>
                </c:pt>
                <c:pt idx="1053">
                  <c:v>764.15</c:v>
                </c:pt>
                <c:pt idx="1054">
                  <c:v>762.45</c:v>
                </c:pt>
                <c:pt idx="1055">
                  <c:v>762.45</c:v>
                </c:pt>
                <c:pt idx="1056">
                  <c:v>701.25</c:v>
                </c:pt>
                <c:pt idx="1057">
                  <c:v>701.25</c:v>
                </c:pt>
                <c:pt idx="1058">
                  <c:v>662.15</c:v>
                </c:pt>
                <c:pt idx="1059">
                  <c:v>662.15</c:v>
                </c:pt>
                <c:pt idx="1060">
                  <c:v>629.85</c:v>
                </c:pt>
                <c:pt idx="1061">
                  <c:v>629.85</c:v>
                </c:pt>
                <c:pt idx="1062">
                  <c:v>610.300000</c:v>
                </c:pt>
                <c:pt idx="1063">
                  <c:v>610.300000</c:v>
                </c:pt>
                <c:pt idx="1064">
                  <c:v>654.5</c:v>
                </c:pt>
                <c:pt idx="1065">
                  <c:v>654.5</c:v>
                </c:pt>
                <c:pt idx="1066">
                  <c:v>640.9</c:v>
                </c:pt>
                <c:pt idx="1067">
                  <c:v>640.9</c:v>
                </c:pt>
                <c:pt idx="1068">
                  <c:v>618.800000</c:v>
                </c:pt>
                <c:pt idx="1069">
                  <c:v>618.800000</c:v>
                </c:pt>
                <c:pt idx="1070">
                  <c:v>558.450000</c:v>
                </c:pt>
                <c:pt idx="1071">
                  <c:v>558.450000</c:v>
                </c:pt>
                <c:pt idx="1072">
                  <c:v>532.1</c:v>
                </c:pt>
                <c:pt idx="1073">
                  <c:v>532.1</c:v>
                </c:pt>
                <c:pt idx="1074">
                  <c:v>432.65</c:v>
                </c:pt>
                <c:pt idx="1075">
                  <c:v>432.65</c:v>
                </c:pt>
                <c:pt idx="1076">
                  <c:v>420.75</c:v>
                </c:pt>
                <c:pt idx="1077">
                  <c:v>420.75</c:v>
                </c:pt>
                <c:pt idx="1078">
                  <c:v>272</c:v>
                </c:pt>
                <c:pt idx="1079">
                  <c:v>272</c:v>
                </c:pt>
                <c:pt idx="1080">
                  <c:v>170.85</c:v>
                </c:pt>
                <c:pt idx="1081">
                  <c:v>170.85</c:v>
                </c:pt>
                <c:pt idx="1082">
                  <c:v>157.25</c:v>
                </c:pt>
                <c:pt idx="1083">
                  <c:v>157.25</c:v>
                </c:pt>
                <c:pt idx="1084">
                  <c:v>226.95</c:v>
                </c:pt>
                <c:pt idx="1085">
                  <c:v>226.95</c:v>
                </c:pt>
                <c:pt idx="1086">
                  <c:v>302.600000</c:v>
                </c:pt>
                <c:pt idx="1087">
                  <c:v>302.600000</c:v>
                </c:pt>
                <c:pt idx="1088">
                  <c:v>246.5</c:v>
                </c:pt>
                <c:pt idx="1089">
                  <c:v>246.5</c:v>
                </c:pt>
                <c:pt idx="1090">
                  <c:v>161.5</c:v>
                </c:pt>
                <c:pt idx="1091">
                  <c:v>161.5</c:v>
                </c:pt>
                <c:pt idx="1092">
                  <c:v>126.65</c:v>
                </c:pt>
                <c:pt idx="1093">
                  <c:v>126.65</c:v>
                </c:pt>
                <c:pt idx="1094">
                  <c:v>118.15</c:v>
                </c:pt>
                <c:pt idx="1095">
                  <c:v>118.15</c:v>
                </c:pt>
                <c:pt idx="1096">
                  <c:v>61.2</c:v>
                </c:pt>
                <c:pt idx="1097">
                  <c:v>61.2</c:v>
                </c:pt>
                <c:pt idx="1098">
                  <c:v>47.6</c:v>
                </c:pt>
                <c:pt idx="1099">
                  <c:v>47.6</c:v>
                </c:pt>
                <c:pt idx="1100">
                  <c:v>28.9</c:v>
                </c:pt>
                <c:pt idx="1101">
                  <c:v>28.9</c:v>
                </c:pt>
                <c:pt idx="1102">
                  <c:v>7.65</c:v>
                </c:pt>
                <c:pt idx="1103">
                  <c:v>7.65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6.8</c:v>
                </c:pt>
                <c:pt idx="1197">
                  <c:v>6.8</c:v>
                </c:pt>
                <c:pt idx="1198">
                  <c:v>11.9</c:v>
                </c:pt>
                <c:pt idx="1199">
                  <c:v>11.9</c:v>
                </c:pt>
                <c:pt idx="1200">
                  <c:v>17.850000</c:v>
                </c:pt>
                <c:pt idx="1201">
                  <c:v>17.850000</c:v>
                </c:pt>
                <c:pt idx="1202">
                  <c:v>27.2</c:v>
                </c:pt>
                <c:pt idx="1203">
                  <c:v>27.2</c:v>
                </c:pt>
                <c:pt idx="1204">
                  <c:v>41.65</c:v>
                </c:pt>
                <c:pt idx="1205">
                  <c:v>41.65</c:v>
                </c:pt>
                <c:pt idx="1206">
                  <c:v>54.4</c:v>
                </c:pt>
                <c:pt idx="1207">
                  <c:v>54.4</c:v>
                </c:pt>
                <c:pt idx="1208">
                  <c:v>68</c:v>
                </c:pt>
                <c:pt idx="1209">
                  <c:v>68</c:v>
                </c:pt>
                <c:pt idx="1210">
                  <c:v>79.900000</c:v>
                </c:pt>
                <c:pt idx="1211">
                  <c:v>79.900000</c:v>
                </c:pt>
                <c:pt idx="1212">
                  <c:v>80.75</c:v>
                </c:pt>
                <c:pt idx="1213">
                  <c:v>80.75</c:v>
                </c:pt>
                <c:pt idx="1214">
                  <c:v>85.85</c:v>
                </c:pt>
                <c:pt idx="1215">
                  <c:v>85.85</c:v>
                </c:pt>
                <c:pt idx="1216">
                  <c:v>85.85</c:v>
                </c:pt>
                <c:pt idx="1217">
                  <c:v>85.85</c:v>
                </c:pt>
                <c:pt idx="1218">
                  <c:v>73.95</c:v>
                </c:pt>
                <c:pt idx="1219">
                  <c:v>73.95</c:v>
                </c:pt>
                <c:pt idx="1220">
                  <c:v>102</c:v>
                </c:pt>
                <c:pt idx="1221">
                  <c:v>102</c:v>
                </c:pt>
                <c:pt idx="1222">
                  <c:v>99.45</c:v>
                </c:pt>
                <c:pt idx="1223">
                  <c:v>99.45</c:v>
                </c:pt>
                <c:pt idx="1224">
                  <c:v>81.600000</c:v>
                </c:pt>
                <c:pt idx="1225">
                  <c:v>81.600000</c:v>
                </c:pt>
                <c:pt idx="1226">
                  <c:v>102.85</c:v>
                </c:pt>
                <c:pt idx="1227">
                  <c:v>102.85</c:v>
                </c:pt>
                <c:pt idx="1228">
                  <c:v>102</c:v>
                </c:pt>
                <c:pt idx="1229">
                  <c:v>102</c:v>
                </c:pt>
                <c:pt idx="1230">
                  <c:v>101.15</c:v>
                </c:pt>
                <c:pt idx="1231">
                  <c:v>101.15</c:v>
                </c:pt>
                <c:pt idx="1232">
                  <c:v>99.45</c:v>
                </c:pt>
                <c:pt idx="1233">
                  <c:v>99.45</c:v>
                </c:pt>
                <c:pt idx="1234">
                  <c:v>136</c:v>
                </c:pt>
                <c:pt idx="1235">
                  <c:v>136</c:v>
                </c:pt>
                <c:pt idx="1236">
                  <c:v>122.4</c:v>
                </c:pt>
                <c:pt idx="1237">
                  <c:v>122.4</c:v>
                </c:pt>
                <c:pt idx="1238">
                  <c:v>79.05</c:v>
                </c:pt>
                <c:pt idx="1239">
                  <c:v>79.05</c:v>
                </c:pt>
                <c:pt idx="1240">
                  <c:v>129.200000</c:v>
                </c:pt>
                <c:pt idx="1241">
                  <c:v>129.200000</c:v>
                </c:pt>
                <c:pt idx="1242">
                  <c:v>119</c:v>
                </c:pt>
                <c:pt idx="1243">
                  <c:v>119</c:v>
                </c:pt>
                <c:pt idx="1244">
                  <c:v>107.95</c:v>
                </c:pt>
                <c:pt idx="1245">
                  <c:v>107.95</c:v>
                </c:pt>
                <c:pt idx="1246">
                  <c:v>105.4</c:v>
                </c:pt>
                <c:pt idx="1247">
                  <c:v>105.4</c:v>
                </c:pt>
                <c:pt idx="1248">
                  <c:v>107.95</c:v>
                </c:pt>
                <c:pt idx="1249">
                  <c:v>107.95</c:v>
                </c:pt>
                <c:pt idx="1250">
                  <c:v>98.6</c:v>
                </c:pt>
                <c:pt idx="1251">
                  <c:v>98.6</c:v>
                </c:pt>
                <c:pt idx="1252">
                  <c:v>93.5</c:v>
                </c:pt>
                <c:pt idx="1253">
                  <c:v>93.5</c:v>
                </c:pt>
                <c:pt idx="1254">
                  <c:v>85</c:v>
                </c:pt>
                <c:pt idx="1255">
                  <c:v>85</c:v>
                </c:pt>
                <c:pt idx="1256">
                  <c:v>75.650000</c:v>
                </c:pt>
                <c:pt idx="1257">
                  <c:v>75.650000</c:v>
                </c:pt>
                <c:pt idx="1258">
                  <c:v>68.850000</c:v>
                </c:pt>
                <c:pt idx="1259">
                  <c:v>68.850000</c:v>
                </c:pt>
                <c:pt idx="1260">
                  <c:v>68.850000</c:v>
                </c:pt>
                <c:pt idx="1261">
                  <c:v>68.850000</c:v>
                </c:pt>
                <c:pt idx="1262">
                  <c:v>58.65</c:v>
                </c:pt>
                <c:pt idx="1263">
                  <c:v>58.65</c:v>
                </c:pt>
                <c:pt idx="1264">
                  <c:v>55.25</c:v>
                </c:pt>
                <c:pt idx="1265">
                  <c:v>55.25</c:v>
                </c:pt>
                <c:pt idx="1266">
                  <c:v>47.6</c:v>
                </c:pt>
                <c:pt idx="1267">
                  <c:v>47.6</c:v>
                </c:pt>
                <c:pt idx="1268">
                  <c:v>62.05</c:v>
                </c:pt>
                <c:pt idx="1269">
                  <c:v>62.05</c:v>
                </c:pt>
                <c:pt idx="1270">
                  <c:v>45.05</c:v>
                </c:pt>
                <c:pt idx="1271">
                  <c:v>45.05</c:v>
                </c:pt>
                <c:pt idx="1272">
                  <c:v>49.3</c:v>
                </c:pt>
                <c:pt idx="1273">
                  <c:v>49.3</c:v>
                </c:pt>
                <c:pt idx="1274">
                  <c:v>30.6</c:v>
                </c:pt>
                <c:pt idx="1275">
                  <c:v>30.6</c:v>
                </c:pt>
                <c:pt idx="1276">
                  <c:v>34</c:v>
                </c:pt>
                <c:pt idx="1277">
                  <c:v>34</c:v>
                </c:pt>
                <c:pt idx="1278">
                  <c:v>60.35</c:v>
                </c:pt>
                <c:pt idx="1279">
                  <c:v>60.35</c:v>
                </c:pt>
                <c:pt idx="1280">
                  <c:v>51.85</c:v>
                </c:pt>
                <c:pt idx="1281">
                  <c:v>51.85</c:v>
                </c:pt>
                <c:pt idx="1282">
                  <c:v>42.5</c:v>
                </c:pt>
                <c:pt idx="1283">
                  <c:v>42.5</c:v>
                </c:pt>
                <c:pt idx="1284">
                  <c:v>27.2</c:v>
                </c:pt>
                <c:pt idx="1285">
                  <c:v>27.2</c:v>
                </c:pt>
                <c:pt idx="1286">
                  <c:v>22.1</c:v>
                </c:pt>
                <c:pt idx="1287">
                  <c:v>22.1</c:v>
                </c:pt>
                <c:pt idx="1288">
                  <c:v>14.45</c:v>
                </c:pt>
                <c:pt idx="1289">
                  <c:v>14.45</c:v>
                </c:pt>
                <c:pt idx="1290">
                  <c:v>4.25</c:v>
                </c:pt>
                <c:pt idx="1291">
                  <c:v>4.25</c:v>
                </c:pt>
                <c:pt idx="1292">
                  <c:v>1.7</c:v>
                </c:pt>
                <c:pt idx="1293">
                  <c:v>1.7</c:v>
                </c:pt>
                <c:pt idx="1294">
                  <c:v>2.550000</c:v>
                </c:pt>
                <c:pt idx="1295">
                  <c:v>2.550000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2.550000</c:v>
                </c:pt>
                <c:pt idx="1387">
                  <c:v>2.550000</c:v>
                </c:pt>
                <c:pt idx="1388">
                  <c:v>12.75</c:v>
                </c:pt>
                <c:pt idx="1389">
                  <c:v>12.75</c:v>
                </c:pt>
              </c:numCache>
            </c:numRef>
          </c:yVal>
          <c:smooth val="0"/>
          <c:extLst>
            <c:ext xmlns:c16="http://schemas.microsoft.com/office/drawing/2014/chart" uri="{C3380CC4-5D6E-409C-BE32-E72D297353CC}">
              <c16:uniqueId val="{00000002-5F15-42B1-8EC2-F5074295417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38.1372</c:v>
                </c:pt>
                <c:pt idx="1">
                  <c:v>38.1372</c:v>
                </c:pt>
                <c:pt idx="2">
                  <c:v>38.1372</c:v>
                </c:pt>
                <c:pt idx="3">
                  <c:v>38.1372</c:v>
                </c:pt>
                <c:pt idx="4">
                  <c:v>38.1372</c:v>
                </c:pt>
                <c:pt idx="5">
                  <c:v>38.1372</c:v>
                </c:pt>
                <c:pt idx="6">
                  <c:v>38.1372</c:v>
                </c:pt>
                <c:pt idx="7">
                  <c:v>38.1372</c:v>
                </c:pt>
                <c:pt idx="8">
                  <c:v>38.1372</c:v>
                </c:pt>
                <c:pt idx="9">
                  <c:v>38.1372</c:v>
                </c:pt>
                <c:pt idx="10">
                  <c:v>38.1372</c:v>
                </c:pt>
                <c:pt idx="11">
                  <c:v>38.1372</c:v>
                </c:pt>
                <c:pt idx="12">
                  <c:v>38.1372</c:v>
                </c:pt>
                <c:pt idx="13">
                  <c:v>38.1372</c:v>
                </c:pt>
                <c:pt idx="14">
                  <c:v>38.1372</c:v>
                </c:pt>
                <c:pt idx="15">
                  <c:v>38.1372</c:v>
                </c:pt>
                <c:pt idx="16">
                  <c:v>38.1372</c:v>
                </c:pt>
                <c:pt idx="17">
                  <c:v>42.675417</c:v>
                </c:pt>
                <c:pt idx="18">
                  <c:v>48.627532</c:v>
                </c:pt>
                <c:pt idx="19">
                  <c:v>48.681950</c:v>
                </c:pt>
                <c:pt idx="20">
                  <c:v>52.916656</c:v>
                </c:pt>
                <c:pt idx="21">
                  <c:v>52.916656</c:v>
                </c:pt>
                <c:pt idx="22">
                  <c:v>52.916656</c:v>
                </c:pt>
                <c:pt idx="23">
                  <c:v>52.916656</c:v>
                </c:pt>
                <c:pt idx="24">
                  <c:v>57.454872</c:v>
                </c:pt>
                <c:pt idx="25">
                  <c:v>64.262197</c:v>
                </c:pt>
                <c:pt idx="26">
                  <c:v>65.83793</c:v>
                </c:pt>
                <c:pt idx="27">
                  <c:v>65.83793</c:v>
                </c:pt>
                <c:pt idx="28">
                  <c:v>65.759827</c:v>
                </c:pt>
                <c:pt idx="29">
                  <c:v>61.977564</c:v>
                </c:pt>
                <c:pt idx="30">
                  <c:v>60.782474</c:v>
                </c:pt>
                <c:pt idx="31">
                  <c:v>60.304439</c:v>
                </c:pt>
                <c:pt idx="32">
                  <c:v>60.304439</c:v>
                </c:pt>
                <c:pt idx="33">
                  <c:v>60.304439</c:v>
                </c:pt>
                <c:pt idx="34">
                  <c:v>59.559594</c:v>
                </c:pt>
                <c:pt idx="35">
                  <c:v>58.479326</c:v>
                </c:pt>
                <c:pt idx="36">
                  <c:v>58.263272</c:v>
                </c:pt>
                <c:pt idx="37">
                  <c:v>58.263272</c:v>
                </c:pt>
                <c:pt idx="38">
                  <c:v>57.130819</c:v>
                </c:pt>
                <c:pt idx="39">
                  <c:v>55.917477</c:v>
                </c:pt>
                <c:pt idx="40">
                  <c:v>54.704135</c:v>
                </c:pt>
                <c:pt idx="41">
                  <c:v>54.542356</c:v>
                </c:pt>
                <c:pt idx="42">
                  <c:v>53.604590</c:v>
                </c:pt>
                <c:pt idx="43">
                  <c:v>52.432384</c:v>
                </c:pt>
                <c:pt idx="44">
                  <c:v>51.260177</c:v>
                </c:pt>
                <c:pt idx="45">
                  <c:v>50.869442</c:v>
                </c:pt>
                <c:pt idx="46">
                  <c:v>49.656100</c:v>
                </c:pt>
                <c:pt idx="47">
                  <c:v>48.442757</c:v>
                </c:pt>
                <c:pt idx="48">
                  <c:v>47.229415</c:v>
                </c:pt>
                <c:pt idx="49">
                  <c:v>47.148526</c:v>
                </c:pt>
                <c:pt idx="50">
                  <c:v>46.210760</c:v>
                </c:pt>
                <c:pt idx="51">
                  <c:v>45.038554</c:v>
                </c:pt>
                <c:pt idx="52">
                  <c:v>43.866347</c:v>
                </c:pt>
                <c:pt idx="53">
                  <c:v>43.475612</c:v>
                </c:pt>
                <c:pt idx="54">
                  <c:v>42.312826</c:v>
                </c:pt>
                <c:pt idx="55">
                  <c:v>41.150039</c:v>
                </c:pt>
                <c:pt idx="56">
                  <c:v>39.987253</c:v>
                </c:pt>
                <c:pt idx="57">
                  <c:v>39.754696</c:v>
                </c:pt>
                <c:pt idx="58">
                  <c:v>39.003418</c:v>
                </c:pt>
                <c:pt idx="59">
                  <c:v>37.751288</c:v>
                </c:pt>
                <c:pt idx="60">
                  <c:v>36.499159</c:v>
                </c:pt>
                <c:pt idx="61">
                  <c:v>36.081782</c:v>
                </c:pt>
                <c:pt idx="62">
                  <c:v>34.987395</c:v>
                </c:pt>
                <c:pt idx="63">
                  <c:v>33.893008</c:v>
                </c:pt>
                <c:pt idx="64">
                  <c:v>32.798621</c:v>
                </c:pt>
                <c:pt idx="65">
                  <c:v>32.360866</c:v>
                </c:pt>
                <c:pt idx="66">
                  <c:v>32.048277</c:v>
                </c:pt>
                <c:pt idx="67">
                  <c:v>30.876071</c:v>
                </c:pt>
                <c:pt idx="68">
                  <c:v>29.703864</c:v>
                </c:pt>
                <c:pt idx="69">
                  <c:v>28.687952</c:v>
                </c:pt>
                <c:pt idx="70">
                  <c:v>28.687952</c:v>
                </c:pt>
                <c:pt idx="71">
                  <c:v>28.687952</c:v>
                </c:pt>
                <c:pt idx="72">
                  <c:v>25.544640</c:v>
                </c:pt>
                <c:pt idx="73">
                  <c:v>25.544648</c:v>
                </c:pt>
                <c:pt idx="74">
                  <c:v>32.351972</c:v>
                </c:pt>
                <c:pt idx="75">
                  <c:v>34.793729</c:v>
                </c:pt>
                <c:pt idx="76">
                  <c:v>34.210056</c:v>
                </c:pt>
                <c:pt idx="77">
                  <c:v>34.113400</c:v>
                </c:pt>
                <c:pt idx="78">
                  <c:v>32.663566</c:v>
                </c:pt>
                <c:pt idx="79">
                  <c:v>31.213731</c:v>
                </c:pt>
                <c:pt idx="80">
                  <c:v>30.537142</c:v>
                </c:pt>
                <c:pt idx="81">
                  <c:v>30.537142</c:v>
                </c:pt>
                <c:pt idx="82">
                  <c:v>29.828396</c:v>
                </c:pt>
                <c:pt idx="83">
                  <c:v>28.499497</c:v>
                </c:pt>
                <c:pt idx="84">
                  <c:v>27.170599</c:v>
                </c:pt>
                <c:pt idx="85">
                  <c:v>26.816226</c:v>
                </c:pt>
                <c:pt idx="86">
                  <c:v>25.24212</c:v>
                </c:pt>
                <c:pt idx="87">
                  <c:v>23.668014</c:v>
                </c:pt>
                <c:pt idx="88">
                  <c:v>23.143312</c:v>
                </c:pt>
                <c:pt idx="89">
                  <c:v>23.143312</c:v>
                </c:pt>
                <c:pt idx="90">
                  <c:v>20</c:v>
                </c:pt>
                <c:pt idx="91">
                  <c:v>22.894827</c:v>
                </c:pt>
                <c:pt idx="92">
                  <c:v>22.790323</c:v>
                </c:pt>
                <c:pt idx="93">
                  <c:v>20</c:v>
                </c:pt>
                <c:pt idx="94">
                  <c:v>20</c:v>
                </c:pt>
                <c:pt idx="95">
                  <c:v>21.033348</c:v>
                </c:pt>
                <c:pt idx="96">
                  <c:v>21.033348</c:v>
                </c:pt>
                <c:pt idx="97">
                  <c:v>25.571565</c:v>
                </c:pt>
                <c:pt idx="98">
                  <c:v>32.378890</c:v>
                </c:pt>
                <c:pt idx="99">
                  <c:v>39.186215</c:v>
                </c:pt>
                <c:pt idx="100">
                  <c:v>45.993539</c:v>
                </c:pt>
                <c:pt idx="101">
                  <c:v>52.800864</c:v>
                </c:pt>
                <c:pt idx="102">
                  <c:v>52.800872</c:v>
                </c:pt>
                <c:pt idx="103">
                  <c:v>52.800872</c:v>
                </c:pt>
                <c:pt idx="104">
                  <c:v>52.800872</c:v>
                </c:pt>
                <c:pt idx="105">
                  <c:v>57.339088</c:v>
                </c:pt>
                <c:pt idx="106">
                  <c:v>61.877305</c:v>
                </c:pt>
                <c:pt idx="107">
                  <c:v>61.877305</c:v>
                </c:pt>
                <c:pt idx="108">
                  <c:v>61.877305</c:v>
                </c:pt>
                <c:pt idx="109">
                  <c:v>62.104824</c:v>
                </c:pt>
                <c:pt idx="110">
                  <c:v>66.011017</c:v>
                </c:pt>
                <c:pt idx="111">
                  <c:v>66.011017</c:v>
                </c:pt>
                <c:pt idx="112">
                  <c:v>66.011017</c:v>
                </c:pt>
                <c:pt idx="113">
                  <c:v>66.011017</c:v>
                </c:pt>
                <c:pt idx="114">
                  <c:v>66.011017</c:v>
                </c:pt>
                <c:pt idx="115">
                  <c:v>70.549233</c:v>
                </c:pt>
                <c:pt idx="116">
                  <c:v>77.356558</c:v>
                </c:pt>
                <c:pt idx="117">
                  <c:v>80.923567</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78.877810</c:v>
                </c:pt>
                <c:pt idx="131">
                  <c:v>77.623610</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66.139010</c:v>
                </c:pt>
                <c:pt idx="145">
                  <c:v>64.974463</c:v>
                </c:pt>
                <c:pt idx="146">
                  <c:v>63.809916</c:v>
                </c:pt>
                <c:pt idx="147">
                  <c:v>63.421733</c:v>
                </c:pt>
                <c:pt idx="148">
                  <c:v>62.837926</c:v>
                </c:pt>
                <c:pt idx="149">
                  <c:v>62.259781</c:v>
                </c:pt>
                <c:pt idx="150">
                  <c:v>61.020901</c:v>
                </c:pt>
                <c:pt idx="151">
                  <c:v>59.782021</c:v>
                </c:pt>
                <c:pt idx="152">
                  <c:v>58.956101</c:v>
                </c:pt>
                <c:pt idx="153">
                  <c:v>58.214624</c:v>
                </c:pt>
                <c:pt idx="154">
                  <c:v>57.102409</c:v>
                </c:pt>
                <c:pt idx="155">
                  <c:v>55.990194</c:v>
                </c:pt>
                <c:pt idx="156">
                  <c:v>55.026274</c:v>
                </c:pt>
                <c:pt idx="157">
                  <c:v>54.842058</c:v>
                </c:pt>
                <c:pt idx="158">
                  <c:v>53.603178</c:v>
                </c:pt>
                <c:pt idx="159">
                  <c:v>52.619543</c:v>
                </c:pt>
                <c:pt idx="160">
                  <c:v>51.454996</c:v>
                </c:pt>
                <c:pt idx="161">
                  <c:v>51.144450</c:v>
                </c:pt>
                <c:pt idx="162">
                  <c:v>50.302344</c:v>
                </c:pt>
                <c:pt idx="163">
                  <c:v>49.249712</c:v>
                </c:pt>
                <c:pt idx="164">
                  <c:v>48.197079</c:v>
                </c:pt>
                <c:pt idx="165">
                  <c:v>47.214622</c:v>
                </c:pt>
                <c:pt idx="166">
                  <c:v>46.981713</c:v>
                </c:pt>
                <c:pt idx="167">
                  <c:v>45.817166</c:v>
                </c:pt>
                <c:pt idx="168">
                  <c:v>44.652618</c:v>
                </c:pt>
                <c:pt idx="169">
                  <c:v>43.488071</c:v>
                </c:pt>
                <c:pt idx="170">
                  <c:v>43.122272</c:v>
                </c:pt>
                <c:pt idx="171">
                  <c:v>42.069639</c:v>
                </c:pt>
                <c:pt idx="172">
                  <c:v>41.017007</c:v>
                </c:pt>
                <c:pt idx="173">
                  <c:v>39.964375</c:v>
                </c:pt>
                <c:pt idx="174">
                  <c:v>39.402971</c:v>
                </c:pt>
                <c:pt idx="175">
                  <c:v>38.789276</c:v>
                </c:pt>
                <c:pt idx="176">
                  <c:v>37.333592</c:v>
                </c:pt>
                <c:pt idx="177">
                  <c:v>36.031913</c:v>
                </c:pt>
                <c:pt idx="178">
                  <c:v>35.521146</c:v>
                </c:pt>
                <c:pt idx="179">
                  <c:v>35.521146</c:v>
                </c:pt>
                <c:pt idx="180">
                  <c:v>34.702433</c:v>
                </c:pt>
                <c:pt idx="181">
                  <c:v>33.474362</c:v>
                </c:pt>
                <c:pt idx="182">
                  <c:v>32.246291</c:v>
                </c:pt>
                <c:pt idx="183">
                  <c:v>31.591319</c:v>
                </c:pt>
                <c:pt idx="184">
                  <c:v>30.855041</c:v>
                </c:pt>
                <c:pt idx="185">
                  <c:v>29.424895</c:v>
                </c:pt>
                <c:pt idx="186">
                  <c:v>28.646205</c:v>
                </c:pt>
                <c:pt idx="187">
                  <c:v>27.709495</c:v>
                </c:pt>
                <c:pt idx="188">
                  <c:v>26.281583</c:v>
                </c:pt>
                <c:pt idx="189">
                  <c:v>24.566183</c:v>
                </c:pt>
                <c:pt idx="190">
                  <c:v>24.566183</c:v>
                </c:pt>
                <c:pt idx="191">
                  <c:v>24.566183</c:v>
                </c:pt>
                <c:pt idx="192">
                  <c:v>24.566183</c:v>
                </c:pt>
                <c:pt idx="193">
                  <c:v>24.566183</c:v>
                </c:pt>
                <c:pt idx="194">
                  <c:v>24.566183</c:v>
                </c:pt>
                <c:pt idx="195">
                  <c:v>24.566183</c:v>
                </c:pt>
                <c:pt idx="196">
                  <c:v>24.566183</c:v>
                </c:pt>
                <c:pt idx="197">
                  <c:v>29.104399</c:v>
                </c:pt>
                <c:pt idx="198">
                  <c:v>29.104407</c:v>
                </c:pt>
                <c:pt idx="199">
                  <c:v>35.508267</c:v>
                </c:pt>
                <c:pt idx="200">
                  <c:v>35.508267</c:v>
                </c:pt>
                <c:pt idx="201">
                  <c:v>35.508267</c:v>
                </c:pt>
                <c:pt idx="202">
                  <c:v>35.508267</c:v>
                </c:pt>
                <c:pt idx="203">
                  <c:v>35.508267</c:v>
                </c:pt>
                <c:pt idx="204">
                  <c:v>35.508267</c:v>
                </c:pt>
                <c:pt idx="205">
                  <c:v>37.810510</c:v>
                </c:pt>
                <c:pt idx="206">
                  <c:v>42.348726</c:v>
                </c:pt>
                <c:pt idx="207">
                  <c:v>47.257273</c:v>
                </c:pt>
                <c:pt idx="208">
                  <c:v>51.425159</c:v>
                </c:pt>
                <c:pt idx="209">
                  <c:v>52.770669</c:v>
                </c:pt>
                <c:pt idx="210">
                  <c:v>59.577994</c:v>
                </c:pt>
                <c:pt idx="211">
                  <c:v>66.385318</c:v>
                </c:pt>
                <c:pt idx="212">
                  <c:v>72.818326</c:v>
                </c:pt>
                <c:pt idx="213">
                  <c:v>78.654459</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66.139010</c:v>
                </c:pt>
                <c:pt idx="241">
                  <c:v>64.974463</c:v>
                </c:pt>
                <c:pt idx="242">
                  <c:v>63.809916</c:v>
                </c:pt>
                <c:pt idx="243">
                  <c:v>63.421733</c:v>
                </c:pt>
                <c:pt idx="244">
                  <c:v>62.309518</c:v>
                </c:pt>
                <c:pt idx="245">
                  <c:v>61.197303</c:v>
                </c:pt>
                <c:pt idx="246">
                  <c:v>60.085088</c:v>
                </c:pt>
                <c:pt idx="247">
                  <c:v>59.491906</c:v>
                </c:pt>
                <c:pt idx="248">
                  <c:v>59.491906</c:v>
                </c:pt>
                <c:pt idx="249">
                  <c:v>59.491906</c:v>
                </c:pt>
                <c:pt idx="250">
                  <c:v>59.326722</c:v>
                </c:pt>
                <c:pt idx="251">
                  <c:v>58.087842</c:v>
                </c:pt>
                <c:pt idx="252">
                  <c:v>56.848962</c:v>
                </c:pt>
                <c:pt idx="253">
                  <c:v>55.610082</c:v>
                </c:pt>
                <c:pt idx="254">
                  <c:v>55.259204</c:v>
                </c:pt>
                <c:pt idx="255">
                  <c:v>54.206572</c:v>
                </c:pt>
                <c:pt idx="256">
                  <c:v>53.153940</c:v>
                </c:pt>
                <c:pt idx="257">
                  <c:v>52.101308</c:v>
                </c:pt>
                <c:pt idx="258">
                  <c:v>51.680255</c:v>
                </c:pt>
                <c:pt idx="259">
                  <c:v>50.748617</c:v>
                </c:pt>
                <c:pt idx="260">
                  <c:v>49.584070</c:v>
                </c:pt>
                <c:pt idx="261">
                  <c:v>48.419522</c:v>
                </c:pt>
                <c:pt idx="262">
                  <c:v>47.798430</c:v>
                </c:pt>
                <c:pt idx="263">
                  <c:v>47.096675</c:v>
                </c:pt>
                <c:pt idx="264">
                  <c:v>46.044043</c:v>
                </c:pt>
                <c:pt idx="265">
                  <c:v>44.991411</c:v>
                </c:pt>
                <c:pt idx="266">
                  <c:v>43.938779</c:v>
                </c:pt>
                <c:pt idx="267">
                  <c:v>43.868603</c:v>
                </c:pt>
                <c:pt idx="268">
                  <c:v>43.868603</c:v>
                </c:pt>
                <c:pt idx="269">
                  <c:v>43.868603</c:v>
                </c:pt>
                <c:pt idx="270">
                  <c:v>42.780990</c:v>
                </c:pt>
                <c:pt idx="271">
                  <c:v>41.539509</c:v>
                </c:pt>
                <c:pt idx="272">
                  <c:v>40.083824</c:v>
                </c:pt>
                <c:pt idx="273">
                  <c:v>39.741165</c:v>
                </c:pt>
                <c:pt idx="274">
                  <c:v>38.258079</c:v>
                </c:pt>
                <c:pt idx="275">
                  <c:v>37.236547</c:v>
                </c:pt>
                <c:pt idx="276">
                  <c:v>36.056952</c:v>
                </c:pt>
                <c:pt idx="277">
                  <c:v>35.189762</c:v>
                </c:pt>
                <c:pt idx="278">
                  <c:v>33.961691</c:v>
                </c:pt>
                <c:pt idx="279">
                  <c:v>33.306720</c:v>
                </c:pt>
                <c:pt idx="280">
                  <c:v>33.306720</c:v>
                </c:pt>
                <c:pt idx="281">
                  <c:v>31.964473</c:v>
                </c:pt>
                <c:pt idx="282">
                  <c:v>30.446428</c:v>
                </c:pt>
                <c:pt idx="283">
                  <c:v>29.424895</c:v>
                </c:pt>
                <c:pt idx="284">
                  <c:v>29.031815</c:v>
                </c:pt>
                <c:pt idx="285">
                  <c:v>26.281583</c:v>
                </c:pt>
                <c:pt idx="286">
                  <c:v>26.281583</c:v>
                </c:pt>
                <c:pt idx="287">
                  <c:v>26.281583</c:v>
                </c:pt>
                <c:pt idx="288">
                  <c:v>26.281583</c:v>
                </c:pt>
                <c:pt idx="289">
                  <c:v>26.281583</c:v>
                </c:pt>
                <c:pt idx="290">
                  <c:v>26.281583</c:v>
                </c:pt>
                <c:pt idx="291">
                  <c:v>30.819800</c:v>
                </c:pt>
                <c:pt idx="292">
                  <c:v>34.243486</c:v>
                </c:pt>
                <c:pt idx="293">
                  <c:v>36.886935</c:v>
                </c:pt>
                <c:pt idx="294">
                  <c:v>37.194899</c:v>
                </c:pt>
                <c:pt idx="295">
                  <c:v>41.425152</c:v>
                </c:pt>
                <c:pt idx="296">
                  <c:v>41.425152</c:v>
                </c:pt>
                <c:pt idx="297">
                  <c:v>41.425152</c:v>
                </c:pt>
                <c:pt idx="298">
                  <c:v>41.425152</c:v>
                </c:pt>
                <c:pt idx="299">
                  <c:v>41.425152</c:v>
                </c:pt>
                <c:pt idx="300">
                  <c:v>41.425152</c:v>
                </c:pt>
                <c:pt idx="301">
                  <c:v>45.963368</c:v>
                </c:pt>
                <c:pt idx="302">
                  <c:v>52.770693</c:v>
                </c:pt>
                <c:pt idx="303">
                  <c:v>59.578018</c:v>
                </c:pt>
                <c:pt idx="304">
                  <c:v>64.856424</c:v>
                </c:pt>
                <c:pt idx="305">
                  <c:v>64.856424</c:v>
                </c:pt>
                <c:pt idx="306">
                  <c:v>65.039809</c:v>
                </c:pt>
                <c:pt idx="307">
                  <c:v>70.923559</c:v>
                </c:pt>
                <c:pt idx="308">
                  <c:v>75.461776</c:v>
                </c:pt>
                <c:pt idx="309">
                  <c:v>80.923567</c:v>
                </c:pt>
                <c:pt idx="310">
                  <c:v>85.461783</c:v>
                </c:pt>
                <c:pt idx="311">
                  <c:v>90</c:v>
                </c:pt>
                <c:pt idx="312">
                  <c:v>88.784985</c:v>
                </c:pt>
                <c:pt idx="313">
                  <c:v>87.914658</c:v>
                </c:pt>
                <c:pt idx="314">
                  <c:v>86.634155</c:v>
                </c:pt>
                <c:pt idx="315">
                  <c:v>85.280031</c:v>
                </c:pt>
                <c:pt idx="316">
                  <c:v>84.045210</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67.228953</c:v>
                </c:pt>
                <c:pt idx="337">
                  <c:v>65.974752</c:v>
                </c:pt>
                <c:pt idx="338">
                  <c:v>64.720552</c:v>
                </c:pt>
                <c:pt idx="339">
                  <c:v>64.198098</c:v>
                </c:pt>
                <c:pt idx="340">
                  <c:v>63.421733</c:v>
                </c:pt>
                <c:pt idx="341">
                  <c:v>62.680257</c:v>
                </c:pt>
                <c:pt idx="342">
                  <c:v>61.568041</c:v>
                </c:pt>
                <c:pt idx="343">
                  <c:v>60.455826</c:v>
                </c:pt>
                <c:pt idx="344">
                  <c:v>59.491906</c:v>
                </c:pt>
                <c:pt idx="345">
                  <c:v>58.913762</c:v>
                </c:pt>
                <c:pt idx="346">
                  <c:v>57.674882</c:v>
                </c:pt>
                <c:pt idx="347">
                  <c:v>56.436002</c:v>
                </c:pt>
                <c:pt idx="348">
                  <c:v>55.610082</c:v>
                </c:pt>
                <c:pt idx="349">
                  <c:v>54.908327</c:v>
                </c:pt>
                <c:pt idx="350">
                  <c:v>53.855695</c:v>
                </c:pt>
                <c:pt idx="351">
                  <c:v>52.803062</c:v>
                </c:pt>
                <c:pt idx="352">
                  <c:v>51.750430</c:v>
                </c:pt>
                <c:pt idx="353">
                  <c:v>51.680255</c:v>
                </c:pt>
                <c:pt idx="354">
                  <c:v>51.680255</c:v>
                </c:pt>
                <c:pt idx="355">
                  <c:v>50.748617</c:v>
                </c:pt>
                <c:pt idx="356">
                  <c:v>49.584070</c:v>
                </c:pt>
                <c:pt idx="357">
                  <c:v>48.419522</c:v>
                </c:pt>
                <c:pt idx="358">
                  <c:v>47.798430</c:v>
                </c:pt>
                <c:pt idx="359">
                  <c:v>47.096675</c:v>
                </c:pt>
                <c:pt idx="360">
                  <c:v>46.044043</c:v>
                </c:pt>
                <c:pt idx="361">
                  <c:v>44.991411</c:v>
                </c:pt>
                <c:pt idx="362">
                  <c:v>43.938779</c:v>
                </c:pt>
                <c:pt idx="363">
                  <c:v>43.868603</c:v>
                </c:pt>
                <c:pt idx="364">
                  <c:v>43.868603</c:v>
                </c:pt>
                <c:pt idx="365">
                  <c:v>42.672875</c:v>
                </c:pt>
                <c:pt idx="366">
                  <c:v>41.811359</c:v>
                </c:pt>
                <c:pt idx="367">
                  <c:v>40.677755</c:v>
                </c:pt>
                <c:pt idx="368">
                  <c:v>39.824356</c:v>
                </c:pt>
                <c:pt idx="369">
                  <c:v>38.772792</c:v>
                </c:pt>
                <c:pt idx="370">
                  <c:v>37.288448</c:v>
                </c:pt>
                <c:pt idx="371">
                  <c:v>36.266915</c:v>
                </c:pt>
                <c:pt idx="372">
                  <c:v>35.448201</c:v>
                </c:pt>
                <c:pt idx="373">
                  <c:v>34.220130</c:v>
                </c:pt>
                <c:pt idx="374">
                  <c:v>32.992059</c:v>
                </c:pt>
                <c:pt idx="375">
                  <c:v>32.337088</c:v>
                </c:pt>
                <c:pt idx="376">
                  <c:v>32.337088</c:v>
                </c:pt>
                <c:pt idx="377">
                  <c:v>31.009095</c:v>
                </c:pt>
                <c:pt idx="378">
                  <c:v>29.476796</c:v>
                </c:pt>
                <c:pt idx="379">
                  <c:v>28.455263</c:v>
                </c:pt>
                <c:pt idx="380">
                  <c:v>28.455263</c:v>
                </c:pt>
                <c:pt idx="381">
                  <c:v>25.311951</c:v>
                </c:pt>
                <c:pt idx="382">
                  <c:v>25.311951</c:v>
                </c:pt>
                <c:pt idx="383">
                  <c:v>25.311951</c:v>
                </c:pt>
                <c:pt idx="384">
                  <c:v>25.311951</c:v>
                </c:pt>
                <c:pt idx="385">
                  <c:v>26.281593</c:v>
                </c:pt>
                <c:pt idx="386">
                  <c:v>26.281593</c:v>
                </c:pt>
                <c:pt idx="387">
                  <c:v>26.281593</c:v>
                </c:pt>
                <c:pt idx="388">
                  <c:v>26.281593</c:v>
                </c:pt>
                <c:pt idx="389">
                  <c:v>26.281593</c:v>
                </c:pt>
                <c:pt idx="390">
                  <c:v>26.281593</c:v>
                </c:pt>
                <c:pt idx="391">
                  <c:v>26.281593</c:v>
                </c:pt>
                <c:pt idx="392">
                  <c:v>26.281593</c:v>
                </c:pt>
                <c:pt idx="393">
                  <c:v>30.819809</c:v>
                </c:pt>
                <c:pt idx="394">
                  <c:v>37.627134</c:v>
                </c:pt>
                <c:pt idx="395">
                  <c:v>44.434459</c:v>
                </c:pt>
                <c:pt idx="396">
                  <c:v>46.886943</c:v>
                </c:pt>
                <c:pt idx="397">
                  <c:v>53.694268</c:v>
                </c:pt>
                <c:pt idx="398">
                  <c:v>54.734598</c:v>
                </c:pt>
                <c:pt idx="399">
                  <c:v>59.272815</c:v>
                </c:pt>
                <c:pt idx="400">
                  <c:v>61.731343</c:v>
                </c:pt>
                <c:pt idx="401">
                  <c:v>65.039809</c:v>
                </c:pt>
                <c:pt idx="402">
                  <c:v>69.236424</c:v>
                </c:pt>
                <c:pt idx="403">
                  <c:v>69.236424</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70.812247</c:v>
                </c:pt>
                <c:pt idx="428">
                  <c:v>69.6477</c:v>
                </c:pt>
                <c:pt idx="429">
                  <c:v>68.483153</c:v>
                </c:pt>
                <c:pt idx="430">
                  <c:v>67.554398</c:v>
                </c:pt>
                <c:pt idx="431">
                  <c:v>66.810886</c:v>
                </c:pt>
                <c:pt idx="432">
                  <c:v>65.556686</c:v>
                </c:pt>
                <c:pt idx="433">
                  <c:v>64.553326</c:v>
                </c:pt>
                <c:pt idx="434">
                  <c:v>64.553326</c:v>
                </c:pt>
                <c:pt idx="435">
                  <c:v>64.198098</c:v>
                </c:pt>
                <c:pt idx="436">
                  <c:v>63.421733</c:v>
                </c:pt>
                <c:pt idx="437">
                  <c:v>62.323341</c:v>
                </c:pt>
                <c:pt idx="438">
                  <c:v>61.084461</c:v>
                </c:pt>
                <c:pt idx="439">
                  <c:v>60.671501</c:v>
                </c:pt>
                <c:pt idx="440">
                  <c:v>59.559286</c:v>
                </c:pt>
                <c:pt idx="441">
                  <c:v>58.447071</c:v>
                </c:pt>
                <c:pt idx="442">
                  <c:v>57.334856</c:v>
                </c:pt>
                <c:pt idx="443">
                  <c:v>56.741674</c:v>
                </c:pt>
                <c:pt idx="444">
                  <c:v>56.080938</c:v>
                </c:pt>
                <c:pt idx="445">
                  <c:v>54.842058</c:v>
                </c:pt>
                <c:pt idx="446">
                  <c:v>53.603178</c:v>
                </c:pt>
                <c:pt idx="447">
                  <c:v>52.859850</c:v>
                </c:pt>
                <c:pt idx="448">
                  <c:v>52.859850</c:v>
                </c:pt>
                <c:pt idx="449">
                  <c:v>51.807217</c:v>
                </c:pt>
                <c:pt idx="450">
                  <c:v>50.754585</c:v>
                </c:pt>
                <c:pt idx="451">
                  <c:v>49.701953</c:v>
                </c:pt>
                <c:pt idx="452">
                  <c:v>48.930023</c:v>
                </c:pt>
                <c:pt idx="453">
                  <c:v>48.464204</c:v>
                </c:pt>
                <c:pt idx="454">
                  <c:v>47.299656</c:v>
                </c:pt>
                <c:pt idx="455">
                  <c:v>46.135109</c:v>
                </c:pt>
                <c:pt idx="456">
                  <c:v>45.048198</c:v>
                </c:pt>
                <c:pt idx="457">
                  <c:v>44.697321</c:v>
                </c:pt>
                <c:pt idx="458">
                  <c:v>43.644688</c:v>
                </c:pt>
                <c:pt idx="459">
                  <c:v>42.592056</c:v>
                </c:pt>
                <c:pt idx="460">
                  <c:v>41.539424</c:v>
                </c:pt>
                <c:pt idx="461">
                  <c:v>41.118371</c:v>
                </c:pt>
                <c:pt idx="462">
                  <c:v>41.118371</c:v>
                </c:pt>
                <c:pt idx="463">
                  <c:v>40.811911</c:v>
                </c:pt>
                <c:pt idx="464">
                  <c:v>39.279612</c:v>
                </c:pt>
                <c:pt idx="465">
                  <c:v>37.747313</c:v>
                </c:pt>
                <c:pt idx="466">
                  <c:v>37.236547</c:v>
                </c:pt>
                <c:pt idx="467">
                  <c:v>36.090347</c:v>
                </c:pt>
                <c:pt idx="468">
                  <c:v>34.862276</c:v>
                </c:pt>
                <c:pt idx="469">
                  <c:v>33.634205</c:v>
                </c:pt>
                <c:pt idx="470">
                  <c:v>33.306720</c:v>
                </c:pt>
                <c:pt idx="471">
                  <c:v>32.387340</c:v>
                </c:pt>
                <c:pt idx="472">
                  <c:v>30.855041</c:v>
                </c:pt>
                <c:pt idx="473">
                  <c:v>29.424895</c:v>
                </c:pt>
                <c:pt idx="474">
                  <c:v>28.895557</c:v>
                </c:pt>
                <c:pt idx="475">
                  <c:v>27.572211</c:v>
                </c:pt>
                <c:pt idx="476">
                  <c:v>26.248865</c:v>
                </c:pt>
                <c:pt idx="477">
                  <c:v>25.54308</c:v>
                </c:pt>
                <c:pt idx="478">
                  <c:v>25.54308</c:v>
                </c:pt>
                <c:pt idx="479">
                  <c:v>23.531361</c:v>
                </c:pt>
                <c:pt idx="480">
                  <c:v>23.531361</c:v>
                </c:pt>
                <c:pt idx="481">
                  <c:v>23.531361</c:v>
                </c:pt>
                <c:pt idx="482">
                  <c:v>23.531361</c:v>
                </c:pt>
                <c:pt idx="483">
                  <c:v>28.069577</c:v>
                </c:pt>
                <c:pt idx="484">
                  <c:v>34.876902</c:v>
                </c:pt>
                <c:pt idx="485">
                  <c:v>41.050841</c:v>
                </c:pt>
                <c:pt idx="486">
                  <c:v>47.858166</c:v>
                </c:pt>
                <c:pt idx="487">
                  <c:v>48.491559</c:v>
                </c:pt>
                <c:pt idx="488">
                  <c:v>55.298884</c:v>
                </c:pt>
                <c:pt idx="489">
                  <c:v>60.208011</c:v>
                </c:pt>
                <c:pt idx="490">
                  <c:v>64.746228</c:v>
                </c:pt>
                <c:pt idx="491">
                  <c:v>66.507651</c:v>
                </c:pt>
                <c:pt idx="492">
                  <c:v>66.507651</c:v>
                </c:pt>
                <c:pt idx="493">
                  <c:v>68.962430</c:v>
                </c:pt>
                <c:pt idx="494">
                  <c:v>68.962430</c:v>
                </c:pt>
                <c:pt idx="495">
                  <c:v>68.962430</c:v>
                </c:pt>
                <c:pt idx="496">
                  <c:v>68.962430</c:v>
                </c:pt>
                <c:pt idx="497">
                  <c:v>68.962430</c:v>
                </c:pt>
                <c:pt idx="498">
                  <c:v>73.500647</c:v>
                </c:pt>
                <c:pt idx="499">
                  <c:v>78.038863</c:v>
                </c:pt>
                <c:pt idx="500">
                  <c:v>78.038863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77.794600</c:v>
                </c:pt>
                <c:pt idx="516">
                  <c:v>76.471251</c:v>
                </c:pt>
                <c:pt idx="517">
                  <c:v>76.294804</c:v>
                </c:pt>
                <c:pt idx="518">
                  <c:v>75.867649</c:v>
                </c:pt>
                <c:pt idx="519">
                  <c:v>74.586184</c:v>
                </c:pt>
                <c:pt idx="520">
                  <c:v>73.304718</c:v>
                </c:pt>
                <c:pt idx="521">
                  <c:v>72.364977</c:v>
                </c:pt>
                <c:pt idx="522">
                  <c:v>72.364977</c:v>
                </c:pt>
                <c:pt idx="523">
                  <c:v>72.364977</c:v>
                </c:pt>
                <c:pt idx="524">
                  <c:v>72.215945</c:v>
                </c:pt>
                <c:pt idx="525">
                  <c:v>71.618472</c:v>
                </c:pt>
                <c:pt idx="526">
                  <c:v>70.498715</c:v>
                </c:pt>
                <c:pt idx="527">
                  <c:v>69.378958</c:v>
                </c:pt>
                <c:pt idx="528">
                  <c:v>68.483153</c:v>
                </c:pt>
                <c:pt idx="529">
                  <c:v>68.348112</c:v>
                </c:pt>
                <c:pt idx="530">
                  <c:v>67.746310</c:v>
                </c:pt>
                <c:pt idx="531">
                  <c:v>66.518239</c:v>
                </c:pt>
                <c:pt idx="532">
                  <c:v>65.290168</c:v>
                </c:pt>
                <c:pt idx="533">
                  <c:v>64.553326</c:v>
                </c:pt>
                <c:pt idx="534">
                  <c:v>64.553326</c:v>
                </c:pt>
                <c:pt idx="535">
                  <c:v>64.132565</c:v>
                </c:pt>
                <c:pt idx="536">
                  <c:v>62.969778</c:v>
                </c:pt>
                <c:pt idx="537">
                  <c:v>61.806992</c:v>
                </c:pt>
                <c:pt idx="538">
                  <c:v>60.954282</c:v>
                </c:pt>
                <c:pt idx="539">
                  <c:v>60.954282</c:v>
                </c:pt>
                <c:pt idx="540">
                  <c:v>60.954282</c:v>
                </c:pt>
                <c:pt idx="541">
                  <c:v>59.925866</c:v>
                </c:pt>
                <c:pt idx="542">
                  <c:v>58.823992</c:v>
                </c:pt>
                <c:pt idx="543">
                  <c:v>57.722118</c:v>
                </c:pt>
                <c:pt idx="544">
                  <c:v>57.281368</c:v>
                </c:pt>
                <c:pt idx="545">
                  <c:v>57.082033</c:v>
                </c:pt>
                <c:pt idx="546">
                  <c:v>56.085359</c:v>
                </c:pt>
                <c:pt idx="547">
                  <c:v>55.088685</c:v>
                </c:pt>
                <c:pt idx="548">
                  <c:v>54.092011</c:v>
                </c:pt>
                <c:pt idx="549">
                  <c:v>53.560452</c:v>
                </c:pt>
                <c:pt idx="550">
                  <c:v>53.213951</c:v>
                </c:pt>
                <c:pt idx="551">
                  <c:v>52.174447</c:v>
                </c:pt>
                <c:pt idx="552">
                  <c:v>51.134943</c:v>
                </c:pt>
                <c:pt idx="553">
                  <c:v>50.095439</c:v>
                </c:pt>
                <c:pt idx="554">
                  <c:v>49.887538</c:v>
                </c:pt>
                <c:pt idx="555">
                  <c:v>49.887538</c:v>
                </c:pt>
                <c:pt idx="556">
                  <c:v>46.744226</c:v>
                </c:pt>
                <c:pt idx="557">
                  <c:v>46.744226</c:v>
                </c:pt>
                <c:pt idx="558">
                  <c:v>46.744226</c:v>
                </c:pt>
                <c:pt idx="559">
                  <c:v>46.744226</c:v>
                </c:pt>
                <c:pt idx="560">
                  <c:v>46.744226</c:v>
                </c:pt>
                <c:pt idx="561">
                  <c:v>46.744226</c:v>
                </c:pt>
                <c:pt idx="562">
                  <c:v>46.497370</c:v>
                </c:pt>
                <c:pt idx="563">
                  <c:v>45.436381</c:v>
                </c:pt>
                <c:pt idx="564">
                  <c:v>45.048198</c:v>
                </c:pt>
                <c:pt idx="565">
                  <c:v>44.114963</c:v>
                </c:pt>
                <c:pt idx="566">
                  <c:v>43.513527</c:v>
                </c:pt>
                <c:pt idx="567">
                  <c:v>42.159406</c:v>
                </c:pt>
                <c:pt idx="568">
                  <c:v>41.166383</c:v>
                </c:pt>
                <c:pt idx="569">
                  <c:v>40.087676</c:v>
                </c:pt>
                <c:pt idx="570">
                  <c:v>39.350396</c:v>
                </c:pt>
                <c:pt idx="571">
                  <c:v>39.350396</c:v>
                </c:pt>
                <c:pt idx="572">
                  <c:v>36.944364</c:v>
                </c:pt>
                <c:pt idx="573">
                  <c:v>36.843467</c:v>
                </c:pt>
                <c:pt idx="574">
                  <c:v>36.843467</c:v>
                </c:pt>
                <c:pt idx="575">
                  <c:v>36.843467</c:v>
                </c:pt>
                <c:pt idx="576">
                  <c:v>36.843467</c:v>
                </c:pt>
                <c:pt idx="577">
                  <c:v>39.112575</c:v>
                </c:pt>
                <c:pt idx="578">
                  <c:v>39.112575</c:v>
                </c:pt>
                <c:pt idx="579">
                  <c:v>39.112575</c:v>
                </c:pt>
                <c:pt idx="580">
                  <c:v>39.112575</c:v>
                </c:pt>
                <c:pt idx="581">
                  <c:v>39.350404</c:v>
                </c:pt>
                <c:pt idx="582">
                  <c:v>39.350404</c:v>
                </c:pt>
                <c:pt idx="583">
                  <c:v>39.350404</c:v>
                </c:pt>
                <c:pt idx="584">
                  <c:v>39.350404</c:v>
                </c:pt>
                <c:pt idx="585">
                  <c:v>39.350404</c:v>
                </c:pt>
                <c:pt idx="586">
                  <c:v>39.350404</c:v>
                </c:pt>
                <c:pt idx="587">
                  <c:v>43.888620</c:v>
                </c:pt>
                <c:pt idx="588">
                  <c:v>44.617827</c:v>
                </c:pt>
                <c:pt idx="589">
                  <c:v>49.156043</c:v>
                </c:pt>
                <c:pt idx="590">
                  <c:v>53.551551</c:v>
                </c:pt>
                <c:pt idx="591">
                  <c:v>53.551551</c:v>
                </c:pt>
                <c:pt idx="592">
                  <c:v>53.551551</c:v>
                </c:pt>
                <c:pt idx="593">
                  <c:v>58.089768</c:v>
                </c:pt>
                <c:pt idx="594">
                  <c:v>59.577994</c:v>
                </c:pt>
                <c:pt idx="595">
                  <c:v>64.298102</c:v>
                </c:pt>
                <c:pt idx="596">
                  <c:v>66.385311</c:v>
                </c:pt>
                <c:pt idx="597">
                  <c:v>69.578025</c:v>
                </c:pt>
                <c:pt idx="598">
                  <c:v>71.847134</c:v>
                </c:pt>
                <c:pt idx="599">
                  <c:v>78.654459</c:v>
                </c:pt>
                <c:pt idx="600">
                  <c:v>85.461783</c:v>
                </c:pt>
                <c:pt idx="601">
                  <c:v>89.497070</c:v>
                </c:pt>
                <c:pt idx="602">
                  <c:v>87.914658</c:v>
                </c:pt>
                <c:pt idx="603">
                  <c:v>86.649855</c:v>
                </c:pt>
                <c:pt idx="604">
                  <c:v>85.098607</c:v>
                </c:pt>
                <c:pt idx="605">
                  <c:v>83.547360</c:v>
                </c:pt>
                <c:pt idx="606">
                  <c:v>82.926861</c:v>
                </c:pt>
                <c:pt idx="607">
                  <c:v>81.598868</c:v>
                </c:pt>
                <c:pt idx="608">
                  <c:v>80.066569</c:v>
                </c:pt>
                <c:pt idx="609">
                  <c:v>79.045036</c:v>
                </c:pt>
                <c:pt idx="610">
                  <c:v>79.045036</c:v>
                </c:pt>
                <c:pt idx="611">
                  <c:v>78.160825</c:v>
                </c:pt>
                <c:pt idx="612">
                  <c:v>76.687140</c:v>
                </c:pt>
                <c:pt idx="613">
                  <c:v>75.213455</c:v>
                </c:pt>
                <c:pt idx="614">
                  <c:v>74.934659</c:v>
                </c:pt>
                <c:pt idx="615">
                  <c:v>73.580535</c:v>
                </c:pt>
                <c:pt idx="616">
                  <c:v>72.226410</c:v>
                </c:pt>
                <c:pt idx="617">
                  <c:v>71.233385</c:v>
                </c:pt>
                <c:pt idx="618">
                  <c:v>71.233385</c:v>
                </c:pt>
                <c:pt idx="619">
                  <c:v>70.272760</c:v>
                </c:pt>
                <c:pt idx="620">
                  <c:v>68.962818</c:v>
                </c:pt>
                <c:pt idx="621">
                  <c:v>67.652876</c:v>
                </c:pt>
                <c:pt idx="622">
                  <c:v>67.303558</c:v>
                </c:pt>
                <c:pt idx="623">
                  <c:v>66.171359</c:v>
                </c:pt>
                <c:pt idx="624">
                  <c:v>64.958289</c:v>
                </c:pt>
                <c:pt idx="625">
                  <c:v>63.745219</c:v>
                </c:pt>
                <c:pt idx="626">
                  <c:v>63.421733</c:v>
                </c:pt>
                <c:pt idx="627">
                  <c:v>63.176119</c:v>
                </c:pt>
                <c:pt idx="628">
                  <c:v>61.948048</c:v>
                </c:pt>
                <c:pt idx="629">
                  <c:v>60.719977</c:v>
                </c:pt>
                <c:pt idx="630">
                  <c:v>59.491906</c:v>
                </c:pt>
                <c:pt idx="631">
                  <c:v>59.491906</c:v>
                </c:pt>
                <c:pt idx="632">
                  <c:v>59.491906</c:v>
                </c:pt>
                <c:pt idx="633">
                  <c:v>59.491906</c:v>
                </c:pt>
                <c:pt idx="634">
                  <c:v>59.258997</c:v>
                </c:pt>
                <c:pt idx="635">
                  <c:v>58.094449</c:v>
                </c:pt>
                <c:pt idx="636">
                  <c:v>56.929902</c:v>
                </c:pt>
                <c:pt idx="637">
                  <c:v>55.765355</c:v>
                </c:pt>
                <c:pt idx="638">
                  <c:v>55.610082</c:v>
                </c:pt>
                <c:pt idx="639">
                  <c:v>55.081067</c:v>
                </c:pt>
                <c:pt idx="640">
                  <c:v>53.947463</c:v>
                </c:pt>
                <c:pt idx="641">
                  <c:v>52.813859</c:v>
                </c:pt>
                <c:pt idx="642">
                  <c:v>51.680255</c:v>
                </c:pt>
                <c:pt idx="643">
                  <c:v>51.680255</c:v>
                </c:pt>
                <c:pt idx="644">
                  <c:v>51.680255</c:v>
                </c:pt>
                <c:pt idx="645">
                  <c:v>50.67098</c:v>
                </c:pt>
                <c:pt idx="646">
                  <c:v>49.506433</c:v>
                </c:pt>
                <c:pt idx="647">
                  <c:v>48.341886</c:v>
                </c:pt>
                <c:pt idx="648">
                  <c:v>47.798430</c:v>
                </c:pt>
                <c:pt idx="649">
                  <c:v>47.711101</c:v>
                </c:pt>
                <c:pt idx="650">
                  <c:v>46.401158</c:v>
                </c:pt>
                <c:pt idx="651">
                  <c:v>45.091216</c:v>
                </c:pt>
                <c:pt idx="652">
                  <c:v>43.868603</c:v>
                </c:pt>
                <c:pt idx="653">
                  <c:v>43.868603</c:v>
                </c:pt>
                <c:pt idx="654">
                  <c:v>43.868603</c:v>
                </c:pt>
                <c:pt idx="655">
                  <c:v>43.868603</c:v>
                </c:pt>
                <c:pt idx="656">
                  <c:v>43.868603</c:v>
                </c:pt>
                <c:pt idx="657">
                  <c:v>42.336304</c:v>
                </c:pt>
                <c:pt idx="658">
                  <c:v>40.804005</c:v>
                </c:pt>
                <c:pt idx="659">
                  <c:v>39.986779</c:v>
                </c:pt>
                <c:pt idx="660">
                  <c:v>38.863971</c:v>
                </c:pt>
                <c:pt idx="661">
                  <c:v>37.460461</c:v>
                </c:pt>
                <c:pt idx="662">
                  <c:v>36.056952</c:v>
                </c:pt>
                <c:pt idx="663">
                  <c:v>36.056952</c:v>
                </c:pt>
                <c:pt idx="664">
                  <c:v>35.416108</c:v>
                </c:pt>
                <c:pt idx="665">
                  <c:v>33.960428</c:v>
                </c:pt>
                <c:pt idx="666">
                  <c:v>33.281110</c:v>
                </c:pt>
                <c:pt idx="667">
                  <c:v>33.281110</c:v>
                </c:pt>
                <c:pt idx="668">
                  <c:v>32.407757</c:v>
                </c:pt>
                <c:pt idx="669">
                  <c:v>31.922562</c:v>
                </c:pt>
                <c:pt idx="670">
                  <c:v>31.419632</c:v>
                </c:pt>
                <c:pt idx="671">
                  <c:v>35.957848</c:v>
                </c:pt>
                <c:pt idx="672">
                  <c:v>42.765173</c:v>
                </c:pt>
                <c:pt idx="673">
                  <c:v>49.572498</c:v>
                </c:pt>
                <c:pt idx="674">
                  <c:v>52.246101</c:v>
                </c:pt>
                <c:pt idx="675">
                  <c:v>52.246101</c:v>
                </c:pt>
                <c:pt idx="676">
                  <c:v>52.246101</c:v>
                </c:pt>
                <c:pt idx="677">
                  <c:v>52.246101</c:v>
                </c:pt>
                <c:pt idx="678">
                  <c:v>52.246101</c:v>
                </c:pt>
                <c:pt idx="679">
                  <c:v>52.246101</c:v>
                </c:pt>
                <c:pt idx="680">
                  <c:v>52.246101</c:v>
                </c:pt>
                <c:pt idx="681">
                  <c:v>52.246101</c:v>
                </c:pt>
                <c:pt idx="682">
                  <c:v>52.246101</c:v>
                </c:pt>
                <c:pt idx="683">
                  <c:v>52.246101</c:v>
                </c:pt>
                <c:pt idx="684">
                  <c:v>52.246101</c:v>
                </c:pt>
                <c:pt idx="685">
                  <c:v>52.246108</c:v>
                </c:pt>
                <c:pt idx="686">
                  <c:v>53.694245</c:v>
                </c:pt>
                <c:pt idx="687">
                  <c:v>53.694252</c:v>
                </c:pt>
                <c:pt idx="688">
                  <c:v>53.69426</c:v>
                </c:pt>
                <c:pt idx="689">
                  <c:v>60.501585</c:v>
                </c:pt>
                <c:pt idx="690">
                  <c:v>67.308910</c:v>
                </c:pt>
                <c:pt idx="691">
                  <c:v>72.975586</c:v>
                </c:pt>
                <c:pt idx="692">
                  <c:v>77.422290</c:v>
                </c:pt>
                <c:pt idx="693">
                  <c:v>79.999968</c:v>
                </c:pt>
                <c:pt idx="694">
                  <c:v>85.461783</c:v>
                </c:pt>
                <c:pt idx="695">
                  <c:v>90</c:v>
                </c:pt>
              </c:numCache>
            </c:numRef>
          </c:yVal>
          <c:smooth val="0"/>
          <c:extLst>
            <c:ext xmlns:c16="http://schemas.microsoft.com/office/drawing/2014/chart" uri="{C3380CC4-5D6E-409C-BE32-E72D297353CC}">
              <c16:uniqueId val="{00000000-8CE8-425E-85E5-57412A2062FB}"/>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63.809000</c:v>
                </c:pt>
                <c:pt idx="1">
                  <c:v>63.809000</c:v>
                </c:pt>
                <c:pt idx="2">
                  <c:v>63.809000</c:v>
                </c:pt>
                <c:pt idx="3">
                  <c:v>63.809000</c:v>
                </c:pt>
                <c:pt idx="4">
                  <c:v>63.809000</c:v>
                </c:pt>
                <c:pt idx="5">
                  <c:v>63.809000</c:v>
                </c:pt>
                <c:pt idx="6">
                  <c:v>63.809000</c:v>
                </c:pt>
                <c:pt idx="7">
                  <c:v>63.809000</c:v>
                </c:pt>
                <c:pt idx="8">
                  <c:v>67.060200</c:v>
                </c:pt>
                <c:pt idx="9">
                  <c:v>67.060200</c:v>
                </c:pt>
                <c:pt idx="10">
                  <c:v>67.060200</c:v>
                </c:pt>
                <c:pt idx="11">
                  <c:v>68.314800</c:v>
                </c:pt>
                <c:pt idx="12">
                  <c:v>68.347217</c:v>
                </c:pt>
                <c:pt idx="13">
                  <c:v>68.347217</c:v>
                </c:pt>
                <c:pt idx="14">
                  <c:v>68.347217</c:v>
                </c:pt>
                <c:pt idx="15">
                  <c:v>68.347217</c:v>
                </c:pt>
                <c:pt idx="16">
                  <c:v>68.649408</c:v>
                </c:pt>
                <c:pt idx="17">
                  <c:v>68.649408</c:v>
                </c:pt>
                <c:pt idx="18">
                  <c:v>68.649408</c:v>
                </c:pt>
                <c:pt idx="19">
                  <c:v>68.649408</c:v>
                </c:pt>
                <c:pt idx="20">
                  <c:v>68.654442</c:v>
                </c:pt>
                <c:pt idx="21">
                  <c:v>68.967000</c:v>
                </c:pt>
                <c:pt idx="22">
                  <c:v>73.192658</c:v>
                </c:pt>
                <c:pt idx="23">
                  <c:v>76.738398</c:v>
                </c:pt>
                <c:pt idx="24">
                  <c:v>78.043434</c:v>
                </c:pt>
                <c:pt idx="25">
                  <c:v>79.517317</c:v>
                </c:pt>
                <c:pt idx="26">
                  <c:v>79.705647</c:v>
                </c:pt>
                <c:pt idx="27">
                  <c:v>79.529523</c:v>
                </c:pt>
                <c:pt idx="28">
                  <c:v>78.280643</c:v>
                </c:pt>
                <c:pt idx="29">
                  <c:v>77.157835</c:v>
                </c:pt>
                <c:pt idx="30">
                  <c:v>76.591736</c:v>
                </c:pt>
                <c:pt idx="31">
                  <c:v>75.378666</c:v>
                </c:pt>
                <c:pt idx="32">
                  <c:v>74.854563</c:v>
                </c:pt>
                <c:pt idx="33">
                  <c:v>73.948410</c:v>
                </c:pt>
                <c:pt idx="34">
                  <c:v>73.427125</c:v>
                </c:pt>
                <c:pt idx="35">
                  <c:v>72.471191</c:v>
                </c:pt>
                <c:pt idx="36">
                  <c:v>71.519522</c:v>
                </c:pt>
                <c:pt idx="37">
                  <c:v>71.519522</c:v>
                </c:pt>
                <c:pt idx="38">
                  <c:v>71.519522</c:v>
                </c:pt>
                <c:pt idx="39">
                  <c:v>71.15831</c:v>
                </c:pt>
                <c:pt idx="40">
                  <c:v>69.803764</c:v>
                </c:pt>
                <c:pt idx="41">
                  <c:v>69.081340</c:v>
                </c:pt>
                <c:pt idx="42">
                  <c:v>68.578410</c:v>
                </c:pt>
                <c:pt idx="43">
                  <c:v>69.172302</c:v>
                </c:pt>
                <c:pt idx="44">
                  <c:v>68.007755</c:v>
                </c:pt>
                <c:pt idx="45">
                  <c:v>66.843207</c:v>
                </c:pt>
                <c:pt idx="46">
                  <c:v>65.678660</c:v>
                </c:pt>
                <c:pt idx="47">
                  <c:v>65.290478</c:v>
                </c:pt>
                <c:pt idx="48">
                  <c:v>65.290478</c:v>
                </c:pt>
                <c:pt idx="49">
                  <c:v>64.549001</c:v>
                </c:pt>
                <c:pt idx="50">
                  <c:v>64.116195</c:v>
                </c:pt>
                <c:pt idx="51">
                  <c:v>64.116195</c:v>
                </c:pt>
                <c:pt idx="52">
                  <c:v>64.116195</c:v>
                </c:pt>
                <c:pt idx="53">
                  <c:v>63.421733</c:v>
                </c:pt>
                <c:pt idx="54">
                  <c:v>62.911095</c:v>
                </c:pt>
                <c:pt idx="55">
                  <c:v>62.323455</c:v>
                </c:pt>
                <c:pt idx="56">
                  <c:v>61.385919</c:v>
                </c:pt>
                <c:pt idx="57">
                  <c:v>60.304439</c:v>
                </c:pt>
                <c:pt idx="58">
                  <c:v>60.304439</c:v>
                </c:pt>
                <c:pt idx="59">
                  <c:v>60.020822</c:v>
                </c:pt>
                <c:pt idx="60">
                  <c:v>60.020822</c:v>
                </c:pt>
                <c:pt idx="61">
                  <c:v>59.772557</c:v>
                </c:pt>
                <c:pt idx="62">
                  <c:v>59.772557</c:v>
                </c:pt>
                <c:pt idx="63">
                  <c:v>59.042966</c:v>
                </c:pt>
                <c:pt idx="64">
                  <c:v>57.948579</c:v>
                </c:pt>
                <c:pt idx="65">
                  <c:v>56.854192</c:v>
                </c:pt>
                <c:pt idx="66">
                  <c:v>56.051641</c:v>
                </c:pt>
                <c:pt idx="67">
                  <c:v>56.051641</c:v>
                </c:pt>
                <c:pt idx="68">
                  <c:v>54.957582</c:v>
                </c:pt>
                <c:pt idx="69">
                  <c:v>53.785375</c:v>
                </c:pt>
                <c:pt idx="70">
                  <c:v>52.613169</c:v>
                </c:pt>
                <c:pt idx="71">
                  <c:v>52.305768</c:v>
                </c:pt>
                <c:pt idx="72">
                  <c:v>51.211381</c:v>
                </c:pt>
                <c:pt idx="73">
                  <c:v>50.756656</c:v>
                </c:pt>
                <c:pt idx="74">
                  <c:v>50.305281</c:v>
                </c:pt>
                <c:pt idx="75">
                  <c:v>48.951156</c:v>
                </c:pt>
                <c:pt idx="76">
                  <c:v>48.198697</c:v>
                </c:pt>
                <c:pt idx="77">
                  <c:v>46.874832</c:v>
                </c:pt>
                <c:pt idx="78">
                  <c:v>45.967948</c:v>
                </c:pt>
                <c:pt idx="79">
                  <c:v>45.963336</c:v>
                </c:pt>
                <c:pt idx="80">
                  <c:v>49.592779</c:v>
                </c:pt>
                <c:pt idx="81">
                  <c:v>48.060479</c:v>
                </c:pt>
                <c:pt idx="82">
                  <c:v>47.549713</c:v>
                </c:pt>
                <c:pt idx="83">
                  <c:v>46.403514</c:v>
                </c:pt>
                <c:pt idx="84">
                  <c:v>45.175443</c:v>
                </c:pt>
                <c:pt idx="85">
                  <c:v>45.963314</c:v>
                </c:pt>
                <c:pt idx="86">
                  <c:v>49.013037</c:v>
                </c:pt>
                <c:pt idx="87">
                  <c:v>47.701286</c:v>
                </c:pt>
                <c:pt idx="88">
                  <c:v>46.389535</c:v>
                </c:pt>
                <c:pt idx="89">
                  <c:v>46.214634</c:v>
                </c:pt>
                <c:pt idx="90">
                  <c:v>46.296624</c:v>
                </c:pt>
                <c:pt idx="91">
                  <c:v>51.786313</c:v>
                </c:pt>
                <c:pt idx="92">
                  <c:v>57.689185</c:v>
                </c:pt>
                <c:pt idx="93">
                  <c:v>64.496510</c:v>
                </c:pt>
                <c:pt idx="94">
                  <c:v>66.328378</c:v>
                </c:pt>
                <c:pt idx="95">
                  <c:v>66.328378</c:v>
                </c:pt>
                <c:pt idx="96">
                  <c:v>69.522258</c:v>
                </c:pt>
                <c:pt idx="97">
                  <c:v>71.994504</c:v>
                </c:pt>
                <c:pt idx="98">
                  <c:v>71.994504</c:v>
                </c:pt>
                <c:pt idx="99">
                  <c:v>74.477396</c:v>
                </c:pt>
                <c:pt idx="100">
                  <c:v>78.064140</c:v>
                </c:pt>
                <c:pt idx="101">
                  <c:v>80.663951</c:v>
                </c:pt>
                <c:pt idx="102">
                  <c:v>85.202167</c:v>
                </c:pt>
                <c:pt idx="103">
                  <c:v>85.202167</c:v>
                </c:pt>
                <c:pt idx="104">
                  <c:v>85.323977</c:v>
                </c:pt>
                <c:pt idx="105">
                  <c:v>85.461706</c:v>
                </c:pt>
                <c:pt idx="106">
                  <c:v>85.461783</c:v>
                </c:pt>
                <c:pt idx="107">
                  <c:v>85.509393</c:v>
                </c:pt>
                <c:pt idx="108">
                  <c:v>86.406530</c:v>
                </c:pt>
                <c:pt idx="109">
                  <c:v>87.730892</c:v>
                </c:pt>
                <c:pt idx="110">
                  <c:v>88.653320</c:v>
                </c:pt>
                <c:pt idx="111">
                  <c:v>89.456716</c:v>
                </c:pt>
                <c:pt idx="112">
                  <c:v>89.694602</c:v>
                </c:pt>
                <c:pt idx="113">
                  <c:v>89.694602</c:v>
                </c:pt>
                <c:pt idx="114">
                  <c:v>89.999968</c:v>
                </c:pt>
                <c:pt idx="115">
                  <c:v>90</c:v>
                </c:pt>
                <c:pt idx="116">
                  <c:v>90</c:v>
                </c:pt>
                <c:pt idx="117">
                  <c:v>90</c:v>
                </c:pt>
                <c:pt idx="118">
                  <c:v>90</c:v>
                </c:pt>
                <c:pt idx="119">
                  <c:v>90</c:v>
                </c:pt>
                <c:pt idx="120">
                  <c:v>90</c:v>
                </c:pt>
                <c:pt idx="121">
                  <c:v>90</c:v>
                </c:pt>
                <c:pt idx="122">
                  <c:v>90</c:v>
                </c:pt>
                <c:pt idx="123">
                  <c:v>88.466944</c:v>
                </c:pt>
                <c:pt idx="124">
                  <c:v>87.188522</c:v>
                </c:pt>
                <c:pt idx="125">
                  <c:v>86.682029</c:v>
                </c:pt>
                <c:pt idx="126">
                  <c:v>85.372087</c:v>
                </c:pt>
                <c:pt idx="127">
                  <c:v>84.062144</c:v>
                </c:pt>
                <c:pt idx="128">
                  <c:v>83.101164</c:v>
                </c:pt>
                <c:pt idx="129">
                  <c:v>82.109727</c:v>
                </c:pt>
                <c:pt idx="130">
                  <c:v>81.767431</c:v>
                </c:pt>
                <c:pt idx="131">
                  <c:v>80.717792</c:v>
                </c:pt>
                <c:pt idx="132">
                  <c:v>79.659034</c:v>
                </c:pt>
                <c:pt idx="133">
                  <c:v>79.462858</c:v>
                </c:pt>
                <c:pt idx="134">
                  <c:v>78.898303</c:v>
                </c:pt>
                <c:pt idx="135">
                  <c:v>78.053129</c:v>
                </c:pt>
                <c:pt idx="136">
                  <c:v>77.602400</c:v>
                </c:pt>
                <c:pt idx="137">
                  <c:v>76.706300</c:v>
                </c:pt>
                <c:pt idx="138">
                  <c:v>76.706300</c:v>
                </c:pt>
                <c:pt idx="139">
                  <c:v>76.221182</c:v>
                </c:pt>
                <c:pt idx="140">
                  <c:v>76.111781</c:v>
                </c:pt>
                <c:pt idx="141">
                  <c:v>74.898439</c:v>
                </c:pt>
                <c:pt idx="142">
                  <c:v>74.332213</c:v>
                </c:pt>
                <c:pt idx="143">
                  <c:v>73.785183</c:v>
                </c:pt>
                <c:pt idx="144">
                  <c:v>72.612977</c:v>
                </c:pt>
                <c:pt idx="145">
                  <c:v>72.069028</c:v>
                </c:pt>
                <c:pt idx="146">
                  <c:v>72.069028</c:v>
                </c:pt>
                <c:pt idx="147">
                  <c:v>72.069028</c:v>
                </c:pt>
                <c:pt idx="148">
                  <c:v>71.616673</c:v>
                </c:pt>
                <c:pt idx="149">
                  <c:v>70.444467</c:v>
                </c:pt>
                <c:pt idx="150">
                  <c:v>69.662996</c:v>
                </c:pt>
                <c:pt idx="151">
                  <c:v>68.887805</c:v>
                </c:pt>
                <c:pt idx="152">
                  <c:v>67.725019</c:v>
                </c:pt>
                <c:pt idx="153">
                  <c:v>66.562232</c:v>
                </c:pt>
                <c:pt idx="154">
                  <c:v>65.942080</c:v>
                </c:pt>
                <c:pt idx="155">
                  <c:v>65.608178</c:v>
                </c:pt>
                <c:pt idx="156">
                  <c:v>64.675198</c:v>
                </c:pt>
                <c:pt idx="157">
                  <c:v>64.675198</c:v>
                </c:pt>
                <c:pt idx="158">
                  <c:v>64.675198</c:v>
                </c:pt>
                <c:pt idx="159">
                  <c:v>64.675198</c:v>
                </c:pt>
                <c:pt idx="160">
                  <c:v>64.675198</c:v>
                </c:pt>
                <c:pt idx="161">
                  <c:v>64.237443</c:v>
                </c:pt>
                <c:pt idx="162">
                  <c:v>63.143056</c:v>
                </c:pt>
                <c:pt idx="163">
                  <c:v>62.048669</c:v>
                </c:pt>
                <c:pt idx="164">
                  <c:v>60.954282</c:v>
                </c:pt>
                <c:pt idx="165">
                  <c:v>60.954282</c:v>
                </c:pt>
                <c:pt idx="166">
                  <c:v>60.597879</c:v>
                </c:pt>
                <c:pt idx="167">
                  <c:v>60.597879</c:v>
                </c:pt>
                <c:pt idx="168">
                  <c:v>60.597879</c:v>
                </c:pt>
                <c:pt idx="169">
                  <c:v>60.597879</c:v>
                </c:pt>
                <c:pt idx="170">
                  <c:v>60.597879</c:v>
                </c:pt>
                <c:pt idx="171">
                  <c:v>60.597879</c:v>
                </c:pt>
                <c:pt idx="172">
                  <c:v>60.495168</c:v>
                </c:pt>
                <c:pt idx="173">
                  <c:v>59.117825</c:v>
                </c:pt>
                <c:pt idx="174">
                  <c:v>57.740482</c:v>
                </c:pt>
                <c:pt idx="175">
                  <c:v>57.281368</c:v>
                </c:pt>
                <c:pt idx="176">
                  <c:v>55.983374</c:v>
                </c:pt>
                <c:pt idx="177">
                  <c:v>54.685380</c:v>
                </c:pt>
                <c:pt idx="178">
                  <c:v>53.560452</c:v>
                </c:pt>
                <c:pt idx="179">
                  <c:v>53.560452</c:v>
                </c:pt>
                <c:pt idx="180">
                  <c:v>52.786228</c:v>
                </c:pt>
                <c:pt idx="181">
                  <c:v>51.461644</c:v>
                </c:pt>
                <c:pt idx="182">
                  <c:v>50.833930</c:v>
                </c:pt>
                <c:pt idx="183">
                  <c:v>49.895515</c:v>
                </c:pt>
                <c:pt idx="184">
                  <c:v>49.887538</c:v>
                </c:pt>
                <c:pt idx="185">
                  <c:v>49.126945</c:v>
                </c:pt>
                <c:pt idx="186">
                  <c:v>50.833930</c:v>
                </c:pt>
                <c:pt idx="187">
                  <c:v>50.187775</c:v>
                </c:pt>
                <c:pt idx="188">
                  <c:v>50.833930</c:v>
                </c:pt>
                <c:pt idx="189">
                  <c:v>50.833930</c:v>
                </c:pt>
                <c:pt idx="190">
                  <c:v>52.34834</c:v>
                </c:pt>
                <c:pt idx="191">
                  <c:v>52.34834</c:v>
                </c:pt>
                <c:pt idx="192">
                  <c:v>52.378549</c:v>
                </c:pt>
                <c:pt idx="193">
                  <c:v>56.886556</c:v>
                </c:pt>
                <c:pt idx="194">
                  <c:v>61.424773</c:v>
                </c:pt>
                <c:pt idx="195">
                  <c:v>61.424773</c:v>
                </c:pt>
                <c:pt idx="196">
                  <c:v>62.770693</c:v>
                </c:pt>
                <c:pt idx="197">
                  <c:v>63.724090</c:v>
                </c:pt>
                <c:pt idx="198">
                  <c:v>67.308917</c:v>
                </c:pt>
                <c:pt idx="199">
                  <c:v>67.308917</c:v>
                </c:pt>
                <c:pt idx="200">
                  <c:v>71.107116</c:v>
                </c:pt>
                <c:pt idx="201">
                  <c:v>71.107124</c:v>
                </c:pt>
                <c:pt idx="202">
                  <c:v>71.107131</c:v>
                </c:pt>
                <c:pt idx="203">
                  <c:v>71.847134</c:v>
                </c:pt>
                <c:pt idx="204">
                  <c:v>71.847134</c:v>
                </c:pt>
                <c:pt idx="205">
                  <c:v>74.116242</c:v>
                </c:pt>
                <c:pt idx="206">
                  <c:v>80.923567</c:v>
                </c:pt>
                <c:pt idx="207">
                  <c:v>85.461783</c:v>
                </c:pt>
                <c:pt idx="208">
                  <c:v>85.461783</c:v>
                </c:pt>
                <c:pt idx="209">
                  <c:v>85.461783</c:v>
                </c:pt>
                <c:pt idx="210">
                  <c:v>85.461791</c:v>
                </c:pt>
                <c:pt idx="211">
                  <c:v>87.730892</c:v>
                </c:pt>
                <c:pt idx="212">
                  <c:v>87.730892</c:v>
                </c:pt>
                <c:pt idx="213">
                  <c:v>90</c:v>
                </c:pt>
                <c:pt idx="214">
                  <c:v>90</c:v>
                </c:pt>
                <c:pt idx="215">
                  <c:v>90</c:v>
                </c:pt>
                <c:pt idx="216">
                  <c:v>90</c:v>
                </c:pt>
                <c:pt idx="217">
                  <c:v>90</c:v>
                </c:pt>
                <c:pt idx="218">
                  <c:v>90</c:v>
                </c:pt>
                <c:pt idx="219">
                  <c:v>88.466944</c:v>
                </c:pt>
                <c:pt idx="220">
                  <c:v>87.188522</c:v>
                </c:pt>
                <c:pt idx="221">
                  <c:v>85.841893</c:v>
                </c:pt>
                <c:pt idx="222">
                  <c:v>84.573398</c:v>
                </c:pt>
                <c:pt idx="223">
                  <c:v>83.727736</c:v>
                </c:pt>
                <c:pt idx="224">
                  <c:v>82.919718</c:v>
                </c:pt>
                <c:pt idx="225">
                  <c:v>81.862394</c:v>
                </c:pt>
                <c:pt idx="226">
                  <c:v>81.726043</c:v>
                </c:pt>
                <c:pt idx="227">
                  <c:v>80.687163</c:v>
                </c:pt>
                <c:pt idx="228">
                  <c:v>79.637523</c:v>
                </c:pt>
                <c:pt idx="229">
                  <c:v>79.462858</c:v>
                </c:pt>
                <c:pt idx="230">
                  <c:v>78.898303</c:v>
                </c:pt>
                <c:pt idx="231">
                  <c:v>77.894383</c:v>
                </c:pt>
                <c:pt idx="232">
                  <c:v>76.984204</c:v>
                </c:pt>
                <c:pt idx="233">
                  <c:v>76.285475</c:v>
                </c:pt>
                <c:pt idx="234">
                  <c:v>75.970342</c:v>
                </c:pt>
                <c:pt idx="235">
                  <c:v>75.115209</c:v>
                </c:pt>
                <c:pt idx="236">
                  <c:v>73.950662</c:v>
                </c:pt>
                <c:pt idx="237">
                  <c:v>73.102379</c:v>
                </c:pt>
                <c:pt idx="238">
                  <c:v>73.102379</c:v>
                </c:pt>
                <c:pt idx="239">
                  <c:v>72.788880</c:v>
                </c:pt>
                <c:pt idx="240">
                  <c:v>72.291355</c:v>
                </c:pt>
                <c:pt idx="241">
                  <c:v>72.069028</c:v>
                </c:pt>
                <c:pt idx="242">
                  <c:v>72.069028</c:v>
                </c:pt>
                <c:pt idx="243">
                  <c:v>71.619426</c:v>
                </c:pt>
                <c:pt idx="244">
                  <c:v>70.507211</c:v>
                </c:pt>
                <c:pt idx="245">
                  <c:v>69.394995</c:v>
                </c:pt>
                <c:pt idx="246">
                  <c:v>69.172552</c:v>
                </c:pt>
                <c:pt idx="247">
                  <c:v>69.172552</c:v>
                </c:pt>
                <c:pt idx="248">
                  <c:v>68.181448</c:v>
                </c:pt>
                <c:pt idx="249">
                  <c:v>67.513521</c:v>
                </c:pt>
                <c:pt idx="250">
                  <c:v>67.142783</c:v>
                </c:pt>
                <c:pt idx="251">
                  <c:v>66.030567</c:v>
                </c:pt>
                <c:pt idx="252">
                  <c:v>65.092575</c:v>
                </c:pt>
                <c:pt idx="253">
                  <c:v>64.675198</c:v>
                </c:pt>
                <c:pt idx="254">
                  <c:v>63.583694</c:v>
                </c:pt>
                <c:pt idx="255">
                  <c:v>62.652056</c:v>
                </c:pt>
                <c:pt idx="256">
                  <c:v>61.487509</c:v>
                </c:pt>
                <c:pt idx="257">
                  <c:v>60.954282</c:v>
                </c:pt>
                <c:pt idx="258">
                  <c:v>60.641694</c:v>
                </c:pt>
                <c:pt idx="259">
                  <c:v>59.469487</c:v>
                </c:pt>
                <c:pt idx="260">
                  <c:v>58.775328</c:v>
                </c:pt>
                <c:pt idx="261">
                  <c:v>58.775328</c:v>
                </c:pt>
                <c:pt idx="262">
                  <c:v>58.488351</c:v>
                </c:pt>
                <c:pt idx="263">
                  <c:v>57.479076</c:v>
                </c:pt>
                <c:pt idx="264">
                  <c:v>56.987848</c:v>
                </c:pt>
                <c:pt idx="265">
                  <c:v>55.935216</c:v>
                </c:pt>
                <c:pt idx="266">
                  <c:v>55.320667</c:v>
                </c:pt>
                <c:pt idx="267">
                  <c:v>54.875336</c:v>
                </c:pt>
                <c:pt idx="268">
                  <c:v>54.875336</c:v>
                </c:pt>
                <c:pt idx="269">
                  <c:v>54.875336</c:v>
                </c:pt>
                <c:pt idx="270">
                  <c:v>54.875336</c:v>
                </c:pt>
                <c:pt idx="271">
                  <c:v>54.875336</c:v>
                </c:pt>
                <c:pt idx="272">
                  <c:v>54.875336</c:v>
                </c:pt>
                <c:pt idx="273">
                  <c:v>54.875336</c:v>
                </c:pt>
                <c:pt idx="274">
                  <c:v>54.875336</c:v>
                </c:pt>
                <c:pt idx="275">
                  <c:v>53.560452</c:v>
                </c:pt>
                <c:pt idx="276">
                  <c:v>53.103471</c:v>
                </c:pt>
                <c:pt idx="277">
                  <c:v>51.774572</c:v>
                </c:pt>
                <c:pt idx="278">
                  <c:v>51.154420</c:v>
                </c:pt>
                <c:pt idx="279">
                  <c:v>51.154420</c:v>
                </c:pt>
                <c:pt idx="280">
                  <c:v>50.307300</c:v>
                </c:pt>
                <c:pt idx="281">
                  <c:v>48.740791</c:v>
                </c:pt>
                <c:pt idx="282">
                  <c:v>47.481506</c:v>
                </c:pt>
                <c:pt idx="283">
                  <c:v>46.744226</c:v>
                </c:pt>
                <c:pt idx="284">
                  <c:v>46.744226</c:v>
                </c:pt>
                <c:pt idx="285">
                  <c:v>44.338194</c:v>
                </c:pt>
                <c:pt idx="286">
                  <c:v>44.338194</c:v>
                </c:pt>
                <c:pt idx="287">
                  <c:v>44.338194</c:v>
                </c:pt>
                <c:pt idx="288">
                  <c:v>46.244670</c:v>
                </c:pt>
                <c:pt idx="289">
                  <c:v>48.87641</c:v>
                </c:pt>
                <c:pt idx="290">
                  <c:v>53.694252</c:v>
                </c:pt>
                <c:pt idx="291">
                  <c:v>58.232469</c:v>
                </c:pt>
                <c:pt idx="292">
                  <c:v>62.491068</c:v>
                </c:pt>
                <c:pt idx="293">
                  <c:v>62.491075</c:v>
                </c:pt>
                <c:pt idx="294">
                  <c:v>63.887951</c:v>
                </c:pt>
                <c:pt idx="295">
                  <c:v>66.385343</c:v>
                </c:pt>
                <c:pt idx="296">
                  <c:v>73.192643</c:v>
                </c:pt>
                <c:pt idx="297">
                  <c:v>74.116227</c:v>
                </c:pt>
                <c:pt idx="298">
                  <c:v>74.116227</c:v>
                </c:pt>
                <c:pt idx="299">
                  <c:v>74.116234</c:v>
                </c:pt>
                <c:pt idx="300">
                  <c:v>77.730892</c:v>
                </c:pt>
                <c:pt idx="301">
                  <c:v>77.730892</c:v>
                </c:pt>
                <c:pt idx="302">
                  <c:v>79.999945</c:v>
                </c:pt>
                <c:pt idx="303">
                  <c:v>80</c:v>
                </c:pt>
                <c:pt idx="304">
                  <c:v>80.923567</c:v>
                </c:pt>
                <c:pt idx="305">
                  <c:v>83.192643</c:v>
                </c:pt>
                <c:pt idx="306">
                  <c:v>83.192643</c:v>
                </c:pt>
                <c:pt idx="307">
                  <c:v>85.461783</c:v>
                </c:pt>
                <c:pt idx="308">
                  <c:v>90</c:v>
                </c:pt>
                <c:pt idx="309">
                  <c:v>90</c:v>
                </c:pt>
                <c:pt idx="310">
                  <c:v>90</c:v>
                </c:pt>
                <c:pt idx="311">
                  <c:v>90</c:v>
                </c:pt>
                <c:pt idx="312">
                  <c:v>90</c:v>
                </c:pt>
                <c:pt idx="313">
                  <c:v>90</c:v>
                </c:pt>
                <c:pt idx="314">
                  <c:v>90</c:v>
                </c:pt>
                <c:pt idx="315">
                  <c:v>88.466944</c:v>
                </c:pt>
                <c:pt idx="316">
                  <c:v>87.188522</c:v>
                </c:pt>
                <c:pt idx="317">
                  <c:v>86.500654</c:v>
                </c:pt>
                <c:pt idx="318">
                  <c:v>85.219405</c:v>
                </c:pt>
                <c:pt idx="319">
                  <c:v>84.062144</c:v>
                </c:pt>
                <c:pt idx="320">
                  <c:v>82.919718</c:v>
                </c:pt>
                <c:pt idx="321">
                  <c:v>81.862394</c:v>
                </c:pt>
                <c:pt idx="322">
                  <c:v>81.767431</c:v>
                </c:pt>
                <c:pt idx="323">
                  <c:v>80.985949</c:v>
                </c:pt>
                <c:pt idx="324">
                  <c:v>79.982028</c:v>
                </c:pt>
                <c:pt idx="325">
                  <c:v>79.462858</c:v>
                </c:pt>
                <c:pt idx="326">
                  <c:v>79.217363</c:v>
                </c:pt>
                <c:pt idx="327">
                  <c:v>78.137094</c:v>
                </c:pt>
                <c:pt idx="328">
                  <c:v>77.056826</c:v>
                </c:pt>
                <c:pt idx="329">
                  <c:v>77.056826</c:v>
                </c:pt>
                <c:pt idx="330">
                  <c:v>76.793505</c:v>
                </c:pt>
                <c:pt idx="331">
                  <c:v>76.328820</c:v>
                </c:pt>
                <c:pt idx="332">
                  <c:v>75.585648</c:v>
                </c:pt>
                <c:pt idx="333">
                  <c:v>75.115209</c:v>
                </c:pt>
                <c:pt idx="334">
                  <c:v>74.804177</c:v>
                </c:pt>
                <c:pt idx="335">
                  <c:v>73.631970</c:v>
                </c:pt>
                <c:pt idx="336">
                  <c:v>72.459764</c:v>
                </c:pt>
                <c:pt idx="337">
                  <c:v>72.069028</c:v>
                </c:pt>
                <c:pt idx="338">
                  <c:v>71.621567</c:v>
                </c:pt>
                <c:pt idx="339">
                  <c:v>71.233385</c:v>
                </c:pt>
                <c:pt idx="340">
                  <c:v>71.233385</c:v>
                </c:pt>
                <c:pt idx="341">
                  <c:v>70.093941</c:v>
                </c:pt>
                <c:pt idx="342">
                  <c:v>69.312470</c:v>
                </c:pt>
                <c:pt idx="343">
                  <c:v>69.312470</c:v>
                </c:pt>
                <c:pt idx="344">
                  <c:v>69.312470</c:v>
                </c:pt>
                <c:pt idx="345">
                  <c:v>68.968265</c:v>
                </c:pt>
                <c:pt idx="346">
                  <c:v>68.348112</c:v>
                </c:pt>
                <c:pt idx="347">
                  <c:v>68.014211</c:v>
                </c:pt>
                <c:pt idx="348">
                  <c:v>66.762081</c:v>
                </c:pt>
                <c:pt idx="349">
                  <c:v>65.509951</c:v>
                </c:pt>
                <c:pt idx="350">
                  <c:v>64.675198</c:v>
                </c:pt>
                <c:pt idx="351">
                  <c:v>64.675198</c:v>
                </c:pt>
                <c:pt idx="352">
                  <c:v>64.675198</c:v>
                </c:pt>
                <c:pt idx="353">
                  <c:v>64.675198</c:v>
                </c:pt>
                <c:pt idx="354">
                  <c:v>64.066549</c:v>
                </c:pt>
                <c:pt idx="355">
                  <c:v>62.894343</c:v>
                </c:pt>
                <c:pt idx="356">
                  <c:v>62.269166</c:v>
                </c:pt>
                <c:pt idx="357">
                  <c:v>61.246119</c:v>
                </c:pt>
                <c:pt idx="358">
                  <c:v>60.518146</c:v>
                </c:pt>
                <c:pt idx="359">
                  <c:v>59.423759</c:v>
                </c:pt>
                <c:pt idx="360">
                  <c:v>58.548250</c:v>
                </c:pt>
                <c:pt idx="361">
                  <c:v>58.140986</c:v>
                </c:pt>
                <c:pt idx="362">
                  <c:v>57.281368</c:v>
                </c:pt>
                <c:pt idx="363">
                  <c:v>56.568852</c:v>
                </c:pt>
                <c:pt idx="364">
                  <c:v>55.381326</c:v>
                </c:pt>
                <c:pt idx="365">
                  <c:v>54.389999</c:v>
                </c:pt>
                <c:pt idx="366">
                  <c:v>53.560452</c:v>
                </c:pt>
                <c:pt idx="367">
                  <c:v>52.497240</c:v>
                </c:pt>
                <c:pt idx="368">
                  <c:v>51.154420</c:v>
                </c:pt>
                <c:pt idx="369">
                  <c:v>51.154420</c:v>
                </c:pt>
                <c:pt idx="370">
                  <c:v>49.580314</c:v>
                </c:pt>
                <c:pt idx="371">
                  <c:v>48.006208</c:v>
                </c:pt>
                <c:pt idx="372">
                  <c:v>47.481506</c:v>
                </c:pt>
                <c:pt idx="373">
                  <c:v>47.481506</c:v>
                </c:pt>
                <c:pt idx="374">
                  <c:v>46.607005</c:v>
                </c:pt>
                <c:pt idx="375">
                  <c:v>45.295254</c:v>
                </c:pt>
                <c:pt idx="376">
                  <c:v>43.983502</c:v>
                </c:pt>
                <c:pt idx="377">
                  <c:v>46.787993</c:v>
                </c:pt>
                <c:pt idx="378">
                  <c:v>45.464647</c:v>
                </c:pt>
                <c:pt idx="379">
                  <c:v>43.987668</c:v>
                </c:pt>
                <c:pt idx="380">
                  <c:v>43.170847</c:v>
                </c:pt>
                <c:pt idx="381">
                  <c:v>43.888613</c:v>
                </c:pt>
                <c:pt idx="382">
                  <c:v>43.987668</c:v>
                </c:pt>
                <c:pt idx="383">
                  <c:v>43.987676</c:v>
                </c:pt>
                <c:pt idx="384">
                  <c:v>50.695938</c:v>
                </c:pt>
                <c:pt idx="385">
                  <c:v>52.965046</c:v>
                </c:pt>
                <c:pt idx="386">
                  <c:v>59.772371</c:v>
                </c:pt>
                <c:pt idx="387">
                  <c:v>60.501592</c:v>
                </c:pt>
                <c:pt idx="388">
                  <c:v>65.039809</c:v>
                </c:pt>
                <c:pt idx="389">
                  <c:v>68.612095</c:v>
                </c:pt>
                <c:pt idx="390">
                  <c:v>68.612102</c:v>
                </c:pt>
                <c:pt idx="391">
                  <c:v>74.80198</c:v>
                </c:pt>
                <c:pt idx="392">
                  <c:v>74.80198</c:v>
                </c:pt>
                <c:pt idx="393">
                  <c:v>74.80198</c:v>
                </c:pt>
                <c:pt idx="394">
                  <c:v>74.80198</c:v>
                </c:pt>
                <c:pt idx="395">
                  <c:v>74.80198</c:v>
                </c:pt>
                <c:pt idx="396">
                  <c:v>74.80198</c:v>
                </c:pt>
                <c:pt idx="397">
                  <c:v>74.80198</c:v>
                </c:pt>
                <c:pt idx="398">
                  <c:v>79.340196</c:v>
                </c:pt>
                <c:pt idx="399">
                  <c:v>79.999961</c:v>
                </c:pt>
                <c:pt idx="400">
                  <c:v>79.999961</c:v>
                </c:pt>
                <c:pt idx="401">
                  <c:v>80</c:v>
                </c:pt>
                <c:pt idx="402">
                  <c:v>80.923567</c:v>
                </c:pt>
                <c:pt idx="403">
                  <c:v>85.461783</c:v>
                </c:pt>
                <c:pt idx="404">
                  <c:v>88.702092</c:v>
                </c:pt>
                <c:pt idx="405">
                  <c:v>90</c:v>
                </c:pt>
                <c:pt idx="406">
                  <c:v>90</c:v>
                </c:pt>
                <c:pt idx="407">
                  <c:v>90</c:v>
                </c:pt>
                <c:pt idx="408">
                  <c:v>90</c:v>
                </c:pt>
                <c:pt idx="409">
                  <c:v>90</c:v>
                </c:pt>
                <c:pt idx="410">
                  <c:v>90</c:v>
                </c:pt>
                <c:pt idx="411">
                  <c:v>88.123569</c:v>
                </c:pt>
                <c:pt idx="412">
                  <c:v>87.188522</c:v>
                </c:pt>
                <c:pt idx="413">
                  <c:v>87.106891</c:v>
                </c:pt>
                <c:pt idx="414">
                  <c:v>86.216360</c:v>
                </c:pt>
                <c:pt idx="415">
                  <c:v>84.314506</c:v>
                </c:pt>
                <c:pt idx="416">
                  <c:v>83.135772</c:v>
                </c:pt>
                <c:pt idx="417">
                  <c:v>82.302048</c:v>
                </c:pt>
                <c:pt idx="418">
                  <c:v>81.767431</c:v>
                </c:pt>
                <c:pt idx="419">
                  <c:v>81.357207</c:v>
                </c:pt>
                <c:pt idx="420">
                  <c:v>80.103007</c:v>
                </c:pt>
                <c:pt idx="421">
                  <c:v>79.902223</c:v>
                </c:pt>
                <c:pt idx="422">
                  <c:v>79.111964</c:v>
                </c:pt>
                <c:pt idx="423">
                  <c:v>78.137094</c:v>
                </c:pt>
                <c:pt idx="424">
                  <c:v>77.056826</c:v>
                </c:pt>
                <c:pt idx="425">
                  <c:v>76.703863</c:v>
                </c:pt>
                <c:pt idx="426">
                  <c:v>75.970342</c:v>
                </c:pt>
                <c:pt idx="427">
                  <c:v>75.115209</c:v>
                </c:pt>
                <c:pt idx="428">
                  <c:v>73.950662</c:v>
                </c:pt>
                <c:pt idx="429">
                  <c:v>73.335909</c:v>
                </c:pt>
                <c:pt idx="430">
                  <c:v>73.102379</c:v>
                </c:pt>
                <c:pt idx="431">
                  <c:v>72.291355</c:v>
                </c:pt>
                <c:pt idx="432">
                  <c:v>71.616673</c:v>
                </c:pt>
                <c:pt idx="433">
                  <c:v>70.491908</c:v>
                </c:pt>
                <c:pt idx="434">
                  <c:v>69.662996</c:v>
                </c:pt>
                <c:pt idx="435">
                  <c:v>68.887805</c:v>
                </c:pt>
                <c:pt idx="436">
                  <c:v>67.725019</c:v>
                </c:pt>
                <c:pt idx="437">
                  <c:v>67.303558</c:v>
                </c:pt>
                <c:pt idx="438">
                  <c:v>67.138374</c:v>
                </c:pt>
                <c:pt idx="439">
                  <c:v>65.899494</c:v>
                </c:pt>
                <c:pt idx="440">
                  <c:v>64.660613</c:v>
                </c:pt>
                <c:pt idx="441">
                  <c:v>64.479704</c:v>
                </c:pt>
                <c:pt idx="442">
                  <c:v>64.314520</c:v>
                </c:pt>
                <c:pt idx="443">
                  <c:v>63.421733</c:v>
                </c:pt>
                <c:pt idx="444">
                  <c:v>63.421733</c:v>
                </c:pt>
                <c:pt idx="445">
                  <c:v>62.719978</c:v>
                </c:pt>
                <c:pt idx="446">
                  <c:v>61.889916</c:v>
                </c:pt>
                <c:pt idx="447">
                  <c:v>60.954282</c:v>
                </c:pt>
                <c:pt idx="448">
                  <c:v>60.739809</c:v>
                </c:pt>
                <c:pt idx="449">
                  <c:v>59.575262</c:v>
                </c:pt>
                <c:pt idx="450">
                  <c:v>59.078752</c:v>
                </c:pt>
                <c:pt idx="451">
                  <c:v>57.906545</c:v>
                </c:pt>
                <c:pt idx="452">
                  <c:v>57.281368</c:v>
                </c:pt>
                <c:pt idx="453">
                  <c:v>57.259959</c:v>
                </c:pt>
                <c:pt idx="454">
                  <c:v>56.087752</c:v>
                </c:pt>
                <c:pt idx="455">
                  <c:v>54.915546</c:v>
                </c:pt>
                <c:pt idx="456">
                  <c:v>54.524810</c:v>
                </c:pt>
                <c:pt idx="457">
                  <c:v>53.633411</c:v>
                </c:pt>
                <c:pt idx="458">
                  <c:v>53.560452</c:v>
                </c:pt>
                <c:pt idx="459">
                  <c:v>52.754203</c:v>
                </c:pt>
                <c:pt idx="460">
                  <c:v>51.410454</c:v>
                </c:pt>
                <c:pt idx="461">
                  <c:v>50.066705</c:v>
                </c:pt>
                <c:pt idx="462">
                  <c:v>49.887538</c:v>
                </c:pt>
                <c:pt idx="463">
                  <c:v>49.887538</c:v>
                </c:pt>
                <c:pt idx="464">
                  <c:v>49.887538</c:v>
                </c:pt>
                <c:pt idx="465">
                  <c:v>48.824419</c:v>
                </c:pt>
                <c:pt idx="466">
                  <c:v>47.495521</c:v>
                </c:pt>
                <c:pt idx="467">
                  <c:v>49.754490</c:v>
                </c:pt>
                <c:pt idx="468">
                  <c:v>48.180384</c:v>
                </c:pt>
                <c:pt idx="469">
                  <c:v>47.130980</c:v>
                </c:pt>
                <c:pt idx="470">
                  <c:v>46.256479</c:v>
                </c:pt>
                <c:pt idx="471">
                  <c:v>47.798430</c:v>
                </c:pt>
                <c:pt idx="472">
                  <c:v>46.916200</c:v>
                </c:pt>
                <c:pt idx="473">
                  <c:v>45.592854</c:v>
                </c:pt>
                <c:pt idx="474">
                  <c:v>44.269508</c:v>
                </c:pt>
                <c:pt idx="475">
                  <c:v>49.632803</c:v>
                </c:pt>
                <c:pt idx="476">
                  <c:v>52.770686</c:v>
                </c:pt>
                <c:pt idx="477">
                  <c:v>52.770686</c:v>
                </c:pt>
                <c:pt idx="478">
                  <c:v>56.093543</c:v>
                </c:pt>
                <c:pt idx="479">
                  <c:v>62.900868</c:v>
                </c:pt>
                <c:pt idx="480">
                  <c:v>68.962415</c:v>
                </c:pt>
                <c:pt idx="481">
                  <c:v>69.708193</c:v>
                </c:pt>
                <c:pt idx="482">
                  <c:v>69.708193</c:v>
                </c:pt>
                <c:pt idx="483">
                  <c:v>69.708193</c:v>
                </c:pt>
                <c:pt idx="484">
                  <c:v>69.708193</c:v>
                </c:pt>
                <c:pt idx="485">
                  <c:v>69.807271</c:v>
                </c:pt>
                <c:pt idx="486">
                  <c:v>69.807271</c:v>
                </c:pt>
                <c:pt idx="487">
                  <c:v>70.881203</c:v>
                </c:pt>
                <c:pt idx="488">
                  <c:v>74.116219</c:v>
                </c:pt>
                <c:pt idx="489">
                  <c:v>75.461736</c:v>
                </c:pt>
                <c:pt idx="490">
                  <c:v>77.064315</c:v>
                </c:pt>
                <c:pt idx="491">
                  <c:v>78.88767</c:v>
                </c:pt>
                <c:pt idx="492">
                  <c:v>80.122301</c:v>
                </c:pt>
                <c:pt idx="493">
                  <c:v>84.538185</c:v>
                </c:pt>
                <c:pt idx="494">
                  <c:v>86.385455</c:v>
                </c:pt>
                <c:pt idx="495">
                  <c:v>86.807301</c:v>
                </c:pt>
                <c:pt idx="496">
                  <c:v>88.619736</c:v>
                </c:pt>
                <c:pt idx="497">
                  <c:v>89.076401</c:v>
                </c:pt>
                <c:pt idx="498">
                  <c:v>89.076409</c:v>
                </c:pt>
                <c:pt idx="499">
                  <c:v>89.198734</c:v>
                </c:pt>
                <c:pt idx="500">
                  <c:v>89.198734</c:v>
                </c:pt>
                <c:pt idx="501">
                  <c:v>90</c:v>
                </c:pt>
                <c:pt idx="502">
                  <c:v>90</c:v>
                </c:pt>
                <c:pt idx="503">
                  <c:v>90</c:v>
                </c:pt>
                <c:pt idx="504">
                  <c:v>90</c:v>
                </c:pt>
                <c:pt idx="505">
                  <c:v>90</c:v>
                </c:pt>
                <c:pt idx="506">
                  <c:v>90</c:v>
                </c:pt>
                <c:pt idx="507">
                  <c:v>90</c:v>
                </c:pt>
                <c:pt idx="508">
                  <c:v>89.017847</c:v>
                </c:pt>
                <c:pt idx="509">
                  <c:v>87.914658</c:v>
                </c:pt>
                <c:pt idx="510">
                  <c:v>87.914658</c:v>
                </c:pt>
                <c:pt idx="511">
                  <c:v>87.106891</c:v>
                </c:pt>
                <c:pt idx="512">
                  <c:v>85.604049</c:v>
                </c:pt>
                <c:pt idx="513">
                  <c:v>84.795799</c:v>
                </c:pt>
                <c:pt idx="514">
                  <c:v>84.450656</c:v>
                </c:pt>
                <c:pt idx="515">
                  <c:v>83.683516</c:v>
                </c:pt>
                <c:pt idx="516">
                  <c:v>82.926861</c:v>
                </c:pt>
                <c:pt idx="517">
                  <c:v>82.926861</c:v>
                </c:pt>
                <c:pt idx="518">
                  <c:v>82.926861</c:v>
                </c:pt>
                <c:pt idx="519">
                  <c:v>82.926861</c:v>
                </c:pt>
                <c:pt idx="520">
                  <c:v>82.466167</c:v>
                </c:pt>
                <c:pt idx="521">
                  <c:v>81.640765</c:v>
                </c:pt>
                <c:pt idx="522">
                  <c:v>80.612696</c:v>
                </c:pt>
                <c:pt idx="523">
                  <c:v>79.921698</c:v>
                </c:pt>
                <c:pt idx="524">
                  <c:v>79.045036</c:v>
                </c:pt>
                <c:pt idx="525">
                  <c:v>79.045036</c:v>
                </c:pt>
                <c:pt idx="526">
                  <c:v>77.790836</c:v>
                </c:pt>
                <c:pt idx="527">
                  <c:v>77.056826</c:v>
                </c:pt>
                <c:pt idx="528">
                  <c:v>76.064581</c:v>
                </c:pt>
                <c:pt idx="529">
                  <c:v>75.115209</c:v>
                </c:pt>
                <c:pt idx="530">
                  <c:v>75.115209</c:v>
                </c:pt>
                <c:pt idx="531">
                  <c:v>74.368705</c:v>
                </c:pt>
                <c:pt idx="532">
                  <c:v>74.332213</c:v>
                </c:pt>
                <c:pt idx="533">
                  <c:v>74.332213</c:v>
                </c:pt>
                <c:pt idx="534">
                  <c:v>74.332213</c:v>
                </c:pt>
                <c:pt idx="535">
                  <c:v>73.377255</c:v>
                </c:pt>
                <c:pt idx="536">
                  <c:v>72.275381</c:v>
                </c:pt>
                <c:pt idx="537">
                  <c:v>71.173507</c:v>
                </c:pt>
                <c:pt idx="538">
                  <c:v>70.659299</c:v>
                </c:pt>
                <c:pt idx="539">
                  <c:v>70.590393</c:v>
                </c:pt>
                <c:pt idx="540">
                  <c:v>69.556805</c:v>
                </c:pt>
                <c:pt idx="541">
                  <c:v>68.523218</c:v>
                </c:pt>
                <c:pt idx="542">
                  <c:v>68.348112</c:v>
                </c:pt>
                <c:pt idx="543">
                  <c:v>68.348112</c:v>
                </c:pt>
                <c:pt idx="544">
                  <c:v>68.348112</c:v>
                </c:pt>
                <c:pt idx="545">
                  <c:v>67.420724</c:v>
                </c:pt>
                <c:pt idx="546">
                  <c:v>66.938383</c:v>
                </c:pt>
                <c:pt idx="547">
                  <c:v>66.661182</c:v>
                </c:pt>
                <c:pt idx="548">
                  <c:v>65.621678</c:v>
                </c:pt>
                <c:pt idx="549">
                  <c:v>64.582174</c:v>
                </c:pt>
                <c:pt idx="550">
                  <c:v>63.542670</c:v>
                </c:pt>
                <c:pt idx="551">
                  <c:v>63.265469</c:v>
                </c:pt>
                <c:pt idx="552">
                  <c:v>63.058752</c:v>
                </c:pt>
                <c:pt idx="553">
                  <c:v>62.025164</c:v>
                </c:pt>
                <c:pt idx="554">
                  <c:v>60.991576</c:v>
                </c:pt>
                <c:pt idx="555">
                  <c:v>59.957988</c:v>
                </c:pt>
                <c:pt idx="556">
                  <c:v>59.544553</c:v>
                </c:pt>
                <c:pt idx="557">
                  <c:v>59.544553</c:v>
                </c:pt>
                <c:pt idx="558">
                  <c:v>59.544553</c:v>
                </c:pt>
                <c:pt idx="559">
                  <c:v>59.544553</c:v>
                </c:pt>
                <c:pt idx="560">
                  <c:v>58.714837</c:v>
                </c:pt>
                <c:pt idx="561">
                  <c:v>57.486766</c:v>
                </c:pt>
                <c:pt idx="562">
                  <c:v>56.514399</c:v>
                </c:pt>
                <c:pt idx="563">
                  <c:v>55.697596</c:v>
                </c:pt>
                <c:pt idx="564">
                  <c:v>54.241912</c:v>
                </c:pt>
                <c:pt idx="565">
                  <c:v>52.786228</c:v>
                </c:pt>
                <c:pt idx="566">
                  <c:v>52.786228</c:v>
                </c:pt>
                <c:pt idx="567">
                  <c:v>52.064030</c:v>
                </c:pt>
                <c:pt idx="568">
                  <c:v>50.709908</c:v>
                </c:pt>
                <c:pt idx="569">
                  <c:v>49.355787</c:v>
                </c:pt>
                <c:pt idx="570">
                  <c:v>49.009100</c:v>
                </c:pt>
                <c:pt idx="571">
                  <c:v>48.904413</c:v>
                </c:pt>
                <c:pt idx="572">
                  <c:v>48.525822</c:v>
                </c:pt>
                <c:pt idx="573">
                  <c:v>47.068544</c:v>
                </c:pt>
                <c:pt idx="574">
                  <c:v>49.013335</c:v>
                </c:pt>
                <c:pt idx="575">
                  <c:v>55.221661</c:v>
                </c:pt>
                <c:pt idx="576">
                  <c:v>56.144978</c:v>
                </c:pt>
                <c:pt idx="577">
                  <c:v>60.683194</c:v>
                </c:pt>
                <c:pt idx="578">
                  <c:v>62.430210</c:v>
                </c:pt>
                <c:pt idx="579">
                  <c:v>62.430210</c:v>
                </c:pt>
                <c:pt idx="580">
                  <c:v>64.298102</c:v>
                </c:pt>
                <c:pt idx="581">
                  <c:v>64.298102</c:v>
                </c:pt>
                <c:pt idx="582">
                  <c:v>64.298102</c:v>
                </c:pt>
                <c:pt idx="583">
                  <c:v>64.298102</c:v>
                </c:pt>
                <c:pt idx="584">
                  <c:v>64.298102</c:v>
                </c:pt>
                <c:pt idx="585">
                  <c:v>64.699326</c:v>
                </c:pt>
                <c:pt idx="586">
                  <c:v>64.699326</c:v>
                </c:pt>
                <c:pt idx="587">
                  <c:v>64.699326</c:v>
                </c:pt>
                <c:pt idx="588">
                  <c:v>68.654412</c:v>
                </c:pt>
                <c:pt idx="589">
                  <c:v>68.654412</c:v>
                </c:pt>
                <c:pt idx="590">
                  <c:v>69.615309</c:v>
                </c:pt>
                <c:pt idx="591">
                  <c:v>75.461752</c:v>
                </c:pt>
                <c:pt idx="592">
                  <c:v>78.836060</c:v>
                </c:pt>
                <c:pt idx="593">
                  <c:v>82.269076</c:v>
                </c:pt>
                <c:pt idx="594">
                  <c:v>82.269076</c:v>
                </c:pt>
                <c:pt idx="595">
                  <c:v>85.121308</c:v>
                </c:pt>
                <c:pt idx="596">
                  <c:v>85.461752</c:v>
                </c:pt>
                <c:pt idx="597">
                  <c:v>85.461783</c:v>
                </c:pt>
                <c:pt idx="598">
                  <c:v>87.730892</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88.921337</c:v>
                </c:pt>
                <c:pt idx="612">
                  <c:v>87.432318</c:v>
                </c:pt>
                <c:pt idx="613">
                  <c:v>85.943299</c:v>
                </c:pt>
                <c:pt idx="614">
                  <c:v>85.446959</c:v>
                </c:pt>
                <c:pt idx="615">
                  <c:v>85.353936</c:v>
                </c:pt>
                <c:pt idx="616">
                  <c:v>83.958592</c:v>
                </c:pt>
                <c:pt idx="617">
                  <c:v>82.563249</c:v>
                </c:pt>
                <c:pt idx="618">
                  <c:v>81.726043</c:v>
                </c:pt>
                <c:pt idx="619">
                  <c:v>81.376241</c:v>
                </c:pt>
                <c:pt idx="620">
                  <c:v>80.729739</c:v>
                </c:pt>
                <c:pt idx="621">
                  <c:v>80.729739</c:v>
                </c:pt>
                <c:pt idx="622">
                  <c:v>80.158397</c:v>
                </c:pt>
                <c:pt idx="623">
                  <c:v>78.934093</c:v>
                </c:pt>
                <c:pt idx="624">
                  <c:v>77.709788</c:v>
                </c:pt>
                <c:pt idx="625">
                  <c:v>77.056826</c:v>
                </c:pt>
                <c:pt idx="626">
                  <c:v>77.056826</c:v>
                </c:pt>
                <c:pt idx="627">
                  <c:v>75.899207</c:v>
                </c:pt>
                <c:pt idx="628">
                  <c:v>75.741942</c:v>
                </c:pt>
                <c:pt idx="629">
                  <c:v>75.585648</c:v>
                </c:pt>
                <c:pt idx="630">
                  <c:v>74.413441</c:v>
                </c:pt>
                <c:pt idx="631">
                  <c:v>73.335909</c:v>
                </c:pt>
                <c:pt idx="632">
                  <c:v>73.101468</c:v>
                </c:pt>
                <c:pt idx="633">
                  <c:v>72.069028</c:v>
                </c:pt>
                <c:pt idx="634">
                  <c:v>71.324845</c:v>
                </c:pt>
                <c:pt idx="635">
                  <c:v>70.084539</c:v>
                </c:pt>
                <c:pt idx="636">
                  <c:v>69.662996</c:v>
                </c:pt>
                <c:pt idx="637">
                  <c:v>68.871311</c:v>
                </c:pt>
                <c:pt idx="638">
                  <c:v>68.348112</c:v>
                </c:pt>
                <c:pt idx="639">
                  <c:v>68.348112</c:v>
                </c:pt>
                <c:pt idx="640">
                  <c:v>67.3322</c:v>
                </c:pt>
                <c:pt idx="641">
                  <c:v>66.159993</c:v>
                </c:pt>
                <c:pt idx="642">
                  <c:v>64.987787</c:v>
                </c:pt>
                <c:pt idx="643">
                  <c:v>64.675198</c:v>
                </c:pt>
                <c:pt idx="644">
                  <c:v>64.295513</c:v>
                </c:pt>
                <c:pt idx="645">
                  <c:v>63.156457</c:v>
                </c:pt>
                <c:pt idx="646">
                  <c:v>62.017401</c:v>
                </c:pt>
                <c:pt idx="647">
                  <c:v>60.954282</c:v>
                </c:pt>
                <c:pt idx="648">
                  <c:v>60.954282</c:v>
                </c:pt>
                <c:pt idx="649">
                  <c:v>60.954282</c:v>
                </c:pt>
                <c:pt idx="650">
                  <c:v>60.954282</c:v>
                </c:pt>
                <c:pt idx="651">
                  <c:v>60.954282</c:v>
                </c:pt>
                <c:pt idx="652">
                  <c:v>59.929283</c:v>
                </c:pt>
                <c:pt idx="653">
                  <c:v>58.648034</c:v>
                </c:pt>
                <c:pt idx="654">
                  <c:v>57.366785</c:v>
                </c:pt>
                <c:pt idx="655">
                  <c:v>57.281368</c:v>
                </c:pt>
                <c:pt idx="656">
                  <c:v>55.850247</c:v>
                </c:pt>
                <c:pt idx="657">
                  <c:v>56.830988</c:v>
                </c:pt>
                <c:pt idx="658">
                  <c:v>61.062079</c:v>
                </c:pt>
                <c:pt idx="659">
                  <c:v>66.385318</c:v>
                </c:pt>
                <c:pt idx="660">
                  <c:v>73.192643</c:v>
                </c:pt>
                <c:pt idx="661">
                  <c:v>79.999968</c:v>
                </c:pt>
                <c:pt idx="662">
                  <c:v>82.265672</c:v>
                </c:pt>
                <c:pt idx="663">
                  <c:v>84.538185</c:v>
                </c:pt>
                <c:pt idx="664">
                  <c:v>88.393625</c:v>
                </c:pt>
                <c:pt idx="665">
                  <c:v>89.076401</c:v>
                </c:pt>
                <c:pt idx="666">
                  <c:v>89.999961</c:v>
                </c:pt>
                <c:pt idx="667">
                  <c:v>89.999961</c:v>
                </c:pt>
                <c:pt idx="668">
                  <c:v>89.999961</c:v>
                </c:pt>
                <c:pt idx="669">
                  <c:v>89.999961</c:v>
                </c:pt>
                <c:pt idx="670">
                  <c:v>89.999961</c:v>
                </c:pt>
                <c:pt idx="671">
                  <c:v>89.999961</c:v>
                </c:pt>
                <c:pt idx="672">
                  <c:v>89.999961</c:v>
                </c:pt>
                <c:pt idx="673">
                  <c:v>89.999961</c:v>
                </c:pt>
                <c:pt idx="674">
                  <c:v>89.999961</c:v>
                </c:pt>
                <c:pt idx="675">
                  <c:v>89.999961</c:v>
                </c:pt>
                <c:pt idx="676">
                  <c:v>89.999961</c:v>
                </c:pt>
                <c:pt idx="677">
                  <c:v>89.999961</c:v>
                </c:pt>
                <c:pt idx="678">
                  <c:v>89.999961</c:v>
                </c:pt>
                <c:pt idx="679">
                  <c:v>89.999961</c:v>
                </c:pt>
                <c:pt idx="680">
                  <c:v>89.999961</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8CE8-425E-85E5-57412A2062FB}"/>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79.702108</c:v>
                </c:pt>
                <c:pt idx="6">
                  <c:v>79.702108</c:v>
                </c:pt>
                <c:pt idx="7">
                  <c:v>79.702108</c:v>
                </c:pt>
                <c:pt idx="8">
                  <c:v>79.702108</c:v>
                </c:pt>
                <c:pt idx="9">
                  <c:v>81.214342</c:v>
                </c:pt>
                <c:pt idx="10">
                  <c:v>85.752558</c:v>
                </c:pt>
                <c:pt idx="11">
                  <c:v>85.752558</c:v>
                </c:pt>
                <c:pt idx="12">
                  <c:v>85.752558</c:v>
                </c:pt>
                <c:pt idx="13">
                  <c:v>85.752558</c:v>
                </c:pt>
                <c:pt idx="14">
                  <c:v>85.752558</c:v>
                </c:pt>
                <c:pt idx="15">
                  <c:v>85.752558</c:v>
                </c:pt>
                <c:pt idx="16">
                  <c:v>85.752558</c:v>
                </c:pt>
                <c:pt idx="17">
                  <c:v>85.752558</c:v>
                </c:pt>
                <c:pt idx="18">
                  <c:v>85.752558</c:v>
                </c:pt>
                <c:pt idx="19">
                  <c:v>85.752558</c:v>
                </c:pt>
                <c:pt idx="20">
                  <c:v>85.752558</c:v>
                </c:pt>
                <c:pt idx="21">
                  <c:v>85.752558</c:v>
                </c:pt>
                <c:pt idx="22">
                  <c:v>87.27825</c:v>
                </c:pt>
                <c:pt idx="23">
                  <c:v>87.27825</c:v>
                </c:pt>
                <c:pt idx="24">
                  <c:v>86.807325</c:v>
                </c:pt>
                <c:pt idx="25">
                  <c:v>90</c:v>
                </c:pt>
                <c:pt idx="26">
                  <c:v>90</c:v>
                </c:pt>
                <c:pt idx="27">
                  <c:v>90</c:v>
                </c:pt>
                <c:pt idx="28">
                  <c:v>89.751283</c:v>
                </c:pt>
                <c:pt idx="29">
                  <c:v>89.751283</c:v>
                </c:pt>
                <c:pt idx="30">
                  <c:v>86.273517</c:v>
                </c:pt>
                <c:pt idx="31">
                  <c:v>85.210188</c:v>
                </c:pt>
                <c:pt idx="32">
                  <c:v>85.210188</c:v>
                </c:pt>
                <c:pt idx="33">
                  <c:v>85.210188</c:v>
                </c:pt>
                <c:pt idx="34">
                  <c:v>85.210188</c:v>
                </c:pt>
                <c:pt idx="35">
                  <c:v>85.210188</c:v>
                </c:pt>
                <c:pt idx="36">
                  <c:v>85.210188</c:v>
                </c:pt>
                <c:pt idx="37">
                  <c:v>85.210188</c:v>
                </c:pt>
                <c:pt idx="38">
                  <c:v>85.210188</c:v>
                </c:pt>
                <c:pt idx="39">
                  <c:v>85.210188</c:v>
                </c:pt>
                <c:pt idx="40">
                  <c:v>85.210188</c:v>
                </c:pt>
                <c:pt idx="41">
                  <c:v>85.210188</c:v>
                </c:pt>
                <c:pt idx="42">
                  <c:v>85.210188</c:v>
                </c:pt>
                <c:pt idx="43">
                  <c:v>85.210188</c:v>
                </c:pt>
                <c:pt idx="44">
                  <c:v>85.210188</c:v>
                </c:pt>
                <c:pt idx="45">
                  <c:v>85.210188</c:v>
                </c:pt>
                <c:pt idx="46">
                  <c:v>85.210188</c:v>
                </c:pt>
                <c:pt idx="47">
                  <c:v>85.210188</c:v>
                </c:pt>
                <c:pt idx="48">
                  <c:v>85.210188</c:v>
                </c:pt>
                <c:pt idx="49">
                  <c:v>85.210188</c:v>
                </c:pt>
                <c:pt idx="50">
                  <c:v>85.210188</c:v>
                </c:pt>
                <c:pt idx="51">
                  <c:v>85.210188</c:v>
                </c:pt>
                <c:pt idx="52">
                  <c:v>85.210188</c:v>
                </c:pt>
                <c:pt idx="53">
                  <c:v>85.210188</c:v>
                </c:pt>
                <c:pt idx="54">
                  <c:v>85.210188</c:v>
                </c:pt>
                <c:pt idx="55">
                  <c:v>85.210188</c:v>
                </c:pt>
                <c:pt idx="56">
                  <c:v>85.210188</c:v>
                </c:pt>
                <c:pt idx="57">
                  <c:v>86.666504</c:v>
                </c:pt>
                <c:pt idx="58">
                  <c:v>89.999968</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89.999968</c:v>
                </c:pt>
                <c:pt idx="159">
                  <c:v>89.999968</c:v>
                </c:pt>
                <c:pt idx="160">
                  <c:v>89.999968</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87.106891</c:v>
                </c:pt>
                <c:pt idx="236">
                  <c:v>87.106891</c:v>
                </c:pt>
                <c:pt idx="237">
                  <c:v>87.106891</c:v>
                </c:pt>
                <c:pt idx="238">
                  <c:v>87.106891</c:v>
                </c:pt>
                <c:pt idx="239">
                  <c:v>87.106891</c:v>
                </c:pt>
                <c:pt idx="240">
                  <c:v>87.106891</c:v>
                </c:pt>
                <c:pt idx="241">
                  <c:v>87.106891</c:v>
                </c:pt>
                <c:pt idx="242">
                  <c:v>87.106891</c:v>
                </c:pt>
                <c:pt idx="243">
                  <c:v>87.106891</c:v>
                </c:pt>
                <c:pt idx="244">
                  <c:v>87.106891</c:v>
                </c:pt>
                <c:pt idx="245">
                  <c:v>87.106891</c:v>
                </c:pt>
                <c:pt idx="246">
                  <c:v>87.106891</c:v>
                </c:pt>
                <c:pt idx="247">
                  <c:v>87.106891</c:v>
                </c:pt>
                <c:pt idx="248">
                  <c:v>87.106891</c:v>
                </c:pt>
                <c:pt idx="249">
                  <c:v>87.106891</c:v>
                </c:pt>
                <c:pt idx="250">
                  <c:v>89.999945</c:v>
                </c:pt>
                <c:pt idx="251">
                  <c:v>89.999953</c:v>
                </c:pt>
                <c:pt idx="252">
                  <c:v>89.999961</c:v>
                </c:pt>
                <c:pt idx="253">
                  <c:v>89.999961</c:v>
                </c:pt>
                <c:pt idx="254">
                  <c:v>89.999961</c:v>
                </c:pt>
                <c:pt idx="255">
                  <c:v>89.999961</c:v>
                </c:pt>
                <c:pt idx="256">
                  <c:v>89.999961</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87.188522</c:v>
                </c:pt>
                <c:pt idx="350">
                  <c:v>87.188522</c:v>
                </c:pt>
                <c:pt idx="351">
                  <c:v>87.188522</c:v>
                </c:pt>
                <c:pt idx="352">
                  <c:v>87.188522</c:v>
                </c:pt>
                <c:pt idx="353">
                  <c:v>87.188522</c:v>
                </c:pt>
                <c:pt idx="354">
                  <c:v>87.188522</c:v>
                </c:pt>
                <c:pt idx="355">
                  <c:v>87.188522</c:v>
                </c:pt>
                <c:pt idx="356">
                  <c:v>87.188522</c:v>
                </c:pt>
                <c:pt idx="357">
                  <c:v>87.730861</c:v>
                </c:pt>
                <c:pt idx="358">
                  <c:v>87.730869</c:v>
                </c:pt>
                <c:pt idx="359">
                  <c:v>87.730877</c:v>
                </c:pt>
                <c:pt idx="360">
                  <c:v>87.730884</c:v>
                </c:pt>
                <c:pt idx="361">
                  <c:v>87.730884</c:v>
                </c:pt>
                <c:pt idx="362">
                  <c:v>87.730884</c:v>
                </c:pt>
                <c:pt idx="363">
                  <c:v>87.730892</c:v>
                </c:pt>
                <c:pt idx="364">
                  <c:v>87.730892</c:v>
                </c:pt>
                <c:pt idx="365">
                  <c:v>87.730892</c:v>
                </c:pt>
                <c:pt idx="366">
                  <c:v>87.730892</c:v>
                </c:pt>
                <c:pt idx="367">
                  <c:v>87.730892</c:v>
                </c:pt>
                <c:pt idx="368">
                  <c:v>87.730892</c:v>
                </c:pt>
                <c:pt idx="369">
                  <c:v>87.730892</c:v>
                </c:pt>
                <c:pt idx="370">
                  <c:v>87.916091</c:v>
                </c:pt>
                <c:pt idx="371">
                  <c:v>87.916091</c:v>
                </c:pt>
                <c:pt idx="372">
                  <c:v>87.916091</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88.785634</c:v>
                </c:pt>
                <c:pt idx="435">
                  <c:v>88.785642</c:v>
                </c:pt>
                <c:pt idx="436">
                  <c:v>88.785649</c:v>
                </c:pt>
                <c:pt idx="437">
                  <c:v>88.785649</c:v>
                </c:pt>
                <c:pt idx="438">
                  <c:v>88.785649</c:v>
                </c:pt>
                <c:pt idx="439">
                  <c:v>88.785649</c:v>
                </c:pt>
                <c:pt idx="440">
                  <c:v>88.785649</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8CE8-425E-85E5-57412A2062FB}"/>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60.0002</c:v>
                </c:pt>
                <c:pt idx="1">
                  <c:v>60.0002</c:v>
                </c:pt>
                <c:pt idx="2">
                  <c:v>89.862964</c:v>
                </c:pt>
                <c:pt idx="3">
                  <c:v>89.862964</c:v>
                </c:pt>
                <c:pt idx="4">
                  <c:v>150</c:v>
                </c:pt>
                <c:pt idx="5">
                  <c:v>150</c:v>
                </c:pt>
                <c:pt idx="6">
                  <c:v>75.239048</c:v>
                </c:pt>
                <c:pt idx="7">
                  <c:v>75.239048</c:v>
                </c:pt>
                <c:pt idx="8">
                  <c:v>90.000100</c:v>
                </c:pt>
                <c:pt idx="9">
                  <c:v>90.000100</c:v>
                </c:pt>
                <c:pt idx="10">
                  <c:v>197.317400</c:v>
                </c:pt>
                <c:pt idx="11">
                  <c:v>197.317400</c:v>
                </c:pt>
                <c:pt idx="12">
                  <c:v>60</c:v>
                </c:pt>
                <c:pt idx="13">
                  <c:v>60</c:v>
                </c:pt>
                <c:pt idx="14">
                  <c:v>60.0002</c:v>
                </c:pt>
                <c:pt idx="15">
                  <c:v>60.0002</c:v>
                </c:pt>
                <c:pt idx="16">
                  <c:v>120</c:v>
                </c:pt>
                <c:pt idx="17">
                  <c:v>120</c:v>
                </c:pt>
                <c:pt idx="18">
                  <c:v>252.211047</c:v>
                </c:pt>
                <c:pt idx="19">
                  <c:v>252.211047</c:v>
                </c:pt>
                <c:pt idx="20">
                  <c:v>210.000200</c:v>
                </c:pt>
                <c:pt idx="21">
                  <c:v>210.000200</c:v>
                </c:pt>
                <c:pt idx="22">
                  <c:v>321.077256</c:v>
                </c:pt>
                <c:pt idx="23">
                  <c:v>321.077256</c:v>
                </c:pt>
                <c:pt idx="24">
                  <c:v>90.000100</c:v>
                </c:pt>
                <c:pt idx="25">
                  <c:v>90.000100</c:v>
                </c:pt>
                <c:pt idx="26">
                  <c:v>127.055318</c:v>
                </c:pt>
                <c:pt idx="27">
                  <c:v>127.055318</c:v>
                </c:pt>
                <c:pt idx="28">
                  <c:v>192.211047</c:v>
                </c:pt>
                <c:pt idx="29">
                  <c:v>192.211047</c:v>
                </c:pt>
                <c:pt idx="30">
                  <c:v>202.940701</c:v>
                </c:pt>
                <c:pt idx="31">
                  <c:v>202.940701</c:v>
                </c:pt>
                <c:pt idx="32">
                  <c:v>288.881776</c:v>
                </c:pt>
                <c:pt idx="33">
                  <c:v>288.881776</c:v>
                </c:pt>
                <c:pt idx="34">
                  <c:v>377.227732</c:v>
                </c:pt>
                <c:pt idx="35">
                  <c:v>377.227732</c:v>
                </c:pt>
                <c:pt idx="36">
                  <c:v>382.244008</c:v>
                </c:pt>
                <c:pt idx="37">
                  <c:v>382.244008</c:v>
                </c:pt>
                <c:pt idx="38">
                  <c:v>462.574284</c:v>
                </c:pt>
                <c:pt idx="39">
                  <c:v>462.574284</c:v>
                </c:pt>
                <c:pt idx="40">
                  <c:v>645.486675</c:v>
                </c:pt>
                <c:pt idx="41">
                  <c:v>645.486675</c:v>
                </c:pt>
                <c:pt idx="42">
                  <c:v>732.211147</c:v>
                </c:pt>
                <c:pt idx="43">
                  <c:v>732.211147</c:v>
                </c:pt>
                <c:pt idx="44">
                  <c:v>660</c:v>
                </c:pt>
                <c:pt idx="45">
                  <c:v>660</c:v>
                </c:pt>
                <c:pt idx="46">
                  <c:v>587.789153</c:v>
                </c:pt>
                <c:pt idx="47">
                  <c:v>587.789153</c:v>
                </c:pt>
                <c:pt idx="48">
                  <c:v>492.210947</c:v>
                </c:pt>
                <c:pt idx="49">
                  <c:v>492.210947</c:v>
                </c:pt>
                <c:pt idx="50">
                  <c:v>258.211696</c:v>
                </c:pt>
                <c:pt idx="51">
                  <c:v>258.211696</c:v>
                </c:pt>
                <c:pt idx="52">
                  <c:v>162.936000</c:v>
                </c:pt>
                <c:pt idx="53">
                  <c:v>162.936000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30</c:v>
                </c:pt>
                <c:pt idx="73">
                  <c:v>30</c:v>
                </c:pt>
                <c:pt idx="74">
                  <c:v>0</c:v>
                </c:pt>
                <c:pt idx="75">
                  <c:v>0</c:v>
                </c:pt>
                <c:pt idx="76">
                  <c:v>0</c:v>
                </c:pt>
                <c:pt idx="77">
                  <c:v>0</c:v>
                </c:pt>
                <c:pt idx="78">
                  <c:v>0</c:v>
                </c:pt>
                <c:pt idx="79">
                  <c:v>0</c:v>
                </c:pt>
                <c:pt idx="80">
                  <c:v>0</c:v>
                </c:pt>
                <c:pt idx="81">
                  <c:v>0</c:v>
                </c:pt>
                <c:pt idx="82">
                  <c:v>0</c:v>
                </c:pt>
                <c:pt idx="83">
                  <c:v>0</c:v>
                </c:pt>
                <c:pt idx="84">
                  <c:v>60.000100</c:v>
                </c:pt>
                <c:pt idx="85">
                  <c:v>60.000100</c:v>
                </c:pt>
                <c:pt idx="86">
                  <c:v>90</c:v>
                </c:pt>
                <c:pt idx="87">
                  <c:v>90</c:v>
                </c:pt>
                <c:pt idx="88">
                  <c:v>90</c:v>
                </c:pt>
                <c:pt idx="89">
                  <c:v>90</c:v>
                </c:pt>
                <c:pt idx="90">
                  <c:v>1E-4</c:v>
                </c:pt>
                <c:pt idx="91">
                  <c:v>1E-4</c:v>
                </c:pt>
                <c:pt idx="92">
                  <c:v>34.004447</c:v>
                </c:pt>
                <c:pt idx="93">
                  <c:v>34.004447</c:v>
                </c:pt>
                <c:pt idx="94">
                  <c:v>1E-4</c:v>
                </c:pt>
                <c:pt idx="95">
                  <c:v>1E-4</c:v>
                </c:pt>
                <c:pt idx="96">
                  <c:v>150.0001</c:v>
                </c:pt>
                <c:pt idx="97">
                  <c:v>150.0001</c:v>
                </c:pt>
                <c:pt idx="98">
                  <c:v>266.415744</c:v>
                </c:pt>
                <c:pt idx="99">
                  <c:v>266.415744</c:v>
                </c:pt>
                <c:pt idx="100">
                  <c:v>150.0001</c:v>
                </c:pt>
                <c:pt idx="101">
                  <c:v>150.0001</c:v>
                </c:pt>
                <c:pt idx="102">
                  <c:v>43.215871</c:v>
                </c:pt>
                <c:pt idx="103">
                  <c:v>43.215871</c:v>
                </c:pt>
                <c:pt idx="104">
                  <c:v>30</c:v>
                </c:pt>
                <c:pt idx="105">
                  <c:v>30</c:v>
                </c:pt>
                <c:pt idx="106">
                  <c:v>30</c:v>
                </c:pt>
                <c:pt idx="107">
                  <c:v>30</c:v>
                </c:pt>
                <c:pt idx="108">
                  <c:v>0</c:v>
                </c:pt>
                <c:pt idx="109">
                  <c:v>0</c:v>
                </c:pt>
                <c:pt idx="110">
                  <c:v>47.788953</c:v>
                </c:pt>
                <c:pt idx="111">
                  <c:v>47.788953</c:v>
                </c:pt>
                <c:pt idx="112">
                  <c:v>99.870647</c:v>
                </c:pt>
                <c:pt idx="113">
                  <c:v>99.870647</c:v>
                </c:pt>
                <c:pt idx="114">
                  <c:v>90</c:v>
                </c:pt>
                <c:pt idx="115">
                  <c:v>90</c:v>
                </c:pt>
                <c:pt idx="116">
                  <c:v>90</c:v>
                </c:pt>
                <c:pt idx="117">
                  <c:v>90</c:v>
                </c:pt>
                <c:pt idx="118">
                  <c:v>0</c:v>
                </c:pt>
                <c:pt idx="119">
                  <c:v>0</c:v>
                </c:pt>
                <c:pt idx="120">
                  <c:v>81.625194</c:v>
                </c:pt>
                <c:pt idx="121">
                  <c:v>81.625194</c:v>
                </c:pt>
                <c:pt idx="122">
                  <c:v>60</c:v>
                </c:pt>
                <c:pt idx="123">
                  <c:v>60</c:v>
                </c:pt>
                <c:pt idx="124">
                  <c:v>120</c:v>
                </c:pt>
                <c:pt idx="125">
                  <c:v>120</c:v>
                </c:pt>
                <c:pt idx="126">
                  <c:v>14.551247</c:v>
                </c:pt>
                <c:pt idx="127">
                  <c:v>14.551247</c:v>
                </c:pt>
                <c:pt idx="128">
                  <c:v>0</c:v>
                </c:pt>
                <c:pt idx="129">
                  <c:v>0</c:v>
                </c:pt>
                <c:pt idx="130">
                  <c:v>0</c:v>
                </c:pt>
                <c:pt idx="131">
                  <c:v>0</c:v>
                </c:pt>
                <c:pt idx="132">
                  <c:v>17.789153</c:v>
                </c:pt>
                <c:pt idx="133">
                  <c:v>17.789153</c:v>
                </c:pt>
                <c:pt idx="134">
                  <c:v>22.040022</c:v>
                </c:pt>
                <c:pt idx="135">
                  <c:v>22.040022</c:v>
                </c:pt>
                <c:pt idx="136">
                  <c:v>82.132526</c:v>
                </c:pt>
                <c:pt idx="137">
                  <c:v>82.132526</c:v>
                </c:pt>
                <c:pt idx="138">
                  <c:v>12.210526</c:v>
                </c:pt>
                <c:pt idx="139">
                  <c:v>12.210526</c:v>
                </c:pt>
                <c:pt idx="140">
                  <c:v>53.498000</c:v>
                </c:pt>
                <c:pt idx="141">
                  <c:v>53.498000</c:v>
                </c:pt>
                <c:pt idx="142">
                  <c:v>31.662000</c:v>
                </c:pt>
                <c:pt idx="143">
                  <c:v>31.662000</c:v>
                </c:pt>
                <c:pt idx="144">
                  <c:v>22.578000</c:v>
                </c:pt>
                <c:pt idx="145">
                  <c:v>22.578000</c:v>
                </c:pt>
                <c:pt idx="146">
                  <c:v>2.34</c:v>
                </c:pt>
                <c:pt idx="147">
                  <c:v>2.34</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60</c:v>
                </c:pt>
                <c:pt idx="165">
                  <c:v>60</c:v>
                </c:pt>
                <c:pt idx="166">
                  <c:v>120</c:v>
                </c:pt>
                <c:pt idx="167">
                  <c:v>120</c:v>
                </c:pt>
                <c:pt idx="168">
                  <c:v>150.0001</c:v>
                </c:pt>
                <c:pt idx="169">
                  <c:v>150.0001</c:v>
                </c:pt>
                <c:pt idx="170">
                  <c:v>240.0001</c:v>
                </c:pt>
                <c:pt idx="171">
                  <c:v>240.0001</c:v>
                </c:pt>
                <c:pt idx="172">
                  <c:v>270</c:v>
                </c:pt>
                <c:pt idx="173">
                  <c:v>270</c:v>
                </c:pt>
                <c:pt idx="174">
                  <c:v>275.642535</c:v>
                </c:pt>
                <c:pt idx="175">
                  <c:v>275.642535</c:v>
                </c:pt>
                <c:pt idx="176">
                  <c:v>112.070602</c:v>
                </c:pt>
                <c:pt idx="177">
                  <c:v>112.070602</c:v>
                </c:pt>
                <c:pt idx="178">
                  <c:v>167.789053</c:v>
                </c:pt>
                <c:pt idx="179">
                  <c:v>167.789053</c:v>
                </c:pt>
                <c:pt idx="180">
                  <c:v>420</c:v>
                </c:pt>
                <c:pt idx="181">
                  <c:v>420</c:v>
                </c:pt>
                <c:pt idx="182">
                  <c:v>588.508855</c:v>
                </c:pt>
                <c:pt idx="183">
                  <c:v>588.508855</c:v>
                </c:pt>
                <c:pt idx="184">
                  <c:v>810</c:v>
                </c:pt>
                <c:pt idx="185">
                  <c:v>810</c:v>
                </c:pt>
                <c:pt idx="186">
                  <c:v>900</c:v>
                </c:pt>
                <c:pt idx="187">
                  <c:v>900</c:v>
                </c:pt>
                <c:pt idx="188">
                  <c:v>617.789874</c:v>
                </c:pt>
                <c:pt idx="189">
                  <c:v>617.789874</c:v>
                </c:pt>
                <c:pt idx="190">
                  <c:v>200</c:v>
                </c:pt>
                <c:pt idx="191">
                  <c:v>200</c:v>
                </c:pt>
                <c:pt idx="192">
                  <c:v>270.000621</c:v>
                </c:pt>
                <c:pt idx="193">
                  <c:v>270.000621</c:v>
                </c:pt>
                <c:pt idx="194">
                  <c:v>210</c:v>
                </c:pt>
                <c:pt idx="195">
                  <c:v>210</c:v>
                </c:pt>
                <c:pt idx="196">
                  <c:v>270.000100</c:v>
                </c:pt>
                <c:pt idx="197">
                  <c:v>270.000100</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540.000100</c:v>
                </c:pt>
                <c:pt idx="209">
                  <c:v>540.000100</c:v>
                </c:pt>
                <c:pt idx="210">
                  <c:v>492.632393</c:v>
                </c:pt>
                <c:pt idx="211">
                  <c:v>492.632393</c:v>
                </c:pt>
                <c:pt idx="212">
                  <c:v>570.000200</c:v>
                </c:pt>
                <c:pt idx="213">
                  <c:v>570.000200</c:v>
                </c:pt>
                <c:pt idx="214">
                  <c:v>504.340299</c:v>
                </c:pt>
                <c:pt idx="215">
                  <c:v>504.340299</c:v>
                </c:pt>
                <c:pt idx="216">
                  <c:v>434.878582</c:v>
                </c:pt>
                <c:pt idx="217">
                  <c:v>434.878582</c:v>
                </c:pt>
                <c:pt idx="218">
                  <c:v>570.000200</c:v>
                </c:pt>
                <c:pt idx="219">
                  <c:v>570.000200</c:v>
                </c:pt>
                <c:pt idx="220">
                  <c:v>562.511925</c:v>
                </c:pt>
                <c:pt idx="221">
                  <c:v>562.511925</c:v>
                </c:pt>
                <c:pt idx="222">
                  <c:v>536.847219</c:v>
                </c:pt>
                <c:pt idx="223">
                  <c:v>536.847219</c:v>
                </c:pt>
                <c:pt idx="224">
                  <c:v>361.715585</c:v>
                </c:pt>
                <c:pt idx="225">
                  <c:v>361.715585</c:v>
                </c:pt>
                <c:pt idx="226">
                  <c:v>407.788953</c:v>
                </c:pt>
                <c:pt idx="227">
                  <c:v>407.788953</c:v>
                </c:pt>
                <c:pt idx="228">
                  <c:v>570.000200</c:v>
                </c:pt>
                <c:pt idx="229">
                  <c:v>570.000200</c:v>
                </c:pt>
                <c:pt idx="230">
                  <c:v>414.421895</c:v>
                </c:pt>
                <c:pt idx="231">
                  <c:v>414.421895</c:v>
                </c:pt>
                <c:pt idx="232">
                  <c:v>480.456032</c:v>
                </c:pt>
                <c:pt idx="233">
                  <c:v>480.456032</c:v>
                </c:pt>
                <c:pt idx="234">
                  <c:v>372.211568</c:v>
                </c:pt>
                <c:pt idx="235">
                  <c:v>372.211568</c:v>
                </c:pt>
                <c:pt idx="236">
                  <c:v>270.000942</c:v>
                </c:pt>
                <c:pt idx="237">
                  <c:v>270.000942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16.052476</c:v>
                </c:pt>
                <c:pt idx="313">
                  <c:v>16.052476</c:v>
                </c:pt>
                <c:pt idx="314">
                  <c:v>26.413571</c:v>
                </c:pt>
                <c:pt idx="315">
                  <c:v>26.413571</c:v>
                </c:pt>
                <c:pt idx="316">
                  <c:v>1E-4</c:v>
                </c:pt>
                <c:pt idx="317">
                  <c:v>1E-4</c:v>
                </c:pt>
                <c:pt idx="318">
                  <c:v>118.800076</c:v>
                </c:pt>
                <c:pt idx="319">
                  <c:v>118.800076</c:v>
                </c:pt>
                <c:pt idx="320">
                  <c:v>0</c:v>
                </c:pt>
                <c:pt idx="321">
                  <c:v>0</c:v>
                </c:pt>
                <c:pt idx="322">
                  <c:v>0</c:v>
                </c:pt>
                <c:pt idx="323">
                  <c:v>0</c:v>
                </c:pt>
                <c:pt idx="324">
                  <c:v>0</c:v>
                </c:pt>
                <c:pt idx="325">
                  <c:v>0</c:v>
                </c:pt>
                <c:pt idx="326">
                  <c:v>0</c:v>
                </c:pt>
                <c:pt idx="327">
                  <c:v>0</c:v>
                </c:pt>
                <c:pt idx="328">
                  <c:v>102.335000</c:v>
                </c:pt>
                <c:pt idx="329">
                  <c:v>102.335000</c:v>
                </c:pt>
                <c:pt idx="330">
                  <c:v>76.985000</c:v>
                </c:pt>
                <c:pt idx="331">
                  <c:v>76.985000</c:v>
                </c:pt>
                <c:pt idx="332">
                  <c:v>54.436</c:v>
                </c:pt>
                <c:pt idx="333">
                  <c:v>54.436</c:v>
                </c:pt>
                <c:pt idx="334">
                  <c:v>1E-4</c:v>
                </c:pt>
                <c:pt idx="335">
                  <c:v>1E-4</c:v>
                </c:pt>
                <c:pt idx="336">
                  <c:v>0.000721</c:v>
                </c:pt>
                <c:pt idx="337">
                  <c:v>0.000721</c:v>
                </c:pt>
                <c:pt idx="338">
                  <c:v>64.139705</c:v>
                </c:pt>
                <c:pt idx="339">
                  <c:v>64.139705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76.304807</c:v>
                </c:pt>
                <c:pt idx="361">
                  <c:v>76.304807</c:v>
                </c:pt>
                <c:pt idx="362">
                  <c:v>0.000200</c:v>
                </c:pt>
                <c:pt idx="363">
                  <c:v>0.000200</c:v>
                </c:pt>
                <c:pt idx="364">
                  <c:v>60.000500</c:v>
                </c:pt>
                <c:pt idx="365">
                  <c:v>60.000500</c:v>
                </c:pt>
                <c:pt idx="366">
                  <c:v>150.000200</c:v>
                </c:pt>
                <c:pt idx="367">
                  <c:v>150.000200</c:v>
                </c:pt>
                <c:pt idx="368">
                  <c:v>224.974206</c:v>
                </c:pt>
                <c:pt idx="369">
                  <c:v>224.974206</c:v>
                </c:pt>
                <c:pt idx="370">
                  <c:v>47.135052</c:v>
                </c:pt>
                <c:pt idx="371">
                  <c:v>47.135052</c:v>
                </c:pt>
                <c:pt idx="372">
                  <c:v>248.759948</c:v>
                </c:pt>
                <c:pt idx="373">
                  <c:v>248.759948</c:v>
                </c:pt>
                <c:pt idx="374">
                  <c:v>360.000500</c:v>
                </c:pt>
                <c:pt idx="375">
                  <c:v>360.000500</c:v>
                </c:pt>
                <c:pt idx="376">
                  <c:v>270.001121</c:v>
                </c:pt>
                <c:pt idx="377">
                  <c:v>270.001121</c:v>
                </c:pt>
                <c:pt idx="378">
                  <c:v>719.999679</c:v>
                </c:pt>
                <c:pt idx="379">
                  <c:v>719.999679</c:v>
                </c:pt>
                <c:pt idx="380">
                  <c:v>641.715075</c:v>
                </c:pt>
                <c:pt idx="381">
                  <c:v>641.715075</c:v>
                </c:pt>
                <c:pt idx="382">
                  <c:v>503.074639</c:v>
                </c:pt>
                <c:pt idx="383">
                  <c:v>503.074639</c:v>
                </c:pt>
                <c:pt idx="384">
                  <c:v>150.0001</c:v>
                </c:pt>
                <c:pt idx="385">
                  <c:v>150.0001</c:v>
                </c:pt>
                <c:pt idx="386">
                  <c:v>192.210747</c:v>
                </c:pt>
                <c:pt idx="387">
                  <c:v>192.210747</c:v>
                </c:pt>
                <c:pt idx="388">
                  <c:v>180</c:v>
                </c:pt>
                <c:pt idx="389">
                  <c:v>180</c:v>
                </c:pt>
                <c:pt idx="390">
                  <c:v>180</c:v>
                </c:pt>
                <c:pt idx="391">
                  <c:v>180</c:v>
                </c:pt>
                <c:pt idx="392">
                  <c:v>400.301899</c:v>
                </c:pt>
                <c:pt idx="393">
                  <c:v>400.301899</c:v>
                </c:pt>
                <c:pt idx="394">
                  <c:v>660.000200</c:v>
                </c:pt>
                <c:pt idx="395">
                  <c:v>660.000200</c:v>
                </c:pt>
                <c:pt idx="396">
                  <c:v>556.245634</c:v>
                </c:pt>
                <c:pt idx="397">
                  <c:v>556.245634</c:v>
                </c:pt>
                <c:pt idx="398">
                  <c:v>542.580336</c:v>
                </c:pt>
                <c:pt idx="399">
                  <c:v>542.580336</c:v>
                </c:pt>
                <c:pt idx="400">
                  <c:v>248.002523</c:v>
                </c:pt>
                <c:pt idx="401">
                  <c:v>248.002523</c:v>
                </c:pt>
                <c:pt idx="402">
                  <c:v>118.278528</c:v>
                </c:pt>
                <c:pt idx="403">
                  <c:v>118.278528</c:v>
                </c:pt>
                <c:pt idx="404">
                  <c:v>130.876990</c:v>
                </c:pt>
                <c:pt idx="405">
                  <c:v>130.876990</c:v>
                </c:pt>
                <c:pt idx="406">
                  <c:v>81.092474</c:v>
                </c:pt>
                <c:pt idx="407">
                  <c:v>81.092474</c:v>
                </c:pt>
                <c:pt idx="408">
                  <c:v>210.000200</c:v>
                </c:pt>
                <c:pt idx="409">
                  <c:v>210.000200</c:v>
                </c:pt>
                <c:pt idx="410">
                  <c:v>299.999279</c:v>
                </c:pt>
                <c:pt idx="411">
                  <c:v>299.999279</c:v>
                </c:pt>
                <c:pt idx="412">
                  <c:v>303.328600</c:v>
                </c:pt>
                <c:pt idx="413">
                  <c:v>303.328600</c:v>
                </c:pt>
                <c:pt idx="414">
                  <c:v>174.494032</c:v>
                </c:pt>
                <c:pt idx="415">
                  <c:v>174.494032</c:v>
                </c:pt>
                <c:pt idx="416">
                  <c:v>419.371679</c:v>
                </c:pt>
                <c:pt idx="417">
                  <c:v>419.371679</c:v>
                </c:pt>
                <c:pt idx="418">
                  <c:v>457.050698</c:v>
                </c:pt>
                <c:pt idx="419">
                  <c:v>457.050698</c:v>
                </c:pt>
                <c:pt idx="420">
                  <c:v>673.625972</c:v>
                </c:pt>
                <c:pt idx="421">
                  <c:v>673.625972</c:v>
                </c:pt>
                <c:pt idx="422">
                  <c:v>810</c:v>
                </c:pt>
                <c:pt idx="423">
                  <c:v>810</c:v>
                </c:pt>
                <c:pt idx="424">
                  <c:v>497.789153</c:v>
                </c:pt>
                <c:pt idx="425">
                  <c:v>497.789153</c:v>
                </c:pt>
                <c:pt idx="426">
                  <c:v>504.421895</c:v>
                </c:pt>
                <c:pt idx="427">
                  <c:v>504.421895</c:v>
                </c:pt>
                <c:pt idx="428">
                  <c:v>312.211268</c:v>
                </c:pt>
                <c:pt idx="429">
                  <c:v>312.211268</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26.471892</c:v>
                </c:pt>
                <c:pt idx="481">
                  <c:v>26.471892</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1E-4</c:v>
                </c:pt>
                <c:pt idx="497">
                  <c:v>1E-4</c:v>
                </c:pt>
                <c:pt idx="498">
                  <c:v>1E-4</c:v>
                </c:pt>
                <c:pt idx="499">
                  <c:v>1E-4</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1E-4</c:v>
                </c:pt>
                <c:pt idx="513">
                  <c:v>1E-4</c:v>
                </c:pt>
                <c:pt idx="514">
                  <c:v>1E-4</c:v>
                </c:pt>
                <c:pt idx="515">
                  <c:v>1E-4</c:v>
                </c:pt>
                <c:pt idx="516">
                  <c:v>1E-4</c:v>
                </c:pt>
                <c:pt idx="517">
                  <c:v>1E-4</c:v>
                </c:pt>
                <c:pt idx="518">
                  <c:v>1E-4</c:v>
                </c:pt>
                <c:pt idx="519">
                  <c:v>1E-4</c:v>
                </c:pt>
                <c:pt idx="520">
                  <c:v>17.550297</c:v>
                </c:pt>
                <c:pt idx="521">
                  <c:v>17.550297</c:v>
                </c:pt>
                <c:pt idx="522">
                  <c:v>60.0002</c:v>
                </c:pt>
                <c:pt idx="523">
                  <c:v>60.0002</c:v>
                </c:pt>
                <c:pt idx="524">
                  <c:v>16.054297</c:v>
                </c:pt>
                <c:pt idx="525">
                  <c:v>16.054297</c:v>
                </c:pt>
                <c:pt idx="526">
                  <c:v>93.403000</c:v>
                </c:pt>
                <c:pt idx="527">
                  <c:v>93.403000</c:v>
                </c:pt>
                <c:pt idx="528">
                  <c:v>60</c:v>
                </c:pt>
                <c:pt idx="529">
                  <c:v>60</c:v>
                </c:pt>
                <c:pt idx="530">
                  <c:v>60</c:v>
                </c:pt>
                <c:pt idx="531">
                  <c:v>60</c:v>
                </c:pt>
                <c:pt idx="532">
                  <c:v>0</c:v>
                </c:pt>
                <c:pt idx="533">
                  <c:v>0</c:v>
                </c:pt>
                <c:pt idx="534">
                  <c:v>30</c:v>
                </c:pt>
                <c:pt idx="535">
                  <c:v>30</c:v>
                </c:pt>
                <c:pt idx="536">
                  <c:v>25.101900</c:v>
                </c:pt>
                <c:pt idx="537">
                  <c:v>25.101900</c:v>
                </c:pt>
                <c:pt idx="538">
                  <c:v>0</c:v>
                </c:pt>
                <c:pt idx="539">
                  <c:v>0</c:v>
                </c:pt>
                <c:pt idx="540">
                  <c:v>0</c:v>
                </c:pt>
                <c:pt idx="541">
                  <c:v>0</c:v>
                </c:pt>
                <c:pt idx="542">
                  <c:v>0</c:v>
                </c:pt>
                <c:pt idx="543">
                  <c:v>0</c:v>
                </c:pt>
                <c:pt idx="544">
                  <c:v>0</c:v>
                </c:pt>
                <c:pt idx="545">
                  <c:v>0</c:v>
                </c:pt>
                <c:pt idx="546">
                  <c:v>29.999779</c:v>
                </c:pt>
                <c:pt idx="547">
                  <c:v>29.999779</c:v>
                </c:pt>
                <c:pt idx="548">
                  <c:v>0</c:v>
                </c:pt>
                <c:pt idx="549">
                  <c:v>0</c:v>
                </c:pt>
                <c:pt idx="550">
                  <c:v>0</c:v>
                </c:pt>
                <c:pt idx="551">
                  <c:v>0</c:v>
                </c:pt>
                <c:pt idx="552">
                  <c:v>60</c:v>
                </c:pt>
                <c:pt idx="553">
                  <c:v>60</c:v>
                </c:pt>
                <c:pt idx="554">
                  <c:v>0</c:v>
                </c:pt>
                <c:pt idx="555">
                  <c:v>0</c:v>
                </c:pt>
                <c:pt idx="556">
                  <c:v>60.000421</c:v>
                </c:pt>
                <c:pt idx="557">
                  <c:v>60.000421</c:v>
                </c:pt>
                <c:pt idx="558">
                  <c:v>90.000100</c:v>
                </c:pt>
                <c:pt idx="559">
                  <c:v>90.000100</c:v>
                </c:pt>
                <c:pt idx="560">
                  <c:v>161.921700</c:v>
                </c:pt>
                <c:pt idx="561">
                  <c:v>161.921700</c:v>
                </c:pt>
                <c:pt idx="562">
                  <c:v>166.054676</c:v>
                </c:pt>
                <c:pt idx="563">
                  <c:v>166.054676</c:v>
                </c:pt>
                <c:pt idx="564">
                  <c:v>150.000200</c:v>
                </c:pt>
                <c:pt idx="565">
                  <c:v>150.000200</c:v>
                </c:pt>
                <c:pt idx="566">
                  <c:v>210.711301</c:v>
                </c:pt>
                <c:pt idx="567">
                  <c:v>210.711301</c:v>
                </c:pt>
                <c:pt idx="568">
                  <c:v>355.759107</c:v>
                </c:pt>
                <c:pt idx="569">
                  <c:v>355.759107</c:v>
                </c:pt>
                <c:pt idx="570">
                  <c:v>510.000100</c:v>
                </c:pt>
                <c:pt idx="571">
                  <c:v>510.000100</c:v>
                </c:pt>
                <c:pt idx="572">
                  <c:v>487.046023</c:v>
                </c:pt>
                <c:pt idx="573">
                  <c:v>487.046023</c:v>
                </c:pt>
                <c:pt idx="574">
                  <c:v>384.813665</c:v>
                </c:pt>
                <c:pt idx="575">
                  <c:v>384.813665</c:v>
                </c:pt>
                <c:pt idx="576">
                  <c:v>124.274621</c:v>
                </c:pt>
                <c:pt idx="577">
                  <c:v>124.274621</c:v>
                </c:pt>
                <c:pt idx="578">
                  <c:v>180.000821</c:v>
                </c:pt>
                <c:pt idx="579">
                  <c:v>180.000821</c:v>
                </c:pt>
                <c:pt idx="580">
                  <c:v>132.211147</c:v>
                </c:pt>
                <c:pt idx="581">
                  <c:v>132.211147</c:v>
                </c:pt>
                <c:pt idx="582">
                  <c:v>176.916894</c:v>
                </c:pt>
                <c:pt idx="583">
                  <c:v>176.916894</c:v>
                </c:pt>
                <c:pt idx="584">
                  <c:v>431.628843</c:v>
                </c:pt>
                <c:pt idx="585">
                  <c:v>431.628843</c:v>
                </c:pt>
                <c:pt idx="586">
                  <c:v>526.245634</c:v>
                </c:pt>
                <c:pt idx="587">
                  <c:v>526.245634</c:v>
                </c:pt>
                <c:pt idx="588">
                  <c:v>420.078470</c:v>
                </c:pt>
                <c:pt idx="589">
                  <c:v>420.078470</c:v>
                </c:pt>
                <c:pt idx="590">
                  <c:v>390.000300</c:v>
                </c:pt>
                <c:pt idx="591">
                  <c:v>390.000300</c:v>
                </c:pt>
                <c:pt idx="592">
                  <c:v>419.607454</c:v>
                </c:pt>
                <c:pt idx="593">
                  <c:v>419.607454</c:v>
                </c:pt>
                <c:pt idx="594">
                  <c:v>545.579647</c:v>
                </c:pt>
                <c:pt idx="595">
                  <c:v>545.579647</c:v>
                </c:pt>
                <c:pt idx="596">
                  <c:v>462.283385</c:v>
                </c:pt>
                <c:pt idx="597">
                  <c:v>462.283385</c:v>
                </c:pt>
                <c:pt idx="598">
                  <c:v>569.004729</c:v>
                </c:pt>
                <c:pt idx="599">
                  <c:v>569.004729</c:v>
                </c:pt>
                <c:pt idx="600">
                  <c:v>299.999679</c:v>
                </c:pt>
                <c:pt idx="601">
                  <c:v>299.999679</c:v>
                </c:pt>
                <c:pt idx="602">
                  <c:v>118.265966</c:v>
                </c:pt>
                <c:pt idx="603">
                  <c:v>118.265966</c:v>
                </c:pt>
                <c:pt idx="604">
                  <c:v>275.977465</c:v>
                </c:pt>
                <c:pt idx="605">
                  <c:v>275.977465</c:v>
                </c:pt>
                <c:pt idx="606">
                  <c:v>491.884412</c:v>
                </c:pt>
                <c:pt idx="607">
                  <c:v>491.884412</c:v>
                </c:pt>
                <c:pt idx="608">
                  <c:v>225.761959</c:v>
                </c:pt>
                <c:pt idx="609">
                  <c:v>225.761959</c:v>
                </c:pt>
                <c:pt idx="610">
                  <c:v>330.000100</c:v>
                </c:pt>
                <c:pt idx="611">
                  <c:v>330.000100</c:v>
                </c:pt>
                <c:pt idx="612">
                  <c:v>539.999900</c:v>
                </c:pt>
                <c:pt idx="613">
                  <c:v>539.999900</c:v>
                </c:pt>
                <c:pt idx="614">
                  <c:v>523.796979</c:v>
                </c:pt>
                <c:pt idx="615">
                  <c:v>523.796979</c:v>
                </c:pt>
                <c:pt idx="616">
                  <c:v>599.999679</c:v>
                </c:pt>
                <c:pt idx="617">
                  <c:v>599.999679</c:v>
                </c:pt>
                <c:pt idx="618">
                  <c:v>678.843368</c:v>
                </c:pt>
                <c:pt idx="619">
                  <c:v>678.843368</c:v>
                </c:pt>
                <c:pt idx="620">
                  <c:v>480.000421</c:v>
                </c:pt>
                <c:pt idx="621">
                  <c:v>480.000421</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1E-4</c:v>
                </c:pt>
                <c:pt idx="671">
                  <c:v>1E-4</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16.054476</c:v>
                </c:pt>
                <c:pt idx="689">
                  <c:v>16.054476</c:v>
                </c:pt>
                <c:pt idx="690">
                  <c:v>1E-4</c:v>
                </c:pt>
                <c:pt idx="691">
                  <c:v>1E-4</c:v>
                </c:pt>
                <c:pt idx="692">
                  <c:v>1E-4</c:v>
                </c:pt>
                <c:pt idx="693">
                  <c:v>1E-4</c:v>
                </c:pt>
                <c:pt idx="694">
                  <c:v>60</c:v>
                </c:pt>
                <c:pt idx="695">
                  <c:v>60</c:v>
                </c:pt>
                <c:pt idx="696">
                  <c:v>14.261365</c:v>
                </c:pt>
                <c:pt idx="697">
                  <c:v>14.261365</c:v>
                </c:pt>
                <c:pt idx="698">
                  <c:v>0</c:v>
                </c:pt>
                <c:pt idx="699">
                  <c:v>0</c:v>
                </c:pt>
                <c:pt idx="700">
                  <c:v>0</c:v>
                </c:pt>
                <c:pt idx="701">
                  <c:v>0</c:v>
                </c:pt>
                <c:pt idx="702">
                  <c:v>0</c:v>
                </c:pt>
                <c:pt idx="703">
                  <c:v>0</c:v>
                </c:pt>
                <c:pt idx="704">
                  <c:v>5.521529</c:v>
                </c:pt>
                <c:pt idx="705">
                  <c:v>5.521529</c:v>
                </c:pt>
                <c:pt idx="706">
                  <c:v>0</c:v>
                </c:pt>
                <c:pt idx="707">
                  <c:v>0</c:v>
                </c:pt>
                <c:pt idx="708">
                  <c:v>60</c:v>
                </c:pt>
                <c:pt idx="709">
                  <c:v>60</c:v>
                </c:pt>
                <c:pt idx="710">
                  <c:v>0</c:v>
                </c:pt>
                <c:pt idx="711">
                  <c:v>0</c:v>
                </c:pt>
                <c:pt idx="712">
                  <c:v>77.002934</c:v>
                </c:pt>
                <c:pt idx="713">
                  <c:v>77.002934</c:v>
                </c:pt>
                <c:pt idx="714">
                  <c:v>71.654847</c:v>
                </c:pt>
                <c:pt idx="715">
                  <c:v>71.654847</c:v>
                </c:pt>
                <c:pt idx="716">
                  <c:v>56.291000</c:v>
                </c:pt>
                <c:pt idx="717">
                  <c:v>56.291000</c:v>
                </c:pt>
                <c:pt idx="718">
                  <c:v>34.265000</c:v>
                </c:pt>
                <c:pt idx="719">
                  <c:v>34.265000</c:v>
                </c:pt>
                <c:pt idx="720">
                  <c:v>1E-4</c:v>
                </c:pt>
                <c:pt idx="721">
                  <c:v>1E-4</c:v>
                </c:pt>
                <c:pt idx="722">
                  <c:v>46.055097</c:v>
                </c:pt>
                <c:pt idx="723">
                  <c:v>46.055097</c:v>
                </c:pt>
                <c:pt idx="724">
                  <c:v>0</c:v>
                </c:pt>
                <c:pt idx="725">
                  <c:v>0</c:v>
                </c:pt>
                <c:pt idx="726">
                  <c:v>0</c:v>
                </c:pt>
                <c:pt idx="727">
                  <c:v>0</c:v>
                </c:pt>
                <c:pt idx="728">
                  <c:v>1E-4</c:v>
                </c:pt>
                <c:pt idx="729">
                  <c:v>1E-4</c:v>
                </c:pt>
                <c:pt idx="730">
                  <c:v>30.0001</c:v>
                </c:pt>
                <c:pt idx="731">
                  <c:v>30.0001</c:v>
                </c:pt>
                <c:pt idx="732">
                  <c:v>1E-4</c:v>
                </c:pt>
                <c:pt idx="733">
                  <c:v>1E-4</c:v>
                </c:pt>
                <c:pt idx="734">
                  <c:v>12.210647</c:v>
                </c:pt>
                <c:pt idx="735">
                  <c:v>12.210647</c:v>
                </c:pt>
                <c:pt idx="736">
                  <c:v>0</c:v>
                </c:pt>
                <c:pt idx="737">
                  <c:v>0</c:v>
                </c:pt>
                <c:pt idx="738">
                  <c:v>0</c:v>
                </c:pt>
                <c:pt idx="739">
                  <c:v>0</c:v>
                </c:pt>
                <c:pt idx="740">
                  <c:v>0</c:v>
                </c:pt>
                <c:pt idx="741">
                  <c:v>0</c:v>
                </c:pt>
                <c:pt idx="742">
                  <c:v>0</c:v>
                </c:pt>
                <c:pt idx="743">
                  <c:v>0</c:v>
                </c:pt>
                <c:pt idx="744">
                  <c:v>150</c:v>
                </c:pt>
                <c:pt idx="745">
                  <c:v>150</c:v>
                </c:pt>
                <c:pt idx="746">
                  <c:v>90.000100</c:v>
                </c:pt>
                <c:pt idx="747">
                  <c:v>90.000100</c:v>
                </c:pt>
                <c:pt idx="748">
                  <c:v>171.486094</c:v>
                </c:pt>
                <c:pt idx="749">
                  <c:v>171.486094</c:v>
                </c:pt>
                <c:pt idx="750">
                  <c:v>106.055397</c:v>
                </c:pt>
                <c:pt idx="751">
                  <c:v>106.055397</c:v>
                </c:pt>
                <c:pt idx="752">
                  <c:v>0</c:v>
                </c:pt>
                <c:pt idx="753">
                  <c:v>0</c:v>
                </c:pt>
                <c:pt idx="754">
                  <c:v>60</c:v>
                </c:pt>
                <c:pt idx="755">
                  <c:v>60</c:v>
                </c:pt>
                <c:pt idx="756">
                  <c:v>90</c:v>
                </c:pt>
                <c:pt idx="757">
                  <c:v>90</c:v>
                </c:pt>
                <c:pt idx="758">
                  <c:v>159.640976</c:v>
                </c:pt>
                <c:pt idx="759">
                  <c:v>159.640976</c:v>
                </c:pt>
                <c:pt idx="760">
                  <c:v>256.499978</c:v>
                </c:pt>
                <c:pt idx="761">
                  <c:v>256.499978</c:v>
                </c:pt>
                <c:pt idx="762">
                  <c:v>540.000200</c:v>
                </c:pt>
                <c:pt idx="763">
                  <c:v>540.000200</c:v>
                </c:pt>
                <c:pt idx="764">
                  <c:v>418.279970</c:v>
                </c:pt>
                <c:pt idx="765">
                  <c:v>418.279970</c:v>
                </c:pt>
                <c:pt idx="766">
                  <c:v>668.124955</c:v>
                </c:pt>
                <c:pt idx="767">
                  <c:v>668.124955</c:v>
                </c:pt>
                <c:pt idx="768">
                  <c:v>180</c:v>
                </c:pt>
                <c:pt idx="769">
                  <c:v>180</c:v>
                </c:pt>
                <c:pt idx="770">
                  <c:v>150</c:v>
                </c:pt>
                <c:pt idx="771">
                  <c:v>150</c:v>
                </c:pt>
                <c:pt idx="772">
                  <c:v>167.789474</c:v>
                </c:pt>
                <c:pt idx="773">
                  <c:v>167.789474</c:v>
                </c:pt>
                <c:pt idx="774">
                  <c:v>240</c:v>
                </c:pt>
                <c:pt idx="775">
                  <c:v>240</c:v>
                </c:pt>
                <c:pt idx="776">
                  <c:v>219.831934</c:v>
                </c:pt>
                <c:pt idx="777">
                  <c:v>219.831934</c:v>
                </c:pt>
                <c:pt idx="778">
                  <c:v>130.242518</c:v>
                </c:pt>
                <c:pt idx="779">
                  <c:v>130.242518</c:v>
                </c:pt>
                <c:pt idx="780">
                  <c:v>240</c:v>
                </c:pt>
                <c:pt idx="781">
                  <c:v>240</c:v>
                </c:pt>
                <c:pt idx="782">
                  <c:v>132.210205</c:v>
                </c:pt>
                <c:pt idx="783">
                  <c:v>132.210205</c:v>
                </c:pt>
                <c:pt idx="784">
                  <c:v>299.999479</c:v>
                </c:pt>
                <c:pt idx="785">
                  <c:v>299.999479</c:v>
                </c:pt>
                <c:pt idx="786">
                  <c:v>202.645047</c:v>
                </c:pt>
                <c:pt idx="787">
                  <c:v>202.645047</c:v>
                </c:pt>
                <c:pt idx="788">
                  <c:v>174.422837</c:v>
                </c:pt>
                <c:pt idx="789">
                  <c:v>174.422837</c:v>
                </c:pt>
                <c:pt idx="790">
                  <c:v>274.29593</c:v>
                </c:pt>
                <c:pt idx="791">
                  <c:v>274.29593</c:v>
                </c:pt>
                <c:pt idx="792">
                  <c:v>389.411186</c:v>
                </c:pt>
                <c:pt idx="793">
                  <c:v>389.411186</c:v>
                </c:pt>
                <c:pt idx="794">
                  <c:v>647.789053</c:v>
                </c:pt>
                <c:pt idx="795">
                  <c:v>647.789053</c:v>
                </c:pt>
                <c:pt idx="796">
                  <c:v>726.021501</c:v>
                </c:pt>
                <c:pt idx="797">
                  <c:v>726.021501</c:v>
                </c:pt>
                <c:pt idx="798">
                  <c:v>261.562755</c:v>
                </c:pt>
                <c:pt idx="799">
                  <c:v>261.562755</c:v>
                </c:pt>
                <c:pt idx="800">
                  <c:v>586.499578</c:v>
                </c:pt>
                <c:pt idx="801">
                  <c:v>586.499578</c:v>
                </c:pt>
                <c:pt idx="802">
                  <c:v>567.738052</c:v>
                </c:pt>
                <c:pt idx="803">
                  <c:v>567.738052</c:v>
                </c:pt>
                <c:pt idx="804">
                  <c:v>630.000100</c:v>
                </c:pt>
                <c:pt idx="805">
                  <c:v>630.000100</c:v>
                </c:pt>
                <c:pt idx="806">
                  <c:v>578.667150</c:v>
                </c:pt>
                <c:pt idx="807">
                  <c:v>578.667150</c:v>
                </c:pt>
                <c:pt idx="808">
                  <c:v>780</c:v>
                </c:pt>
                <c:pt idx="809">
                  <c:v>780</c:v>
                </c:pt>
                <c:pt idx="810">
                  <c:v>702.210526</c:v>
                </c:pt>
                <c:pt idx="811">
                  <c:v>702.210526</c:v>
                </c:pt>
                <c:pt idx="812">
                  <c:v>459.181368</c:v>
                </c:pt>
                <c:pt idx="813">
                  <c:v>459.181368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14.261786</c:v>
                </c:pt>
                <c:pt idx="873">
                  <c:v>14.261786</c:v>
                </c:pt>
                <c:pt idx="874">
                  <c:v>0</c:v>
                </c:pt>
                <c:pt idx="875">
                  <c:v>0</c:v>
                </c:pt>
                <c:pt idx="876">
                  <c:v>0</c:v>
                </c:pt>
                <c:pt idx="877">
                  <c:v>0</c:v>
                </c:pt>
                <c:pt idx="878">
                  <c:v>0</c:v>
                </c:pt>
                <c:pt idx="879">
                  <c:v>0</c:v>
                </c:pt>
                <c:pt idx="880">
                  <c:v>63.188905</c:v>
                </c:pt>
                <c:pt idx="881">
                  <c:v>63.188905</c:v>
                </c:pt>
                <c:pt idx="882">
                  <c:v>0</c:v>
                </c:pt>
                <c:pt idx="883">
                  <c:v>0</c:v>
                </c:pt>
                <c:pt idx="884">
                  <c:v>0</c:v>
                </c:pt>
                <c:pt idx="885">
                  <c:v>0</c:v>
                </c:pt>
                <c:pt idx="886">
                  <c:v>0</c:v>
                </c:pt>
                <c:pt idx="887">
                  <c:v>0</c:v>
                </c:pt>
                <c:pt idx="888">
                  <c:v>1E-4</c:v>
                </c:pt>
                <c:pt idx="889">
                  <c:v>1E-4</c:v>
                </c:pt>
                <c:pt idx="890">
                  <c:v>0.000421</c:v>
                </c:pt>
                <c:pt idx="891">
                  <c:v>0.000421</c:v>
                </c:pt>
                <c:pt idx="892">
                  <c:v>1E-4</c:v>
                </c:pt>
                <c:pt idx="893">
                  <c:v>1E-4</c:v>
                </c:pt>
                <c:pt idx="894">
                  <c:v>14.584426</c:v>
                </c:pt>
                <c:pt idx="895">
                  <c:v>14.584426</c:v>
                </c:pt>
                <c:pt idx="896">
                  <c:v>57.626000</c:v>
                </c:pt>
                <c:pt idx="897">
                  <c:v>57.626000</c:v>
                </c:pt>
                <c:pt idx="898">
                  <c:v>1E-4</c:v>
                </c:pt>
                <c:pt idx="899">
                  <c:v>1E-4</c:v>
                </c:pt>
                <c:pt idx="900">
                  <c:v>4.908323</c:v>
                </c:pt>
                <c:pt idx="901">
                  <c:v>4.908323</c:v>
                </c:pt>
                <c:pt idx="902">
                  <c:v>0.000200</c:v>
                </c:pt>
                <c:pt idx="903">
                  <c:v>0.000200</c:v>
                </c:pt>
                <c:pt idx="904">
                  <c:v>0</c:v>
                </c:pt>
                <c:pt idx="905">
                  <c:v>0</c:v>
                </c:pt>
                <c:pt idx="906">
                  <c:v>0</c:v>
                </c:pt>
                <c:pt idx="907">
                  <c:v>0</c:v>
                </c:pt>
                <c:pt idx="908">
                  <c:v>0</c:v>
                </c:pt>
                <c:pt idx="909">
                  <c:v>0</c:v>
                </c:pt>
                <c:pt idx="910">
                  <c:v>0</c:v>
                </c:pt>
                <c:pt idx="911">
                  <c:v>0</c:v>
                </c:pt>
                <c:pt idx="912">
                  <c:v>116.486971</c:v>
                </c:pt>
                <c:pt idx="913">
                  <c:v>116.486971</c:v>
                </c:pt>
                <c:pt idx="914">
                  <c:v>60.000421</c:v>
                </c:pt>
                <c:pt idx="915">
                  <c:v>60.000421</c:v>
                </c:pt>
                <c:pt idx="916">
                  <c:v>0</c:v>
                </c:pt>
                <c:pt idx="917">
                  <c:v>0</c:v>
                </c:pt>
                <c:pt idx="918">
                  <c:v>0</c:v>
                </c:pt>
                <c:pt idx="919">
                  <c:v>0</c:v>
                </c:pt>
                <c:pt idx="920">
                  <c:v>209.9999</c:v>
                </c:pt>
                <c:pt idx="921">
                  <c:v>209.9999</c:v>
                </c:pt>
                <c:pt idx="922">
                  <c:v>28.266244</c:v>
                </c:pt>
                <c:pt idx="923">
                  <c:v>28.266244</c:v>
                </c:pt>
                <c:pt idx="924">
                  <c:v>0</c:v>
                </c:pt>
                <c:pt idx="925">
                  <c:v>0</c:v>
                </c:pt>
                <c:pt idx="926">
                  <c:v>0</c:v>
                </c:pt>
                <c:pt idx="927">
                  <c:v>0</c:v>
                </c:pt>
                <c:pt idx="928">
                  <c:v>29.9998</c:v>
                </c:pt>
                <c:pt idx="929">
                  <c:v>29.9998</c:v>
                </c:pt>
                <c:pt idx="930">
                  <c:v>1E-4</c:v>
                </c:pt>
                <c:pt idx="931">
                  <c:v>1E-4</c:v>
                </c:pt>
                <c:pt idx="932">
                  <c:v>1E-4</c:v>
                </c:pt>
                <c:pt idx="933">
                  <c:v>1E-4</c:v>
                </c:pt>
                <c:pt idx="934">
                  <c:v>0.000421</c:v>
                </c:pt>
                <c:pt idx="935">
                  <c:v>0.000421</c:v>
                </c:pt>
                <c:pt idx="936">
                  <c:v>0</c:v>
                </c:pt>
                <c:pt idx="937">
                  <c:v>0</c:v>
                </c:pt>
                <c:pt idx="938">
                  <c:v>0</c:v>
                </c:pt>
                <c:pt idx="939">
                  <c:v>0</c:v>
                </c:pt>
                <c:pt idx="940">
                  <c:v>0</c:v>
                </c:pt>
                <c:pt idx="941">
                  <c:v>0</c:v>
                </c:pt>
                <c:pt idx="942">
                  <c:v>0</c:v>
                </c:pt>
                <c:pt idx="943">
                  <c:v>0</c:v>
                </c:pt>
                <c:pt idx="944">
                  <c:v>69.797507</c:v>
                </c:pt>
                <c:pt idx="945">
                  <c:v>69.797507</c:v>
                </c:pt>
                <c:pt idx="946">
                  <c:v>150.0001</c:v>
                </c:pt>
                <c:pt idx="947">
                  <c:v>150.0001</c:v>
                </c:pt>
                <c:pt idx="948">
                  <c:v>330</c:v>
                </c:pt>
                <c:pt idx="949">
                  <c:v>330</c:v>
                </c:pt>
                <c:pt idx="950">
                  <c:v>280.877290</c:v>
                </c:pt>
                <c:pt idx="951">
                  <c:v>280.877290</c:v>
                </c:pt>
                <c:pt idx="952">
                  <c:v>159.641076</c:v>
                </c:pt>
                <c:pt idx="953">
                  <c:v>159.641076</c:v>
                </c:pt>
                <c:pt idx="954">
                  <c:v>90</c:v>
                </c:pt>
                <c:pt idx="955">
                  <c:v>90</c:v>
                </c:pt>
                <c:pt idx="956">
                  <c:v>60</c:v>
                </c:pt>
                <c:pt idx="957">
                  <c:v>60</c:v>
                </c:pt>
                <c:pt idx="958">
                  <c:v>158.124655</c:v>
                </c:pt>
                <c:pt idx="959">
                  <c:v>158.124655</c:v>
                </c:pt>
                <c:pt idx="960">
                  <c:v>480.000200</c:v>
                </c:pt>
                <c:pt idx="961">
                  <c:v>480.000200</c:v>
                </c:pt>
                <c:pt idx="962">
                  <c:v>630</c:v>
                </c:pt>
                <c:pt idx="963">
                  <c:v>630</c:v>
                </c:pt>
                <c:pt idx="964">
                  <c:v>455.592370</c:v>
                </c:pt>
                <c:pt idx="965">
                  <c:v>455.592370</c:v>
                </c:pt>
                <c:pt idx="966">
                  <c:v>330.000200</c:v>
                </c:pt>
                <c:pt idx="967">
                  <c:v>330.000200</c:v>
                </c:pt>
                <c:pt idx="968">
                  <c:v>379.142759</c:v>
                </c:pt>
                <c:pt idx="969">
                  <c:v>379.142759</c:v>
                </c:pt>
                <c:pt idx="970">
                  <c:v>600.000621</c:v>
                </c:pt>
                <c:pt idx="971">
                  <c:v>600.000621</c:v>
                </c:pt>
                <c:pt idx="972">
                  <c:v>711.743620</c:v>
                </c:pt>
                <c:pt idx="973">
                  <c:v>711.743620</c:v>
                </c:pt>
                <c:pt idx="974">
                  <c:v>496.245934</c:v>
                </c:pt>
                <c:pt idx="975">
                  <c:v>496.245934</c:v>
                </c:pt>
                <c:pt idx="976">
                  <c:v>347.733198</c:v>
                </c:pt>
                <c:pt idx="977">
                  <c:v>347.733198</c:v>
                </c:pt>
                <c:pt idx="978">
                  <c:v>353.746260</c:v>
                </c:pt>
                <c:pt idx="979">
                  <c:v>353.746260</c:v>
                </c:pt>
                <c:pt idx="980">
                  <c:v>608.806771</c:v>
                </c:pt>
                <c:pt idx="981">
                  <c:v>608.806771</c:v>
                </c:pt>
                <c:pt idx="982">
                  <c:v>460.146163</c:v>
                </c:pt>
                <c:pt idx="983">
                  <c:v>460.146163</c:v>
                </c:pt>
                <c:pt idx="984">
                  <c:v>384.793470</c:v>
                </c:pt>
                <c:pt idx="985">
                  <c:v>384.793470</c:v>
                </c:pt>
                <c:pt idx="986">
                  <c:v>600.000200</c:v>
                </c:pt>
                <c:pt idx="987">
                  <c:v>600.000200</c:v>
                </c:pt>
                <c:pt idx="988">
                  <c:v>320.850054</c:v>
                </c:pt>
                <c:pt idx="989">
                  <c:v>320.850054</c:v>
                </c:pt>
                <c:pt idx="990">
                  <c:v>510.000100</c:v>
                </c:pt>
                <c:pt idx="991">
                  <c:v>510.000100</c:v>
                </c:pt>
                <c:pt idx="992">
                  <c:v>554.565745</c:v>
                </c:pt>
                <c:pt idx="993">
                  <c:v>554.565745</c:v>
                </c:pt>
                <c:pt idx="994">
                  <c:v>531.743767</c:v>
                </c:pt>
                <c:pt idx="995">
                  <c:v>531.743767</c:v>
                </c:pt>
                <c:pt idx="996">
                  <c:v>376.874132</c:v>
                </c:pt>
                <c:pt idx="997">
                  <c:v>376.874132</c:v>
                </c:pt>
                <c:pt idx="998">
                  <c:v>312.210205</c:v>
                </c:pt>
                <c:pt idx="999">
                  <c:v>312.210205</c:v>
                </c:pt>
                <c:pt idx="1000">
                  <c:v>455.578847</c:v>
                </c:pt>
                <c:pt idx="1001">
                  <c:v>455.578847</c:v>
                </c:pt>
                <c:pt idx="1002">
                  <c:v>480.000321</c:v>
                </c:pt>
                <c:pt idx="1003">
                  <c:v>480.000321</c:v>
                </c:pt>
                <c:pt idx="1004">
                  <c:v>276.633363</c:v>
                </c:pt>
                <c:pt idx="1005">
                  <c:v>276.633363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30</c:v>
                </c:pt>
                <c:pt idx="1113">
                  <c:v>30</c:v>
                </c:pt>
                <c:pt idx="1114">
                  <c:v>0</c:v>
                </c:pt>
                <c:pt idx="1115">
                  <c:v>0</c:v>
                </c:pt>
                <c:pt idx="1116">
                  <c:v>0</c:v>
                </c:pt>
                <c:pt idx="1117">
                  <c:v>0</c:v>
                </c:pt>
                <c:pt idx="1118">
                  <c:v>60</c:v>
                </c:pt>
                <c:pt idx="1119">
                  <c:v>60</c:v>
                </c:pt>
                <c:pt idx="1120">
                  <c:v>30</c:v>
                </c:pt>
                <c:pt idx="1121">
                  <c:v>30</c:v>
                </c:pt>
                <c:pt idx="1122">
                  <c:v>0</c:v>
                </c:pt>
                <c:pt idx="1123">
                  <c:v>0</c:v>
                </c:pt>
                <c:pt idx="1124">
                  <c:v>0</c:v>
                </c:pt>
                <c:pt idx="1125">
                  <c:v>0</c:v>
                </c:pt>
                <c:pt idx="1126">
                  <c:v>60</c:v>
                </c:pt>
                <c:pt idx="1127">
                  <c:v>60</c:v>
                </c:pt>
                <c:pt idx="1128">
                  <c:v>120</c:v>
                </c:pt>
                <c:pt idx="1129">
                  <c:v>120</c:v>
                </c:pt>
                <c:pt idx="1130">
                  <c:v>163.295688</c:v>
                </c:pt>
                <c:pt idx="1131">
                  <c:v>163.295688</c:v>
                </c:pt>
                <c:pt idx="1132">
                  <c:v>150</c:v>
                </c:pt>
                <c:pt idx="1133">
                  <c:v>150</c:v>
                </c:pt>
                <c:pt idx="1134">
                  <c:v>49.027344</c:v>
                </c:pt>
                <c:pt idx="1135">
                  <c:v>49.027344</c:v>
                </c:pt>
                <c:pt idx="1136">
                  <c:v>120.0001</c:v>
                </c:pt>
                <c:pt idx="1137">
                  <c:v>120.0001</c:v>
                </c:pt>
                <c:pt idx="1138">
                  <c:v>90.000100</c:v>
                </c:pt>
                <c:pt idx="1139">
                  <c:v>90.000100</c:v>
                </c:pt>
                <c:pt idx="1140">
                  <c:v>256.054576</c:v>
                </c:pt>
                <c:pt idx="1141">
                  <c:v>256.054576</c:v>
                </c:pt>
                <c:pt idx="1142">
                  <c:v>240.0001</c:v>
                </c:pt>
                <c:pt idx="1143">
                  <c:v>240.0001</c:v>
                </c:pt>
                <c:pt idx="1144">
                  <c:v>476.091981</c:v>
                </c:pt>
                <c:pt idx="1145">
                  <c:v>476.091981</c:v>
                </c:pt>
                <c:pt idx="1146">
                  <c:v>656.951588</c:v>
                </c:pt>
                <c:pt idx="1147">
                  <c:v>656.951588</c:v>
                </c:pt>
                <c:pt idx="1148">
                  <c:v>639.640776</c:v>
                </c:pt>
                <c:pt idx="1149">
                  <c:v>639.640776</c:v>
                </c:pt>
                <c:pt idx="1150">
                  <c:v>744.630343</c:v>
                </c:pt>
                <c:pt idx="1151">
                  <c:v>744.630343</c:v>
                </c:pt>
                <c:pt idx="1152">
                  <c:v>515.004962</c:v>
                </c:pt>
                <c:pt idx="1153">
                  <c:v>515.004962</c:v>
                </c:pt>
                <c:pt idx="1154">
                  <c:v>432.500330</c:v>
                </c:pt>
                <c:pt idx="1155">
                  <c:v>432.500330</c:v>
                </c:pt>
                <c:pt idx="1156">
                  <c:v>480.000100</c:v>
                </c:pt>
                <c:pt idx="1157">
                  <c:v>480.000100</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c:v>
                </c:pt>
                <c:pt idx="1175">
                  <c:v>181.145756</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206.508000</c:v>
                </c:pt>
                <c:pt idx="1191">
                  <c:v>206.508000</c:v>
                </c:pt>
                <c:pt idx="1192">
                  <c:v>229.348000</c:v>
                </c:pt>
                <c:pt idx="1193">
                  <c:v>229.348000</c:v>
                </c:pt>
                <c:pt idx="1194">
                  <c:v>236.979000</c:v>
                </c:pt>
                <c:pt idx="1195">
                  <c:v>236.979000</c:v>
                </c:pt>
                <c:pt idx="1196">
                  <c:v>255.068000</c:v>
                </c:pt>
                <c:pt idx="1197">
                  <c:v>255.068000</c:v>
                </c:pt>
                <c:pt idx="1198">
                  <c:v>280.264000</c:v>
                </c:pt>
                <c:pt idx="1199">
                  <c:v>280.264000</c:v>
                </c:pt>
                <c:pt idx="1200">
                  <c:v>308.223000</c:v>
                </c:pt>
                <c:pt idx="1201">
                  <c:v>308.223000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240</c:v>
                </c:pt>
                <c:pt idx="1329">
                  <c:v>240</c:v>
                </c:pt>
                <c:pt idx="1330">
                  <c:v>376.935822</c:v>
                </c:pt>
                <c:pt idx="1331">
                  <c:v>376.935822</c:v>
                </c:pt>
                <c:pt idx="1332">
                  <c:v>420</c:v>
                </c:pt>
                <c:pt idx="1333">
                  <c:v>420</c:v>
                </c:pt>
                <c:pt idx="1334">
                  <c:v>570</c:v>
                </c:pt>
                <c:pt idx="1335">
                  <c:v>570</c:v>
                </c:pt>
                <c:pt idx="1336">
                  <c:v>397.793675</c:v>
                </c:pt>
                <c:pt idx="1337">
                  <c:v>397.793675</c:v>
                </c:pt>
                <c:pt idx="1338">
                  <c:v>508.266144</c:v>
                </c:pt>
                <c:pt idx="1339">
                  <c:v>508.266144</c:v>
                </c:pt>
                <c:pt idx="1340">
                  <c:v>402.255963</c:v>
                </c:pt>
                <c:pt idx="1341">
                  <c:v>402.255963</c:v>
                </c:pt>
                <c:pt idx="1342">
                  <c:v>270</c:v>
                </c:pt>
                <c:pt idx="1343">
                  <c:v>270</c:v>
                </c:pt>
                <c:pt idx="1344">
                  <c:v>90</c:v>
                </c:pt>
                <c:pt idx="1345">
                  <c:v>90</c:v>
                </c:pt>
                <c:pt idx="1346">
                  <c:v>90</c:v>
                </c:pt>
                <c:pt idx="1347">
                  <c:v>90</c:v>
                </c:pt>
                <c:pt idx="1348">
                  <c:v>60</c:v>
                </c:pt>
                <c:pt idx="1349">
                  <c:v>60</c:v>
                </c:pt>
                <c:pt idx="1350">
                  <c:v>0</c:v>
                </c:pt>
                <c:pt idx="1351">
                  <c:v>0</c:v>
                </c:pt>
                <c:pt idx="1352">
                  <c:v>330</c:v>
                </c:pt>
                <c:pt idx="1353">
                  <c:v>330</c:v>
                </c:pt>
                <c:pt idx="1354">
                  <c:v>420</c:v>
                </c:pt>
                <c:pt idx="1355">
                  <c:v>420</c:v>
                </c:pt>
                <c:pt idx="1356">
                  <c:v>120.0001</c:v>
                </c:pt>
                <c:pt idx="1357">
                  <c:v>120.0001</c:v>
                </c:pt>
                <c:pt idx="1358">
                  <c:v>1E-4</c:v>
                </c:pt>
                <c:pt idx="1359">
                  <c:v>1E-4</c:v>
                </c:pt>
                <c:pt idx="1360">
                  <c:v>176.951588</c:v>
                </c:pt>
                <c:pt idx="1361">
                  <c:v>176.951588</c:v>
                </c:pt>
                <c:pt idx="1362">
                  <c:v>11.310248</c:v>
                </c:pt>
                <c:pt idx="1363">
                  <c:v>11.310248</c:v>
                </c:pt>
                <c:pt idx="1364">
                  <c:v>120</c:v>
                </c:pt>
                <c:pt idx="1365">
                  <c:v>120</c:v>
                </c:pt>
                <c:pt idx="1366">
                  <c:v>120</c:v>
                </c:pt>
                <c:pt idx="1367">
                  <c:v>120</c:v>
                </c:pt>
                <c:pt idx="1368">
                  <c:v>197.789453</c:v>
                </c:pt>
                <c:pt idx="1369">
                  <c:v>197.789453</c:v>
                </c:pt>
                <c:pt idx="1370">
                  <c:v>76.725848</c:v>
                </c:pt>
                <c:pt idx="1371">
                  <c:v>76.725848</c:v>
                </c:pt>
                <c:pt idx="1372">
                  <c:v>634.798161</c:v>
                </c:pt>
                <c:pt idx="1373">
                  <c:v>634.798161</c:v>
                </c:pt>
                <c:pt idx="1374">
                  <c:v>571.372177</c:v>
                </c:pt>
                <c:pt idx="1375">
                  <c:v>571.372177</c:v>
                </c:pt>
                <c:pt idx="1376">
                  <c:v>373.618909</c:v>
                </c:pt>
                <c:pt idx="1377">
                  <c:v>373.618909</c:v>
                </c:pt>
                <c:pt idx="1378">
                  <c:v>407.790595</c:v>
                </c:pt>
                <c:pt idx="1379">
                  <c:v>407.790595</c:v>
                </c:pt>
                <c:pt idx="1380">
                  <c:v>792.210526</c:v>
                </c:pt>
                <c:pt idx="1381">
                  <c:v>792.210526</c:v>
                </c:pt>
                <c:pt idx="1382">
                  <c:v>570.000621</c:v>
                </c:pt>
                <c:pt idx="1383">
                  <c:v>570.000621</c:v>
                </c:pt>
                <c:pt idx="1384">
                  <c:v>330.001263</c:v>
                </c:pt>
                <c:pt idx="1385">
                  <c:v>330.001263</c:v>
                </c:pt>
                <c:pt idx="1386">
                  <c:v>125.926653</c:v>
                </c:pt>
                <c:pt idx="1387">
                  <c:v>125.926653</c:v>
                </c:pt>
                <c:pt idx="1388">
                  <c:v>56.303758</c:v>
                </c:pt>
                <c:pt idx="1389">
                  <c:v>56.303758</c:v>
                </c:pt>
              </c:numCache>
            </c:numRef>
          </c:yVal>
          <c:smooth val="0"/>
          <c:extLst>
            <c:ext xmlns:c16="http://schemas.microsoft.com/office/drawing/2014/chart" uri="{C3380CC4-5D6E-409C-BE32-E72D297353CC}">
              <c16:uniqueId val="{00000000-33C3-405F-B520-A09BE7A63791}"/>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136.503000</c:v>
                </c:pt>
                <c:pt idx="51">
                  <c:v>136.503000</c:v>
                </c:pt>
                <c:pt idx="52">
                  <c:v>101.736</c:v>
                </c:pt>
                <c:pt idx="53">
                  <c:v>101.736</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200</c:v>
                </c:pt>
                <c:pt idx="189">
                  <c:v>200</c:v>
                </c:pt>
                <c:pt idx="190">
                  <c:v>200</c:v>
                </c:pt>
                <c:pt idx="191">
                  <c:v>200</c:v>
                </c:pt>
                <c:pt idx="192">
                  <c:v>270.000621</c:v>
                </c:pt>
                <c:pt idx="193">
                  <c:v>270.000621</c:v>
                </c:pt>
                <c:pt idx="194">
                  <c:v>210</c:v>
                </c:pt>
                <c:pt idx="195">
                  <c:v>210</c:v>
                </c:pt>
                <c:pt idx="196">
                  <c:v>270.000100</c:v>
                </c:pt>
                <c:pt idx="197">
                  <c:v>270.000100</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540.000100</c:v>
                </c:pt>
                <c:pt idx="209">
                  <c:v>540.000100</c:v>
                </c:pt>
                <c:pt idx="210">
                  <c:v>492.632393</c:v>
                </c:pt>
                <c:pt idx="211">
                  <c:v>492.632393</c:v>
                </c:pt>
                <c:pt idx="212">
                  <c:v>570.000200</c:v>
                </c:pt>
                <c:pt idx="213">
                  <c:v>570.000200</c:v>
                </c:pt>
                <c:pt idx="214">
                  <c:v>504.340299</c:v>
                </c:pt>
                <c:pt idx="215">
                  <c:v>504.340299</c:v>
                </c:pt>
                <c:pt idx="216">
                  <c:v>434.878582</c:v>
                </c:pt>
                <c:pt idx="217">
                  <c:v>434.878582</c:v>
                </c:pt>
                <c:pt idx="218">
                  <c:v>570.000200</c:v>
                </c:pt>
                <c:pt idx="219">
                  <c:v>570.000200</c:v>
                </c:pt>
                <c:pt idx="220">
                  <c:v>562.511925</c:v>
                </c:pt>
                <c:pt idx="221">
                  <c:v>562.511925</c:v>
                </c:pt>
                <c:pt idx="222">
                  <c:v>536.847219</c:v>
                </c:pt>
                <c:pt idx="223">
                  <c:v>536.847219</c:v>
                </c:pt>
                <c:pt idx="224">
                  <c:v>361.715585</c:v>
                </c:pt>
                <c:pt idx="225">
                  <c:v>361.715585</c:v>
                </c:pt>
                <c:pt idx="226">
                  <c:v>407.788953</c:v>
                </c:pt>
                <c:pt idx="227">
                  <c:v>407.788953</c:v>
                </c:pt>
                <c:pt idx="228">
                  <c:v>570.000200</c:v>
                </c:pt>
                <c:pt idx="229">
                  <c:v>570.000200</c:v>
                </c:pt>
                <c:pt idx="230">
                  <c:v>414.421895</c:v>
                </c:pt>
                <c:pt idx="231">
                  <c:v>414.421895</c:v>
                </c:pt>
                <c:pt idx="232">
                  <c:v>472.806032</c:v>
                </c:pt>
                <c:pt idx="233">
                  <c:v>472.806032</c:v>
                </c:pt>
                <c:pt idx="234">
                  <c:v>356.061568</c:v>
                </c:pt>
                <c:pt idx="235">
                  <c:v>356.061568</c:v>
                </c:pt>
                <c:pt idx="236">
                  <c:v>243.650942</c:v>
                </c:pt>
                <c:pt idx="237">
                  <c:v>243.650942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200</c:v>
                </c:pt>
                <c:pt idx="1157">
                  <c:v>200</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c:v>
                </c:pt>
                <c:pt idx="1175">
                  <c:v>181.145756</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200.558000</c:v>
                </c:pt>
                <c:pt idx="1191">
                  <c:v>200.558000</c:v>
                </c:pt>
                <c:pt idx="1192">
                  <c:v>205.548</c:v>
                </c:pt>
                <c:pt idx="1193">
                  <c:v>205.548</c:v>
                </c:pt>
                <c:pt idx="1194">
                  <c:v>174.079000</c:v>
                </c:pt>
                <c:pt idx="1195">
                  <c:v>174.079000</c:v>
                </c:pt>
                <c:pt idx="1196">
                  <c:v>172.618000</c:v>
                </c:pt>
                <c:pt idx="1197">
                  <c:v>172.618000</c:v>
                </c:pt>
                <c:pt idx="1198">
                  <c:v>151.064000</c:v>
                </c:pt>
                <c:pt idx="1199">
                  <c:v>151.064000</c:v>
                </c:pt>
                <c:pt idx="1200">
                  <c:v>162.023</c:v>
                </c:pt>
                <c:pt idx="1201">
                  <c:v>162.023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3C3-405F-B520-A09BE7A63791}"/>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0.85</c:v>
                </c:pt>
                <c:pt idx="39">
                  <c:v>0.85</c:v>
                </c:pt>
                <c:pt idx="40">
                  <c:v>6.8</c:v>
                </c:pt>
                <c:pt idx="41">
                  <c:v>6.8</c:v>
                </c:pt>
                <c:pt idx="42">
                  <c:v>17</c:v>
                </c:pt>
                <c:pt idx="43">
                  <c:v>17</c:v>
                </c:pt>
                <c:pt idx="44">
                  <c:v>33.15</c:v>
                </c:pt>
                <c:pt idx="45">
                  <c:v>33.15</c:v>
                </c:pt>
                <c:pt idx="46">
                  <c:v>52.7</c:v>
                </c:pt>
                <c:pt idx="47">
                  <c:v>52.7</c:v>
                </c:pt>
                <c:pt idx="48">
                  <c:v>51</c:v>
                </c:pt>
                <c:pt idx="49">
                  <c:v>51</c:v>
                </c:pt>
                <c:pt idx="50">
                  <c:v>46.75</c:v>
                </c:pt>
                <c:pt idx="51">
                  <c:v>46.75</c:v>
                </c:pt>
                <c:pt idx="52">
                  <c:v>61.2</c:v>
                </c:pt>
                <c:pt idx="53">
                  <c:v>61.2</c:v>
                </c:pt>
                <c:pt idx="54">
                  <c:v>67.150000</c:v>
                </c:pt>
                <c:pt idx="55">
                  <c:v>67.150000</c:v>
                </c:pt>
                <c:pt idx="56">
                  <c:v>80.75</c:v>
                </c:pt>
                <c:pt idx="57">
                  <c:v>80.75</c:v>
                </c:pt>
                <c:pt idx="58">
                  <c:v>90.1</c:v>
                </c:pt>
                <c:pt idx="59">
                  <c:v>90.1</c:v>
                </c:pt>
                <c:pt idx="60">
                  <c:v>102.85</c:v>
                </c:pt>
                <c:pt idx="61">
                  <c:v>102.85</c:v>
                </c:pt>
                <c:pt idx="62">
                  <c:v>113.9</c:v>
                </c:pt>
                <c:pt idx="63">
                  <c:v>113.9</c:v>
                </c:pt>
                <c:pt idx="64">
                  <c:v>135.15</c:v>
                </c:pt>
                <c:pt idx="65">
                  <c:v>135.15</c:v>
                </c:pt>
                <c:pt idx="66">
                  <c:v>107.1</c:v>
                </c:pt>
                <c:pt idx="67">
                  <c:v>107.1</c:v>
                </c:pt>
                <c:pt idx="68">
                  <c:v>88.4</c:v>
                </c:pt>
                <c:pt idx="69">
                  <c:v>88.4</c:v>
                </c:pt>
                <c:pt idx="70">
                  <c:v>95.2</c:v>
                </c:pt>
                <c:pt idx="71">
                  <c:v>95.2</c:v>
                </c:pt>
                <c:pt idx="72">
                  <c:v>97.75</c:v>
                </c:pt>
                <c:pt idx="73">
                  <c:v>97.75</c:v>
                </c:pt>
                <c:pt idx="74">
                  <c:v>117.3</c:v>
                </c:pt>
                <c:pt idx="75">
                  <c:v>117.3</c:v>
                </c:pt>
                <c:pt idx="76">
                  <c:v>138.550000</c:v>
                </c:pt>
                <c:pt idx="77">
                  <c:v>138.550000</c:v>
                </c:pt>
                <c:pt idx="78">
                  <c:v>255</c:v>
                </c:pt>
                <c:pt idx="79">
                  <c:v>255</c:v>
                </c:pt>
                <c:pt idx="80">
                  <c:v>193.8</c:v>
                </c:pt>
                <c:pt idx="81">
                  <c:v>193.8</c:v>
                </c:pt>
                <c:pt idx="82">
                  <c:v>168.3</c:v>
                </c:pt>
                <c:pt idx="83">
                  <c:v>168.3</c:v>
                </c:pt>
                <c:pt idx="84">
                  <c:v>191.25</c:v>
                </c:pt>
                <c:pt idx="85">
                  <c:v>191.25</c:v>
                </c:pt>
                <c:pt idx="86">
                  <c:v>252.45</c:v>
                </c:pt>
                <c:pt idx="87">
                  <c:v>252.45</c:v>
                </c:pt>
                <c:pt idx="88">
                  <c:v>254.15</c:v>
                </c:pt>
                <c:pt idx="89">
                  <c:v>254.15</c:v>
                </c:pt>
                <c:pt idx="90">
                  <c:v>254.15</c:v>
                </c:pt>
                <c:pt idx="91">
                  <c:v>254.15</c:v>
                </c:pt>
                <c:pt idx="92">
                  <c:v>318.75</c:v>
                </c:pt>
                <c:pt idx="93">
                  <c:v>318.75</c:v>
                </c:pt>
                <c:pt idx="94">
                  <c:v>304.3</c:v>
                </c:pt>
                <c:pt idx="95">
                  <c:v>304.3</c:v>
                </c:pt>
                <c:pt idx="96">
                  <c:v>301.75</c:v>
                </c:pt>
                <c:pt idx="97">
                  <c:v>301.75</c:v>
                </c:pt>
                <c:pt idx="98">
                  <c:v>296.650000</c:v>
                </c:pt>
                <c:pt idx="99">
                  <c:v>296.650000</c:v>
                </c:pt>
                <c:pt idx="100">
                  <c:v>237.15</c:v>
                </c:pt>
                <c:pt idx="101">
                  <c:v>237.15</c:v>
                </c:pt>
                <c:pt idx="102">
                  <c:v>273.7</c:v>
                </c:pt>
                <c:pt idx="103">
                  <c:v>273.7</c:v>
                </c:pt>
                <c:pt idx="104">
                  <c:v>285.600000</c:v>
                </c:pt>
                <c:pt idx="105">
                  <c:v>285.600000</c:v>
                </c:pt>
                <c:pt idx="106">
                  <c:v>228.65</c:v>
                </c:pt>
                <c:pt idx="107">
                  <c:v>228.65</c:v>
                </c:pt>
                <c:pt idx="108">
                  <c:v>182.75</c:v>
                </c:pt>
                <c:pt idx="109">
                  <c:v>182.75</c:v>
                </c:pt>
                <c:pt idx="110">
                  <c:v>269.45</c:v>
                </c:pt>
                <c:pt idx="111">
                  <c:v>269.45</c:v>
                </c:pt>
                <c:pt idx="112">
                  <c:v>242.25</c:v>
                </c:pt>
                <c:pt idx="113">
                  <c:v>242.25</c:v>
                </c:pt>
                <c:pt idx="114">
                  <c:v>212.5</c:v>
                </c:pt>
                <c:pt idx="115">
                  <c:v>212.5</c:v>
                </c:pt>
                <c:pt idx="116">
                  <c:v>153</c:v>
                </c:pt>
                <c:pt idx="117">
                  <c:v>153</c:v>
                </c:pt>
                <c:pt idx="118">
                  <c:v>124.1</c:v>
                </c:pt>
                <c:pt idx="119">
                  <c:v>124.1</c:v>
                </c:pt>
                <c:pt idx="120">
                  <c:v>101.15</c:v>
                </c:pt>
                <c:pt idx="121">
                  <c:v>101.15</c:v>
                </c:pt>
                <c:pt idx="122">
                  <c:v>107.1</c:v>
                </c:pt>
                <c:pt idx="123">
                  <c:v>107.1</c:v>
                </c:pt>
                <c:pt idx="124">
                  <c:v>83.3</c:v>
                </c:pt>
                <c:pt idx="125">
                  <c:v>83.3</c:v>
                </c:pt>
                <c:pt idx="126">
                  <c:v>61.2</c:v>
                </c:pt>
                <c:pt idx="127">
                  <c:v>61.2</c:v>
                </c:pt>
                <c:pt idx="128">
                  <c:v>59.5</c:v>
                </c:pt>
                <c:pt idx="129">
                  <c:v>59.5</c:v>
                </c:pt>
                <c:pt idx="130">
                  <c:v>61.2</c:v>
                </c:pt>
                <c:pt idx="131">
                  <c:v>61.2</c:v>
                </c:pt>
                <c:pt idx="132">
                  <c:v>62.05</c:v>
                </c:pt>
                <c:pt idx="133">
                  <c:v>62.05</c:v>
                </c:pt>
                <c:pt idx="134">
                  <c:v>59.5</c:v>
                </c:pt>
                <c:pt idx="135">
                  <c:v>59.5</c:v>
                </c:pt>
                <c:pt idx="136">
                  <c:v>34.85</c:v>
                </c:pt>
                <c:pt idx="137">
                  <c:v>34.85</c:v>
                </c:pt>
                <c:pt idx="138">
                  <c:v>17</c:v>
                </c:pt>
                <c:pt idx="139">
                  <c:v>17</c:v>
                </c:pt>
                <c:pt idx="140">
                  <c:v>12.75</c:v>
                </c:pt>
                <c:pt idx="141">
                  <c:v>12.75</c:v>
                </c:pt>
                <c:pt idx="142">
                  <c:v>16.150000</c:v>
                </c:pt>
                <c:pt idx="143">
                  <c:v>16.150000</c:v>
                </c:pt>
                <c:pt idx="144">
                  <c:v>9.35</c:v>
                </c:pt>
                <c:pt idx="145">
                  <c:v>9.35</c:v>
                </c:pt>
                <c:pt idx="146">
                  <c:v>0.85</c:v>
                </c:pt>
                <c:pt idx="147">
                  <c:v>0.85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16.150000</c:v>
                </c:pt>
                <c:pt idx="235">
                  <c:v>16.150000</c:v>
                </c:pt>
                <c:pt idx="236">
                  <c:v>26.35</c:v>
                </c:pt>
                <c:pt idx="237">
                  <c:v>26.35</c:v>
                </c:pt>
                <c:pt idx="238">
                  <c:v>40.800000</c:v>
                </c:pt>
                <c:pt idx="239">
                  <c:v>40.800000</c:v>
                </c:pt>
                <c:pt idx="240">
                  <c:v>62.9</c:v>
                </c:pt>
                <c:pt idx="241">
                  <c:v>62.9</c:v>
                </c:pt>
                <c:pt idx="242">
                  <c:v>119</c:v>
                </c:pt>
                <c:pt idx="243">
                  <c:v>119</c:v>
                </c:pt>
                <c:pt idx="244">
                  <c:v>200.6</c:v>
                </c:pt>
                <c:pt idx="245">
                  <c:v>200.6</c:v>
                </c:pt>
                <c:pt idx="246">
                  <c:v>232.9</c:v>
                </c:pt>
                <c:pt idx="247">
                  <c:v>232.9</c:v>
                </c:pt>
                <c:pt idx="248">
                  <c:v>249.05</c:v>
                </c:pt>
                <c:pt idx="249">
                  <c:v>249.05</c:v>
                </c:pt>
                <c:pt idx="250">
                  <c:v>358.7</c:v>
                </c:pt>
                <c:pt idx="251">
                  <c:v>358.7</c:v>
                </c:pt>
                <c:pt idx="252">
                  <c:v>413.1</c:v>
                </c:pt>
                <c:pt idx="253">
                  <c:v>413.1</c:v>
                </c:pt>
                <c:pt idx="254">
                  <c:v>468.35</c:v>
                </c:pt>
                <c:pt idx="255">
                  <c:v>468.35</c:v>
                </c:pt>
                <c:pt idx="256">
                  <c:v>509.15</c:v>
                </c:pt>
                <c:pt idx="257">
                  <c:v>509.15</c:v>
                </c:pt>
                <c:pt idx="258">
                  <c:v>547.4</c:v>
                </c:pt>
                <c:pt idx="259">
                  <c:v>547.4</c:v>
                </c:pt>
                <c:pt idx="260">
                  <c:v>584.800000</c:v>
                </c:pt>
                <c:pt idx="261">
                  <c:v>584.800000</c:v>
                </c:pt>
                <c:pt idx="262">
                  <c:v>620.5</c:v>
                </c:pt>
                <c:pt idx="263">
                  <c:v>620.5</c:v>
                </c:pt>
                <c:pt idx="264">
                  <c:v>653.65</c:v>
                </c:pt>
                <c:pt idx="265">
                  <c:v>653.65</c:v>
                </c:pt>
                <c:pt idx="266">
                  <c:v>684.25</c:v>
                </c:pt>
                <c:pt idx="267">
                  <c:v>684.25</c:v>
                </c:pt>
                <c:pt idx="268">
                  <c:v>712.3</c:v>
                </c:pt>
                <c:pt idx="269">
                  <c:v>712.3</c:v>
                </c:pt>
                <c:pt idx="270">
                  <c:v>736.95</c:v>
                </c:pt>
                <c:pt idx="271">
                  <c:v>736.95</c:v>
                </c:pt>
                <c:pt idx="272">
                  <c:v>758.2</c:v>
                </c:pt>
                <c:pt idx="273">
                  <c:v>758.2</c:v>
                </c:pt>
                <c:pt idx="274">
                  <c:v>776.05</c:v>
                </c:pt>
                <c:pt idx="275">
                  <c:v>776.05</c:v>
                </c:pt>
                <c:pt idx="276">
                  <c:v>791.35</c:v>
                </c:pt>
                <c:pt idx="277">
                  <c:v>791.35</c:v>
                </c:pt>
                <c:pt idx="278">
                  <c:v>803.25</c:v>
                </c:pt>
                <c:pt idx="279">
                  <c:v>803.25</c:v>
                </c:pt>
                <c:pt idx="280">
                  <c:v>811.75</c:v>
                </c:pt>
                <c:pt idx="281">
                  <c:v>811.75</c:v>
                </c:pt>
                <c:pt idx="282">
                  <c:v>816.85</c:v>
                </c:pt>
                <c:pt idx="283">
                  <c:v>816.85</c:v>
                </c:pt>
                <c:pt idx="284">
                  <c:v>818.55</c:v>
                </c:pt>
                <c:pt idx="285">
                  <c:v>818.55</c:v>
                </c:pt>
                <c:pt idx="286">
                  <c:v>817.7</c:v>
                </c:pt>
                <c:pt idx="287">
                  <c:v>817.7</c:v>
                </c:pt>
                <c:pt idx="288">
                  <c:v>813.45</c:v>
                </c:pt>
                <c:pt idx="289">
                  <c:v>813.45</c:v>
                </c:pt>
                <c:pt idx="290">
                  <c:v>804.95</c:v>
                </c:pt>
                <c:pt idx="291">
                  <c:v>804.95</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626.450000</c:v>
                </c:pt>
                <c:pt idx="307">
                  <c:v>626.450000</c:v>
                </c:pt>
                <c:pt idx="308">
                  <c:v>591.6</c:v>
                </c:pt>
                <c:pt idx="309">
                  <c:v>591.6</c:v>
                </c:pt>
                <c:pt idx="310">
                  <c:v>555.050000</c:v>
                </c:pt>
                <c:pt idx="311">
                  <c:v>555.050000</c:v>
                </c:pt>
                <c:pt idx="312">
                  <c:v>516.800000</c:v>
                </c:pt>
                <c:pt idx="313">
                  <c:v>516.800000</c:v>
                </c:pt>
                <c:pt idx="314">
                  <c:v>476.85</c:v>
                </c:pt>
                <c:pt idx="315">
                  <c:v>476.85</c:v>
                </c:pt>
                <c:pt idx="316">
                  <c:v>435.2</c:v>
                </c:pt>
                <c:pt idx="317">
                  <c:v>435.2</c:v>
                </c:pt>
                <c:pt idx="318">
                  <c:v>391</c:v>
                </c:pt>
                <c:pt idx="319">
                  <c:v>391</c:v>
                </c:pt>
                <c:pt idx="320">
                  <c:v>346.8</c:v>
                </c:pt>
                <c:pt idx="321">
                  <c:v>346.8</c:v>
                </c:pt>
                <c:pt idx="322">
                  <c:v>294.100000</c:v>
                </c:pt>
                <c:pt idx="323">
                  <c:v>294.100000</c:v>
                </c:pt>
                <c:pt idx="324">
                  <c:v>219.3</c:v>
                </c:pt>
                <c:pt idx="325">
                  <c:v>219.3</c:v>
                </c:pt>
                <c:pt idx="326">
                  <c:v>166.6</c:v>
                </c:pt>
                <c:pt idx="327">
                  <c:v>166.6</c:v>
                </c:pt>
                <c:pt idx="328">
                  <c:v>135.15</c:v>
                </c:pt>
                <c:pt idx="329">
                  <c:v>135.15</c:v>
                </c:pt>
                <c:pt idx="330">
                  <c:v>89.25</c:v>
                </c:pt>
                <c:pt idx="331">
                  <c:v>89.25</c:v>
                </c:pt>
                <c:pt idx="332">
                  <c:v>50.15</c:v>
                </c:pt>
                <c:pt idx="333">
                  <c:v>50.15</c:v>
                </c:pt>
                <c:pt idx="334">
                  <c:v>26.35</c:v>
                </c:pt>
                <c:pt idx="335">
                  <c:v>26.35</c:v>
                </c:pt>
                <c:pt idx="336">
                  <c:v>15.3</c:v>
                </c:pt>
                <c:pt idx="337">
                  <c:v>15.3</c:v>
                </c:pt>
                <c:pt idx="338">
                  <c:v>4.25</c:v>
                </c:pt>
                <c:pt idx="339">
                  <c:v>4.25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5.100000</c:v>
                </c:pt>
                <c:pt idx="423">
                  <c:v>5.100000</c:v>
                </c:pt>
                <c:pt idx="424">
                  <c:v>25.5</c:v>
                </c:pt>
                <c:pt idx="425">
                  <c:v>25.5</c:v>
                </c:pt>
                <c:pt idx="426">
                  <c:v>36.550000</c:v>
                </c:pt>
                <c:pt idx="427">
                  <c:v>36.550000</c:v>
                </c:pt>
                <c:pt idx="428">
                  <c:v>53.55</c:v>
                </c:pt>
                <c:pt idx="429">
                  <c:v>53.55</c:v>
                </c:pt>
                <c:pt idx="430">
                  <c:v>77.350000</c:v>
                </c:pt>
                <c:pt idx="431">
                  <c:v>77.350000</c:v>
                </c:pt>
                <c:pt idx="432">
                  <c:v>118.15</c:v>
                </c:pt>
                <c:pt idx="433">
                  <c:v>118.15</c:v>
                </c:pt>
                <c:pt idx="434">
                  <c:v>153.85</c:v>
                </c:pt>
                <c:pt idx="435">
                  <c:v>153.85</c:v>
                </c:pt>
                <c:pt idx="436">
                  <c:v>204</c:v>
                </c:pt>
                <c:pt idx="437">
                  <c:v>204</c:v>
                </c:pt>
                <c:pt idx="438">
                  <c:v>231.2</c:v>
                </c:pt>
                <c:pt idx="439">
                  <c:v>231.2</c:v>
                </c:pt>
                <c:pt idx="440">
                  <c:v>254.15</c:v>
                </c:pt>
                <c:pt idx="441">
                  <c:v>254.15</c:v>
                </c:pt>
                <c:pt idx="442">
                  <c:v>305.150000</c:v>
                </c:pt>
                <c:pt idx="443">
                  <c:v>305.150000</c:v>
                </c:pt>
                <c:pt idx="444">
                  <c:v>367.2</c:v>
                </c:pt>
                <c:pt idx="445">
                  <c:v>367.2</c:v>
                </c:pt>
                <c:pt idx="446">
                  <c:v>307.7</c:v>
                </c:pt>
                <c:pt idx="447">
                  <c:v>307.7</c:v>
                </c:pt>
                <c:pt idx="448">
                  <c:v>300.900000</c:v>
                </c:pt>
                <c:pt idx="449">
                  <c:v>300.900000</c:v>
                </c:pt>
                <c:pt idx="450">
                  <c:v>350.2</c:v>
                </c:pt>
                <c:pt idx="451">
                  <c:v>350.2</c:v>
                </c:pt>
                <c:pt idx="452">
                  <c:v>403.75</c:v>
                </c:pt>
                <c:pt idx="453">
                  <c:v>403.75</c:v>
                </c:pt>
                <c:pt idx="454">
                  <c:v>430.1</c:v>
                </c:pt>
                <c:pt idx="455">
                  <c:v>430.1</c:v>
                </c:pt>
                <c:pt idx="456">
                  <c:v>491.3</c:v>
                </c:pt>
                <c:pt idx="457">
                  <c:v>491.3</c:v>
                </c:pt>
                <c:pt idx="458">
                  <c:v>410.55</c:v>
                </c:pt>
                <c:pt idx="459">
                  <c:v>410.55</c:v>
                </c:pt>
                <c:pt idx="460">
                  <c:v>589.050000</c:v>
                </c:pt>
                <c:pt idx="461">
                  <c:v>589.050000</c:v>
                </c:pt>
                <c:pt idx="462">
                  <c:v>502.35</c:v>
                </c:pt>
                <c:pt idx="463">
                  <c:v>502.35</c:v>
                </c:pt>
                <c:pt idx="464">
                  <c:v>548.25</c:v>
                </c:pt>
                <c:pt idx="465">
                  <c:v>548.25</c:v>
                </c:pt>
                <c:pt idx="466">
                  <c:v>606.9</c:v>
                </c:pt>
                <c:pt idx="467">
                  <c:v>606.9</c:v>
                </c:pt>
                <c:pt idx="468">
                  <c:v>503.2</c:v>
                </c:pt>
                <c:pt idx="469">
                  <c:v>503.2</c:v>
                </c:pt>
                <c:pt idx="470">
                  <c:v>471.75</c:v>
                </c:pt>
                <c:pt idx="471">
                  <c:v>471.75</c:v>
                </c:pt>
                <c:pt idx="472">
                  <c:v>479.4</c:v>
                </c:pt>
                <c:pt idx="473">
                  <c:v>479.4</c:v>
                </c:pt>
                <c:pt idx="474">
                  <c:v>437.75</c:v>
                </c:pt>
                <c:pt idx="475">
                  <c:v>437.75</c:v>
                </c:pt>
                <c:pt idx="476">
                  <c:v>461.55</c:v>
                </c:pt>
                <c:pt idx="477">
                  <c:v>461.55</c:v>
                </c:pt>
                <c:pt idx="478">
                  <c:v>512.550000</c:v>
                </c:pt>
                <c:pt idx="479">
                  <c:v>512.550000</c:v>
                </c:pt>
                <c:pt idx="480">
                  <c:v>515.1</c:v>
                </c:pt>
                <c:pt idx="481">
                  <c:v>515.1</c:v>
                </c:pt>
                <c:pt idx="482">
                  <c:v>731.85</c:v>
                </c:pt>
                <c:pt idx="483">
                  <c:v>731.85</c:v>
                </c:pt>
                <c:pt idx="484">
                  <c:v>753.1</c:v>
                </c:pt>
                <c:pt idx="485">
                  <c:v>753.1</c:v>
                </c:pt>
                <c:pt idx="486">
                  <c:v>736.95</c:v>
                </c:pt>
                <c:pt idx="487">
                  <c:v>736.95</c:v>
                </c:pt>
                <c:pt idx="488">
                  <c:v>752.25</c:v>
                </c:pt>
                <c:pt idx="489">
                  <c:v>752.25</c:v>
                </c:pt>
                <c:pt idx="490">
                  <c:v>734.4</c:v>
                </c:pt>
                <c:pt idx="491">
                  <c:v>734.4</c:v>
                </c:pt>
                <c:pt idx="492">
                  <c:v>711.45</c:v>
                </c:pt>
                <c:pt idx="493">
                  <c:v>711.45</c:v>
                </c:pt>
                <c:pt idx="494">
                  <c:v>685.1</c:v>
                </c:pt>
                <c:pt idx="495">
                  <c:v>685.1</c:v>
                </c:pt>
                <c:pt idx="496">
                  <c:v>653.65</c:v>
                </c:pt>
                <c:pt idx="497">
                  <c:v>653.65</c:v>
                </c:pt>
                <c:pt idx="498">
                  <c:v>624.75</c:v>
                </c:pt>
                <c:pt idx="499">
                  <c:v>624.75</c:v>
                </c:pt>
                <c:pt idx="500">
                  <c:v>591.6</c:v>
                </c:pt>
                <c:pt idx="501">
                  <c:v>591.6</c:v>
                </c:pt>
                <c:pt idx="502">
                  <c:v>556.75</c:v>
                </c:pt>
                <c:pt idx="503">
                  <c:v>556.75</c:v>
                </c:pt>
                <c:pt idx="504">
                  <c:v>499.8</c:v>
                </c:pt>
                <c:pt idx="505">
                  <c:v>499.8</c:v>
                </c:pt>
                <c:pt idx="506">
                  <c:v>445.4</c:v>
                </c:pt>
                <c:pt idx="507">
                  <c:v>445.4</c:v>
                </c:pt>
                <c:pt idx="508">
                  <c:v>311.100000</c:v>
                </c:pt>
                <c:pt idx="509">
                  <c:v>311.100000</c:v>
                </c:pt>
                <c:pt idx="510">
                  <c:v>273.7</c:v>
                </c:pt>
                <c:pt idx="511">
                  <c:v>273.7</c:v>
                </c:pt>
                <c:pt idx="512">
                  <c:v>255.85</c:v>
                </c:pt>
                <c:pt idx="513">
                  <c:v>255.85</c:v>
                </c:pt>
                <c:pt idx="514">
                  <c:v>218.45</c:v>
                </c:pt>
                <c:pt idx="515">
                  <c:v>218.45</c:v>
                </c:pt>
                <c:pt idx="516">
                  <c:v>181.05</c:v>
                </c:pt>
                <c:pt idx="517">
                  <c:v>181.05</c:v>
                </c:pt>
                <c:pt idx="518">
                  <c:v>185.3</c:v>
                </c:pt>
                <c:pt idx="519">
                  <c:v>185.3</c:v>
                </c:pt>
                <c:pt idx="520">
                  <c:v>178.5</c:v>
                </c:pt>
                <c:pt idx="521">
                  <c:v>178.5</c:v>
                </c:pt>
                <c:pt idx="522">
                  <c:v>136</c:v>
                </c:pt>
                <c:pt idx="523">
                  <c:v>136</c:v>
                </c:pt>
                <c:pt idx="524">
                  <c:v>96.9</c:v>
                </c:pt>
                <c:pt idx="525">
                  <c:v>96.9</c:v>
                </c:pt>
                <c:pt idx="526">
                  <c:v>62.05</c:v>
                </c:pt>
                <c:pt idx="527">
                  <c:v>62.05</c:v>
                </c:pt>
                <c:pt idx="528">
                  <c:v>28.9</c:v>
                </c:pt>
                <c:pt idx="529">
                  <c:v>28.9</c:v>
                </c:pt>
                <c:pt idx="530">
                  <c:v>6.8</c:v>
                </c:pt>
                <c:pt idx="531">
                  <c:v>6.8</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7.65</c:v>
                </c:pt>
                <c:pt idx="615">
                  <c:v>7.65</c:v>
                </c:pt>
                <c:pt idx="616">
                  <c:v>30.6</c:v>
                </c:pt>
                <c:pt idx="617">
                  <c:v>30.6</c:v>
                </c:pt>
                <c:pt idx="618">
                  <c:v>54.4</c:v>
                </c:pt>
                <c:pt idx="619">
                  <c:v>54.4</c:v>
                </c:pt>
                <c:pt idx="620">
                  <c:v>75.650000</c:v>
                </c:pt>
                <c:pt idx="621">
                  <c:v>75.650000</c:v>
                </c:pt>
                <c:pt idx="622">
                  <c:v>106.25</c:v>
                </c:pt>
                <c:pt idx="623">
                  <c:v>106.25</c:v>
                </c:pt>
                <c:pt idx="624">
                  <c:v>130.050000</c:v>
                </c:pt>
                <c:pt idx="625">
                  <c:v>130.050000</c:v>
                </c:pt>
                <c:pt idx="626">
                  <c:v>175.1</c:v>
                </c:pt>
                <c:pt idx="627">
                  <c:v>175.1</c:v>
                </c:pt>
                <c:pt idx="628">
                  <c:v>230.35</c:v>
                </c:pt>
                <c:pt idx="629">
                  <c:v>230.35</c:v>
                </c:pt>
                <c:pt idx="630">
                  <c:v>283.05</c:v>
                </c:pt>
                <c:pt idx="631">
                  <c:v>283.05</c:v>
                </c:pt>
                <c:pt idx="632">
                  <c:v>306</c:v>
                </c:pt>
                <c:pt idx="633">
                  <c:v>306</c:v>
                </c:pt>
                <c:pt idx="634">
                  <c:v>330.65</c:v>
                </c:pt>
                <c:pt idx="635">
                  <c:v>330.65</c:v>
                </c:pt>
                <c:pt idx="636">
                  <c:v>384.2</c:v>
                </c:pt>
                <c:pt idx="637">
                  <c:v>384.2</c:v>
                </c:pt>
                <c:pt idx="638">
                  <c:v>459.85</c:v>
                </c:pt>
                <c:pt idx="639">
                  <c:v>459.85</c:v>
                </c:pt>
                <c:pt idx="640">
                  <c:v>443.7</c:v>
                </c:pt>
                <c:pt idx="641">
                  <c:v>443.7</c:v>
                </c:pt>
                <c:pt idx="642">
                  <c:v>385.9</c:v>
                </c:pt>
                <c:pt idx="643">
                  <c:v>385.9</c:v>
                </c:pt>
                <c:pt idx="644">
                  <c:v>456.45</c:v>
                </c:pt>
                <c:pt idx="645">
                  <c:v>456.45</c:v>
                </c:pt>
                <c:pt idx="646">
                  <c:v>527</c:v>
                </c:pt>
                <c:pt idx="647">
                  <c:v>527</c:v>
                </c:pt>
                <c:pt idx="648">
                  <c:v>422.45</c:v>
                </c:pt>
                <c:pt idx="649">
                  <c:v>422.45</c:v>
                </c:pt>
                <c:pt idx="650">
                  <c:v>674.05</c:v>
                </c:pt>
                <c:pt idx="651">
                  <c:v>674.05</c:v>
                </c:pt>
                <c:pt idx="652">
                  <c:v>601.800000</c:v>
                </c:pt>
                <c:pt idx="653">
                  <c:v>601.800000</c:v>
                </c:pt>
                <c:pt idx="654">
                  <c:v>656.2</c:v>
                </c:pt>
                <c:pt idx="655">
                  <c:v>656.2</c:v>
                </c:pt>
                <c:pt idx="656">
                  <c:v>622.200000</c:v>
                </c:pt>
                <c:pt idx="657">
                  <c:v>622.200000</c:v>
                </c:pt>
                <c:pt idx="658">
                  <c:v>640.9</c:v>
                </c:pt>
                <c:pt idx="659">
                  <c:v>640.9</c:v>
                </c:pt>
                <c:pt idx="660">
                  <c:v>741.2</c:v>
                </c:pt>
                <c:pt idx="661">
                  <c:v>741.2</c:v>
                </c:pt>
                <c:pt idx="662">
                  <c:v>786.25</c:v>
                </c:pt>
                <c:pt idx="663">
                  <c:v>786.25</c:v>
                </c:pt>
                <c:pt idx="664">
                  <c:v>813.45</c:v>
                </c:pt>
                <c:pt idx="665">
                  <c:v>813.45</c:v>
                </c:pt>
                <c:pt idx="666">
                  <c:v>711.45</c:v>
                </c:pt>
                <c:pt idx="667">
                  <c:v>711.45</c:v>
                </c:pt>
                <c:pt idx="668">
                  <c:v>665.55</c:v>
                </c:pt>
                <c:pt idx="669">
                  <c:v>665.55</c:v>
                </c:pt>
                <c:pt idx="670">
                  <c:v>640.050000</c:v>
                </c:pt>
                <c:pt idx="671">
                  <c:v>640.050000</c:v>
                </c:pt>
                <c:pt idx="672">
                  <c:v>708.05</c:v>
                </c:pt>
                <c:pt idx="673">
                  <c:v>708.05</c:v>
                </c:pt>
                <c:pt idx="674">
                  <c:v>777.75</c:v>
                </c:pt>
                <c:pt idx="675">
                  <c:v>777.75</c:v>
                </c:pt>
                <c:pt idx="676">
                  <c:v>731</c:v>
                </c:pt>
                <c:pt idx="677">
                  <c:v>731</c:v>
                </c:pt>
                <c:pt idx="678">
                  <c:v>759.05</c:v>
                </c:pt>
                <c:pt idx="679">
                  <c:v>759.05</c:v>
                </c:pt>
                <c:pt idx="680">
                  <c:v>649.4</c:v>
                </c:pt>
                <c:pt idx="681">
                  <c:v>649.4</c:v>
                </c:pt>
                <c:pt idx="682">
                  <c:v>689.35</c:v>
                </c:pt>
                <c:pt idx="683">
                  <c:v>689.35</c:v>
                </c:pt>
                <c:pt idx="684">
                  <c:v>549.950000</c:v>
                </c:pt>
                <c:pt idx="685">
                  <c:v>549.950000</c:v>
                </c:pt>
                <c:pt idx="686">
                  <c:v>539.75</c:v>
                </c:pt>
                <c:pt idx="687">
                  <c:v>539.75</c:v>
                </c:pt>
                <c:pt idx="688">
                  <c:v>600.950000</c:v>
                </c:pt>
                <c:pt idx="689">
                  <c:v>600.950000</c:v>
                </c:pt>
                <c:pt idx="690">
                  <c:v>627.300000</c:v>
                </c:pt>
                <c:pt idx="691">
                  <c:v>627.300000</c:v>
                </c:pt>
                <c:pt idx="692">
                  <c:v>558.450000</c:v>
                </c:pt>
                <c:pt idx="693">
                  <c:v>558.450000</c:v>
                </c:pt>
                <c:pt idx="694">
                  <c:v>517.65</c:v>
                </c:pt>
                <c:pt idx="695">
                  <c:v>517.65</c:v>
                </c:pt>
                <c:pt idx="696">
                  <c:v>433.5</c:v>
                </c:pt>
                <c:pt idx="697">
                  <c:v>433.5</c:v>
                </c:pt>
                <c:pt idx="698">
                  <c:v>372.3</c:v>
                </c:pt>
                <c:pt idx="699">
                  <c:v>372.3</c:v>
                </c:pt>
                <c:pt idx="700">
                  <c:v>300.05</c:v>
                </c:pt>
                <c:pt idx="701">
                  <c:v>300.05</c:v>
                </c:pt>
                <c:pt idx="702">
                  <c:v>376.55</c:v>
                </c:pt>
                <c:pt idx="703">
                  <c:v>376.55</c:v>
                </c:pt>
                <c:pt idx="704">
                  <c:v>344.25</c:v>
                </c:pt>
                <c:pt idx="705">
                  <c:v>344.25</c:v>
                </c:pt>
                <c:pt idx="706">
                  <c:v>296.650000</c:v>
                </c:pt>
                <c:pt idx="707">
                  <c:v>296.650000</c:v>
                </c:pt>
                <c:pt idx="708">
                  <c:v>154.700000</c:v>
                </c:pt>
                <c:pt idx="709">
                  <c:v>154.700000</c:v>
                </c:pt>
                <c:pt idx="710">
                  <c:v>113.05</c:v>
                </c:pt>
                <c:pt idx="711">
                  <c:v>113.05</c:v>
                </c:pt>
                <c:pt idx="712">
                  <c:v>78.2</c:v>
                </c:pt>
                <c:pt idx="713">
                  <c:v>78.2</c:v>
                </c:pt>
                <c:pt idx="714">
                  <c:v>68</c:v>
                </c:pt>
                <c:pt idx="715">
                  <c:v>68</c:v>
                </c:pt>
                <c:pt idx="716">
                  <c:v>39.950000</c:v>
                </c:pt>
                <c:pt idx="717">
                  <c:v>39.950000</c:v>
                </c:pt>
                <c:pt idx="718">
                  <c:v>21.25</c:v>
                </c:pt>
                <c:pt idx="719">
                  <c:v>21.25</c:v>
                </c:pt>
                <c:pt idx="720">
                  <c:v>12.75</c:v>
                </c:pt>
                <c:pt idx="721">
                  <c:v>12.75</c:v>
                </c:pt>
                <c:pt idx="722">
                  <c:v>5.100000</c:v>
                </c:pt>
                <c:pt idx="723">
                  <c:v>5.100000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5.100000</c:v>
                </c:pt>
                <c:pt idx="807">
                  <c:v>5.100000</c:v>
                </c:pt>
                <c:pt idx="808">
                  <c:v>25.5</c:v>
                </c:pt>
                <c:pt idx="809">
                  <c:v>25.5</c:v>
                </c:pt>
                <c:pt idx="810">
                  <c:v>45.9</c:v>
                </c:pt>
                <c:pt idx="811">
                  <c:v>45.9</c:v>
                </c:pt>
                <c:pt idx="812">
                  <c:v>59.5</c:v>
                </c:pt>
                <c:pt idx="813">
                  <c:v>59.5</c:v>
                </c:pt>
                <c:pt idx="814">
                  <c:v>102</c:v>
                </c:pt>
                <c:pt idx="815">
                  <c:v>102</c:v>
                </c:pt>
                <c:pt idx="816">
                  <c:v>113.9</c:v>
                </c:pt>
                <c:pt idx="817">
                  <c:v>113.9</c:v>
                </c:pt>
                <c:pt idx="818">
                  <c:v>121.55</c:v>
                </c:pt>
                <c:pt idx="819">
                  <c:v>121.55</c:v>
                </c:pt>
                <c:pt idx="820">
                  <c:v>144.5</c:v>
                </c:pt>
                <c:pt idx="821">
                  <c:v>144.5</c:v>
                </c:pt>
                <c:pt idx="822">
                  <c:v>214.2</c:v>
                </c:pt>
                <c:pt idx="823">
                  <c:v>214.2</c:v>
                </c:pt>
                <c:pt idx="824">
                  <c:v>241.4</c:v>
                </c:pt>
                <c:pt idx="825">
                  <c:v>241.4</c:v>
                </c:pt>
                <c:pt idx="826">
                  <c:v>212.5</c:v>
                </c:pt>
                <c:pt idx="827">
                  <c:v>212.5</c:v>
                </c:pt>
                <c:pt idx="828">
                  <c:v>241.4</c:v>
                </c:pt>
                <c:pt idx="829">
                  <c:v>241.4</c:v>
                </c:pt>
                <c:pt idx="830">
                  <c:v>272.850000</c:v>
                </c:pt>
                <c:pt idx="831">
                  <c:v>272.850000</c:v>
                </c:pt>
                <c:pt idx="832">
                  <c:v>389.3</c:v>
                </c:pt>
                <c:pt idx="833">
                  <c:v>389.3</c:v>
                </c:pt>
                <c:pt idx="834">
                  <c:v>455.6</c:v>
                </c:pt>
                <c:pt idx="835">
                  <c:v>455.6</c:v>
                </c:pt>
                <c:pt idx="836">
                  <c:v>522.75</c:v>
                </c:pt>
                <c:pt idx="837">
                  <c:v>522.75</c:v>
                </c:pt>
                <c:pt idx="838">
                  <c:v>594.15</c:v>
                </c:pt>
                <c:pt idx="839">
                  <c:v>594.15</c:v>
                </c:pt>
                <c:pt idx="840">
                  <c:v>562.700000</c:v>
                </c:pt>
                <c:pt idx="841">
                  <c:v>562.700000</c:v>
                </c:pt>
                <c:pt idx="842">
                  <c:v>503.2</c:v>
                </c:pt>
                <c:pt idx="843">
                  <c:v>503.2</c:v>
                </c:pt>
                <c:pt idx="844">
                  <c:v>536.35</c:v>
                </c:pt>
                <c:pt idx="845">
                  <c:v>536.35</c:v>
                </c:pt>
                <c:pt idx="846">
                  <c:v>458.15</c:v>
                </c:pt>
                <c:pt idx="847">
                  <c:v>458.15</c:v>
                </c:pt>
                <c:pt idx="848">
                  <c:v>460.7</c:v>
                </c:pt>
                <c:pt idx="849">
                  <c:v>460.7</c:v>
                </c:pt>
                <c:pt idx="850">
                  <c:v>480.25</c:v>
                </c:pt>
                <c:pt idx="851">
                  <c:v>480.25</c:v>
                </c:pt>
                <c:pt idx="852">
                  <c:v>549.950000</c:v>
                </c:pt>
                <c:pt idx="853">
                  <c:v>549.950000</c:v>
                </c:pt>
                <c:pt idx="854">
                  <c:v>507.45</c:v>
                </c:pt>
                <c:pt idx="855">
                  <c:v>507.45</c:v>
                </c:pt>
                <c:pt idx="856">
                  <c:v>424.15</c:v>
                </c:pt>
                <c:pt idx="857">
                  <c:v>424.15</c:v>
                </c:pt>
                <c:pt idx="858">
                  <c:v>470.9</c:v>
                </c:pt>
                <c:pt idx="859">
                  <c:v>470.9</c:v>
                </c:pt>
                <c:pt idx="860">
                  <c:v>370.6</c:v>
                </c:pt>
                <c:pt idx="861">
                  <c:v>370.6</c:v>
                </c:pt>
                <c:pt idx="862">
                  <c:v>430.1</c:v>
                </c:pt>
                <c:pt idx="863">
                  <c:v>430.1</c:v>
                </c:pt>
                <c:pt idx="864">
                  <c:v>318.75</c:v>
                </c:pt>
                <c:pt idx="865">
                  <c:v>318.75</c:v>
                </c:pt>
                <c:pt idx="866">
                  <c:v>290.7</c:v>
                </c:pt>
                <c:pt idx="867">
                  <c:v>290.7</c:v>
                </c:pt>
                <c:pt idx="868">
                  <c:v>220.15</c:v>
                </c:pt>
                <c:pt idx="869">
                  <c:v>220.15</c:v>
                </c:pt>
                <c:pt idx="870">
                  <c:v>312.8</c:v>
                </c:pt>
                <c:pt idx="871">
                  <c:v>312.8</c:v>
                </c:pt>
                <c:pt idx="872">
                  <c:v>372.3</c:v>
                </c:pt>
                <c:pt idx="873">
                  <c:v>372.3</c:v>
                </c:pt>
                <c:pt idx="874">
                  <c:v>403.75</c:v>
                </c:pt>
                <c:pt idx="875">
                  <c:v>403.75</c:v>
                </c:pt>
                <c:pt idx="876">
                  <c:v>462.4</c:v>
                </c:pt>
                <c:pt idx="877">
                  <c:v>462.4</c:v>
                </c:pt>
                <c:pt idx="878">
                  <c:v>450.5</c:v>
                </c:pt>
                <c:pt idx="879">
                  <c:v>450.5</c:v>
                </c:pt>
                <c:pt idx="880">
                  <c:v>379.1</c:v>
                </c:pt>
                <c:pt idx="881">
                  <c:v>379.1</c:v>
                </c:pt>
                <c:pt idx="882">
                  <c:v>347.65</c:v>
                </c:pt>
                <c:pt idx="883">
                  <c:v>347.65</c:v>
                </c:pt>
                <c:pt idx="884">
                  <c:v>260.100000</c:v>
                </c:pt>
                <c:pt idx="885">
                  <c:v>260.100000</c:v>
                </c:pt>
                <c:pt idx="886">
                  <c:v>273.7</c:v>
                </c:pt>
                <c:pt idx="887">
                  <c:v>273.7</c:v>
                </c:pt>
                <c:pt idx="888">
                  <c:v>223.55</c:v>
                </c:pt>
                <c:pt idx="889">
                  <c:v>223.55</c:v>
                </c:pt>
                <c:pt idx="890">
                  <c:v>201.45</c:v>
                </c:pt>
                <c:pt idx="891">
                  <c:v>201.45</c:v>
                </c:pt>
                <c:pt idx="892">
                  <c:v>90.95</c:v>
                </c:pt>
                <c:pt idx="893">
                  <c:v>90.95</c:v>
                </c:pt>
                <c:pt idx="894">
                  <c:v>175.1</c:v>
                </c:pt>
                <c:pt idx="895">
                  <c:v>175.1</c:v>
                </c:pt>
                <c:pt idx="896">
                  <c:v>146.200000</c:v>
                </c:pt>
                <c:pt idx="897">
                  <c:v>146.200000</c:v>
                </c:pt>
                <c:pt idx="898">
                  <c:v>119.85</c:v>
                </c:pt>
                <c:pt idx="899">
                  <c:v>119.85</c:v>
                </c:pt>
                <c:pt idx="900">
                  <c:v>122.4</c:v>
                </c:pt>
                <c:pt idx="901">
                  <c:v>122.4</c:v>
                </c:pt>
                <c:pt idx="902">
                  <c:v>119.85</c:v>
                </c:pt>
                <c:pt idx="903">
                  <c:v>119.85</c:v>
                </c:pt>
                <c:pt idx="904">
                  <c:v>80.75</c:v>
                </c:pt>
                <c:pt idx="905">
                  <c:v>80.75</c:v>
                </c:pt>
                <c:pt idx="906">
                  <c:v>70.55</c:v>
                </c:pt>
                <c:pt idx="907">
                  <c:v>70.55</c:v>
                </c:pt>
                <c:pt idx="908">
                  <c:v>59.5</c:v>
                </c:pt>
                <c:pt idx="909">
                  <c:v>59.5</c:v>
                </c:pt>
                <c:pt idx="910">
                  <c:v>40.800000</c:v>
                </c:pt>
                <c:pt idx="911">
                  <c:v>40.800000</c:v>
                </c:pt>
                <c:pt idx="912">
                  <c:v>12.75</c:v>
                </c:pt>
                <c:pt idx="913">
                  <c:v>12.75</c:v>
                </c:pt>
                <c:pt idx="914">
                  <c:v>1.7</c:v>
                </c:pt>
                <c:pt idx="915">
                  <c:v>1.7</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0.85</c:v>
                </c:pt>
                <c:pt idx="999">
                  <c:v>0.85</c:v>
                </c:pt>
                <c:pt idx="1000">
                  <c:v>11.9</c:v>
                </c:pt>
                <c:pt idx="1001">
                  <c:v>11.9</c:v>
                </c:pt>
                <c:pt idx="1002">
                  <c:v>15.3</c:v>
                </c:pt>
                <c:pt idx="1003">
                  <c:v>15.3</c:v>
                </c:pt>
                <c:pt idx="1004">
                  <c:v>22.95</c:v>
                </c:pt>
                <c:pt idx="1005">
                  <c:v>22.95</c:v>
                </c:pt>
                <c:pt idx="1006">
                  <c:v>37.4</c:v>
                </c:pt>
                <c:pt idx="1007">
                  <c:v>37.4</c:v>
                </c:pt>
                <c:pt idx="1008">
                  <c:v>71.400000</c:v>
                </c:pt>
                <c:pt idx="1009">
                  <c:v>71.400000</c:v>
                </c:pt>
                <c:pt idx="1010">
                  <c:v>96.05</c:v>
                </c:pt>
                <c:pt idx="1011">
                  <c:v>96.05</c:v>
                </c:pt>
                <c:pt idx="1012">
                  <c:v>68</c:v>
                </c:pt>
                <c:pt idx="1013">
                  <c:v>68</c:v>
                </c:pt>
                <c:pt idx="1014">
                  <c:v>73.95</c:v>
                </c:pt>
                <c:pt idx="1015">
                  <c:v>73.95</c:v>
                </c:pt>
                <c:pt idx="1016">
                  <c:v>96.05</c:v>
                </c:pt>
                <c:pt idx="1017">
                  <c:v>96.05</c:v>
                </c:pt>
                <c:pt idx="1018">
                  <c:v>83.3</c:v>
                </c:pt>
                <c:pt idx="1019">
                  <c:v>83.3</c:v>
                </c:pt>
                <c:pt idx="1020">
                  <c:v>74.8</c:v>
                </c:pt>
                <c:pt idx="1021">
                  <c:v>74.8</c:v>
                </c:pt>
                <c:pt idx="1022">
                  <c:v>72.25</c:v>
                </c:pt>
                <c:pt idx="1023">
                  <c:v>72.25</c:v>
                </c:pt>
                <c:pt idx="1024">
                  <c:v>85.85</c:v>
                </c:pt>
                <c:pt idx="1025">
                  <c:v>85.85</c:v>
                </c:pt>
                <c:pt idx="1026">
                  <c:v>89.25</c:v>
                </c:pt>
                <c:pt idx="1027">
                  <c:v>89.25</c:v>
                </c:pt>
                <c:pt idx="1028">
                  <c:v>133.450000</c:v>
                </c:pt>
                <c:pt idx="1029">
                  <c:v>133.450000</c:v>
                </c:pt>
                <c:pt idx="1030">
                  <c:v>135.15</c:v>
                </c:pt>
                <c:pt idx="1031">
                  <c:v>135.15</c:v>
                </c:pt>
                <c:pt idx="1032">
                  <c:v>102</c:v>
                </c:pt>
                <c:pt idx="1033">
                  <c:v>102</c:v>
                </c:pt>
                <c:pt idx="1034">
                  <c:v>106.25</c:v>
                </c:pt>
                <c:pt idx="1035">
                  <c:v>106.25</c:v>
                </c:pt>
                <c:pt idx="1036">
                  <c:v>119</c:v>
                </c:pt>
                <c:pt idx="1037">
                  <c:v>119</c:v>
                </c:pt>
                <c:pt idx="1038">
                  <c:v>120.7</c:v>
                </c:pt>
                <c:pt idx="1039">
                  <c:v>120.7</c:v>
                </c:pt>
                <c:pt idx="1040">
                  <c:v>124.95</c:v>
                </c:pt>
                <c:pt idx="1041">
                  <c:v>124.95</c:v>
                </c:pt>
                <c:pt idx="1042">
                  <c:v>109.65</c:v>
                </c:pt>
                <c:pt idx="1043">
                  <c:v>109.65</c:v>
                </c:pt>
                <c:pt idx="1044">
                  <c:v>119.85</c:v>
                </c:pt>
                <c:pt idx="1045">
                  <c:v>119.85</c:v>
                </c:pt>
                <c:pt idx="1046">
                  <c:v>118.15</c:v>
                </c:pt>
                <c:pt idx="1047">
                  <c:v>118.15</c:v>
                </c:pt>
                <c:pt idx="1048">
                  <c:v>90.95</c:v>
                </c:pt>
                <c:pt idx="1049">
                  <c:v>90.95</c:v>
                </c:pt>
                <c:pt idx="1050">
                  <c:v>88.4</c:v>
                </c:pt>
                <c:pt idx="1051">
                  <c:v>88.4</c:v>
                </c:pt>
                <c:pt idx="1052">
                  <c:v>90.95</c:v>
                </c:pt>
                <c:pt idx="1053">
                  <c:v>90.95</c:v>
                </c:pt>
                <c:pt idx="1054">
                  <c:v>63.75</c:v>
                </c:pt>
                <c:pt idx="1055">
                  <c:v>63.75</c:v>
                </c:pt>
                <c:pt idx="1056">
                  <c:v>53.55</c:v>
                </c:pt>
                <c:pt idx="1057">
                  <c:v>53.55</c:v>
                </c:pt>
                <c:pt idx="1058">
                  <c:v>52.7</c:v>
                </c:pt>
                <c:pt idx="1059">
                  <c:v>52.7</c:v>
                </c:pt>
                <c:pt idx="1060">
                  <c:v>42.5</c:v>
                </c:pt>
                <c:pt idx="1061">
                  <c:v>42.5</c:v>
                </c:pt>
                <c:pt idx="1062">
                  <c:v>42.5</c:v>
                </c:pt>
                <c:pt idx="1063">
                  <c:v>42.5</c:v>
                </c:pt>
                <c:pt idx="1064">
                  <c:v>48.45</c:v>
                </c:pt>
                <c:pt idx="1065">
                  <c:v>48.45</c:v>
                </c:pt>
                <c:pt idx="1066">
                  <c:v>89.25</c:v>
                </c:pt>
                <c:pt idx="1067">
                  <c:v>89.25</c:v>
                </c:pt>
                <c:pt idx="1068">
                  <c:v>39.950000</c:v>
                </c:pt>
                <c:pt idx="1069">
                  <c:v>39.950000</c:v>
                </c:pt>
                <c:pt idx="1070">
                  <c:v>84.15</c:v>
                </c:pt>
                <c:pt idx="1071">
                  <c:v>84.15</c:v>
                </c:pt>
                <c:pt idx="1072">
                  <c:v>98.6</c:v>
                </c:pt>
                <c:pt idx="1073">
                  <c:v>98.6</c:v>
                </c:pt>
                <c:pt idx="1074">
                  <c:v>56.1</c:v>
                </c:pt>
                <c:pt idx="1075">
                  <c:v>56.1</c:v>
                </c:pt>
                <c:pt idx="1076">
                  <c:v>91.8</c:v>
                </c:pt>
                <c:pt idx="1077">
                  <c:v>91.8</c:v>
                </c:pt>
                <c:pt idx="1078">
                  <c:v>199.75</c:v>
                </c:pt>
                <c:pt idx="1079">
                  <c:v>199.75</c:v>
                </c:pt>
                <c:pt idx="1080">
                  <c:v>135.15</c:v>
                </c:pt>
                <c:pt idx="1081">
                  <c:v>135.15</c:v>
                </c:pt>
                <c:pt idx="1082">
                  <c:v>99.45</c:v>
                </c:pt>
                <c:pt idx="1083">
                  <c:v>99.45</c:v>
                </c:pt>
                <c:pt idx="1084">
                  <c:v>77.350000</c:v>
                </c:pt>
                <c:pt idx="1085">
                  <c:v>77.350000</c:v>
                </c:pt>
                <c:pt idx="1086">
                  <c:v>92.65</c:v>
                </c:pt>
                <c:pt idx="1087">
                  <c:v>92.65</c:v>
                </c:pt>
                <c:pt idx="1088">
                  <c:v>138.550000</c:v>
                </c:pt>
                <c:pt idx="1089">
                  <c:v>138.550000</c:v>
                </c:pt>
                <c:pt idx="1090">
                  <c:v>65.45</c:v>
                </c:pt>
                <c:pt idx="1091">
                  <c:v>65.45</c:v>
                </c:pt>
                <c:pt idx="1092">
                  <c:v>81.600000</c:v>
                </c:pt>
                <c:pt idx="1093">
                  <c:v>81.600000</c:v>
                </c:pt>
                <c:pt idx="1094">
                  <c:v>77.350000</c:v>
                </c:pt>
                <c:pt idx="1095">
                  <c:v>77.350000</c:v>
                </c:pt>
                <c:pt idx="1096">
                  <c:v>46.75</c:v>
                </c:pt>
                <c:pt idx="1097">
                  <c:v>46.75</c:v>
                </c:pt>
                <c:pt idx="1098">
                  <c:v>43.35</c:v>
                </c:pt>
                <c:pt idx="1099">
                  <c:v>43.35</c:v>
                </c:pt>
                <c:pt idx="1100">
                  <c:v>17.850000</c:v>
                </c:pt>
                <c:pt idx="1101">
                  <c:v>17.850000</c:v>
                </c:pt>
                <c:pt idx="1102">
                  <c:v>12.75</c:v>
                </c:pt>
                <c:pt idx="1103">
                  <c:v>12.75</c:v>
                </c:pt>
                <c:pt idx="1104">
                  <c:v>13.6</c:v>
                </c:pt>
                <c:pt idx="1105">
                  <c:v>13.6</c:v>
                </c:pt>
                <c:pt idx="1106">
                  <c:v>1.7</c:v>
                </c:pt>
                <c:pt idx="1107">
                  <c:v>1.7</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5.95</c:v>
                </c:pt>
                <c:pt idx="1191">
                  <c:v>5.95</c:v>
                </c:pt>
                <c:pt idx="1192">
                  <c:v>23.8</c:v>
                </c:pt>
                <c:pt idx="1193">
                  <c:v>23.8</c:v>
                </c:pt>
                <c:pt idx="1194">
                  <c:v>62.9</c:v>
                </c:pt>
                <c:pt idx="1195">
                  <c:v>62.9</c:v>
                </c:pt>
                <c:pt idx="1196">
                  <c:v>82.45</c:v>
                </c:pt>
                <c:pt idx="1197">
                  <c:v>82.45</c:v>
                </c:pt>
                <c:pt idx="1198">
                  <c:v>129.200000</c:v>
                </c:pt>
                <c:pt idx="1199">
                  <c:v>129.200000</c:v>
                </c:pt>
                <c:pt idx="1200">
                  <c:v>146.200000</c:v>
                </c:pt>
                <c:pt idx="1201">
                  <c:v>146.200000</c:v>
                </c:pt>
                <c:pt idx="1202">
                  <c:v>168.3</c:v>
                </c:pt>
                <c:pt idx="1203">
                  <c:v>168.3</c:v>
                </c:pt>
                <c:pt idx="1204">
                  <c:v>192.95</c:v>
                </c:pt>
                <c:pt idx="1205">
                  <c:v>192.95</c:v>
                </c:pt>
                <c:pt idx="1206">
                  <c:v>206.55</c:v>
                </c:pt>
                <c:pt idx="1207">
                  <c:v>206.55</c:v>
                </c:pt>
                <c:pt idx="1208">
                  <c:v>238</c:v>
                </c:pt>
                <c:pt idx="1209">
                  <c:v>238</c:v>
                </c:pt>
                <c:pt idx="1210">
                  <c:v>286.45</c:v>
                </c:pt>
                <c:pt idx="1211">
                  <c:v>286.45</c:v>
                </c:pt>
                <c:pt idx="1212">
                  <c:v>330.65</c:v>
                </c:pt>
                <c:pt idx="1213">
                  <c:v>330.65</c:v>
                </c:pt>
                <c:pt idx="1214">
                  <c:v>351.9</c:v>
                </c:pt>
                <c:pt idx="1215">
                  <c:v>351.9</c:v>
                </c:pt>
                <c:pt idx="1216">
                  <c:v>377.4</c:v>
                </c:pt>
                <c:pt idx="1217">
                  <c:v>377.4</c:v>
                </c:pt>
                <c:pt idx="1218">
                  <c:v>353.6</c:v>
                </c:pt>
                <c:pt idx="1219">
                  <c:v>353.6</c:v>
                </c:pt>
                <c:pt idx="1220">
                  <c:v>409.7</c:v>
                </c:pt>
                <c:pt idx="1221">
                  <c:v>409.7</c:v>
                </c:pt>
                <c:pt idx="1222">
                  <c:v>567.800000</c:v>
                </c:pt>
                <c:pt idx="1223">
                  <c:v>567.800000</c:v>
                </c:pt>
                <c:pt idx="1224">
                  <c:v>602.65</c:v>
                </c:pt>
                <c:pt idx="1225">
                  <c:v>602.65</c:v>
                </c:pt>
                <c:pt idx="1226">
                  <c:v>505.75</c:v>
                </c:pt>
                <c:pt idx="1227">
                  <c:v>505.75</c:v>
                </c:pt>
                <c:pt idx="1228">
                  <c:v>455.6</c:v>
                </c:pt>
                <c:pt idx="1229">
                  <c:v>455.6</c:v>
                </c:pt>
                <c:pt idx="1230">
                  <c:v>306.850000</c:v>
                </c:pt>
                <c:pt idx="1231">
                  <c:v>306.850000</c:v>
                </c:pt>
                <c:pt idx="1232">
                  <c:v>391</c:v>
                </c:pt>
                <c:pt idx="1233">
                  <c:v>391</c:v>
                </c:pt>
                <c:pt idx="1234">
                  <c:v>347.65</c:v>
                </c:pt>
                <c:pt idx="1235">
                  <c:v>347.65</c:v>
                </c:pt>
                <c:pt idx="1236">
                  <c:v>287.3</c:v>
                </c:pt>
                <c:pt idx="1237">
                  <c:v>287.3</c:v>
                </c:pt>
                <c:pt idx="1238">
                  <c:v>274.55</c:v>
                </c:pt>
                <c:pt idx="1239">
                  <c:v>274.55</c:v>
                </c:pt>
                <c:pt idx="1240">
                  <c:v>268.600000</c:v>
                </c:pt>
                <c:pt idx="1241">
                  <c:v>268.600000</c:v>
                </c:pt>
                <c:pt idx="1242">
                  <c:v>257.55</c:v>
                </c:pt>
                <c:pt idx="1243">
                  <c:v>257.55</c:v>
                </c:pt>
                <c:pt idx="1244">
                  <c:v>238</c:v>
                </c:pt>
                <c:pt idx="1245">
                  <c:v>238</c:v>
                </c:pt>
                <c:pt idx="1246">
                  <c:v>215.9</c:v>
                </c:pt>
                <c:pt idx="1247">
                  <c:v>215.9</c:v>
                </c:pt>
                <c:pt idx="1248">
                  <c:v>194.65</c:v>
                </c:pt>
                <c:pt idx="1249">
                  <c:v>194.65</c:v>
                </c:pt>
                <c:pt idx="1250">
                  <c:v>161.5</c:v>
                </c:pt>
                <c:pt idx="1251">
                  <c:v>161.5</c:v>
                </c:pt>
                <c:pt idx="1252">
                  <c:v>175.95</c:v>
                </c:pt>
                <c:pt idx="1253">
                  <c:v>175.95</c:v>
                </c:pt>
                <c:pt idx="1254">
                  <c:v>143.65</c:v>
                </c:pt>
                <c:pt idx="1255">
                  <c:v>143.65</c:v>
                </c:pt>
                <c:pt idx="1256">
                  <c:v>167.45</c:v>
                </c:pt>
                <c:pt idx="1257">
                  <c:v>167.45</c:v>
                </c:pt>
                <c:pt idx="1258">
                  <c:v>242.25</c:v>
                </c:pt>
                <c:pt idx="1259">
                  <c:v>242.25</c:v>
                </c:pt>
                <c:pt idx="1260">
                  <c:v>386.75</c:v>
                </c:pt>
                <c:pt idx="1261">
                  <c:v>386.75</c:v>
                </c:pt>
                <c:pt idx="1262">
                  <c:v>189.55</c:v>
                </c:pt>
                <c:pt idx="1263">
                  <c:v>189.55</c:v>
                </c:pt>
                <c:pt idx="1264">
                  <c:v>153.85</c:v>
                </c:pt>
                <c:pt idx="1265">
                  <c:v>153.85</c:v>
                </c:pt>
                <c:pt idx="1266">
                  <c:v>118.15</c:v>
                </c:pt>
                <c:pt idx="1267">
                  <c:v>118.15</c:v>
                </c:pt>
                <c:pt idx="1268">
                  <c:v>145.35</c:v>
                </c:pt>
                <c:pt idx="1269">
                  <c:v>145.35</c:v>
                </c:pt>
                <c:pt idx="1270">
                  <c:v>174.25</c:v>
                </c:pt>
                <c:pt idx="1271">
                  <c:v>174.25</c:v>
                </c:pt>
                <c:pt idx="1272">
                  <c:v>172.55</c:v>
                </c:pt>
                <c:pt idx="1273">
                  <c:v>172.55</c:v>
                </c:pt>
                <c:pt idx="1274">
                  <c:v>142.800000</c:v>
                </c:pt>
                <c:pt idx="1275">
                  <c:v>142.800000</c:v>
                </c:pt>
                <c:pt idx="1276">
                  <c:v>139.4</c:v>
                </c:pt>
                <c:pt idx="1277">
                  <c:v>139.4</c:v>
                </c:pt>
                <c:pt idx="1278">
                  <c:v>114.75</c:v>
                </c:pt>
                <c:pt idx="1279">
                  <c:v>114.75</c:v>
                </c:pt>
                <c:pt idx="1280">
                  <c:v>97.75</c:v>
                </c:pt>
                <c:pt idx="1281">
                  <c:v>97.75</c:v>
                </c:pt>
                <c:pt idx="1282">
                  <c:v>76.5</c:v>
                </c:pt>
                <c:pt idx="1283">
                  <c:v>76.5</c:v>
                </c:pt>
                <c:pt idx="1284">
                  <c:v>101.15</c:v>
                </c:pt>
                <c:pt idx="1285">
                  <c:v>101.15</c:v>
                </c:pt>
                <c:pt idx="1286">
                  <c:v>92.65</c:v>
                </c:pt>
                <c:pt idx="1287">
                  <c:v>92.65</c:v>
                </c:pt>
                <c:pt idx="1288">
                  <c:v>58.65</c:v>
                </c:pt>
                <c:pt idx="1289">
                  <c:v>58.65</c:v>
                </c:pt>
                <c:pt idx="1290">
                  <c:v>39.950000</c:v>
                </c:pt>
                <c:pt idx="1291">
                  <c:v>39.950000</c:v>
                </c:pt>
                <c:pt idx="1292">
                  <c:v>20.400000</c:v>
                </c:pt>
                <c:pt idx="1293">
                  <c:v>20.400000</c:v>
                </c:pt>
                <c:pt idx="1294">
                  <c:v>11.9</c:v>
                </c:pt>
                <c:pt idx="1295">
                  <c:v>11.9</c:v>
                </c:pt>
                <c:pt idx="1296">
                  <c:v>11.05</c:v>
                </c:pt>
                <c:pt idx="1297">
                  <c:v>11.05</c:v>
                </c:pt>
                <c:pt idx="1298">
                  <c:v>2.550000</c:v>
                </c:pt>
                <c:pt idx="1299">
                  <c:v>2.550000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1.7</c:v>
                </c:pt>
                <c:pt idx="1383">
                  <c:v>1.7</c:v>
                </c:pt>
                <c:pt idx="1384">
                  <c:v>13.6</c:v>
                </c:pt>
                <c:pt idx="1385">
                  <c:v>13.6</c:v>
                </c:pt>
                <c:pt idx="1386">
                  <c:v>18.7</c:v>
                </c:pt>
                <c:pt idx="1387">
                  <c:v>18.7</c:v>
                </c:pt>
                <c:pt idx="1388">
                  <c:v>24.65</c:v>
                </c:pt>
                <c:pt idx="1389">
                  <c:v>24.65</c:v>
                </c:pt>
              </c:numCache>
            </c:numRef>
          </c:yVal>
          <c:smooth val="0"/>
          <c:extLst>
            <c:ext xmlns:c16="http://schemas.microsoft.com/office/drawing/2014/chart" uri="{C3380CC4-5D6E-409C-BE32-E72D297353CC}">
              <c16:uniqueId val="{00000002-33C3-405F-B520-A09BE7A6379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38.1372</c:v>
                </c:pt>
                <c:pt idx="4">
                  <c:v>38.1372</c:v>
                </c:pt>
                <c:pt idx="5">
                  <c:v>38.1372</c:v>
                </c:pt>
                <c:pt idx="6">
                  <c:v>38.1372</c:v>
                </c:pt>
                <c:pt idx="7">
                  <c:v>38.1372</c:v>
                </c:pt>
                <c:pt idx="8">
                  <c:v>38.1372</c:v>
                </c:pt>
                <c:pt idx="9">
                  <c:v>41.8202</c:v>
                </c:pt>
                <c:pt idx="10">
                  <c:v>41.8202</c:v>
                </c:pt>
                <c:pt idx="11">
                  <c:v>41.8202</c:v>
                </c:pt>
                <c:pt idx="12">
                  <c:v>41.8202</c:v>
                </c:pt>
                <c:pt idx="13">
                  <c:v>41.8202</c:v>
                </c:pt>
                <c:pt idx="14">
                  <c:v>41.8202</c:v>
                </c:pt>
                <c:pt idx="15">
                  <c:v>41.8202</c:v>
                </c:pt>
                <c:pt idx="16">
                  <c:v>41.8202</c:v>
                </c:pt>
                <c:pt idx="17">
                  <c:v>41.8202</c:v>
                </c:pt>
                <c:pt idx="18">
                  <c:v>41.8202</c:v>
                </c:pt>
                <c:pt idx="19">
                  <c:v>41.8202</c:v>
                </c:pt>
                <c:pt idx="20">
                  <c:v>42.651117</c:v>
                </c:pt>
                <c:pt idx="21">
                  <c:v>46.358417</c:v>
                </c:pt>
                <c:pt idx="22">
                  <c:v>50.896633</c:v>
                </c:pt>
                <c:pt idx="23">
                  <c:v>54.524100</c:v>
                </c:pt>
                <c:pt idx="24">
                  <c:v>54.524100</c:v>
                </c:pt>
                <c:pt idx="25">
                  <c:v>54.524100</c:v>
                </c:pt>
                <c:pt idx="26">
                  <c:v>52.995149</c:v>
                </c:pt>
                <c:pt idx="27">
                  <c:v>51.712622</c:v>
                </c:pt>
                <c:pt idx="28">
                  <c:v>51.712622</c:v>
                </c:pt>
                <c:pt idx="29">
                  <c:v>51.712622</c:v>
                </c:pt>
                <c:pt idx="30">
                  <c:v>51.712622</c:v>
                </c:pt>
                <c:pt idx="31">
                  <c:v>51.712622</c:v>
                </c:pt>
                <c:pt idx="32">
                  <c:v>51.712622</c:v>
                </c:pt>
                <c:pt idx="33">
                  <c:v>50.450194</c:v>
                </c:pt>
                <c:pt idx="34">
                  <c:v>49.356089</c:v>
                </c:pt>
                <c:pt idx="35">
                  <c:v>48.853159</c:v>
                </c:pt>
                <c:pt idx="36">
                  <c:v>48.853159</c:v>
                </c:pt>
                <c:pt idx="37">
                  <c:v>51.122268</c:v>
                </c:pt>
                <c:pt idx="38">
                  <c:v>51.122268</c:v>
                </c:pt>
                <c:pt idx="39">
                  <c:v>51.122268</c:v>
                </c:pt>
                <c:pt idx="40">
                  <c:v>51.122268</c:v>
                </c:pt>
                <c:pt idx="41">
                  <c:v>51.122268</c:v>
                </c:pt>
                <c:pt idx="42">
                  <c:v>51.122268</c:v>
                </c:pt>
                <c:pt idx="43">
                  <c:v>51.15052</c:v>
                </c:pt>
                <c:pt idx="44">
                  <c:v>51.15052</c:v>
                </c:pt>
                <c:pt idx="45">
                  <c:v>51.15052</c:v>
                </c:pt>
                <c:pt idx="46">
                  <c:v>51.15052</c:v>
                </c:pt>
                <c:pt idx="47">
                  <c:v>51.15052</c:v>
                </c:pt>
                <c:pt idx="48">
                  <c:v>51.15052</c:v>
                </c:pt>
                <c:pt idx="49">
                  <c:v>51.15052</c:v>
                </c:pt>
                <c:pt idx="50">
                  <c:v>51.15052</c:v>
                </c:pt>
                <c:pt idx="51">
                  <c:v>51.15052</c:v>
                </c:pt>
                <c:pt idx="52">
                  <c:v>50.443105</c:v>
                </c:pt>
                <c:pt idx="53">
                  <c:v>49.278558</c:v>
                </c:pt>
                <c:pt idx="54">
                  <c:v>48.907819</c:v>
                </c:pt>
                <c:pt idx="55">
                  <c:v>47.795604</c:v>
                </c:pt>
                <c:pt idx="56">
                  <c:v>46.683389</c:v>
                </c:pt>
                <c:pt idx="57">
                  <c:v>45.571174</c:v>
                </c:pt>
                <c:pt idx="58">
                  <c:v>45.183546</c:v>
                </c:pt>
                <c:pt idx="59">
                  <c:v>43.944666</c:v>
                </c:pt>
                <c:pt idx="60">
                  <c:v>42.705786</c:v>
                </c:pt>
                <c:pt idx="61">
                  <c:v>41.466906</c:v>
                </c:pt>
                <c:pt idx="62">
                  <c:v>41.116029</c:v>
                </c:pt>
                <c:pt idx="63">
                  <c:v>40.063396</c:v>
                </c:pt>
                <c:pt idx="64">
                  <c:v>39.010764</c:v>
                </c:pt>
                <c:pt idx="65">
                  <c:v>37.958132</c:v>
                </c:pt>
                <c:pt idx="66">
                  <c:v>37.537079</c:v>
                </c:pt>
                <c:pt idx="67">
                  <c:v>36.605441</c:v>
                </c:pt>
                <c:pt idx="68">
                  <c:v>35.440894</c:v>
                </c:pt>
                <c:pt idx="69">
                  <c:v>34.276346</c:v>
                </c:pt>
                <c:pt idx="70">
                  <c:v>33.655254</c:v>
                </c:pt>
                <c:pt idx="71">
                  <c:v>32.953500</c:v>
                </c:pt>
                <c:pt idx="72">
                  <c:v>31.900867</c:v>
                </c:pt>
                <c:pt idx="73">
                  <c:v>30.848235</c:v>
                </c:pt>
                <c:pt idx="74">
                  <c:v>29.795603</c:v>
                </c:pt>
                <c:pt idx="75">
                  <c:v>29.725427</c:v>
                </c:pt>
                <c:pt idx="76">
                  <c:v>29.725427</c:v>
                </c:pt>
                <c:pt idx="77">
                  <c:v>29.725427</c:v>
                </c:pt>
                <c:pt idx="78">
                  <c:v>28.852017</c:v>
                </c:pt>
                <c:pt idx="79">
                  <c:v>27.396333</c:v>
                </c:pt>
                <c:pt idx="80">
                  <c:v>25.940649</c:v>
                </c:pt>
                <c:pt idx="81">
                  <c:v>25.597989</c:v>
                </c:pt>
                <c:pt idx="82">
                  <c:v>24.369918</c:v>
                </c:pt>
                <c:pt idx="83">
                  <c:v>23.141847</c:v>
                </c:pt>
                <c:pt idx="84">
                  <c:v>21.913776</c:v>
                </c:pt>
                <c:pt idx="85">
                  <c:v>21.391257</c:v>
                </c:pt>
                <c:pt idx="86">
                  <c:v>20.555228</c:v>
                </c:pt>
                <c:pt idx="87">
                  <c:v>20.052298</c:v>
                </c:pt>
                <c:pt idx="88">
                  <c:v>22.800122</c:v>
                </c:pt>
                <c:pt idx="89">
                  <c:v>21.650485</c:v>
                </c:pt>
                <c:pt idx="90">
                  <c:v>21.147555</c:v>
                </c:pt>
                <c:pt idx="91">
                  <c:v>23.625149</c:v>
                </c:pt>
                <c:pt idx="92">
                  <c:v>23.625149</c:v>
                </c:pt>
                <c:pt idx="93">
                  <c:v>20.481837</c:v>
                </c:pt>
                <c:pt idx="94">
                  <c:v>20.481837</c:v>
                </c:pt>
                <c:pt idx="95">
                  <c:v>20.481837</c:v>
                </c:pt>
                <c:pt idx="96">
                  <c:v>20.481837</c:v>
                </c:pt>
                <c:pt idx="97">
                  <c:v>20.481837</c:v>
                </c:pt>
                <c:pt idx="98">
                  <c:v>20.481837</c:v>
                </c:pt>
                <c:pt idx="99">
                  <c:v>20.481837</c:v>
                </c:pt>
                <c:pt idx="100">
                  <c:v>22.531803</c:v>
                </c:pt>
                <c:pt idx="101">
                  <c:v>22.531803</c:v>
                </c:pt>
                <c:pt idx="102">
                  <c:v>22.531803</c:v>
                </c:pt>
                <c:pt idx="103">
                  <c:v>22.531803</c:v>
                </c:pt>
                <c:pt idx="104">
                  <c:v>22.531803</c:v>
                </c:pt>
                <c:pt idx="105">
                  <c:v>27.07002</c:v>
                </c:pt>
                <c:pt idx="106">
                  <c:v>33.877345</c:v>
                </c:pt>
                <c:pt idx="107">
                  <c:v>40.684669</c:v>
                </c:pt>
                <c:pt idx="108">
                  <c:v>43.172920</c:v>
                </c:pt>
                <c:pt idx="109">
                  <c:v>47.491994</c:v>
                </c:pt>
                <c:pt idx="110">
                  <c:v>52.030211</c:v>
                </c:pt>
                <c:pt idx="111">
                  <c:v>55.963376</c:v>
                </c:pt>
                <c:pt idx="112">
                  <c:v>62.770701</c:v>
                </c:pt>
                <c:pt idx="113">
                  <c:v>62.770701</c:v>
                </c:pt>
                <c:pt idx="114">
                  <c:v>67.308902</c:v>
                </c:pt>
                <c:pt idx="115">
                  <c:v>71.847134</c:v>
                </c:pt>
                <c:pt idx="116">
                  <c:v>78.654459</c:v>
                </c:pt>
                <c:pt idx="117">
                  <c:v>80.923567</c:v>
                </c:pt>
                <c:pt idx="118">
                  <c:v>85.461783</c:v>
                </c:pt>
                <c:pt idx="119">
                  <c:v>90</c:v>
                </c:pt>
                <c:pt idx="120">
                  <c:v>88.784985</c:v>
                </c:pt>
                <c:pt idx="121">
                  <c:v>87.914658</c:v>
                </c:pt>
                <c:pt idx="122">
                  <c:v>86.634155</c:v>
                </c:pt>
                <c:pt idx="123">
                  <c:v>85.280031</c:v>
                </c:pt>
                <c:pt idx="124">
                  <c:v>84.045210</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64.782900</c:v>
                </c:pt>
                <c:pt idx="147">
                  <c:v>64.394718</c:v>
                </c:pt>
                <c:pt idx="148">
                  <c:v>64.394718</c:v>
                </c:pt>
                <c:pt idx="149">
                  <c:v>63.421733</c:v>
                </c:pt>
                <c:pt idx="150">
                  <c:v>63.050995</c:v>
                </c:pt>
                <c:pt idx="151">
                  <c:v>61.918640</c:v>
                </c:pt>
                <c:pt idx="152">
                  <c:v>60.826565</c:v>
                </c:pt>
                <c:pt idx="153">
                  <c:v>59.714349</c:v>
                </c:pt>
                <c:pt idx="154">
                  <c:v>59.491906</c:v>
                </c:pt>
                <c:pt idx="155">
                  <c:v>58.950874</c:v>
                </c:pt>
                <c:pt idx="156">
                  <c:v>57.698745</c:v>
                </c:pt>
                <c:pt idx="157">
                  <c:v>56.890495</c:v>
                </c:pt>
                <c:pt idx="158">
                  <c:v>56.186981</c:v>
                </c:pt>
                <c:pt idx="159">
                  <c:v>55.092594</c:v>
                </c:pt>
                <c:pt idx="160">
                  <c:v>53.998207</c:v>
                </c:pt>
                <c:pt idx="161">
                  <c:v>53.407320</c:v>
                </c:pt>
                <c:pt idx="162">
                  <c:v>52.786228</c:v>
                </c:pt>
                <c:pt idx="163">
                  <c:v>52.075657</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38.772792</c:v>
                </c:pt>
                <c:pt idx="179">
                  <c:v>36.417156</c:v>
                </c:pt>
                <c:pt idx="180">
                  <c:v>35.598442</c:v>
                </c:pt>
                <c:pt idx="181">
                  <c:v>34.370371</c:v>
                </c:pt>
                <c:pt idx="182">
                  <c:v>33.142301</c:v>
                </c:pt>
                <c:pt idx="183">
                  <c:v>32.487329</c:v>
                </c:pt>
                <c:pt idx="184">
                  <c:v>31.601875</c:v>
                </c:pt>
                <c:pt idx="185">
                  <c:v>31.159337</c:v>
                </c:pt>
                <c:pt idx="186">
                  <c:v>29.627038</c:v>
                </c:pt>
                <c:pt idx="187">
                  <c:v>28.605505</c:v>
                </c:pt>
                <c:pt idx="188">
                  <c:v>28.605505</c:v>
                </c:pt>
                <c:pt idx="189">
                  <c:v>25.462193</c:v>
                </c:pt>
                <c:pt idx="190">
                  <c:v>27.731301</c:v>
                </c:pt>
                <c:pt idx="191">
                  <c:v>26.281593</c:v>
                </c:pt>
                <c:pt idx="192">
                  <c:v>27.731301</c:v>
                </c:pt>
                <c:pt idx="193">
                  <c:v>29.774407</c:v>
                </c:pt>
                <c:pt idx="194">
                  <c:v>29.774407</c:v>
                </c:pt>
                <c:pt idx="195">
                  <c:v>29.774407</c:v>
                </c:pt>
                <c:pt idx="196">
                  <c:v>29.774407</c:v>
                </c:pt>
                <c:pt idx="197">
                  <c:v>34.312624</c:v>
                </c:pt>
                <c:pt idx="198">
                  <c:v>41.119949</c:v>
                </c:pt>
                <c:pt idx="199">
                  <c:v>44.617819</c:v>
                </c:pt>
                <c:pt idx="200">
                  <c:v>44.617827</c:v>
                </c:pt>
                <c:pt idx="201">
                  <c:v>50.501553</c:v>
                </c:pt>
                <c:pt idx="202">
                  <c:v>54.665460</c:v>
                </c:pt>
                <c:pt idx="203">
                  <c:v>54.665460</c:v>
                </c:pt>
                <c:pt idx="204">
                  <c:v>54.665460</c:v>
                </c:pt>
                <c:pt idx="205">
                  <c:v>54.665460</c:v>
                </c:pt>
                <c:pt idx="206">
                  <c:v>54.665460</c:v>
                </c:pt>
                <c:pt idx="207">
                  <c:v>54.665460</c:v>
                </c:pt>
                <c:pt idx="208">
                  <c:v>54.665460</c:v>
                </c:pt>
                <c:pt idx="209">
                  <c:v>54.665460</c:v>
                </c:pt>
                <c:pt idx="210">
                  <c:v>58.232484</c:v>
                </c:pt>
                <c:pt idx="211">
                  <c:v>65.039809</c:v>
                </c:pt>
                <c:pt idx="212">
                  <c:v>71.847134</c:v>
                </c:pt>
                <c:pt idx="213">
                  <c:v>78.654459</c:v>
                </c:pt>
                <c:pt idx="214">
                  <c:v>85.461783</c:v>
                </c:pt>
                <c:pt idx="215">
                  <c:v>90</c:v>
                </c:pt>
                <c:pt idx="216">
                  <c:v>88.784985</c:v>
                </c:pt>
                <c:pt idx="217">
                  <c:v>87.914658</c:v>
                </c:pt>
                <c:pt idx="218">
                  <c:v>86.634155</c:v>
                </c:pt>
                <c:pt idx="219">
                  <c:v>85.280031</c:v>
                </c:pt>
                <c:pt idx="220">
                  <c:v>84.045210</c:v>
                </c:pt>
                <c:pt idx="221">
                  <c:v>82.926861</c:v>
                </c:pt>
                <c:pt idx="222">
                  <c:v>82.109739</c:v>
                </c:pt>
                <c:pt idx="223">
                  <c:v>81.147691</c:v>
                </c:pt>
                <c:pt idx="224">
                  <c:v>79.934621</c:v>
                </c:pt>
                <c:pt idx="225">
                  <c:v>79.045036</c:v>
                </c:pt>
                <c:pt idx="226">
                  <c:v>78.877810</c:v>
                </c:pt>
                <c:pt idx="227">
                  <c:v>77.623610</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64.720552</c:v>
                </c:pt>
                <c:pt idx="243">
                  <c:v>64.394718</c:v>
                </c:pt>
                <c:pt idx="244">
                  <c:v>63.282503</c:v>
                </c:pt>
                <c:pt idx="245">
                  <c:v>62.170288</c:v>
                </c:pt>
                <c:pt idx="246">
                  <c:v>61.058072</c:v>
                </c:pt>
                <c:pt idx="247">
                  <c:v>60.464891</c:v>
                </c:pt>
                <c:pt idx="248">
                  <c:v>59.473787</c:v>
                </c:pt>
                <c:pt idx="249">
                  <c:v>58.234907</c:v>
                </c:pt>
                <c:pt idx="250">
                  <c:v>56.996026</c:v>
                </c:pt>
                <c:pt idx="251">
                  <c:v>56.583066</c:v>
                </c:pt>
                <c:pt idx="252">
                  <c:v>56.080938</c:v>
                </c:pt>
                <c:pt idx="253">
                  <c:v>54.842058</c:v>
                </c:pt>
                <c:pt idx="254">
                  <c:v>53.603178</c:v>
                </c:pt>
                <c:pt idx="255">
                  <c:v>52.859850</c:v>
                </c:pt>
                <c:pt idx="256">
                  <c:v>52.859850</c:v>
                </c:pt>
                <c:pt idx="257">
                  <c:v>51.807217</c:v>
                </c:pt>
                <c:pt idx="258">
                  <c:v>50.754585</c:v>
                </c:pt>
                <c:pt idx="259">
                  <c:v>49.701953</c:v>
                </c:pt>
                <c:pt idx="260">
                  <c:v>48.930023</c:v>
                </c:pt>
                <c:pt idx="261">
                  <c:v>48.464204</c:v>
                </c:pt>
                <c:pt idx="262">
                  <c:v>47.299656</c:v>
                </c:pt>
                <c:pt idx="263">
                  <c:v>46.135109</c:v>
                </c:pt>
                <c:pt idx="264">
                  <c:v>45.048198</c:v>
                </c:pt>
                <c:pt idx="265">
                  <c:v>44.697321</c:v>
                </c:pt>
                <c:pt idx="266">
                  <c:v>43.644688</c:v>
                </c:pt>
                <c:pt idx="267">
                  <c:v>42.592056</c:v>
                </c:pt>
                <c:pt idx="268">
                  <c:v>41.539424</c:v>
                </c:pt>
                <c:pt idx="269">
                  <c:v>41.118371</c:v>
                </c:pt>
                <c:pt idx="270">
                  <c:v>40.244961</c:v>
                </c:pt>
                <c:pt idx="271">
                  <c:v>38.789276</c:v>
                </c:pt>
                <c:pt idx="272">
                  <c:v>37.333592</c:v>
                </c:pt>
                <c:pt idx="273">
                  <c:v>36.990932</c:v>
                </c:pt>
                <c:pt idx="274">
                  <c:v>35.762861</c:v>
                </c:pt>
                <c:pt idx="275">
                  <c:v>34.534791</c:v>
                </c:pt>
                <c:pt idx="276">
                  <c:v>33.306720</c:v>
                </c:pt>
                <c:pt idx="277">
                  <c:v>33.306720</c:v>
                </c:pt>
                <c:pt idx="278">
                  <c:v>33.306720</c:v>
                </c:pt>
                <c:pt idx="279">
                  <c:v>32.888705</c:v>
                </c:pt>
                <c:pt idx="280">
                  <c:v>31.601875</c:v>
                </c:pt>
                <c:pt idx="281">
                  <c:v>31.426975</c:v>
                </c:pt>
                <c:pt idx="282">
                  <c:v>30.737192</c:v>
                </c:pt>
                <c:pt idx="283">
                  <c:v>29.200008</c:v>
                </c:pt>
                <c:pt idx="284">
                  <c:v>28.999097</c:v>
                </c:pt>
                <c:pt idx="285">
                  <c:v>28.286047</c:v>
                </c:pt>
                <c:pt idx="286">
                  <c:v>28.286047</c:v>
                </c:pt>
                <c:pt idx="287">
                  <c:v>26.281593</c:v>
                </c:pt>
                <c:pt idx="288">
                  <c:v>26.281600</c:v>
                </c:pt>
                <c:pt idx="289">
                  <c:v>26.281600</c:v>
                </c:pt>
                <c:pt idx="290">
                  <c:v>26.281600</c:v>
                </c:pt>
                <c:pt idx="291">
                  <c:v>26.281600</c:v>
                </c:pt>
                <c:pt idx="292">
                  <c:v>26.281600</c:v>
                </c:pt>
                <c:pt idx="293">
                  <c:v>30.819817</c:v>
                </c:pt>
                <c:pt idx="294">
                  <c:v>37.627142</c:v>
                </c:pt>
                <c:pt idx="295">
                  <c:v>39.231283</c:v>
                </c:pt>
                <c:pt idx="296">
                  <c:v>39.231283</c:v>
                </c:pt>
                <c:pt idx="297">
                  <c:v>43.769500</c:v>
                </c:pt>
                <c:pt idx="298">
                  <c:v>50.576825</c:v>
                </c:pt>
                <c:pt idx="299">
                  <c:v>51.241791</c:v>
                </c:pt>
                <c:pt idx="300">
                  <c:v>53.510900</c:v>
                </c:pt>
                <c:pt idx="301">
                  <c:v>53.510900</c:v>
                </c:pt>
                <c:pt idx="302">
                  <c:v>53.510900</c:v>
                </c:pt>
                <c:pt idx="303">
                  <c:v>58.049116</c:v>
                </c:pt>
                <c:pt idx="304">
                  <c:v>62.578017</c:v>
                </c:pt>
                <c:pt idx="305">
                  <c:v>62.770701</c:v>
                </c:pt>
                <c:pt idx="306">
                  <c:v>62.770701</c:v>
                </c:pt>
                <c:pt idx="307">
                  <c:v>67.308917</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82.133066</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54.908327</c:v>
                </c:pt>
                <c:pt idx="350">
                  <c:v>53.855695</c:v>
                </c:pt>
                <c:pt idx="351">
                  <c:v>52.803062</c:v>
                </c:pt>
                <c:pt idx="352">
                  <c:v>51.750430</c:v>
                </c:pt>
                <c:pt idx="353">
                  <c:v>51.680255</c:v>
                </c:pt>
                <c:pt idx="354">
                  <c:v>51.680255</c:v>
                </c:pt>
                <c:pt idx="355">
                  <c:v>50.748617</c:v>
                </c:pt>
                <c:pt idx="356">
                  <c:v>49.584070</c:v>
                </c:pt>
                <c:pt idx="357">
                  <c:v>48.419522</c:v>
                </c:pt>
                <c:pt idx="358">
                  <c:v>47.798430</c:v>
                </c:pt>
                <c:pt idx="359">
                  <c:v>47.096675</c:v>
                </c:pt>
                <c:pt idx="360">
                  <c:v>46.044043</c:v>
                </c:pt>
                <c:pt idx="361">
                  <c:v>44.991411</c:v>
                </c:pt>
                <c:pt idx="362">
                  <c:v>43.938779</c:v>
                </c:pt>
                <c:pt idx="363">
                  <c:v>43.776179</c:v>
                </c:pt>
                <c:pt idx="364">
                  <c:v>42.389813</c:v>
                </c:pt>
                <c:pt idx="365">
                  <c:v>41.003447</c:v>
                </c:pt>
                <c:pt idx="366">
                  <c:v>39.986779</c:v>
                </c:pt>
                <c:pt idx="367">
                  <c:v>39.264974</c:v>
                </c:pt>
                <c:pt idx="368">
                  <c:v>38.061966</c:v>
                </c:pt>
                <c:pt idx="369">
                  <c:v>36.858957</c:v>
                </c:pt>
                <c:pt idx="370">
                  <c:v>36.056952</c:v>
                </c:pt>
                <c:pt idx="371">
                  <c:v>36.056952</c:v>
                </c:pt>
                <c:pt idx="372">
                  <c:v>36.056952</c:v>
                </c:pt>
                <c:pt idx="373">
                  <c:v>34.728959</c:v>
                </c:pt>
                <c:pt idx="374">
                  <c:v>33.196660</c:v>
                </c:pt>
                <c:pt idx="375">
                  <c:v>32.175127</c:v>
                </c:pt>
                <c:pt idx="376">
                  <c:v>31.292897</c:v>
                </c:pt>
                <c:pt idx="377">
                  <c:v>29.969551</c:v>
                </c:pt>
                <c:pt idx="378">
                  <c:v>28.646205</c:v>
                </c:pt>
                <c:pt idx="379">
                  <c:v>28.293312</c:v>
                </c:pt>
                <c:pt idx="380">
                  <c:v>28.188809</c:v>
                </c:pt>
                <c:pt idx="381">
                  <c:v>26.934764</c:v>
                </c:pt>
                <c:pt idx="382">
                  <c:v>26.431834</c:v>
                </c:pt>
                <c:pt idx="383">
                  <c:v>29.031823</c:v>
                </c:pt>
                <c:pt idx="384">
                  <c:v>34.312631</c:v>
                </c:pt>
                <c:pt idx="385">
                  <c:v>34.312631</c:v>
                </c:pt>
                <c:pt idx="386">
                  <c:v>34.312631</c:v>
                </c:pt>
                <c:pt idx="387">
                  <c:v>34.312631</c:v>
                </c:pt>
                <c:pt idx="388">
                  <c:v>34.312631</c:v>
                </c:pt>
                <c:pt idx="389">
                  <c:v>34.312631</c:v>
                </c:pt>
                <c:pt idx="390">
                  <c:v>34.312631</c:v>
                </c:pt>
                <c:pt idx="391">
                  <c:v>34.312631</c:v>
                </c:pt>
                <c:pt idx="392">
                  <c:v>34.312631</c:v>
                </c:pt>
                <c:pt idx="393">
                  <c:v>34.312639</c:v>
                </c:pt>
                <c:pt idx="394">
                  <c:v>34.312639</c:v>
                </c:pt>
                <c:pt idx="395">
                  <c:v>34.312639</c:v>
                </c:pt>
                <c:pt idx="396">
                  <c:v>34.312639</c:v>
                </c:pt>
                <c:pt idx="397">
                  <c:v>34.312639</c:v>
                </c:pt>
                <c:pt idx="398">
                  <c:v>34.312639</c:v>
                </c:pt>
                <c:pt idx="399">
                  <c:v>38.850855</c:v>
                </c:pt>
                <c:pt idx="400">
                  <c:v>44.617834</c:v>
                </c:pt>
                <c:pt idx="401">
                  <c:v>51.425159</c:v>
                </c:pt>
                <c:pt idx="402">
                  <c:v>58.232484</c:v>
                </c:pt>
                <c:pt idx="403">
                  <c:v>65.039809</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66.139010</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52.209270</c:v>
                </c:pt>
                <c:pt idx="447">
                  <c:v>51.680255</c:v>
                </c:pt>
                <c:pt idx="448">
                  <c:v>51.680255</c:v>
                </c:pt>
                <c:pt idx="449">
                  <c:v>51.524982</c:v>
                </c:pt>
                <c:pt idx="450">
                  <c:v>50.360434</c:v>
                </c:pt>
                <c:pt idx="451">
                  <c:v>49.195887</c:v>
                </c:pt>
                <c:pt idx="452">
                  <c:v>48.03134</c:v>
                </c:pt>
                <c:pt idx="453">
                  <c:v>47.798430</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26.934764</c:v>
                </c:pt>
                <c:pt idx="476">
                  <c:v>25.174509</c:v>
                </c:pt>
                <c:pt idx="477">
                  <c:v>24.756494</c:v>
                </c:pt>
                <c:pt idx="478">
                  <c:v>23.815961</c:v>
                </c:pt>
                <c:pt idx="479">
                  <c:v>23.313031</c:v>
                </c:pt>
                <c:pt idx="480">
                  <c:v>27.851248</c:v>
                </c:pt>
                <c:pt idx="481">
                  <c:v>27.851248</c:v>
                </c:pt>
                <c:pt idx="482">
                  <c:v>27.851248</c:v>
                </c:pt>
                <c:pt idx="483">
                  <c:v>27.851248</c:v>
                </c:pt>
                <c:pt idx="484">
                  <c:v>27.851255</c:v>
                </c:pt>
                <c:pt idx="485">
                  <c:v>27.851263</c:v>
                </c:pt>
                <c:pt idx="486">
                  <c:v>27.851263</c:v>
                </c:pt>
                <c:pt idx="487">
                  <c:v>32.389479</c:v>
                </c:pt>
                <c:pt idx="488">
                  <c:v>39.196804</c:v>
                </c:pt>
                <c:pt idx="489">
                  <c:v>39.196804</c:v>
                </c:pt>
                <c:pt idx="490">
                  <c:v>41.465912</c:v>
                </c:pt>
                <c:pt idx="491">
                  <c:v>41.465912</c:v>
                </c:pt>
                <c:pt idx="492">
                  <c:v>46.004129</c:v>
                </c:pt>
                <c:pt idx="493">
                  <c:v>52.811454</c:v>
                </c:pt>
                <c:pt idx="494">
                  <c:v>53.538086</c:v>
                </c:pt>
                <c:pt idx="495">
                  <c:v>53.538086</c:v>
                </c:pt>
                <c:pt idx="496">
                  <c:v>58.076303</c:v>
                </c:pt>
                <c:pt idx="497">
                  <c:v>64.883627</c:v>
                </c:pt>
                <c:pt idx="498">
                  <c:v>66.385326</c:v>
                </c:pt>
                <c:pt idx="499">
                  <c:v>67.308917</c:v>
                </c:pt>
                <c:pt idx="500">
                  <c:v>74.116242</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82.002617</c:v>
                </c:pt>
                <c:pt idx="512">
                  <c:v>80.616251</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66.482403</c:v>
                </c:pt>
                <c:pt idx="529">
                  <c:v>65.362646</c:v>
                </c:pt>
                <c:pt idx="530">
                  <c:v>64.242889</c:v>
                </c:pt>
                <c:pt idx="531">
                  <c:v>63.421733</c:v>
                </c:pt>
                <c:pt idx="532">
                  <c:v>63.421733</c:v>
                </c:pt>
                <c:pt idx="533">
                  <c:v>62.603019</c:v>
                </c:pt>
                <c:pt idx="534">
                  <c:v>61.374948</c:v>
                </c:pt>
                <c:pt idx="535">
                  <c:v>60.146877</c:v>
                </c:pt>
                <c:pt idx="536">
                  <c:v>59.491906</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51.468519</c:v>
                </c:pt>
                <c:pt idx="550">
                  <c:v>50.409839</c:v>
                </c:pt>
                <c:pt idx="551">
                  <c:v>49.35116</c:v>
                </c:pt>
                <c:pt idx="552">
                  <c:v>48.292481</c:v>
                </c:pt>
                <c:pt idx="553">
                  <c:v>47.798430</c:v>
                </c:pt>
                <c:pt idx="554">
                  <c:v>47.798430</c:v>
                </c:pt>
                <c:pt idx="555">
                  <c:v>47.798430</c:v>
                </c:pt>
                <c:pt idx="556">
                  <c:v>47.798430</c:v>
                </c:pt>
                <c:pt idx="557">
                  <c:v>47.798430</c:v>
                </c:pt>
                <c:pt idx="558">
                  <c:v>47.798430</c:v>
                </c:pt>
                <c:pt idx="559">
                  <c:v>47.798430</c:v>
                </c:pt>
                <c:pt idx="560">
                  <c:v>47.798430</c:v>
                </c:pt>
                <c:pt idx="561">
                  <c:v>47.798430</c:v>
                </c:pt>
                <c:pt idx="562">
                  <c:v>46.818443</c:v>
                </c:pt>
                <c:pt idx="563">
                  <c:v>45.362759</c:v>
                </c:pt>
                <c:pt idx="564">
                  <c:v>44.974576</c:v>
                </c:pt>
                <c:pt idx="565">
                  <c:v>44.974576</c:v>
                </c:pt>
                <c:pt idx="566">
                  <c:v>44.217921</c:v>
                </c:pt>
                <c:pt idx="567">
                  <c:v>43.073642</c:v>
                </c:pt>
                <c:pt idx="568">
                  <c:v>41.831264</c:v>
                </c:pt>
                <c:pt idx="569">
                  <c:v>41.544135</c:v>
                </c:pt>
                <c:pt idx="570">
                  <c:v>39.350396</c:v>
                </c:pt>
                <c:pt idx="571">
                  <c:v>40.7498</c:v>
                </c:pt>
                <c:pt idx="572">
                  <c:v>39.831252</c:v>
                </c:pt>
                <c:pt idx="573">
                  <c:v>37.988680</c:v>
                </c:pt>
                <c:pt idx="574">
                  <c:v>38.888322</c:v>
                </c:pt>
                <c:pt idx="575">
                  <c:v>38.888322</c:v>
                </c:pt>
                <c:pt idx="576">
                  <c:v>38.888329</c:v>
                </c:pt>
                <c:pt idx="577">
                  <c:v>45.695654</c:v>
                </c:pt>
                <c:pt idx="578">
                  <c:v>50.500205</c:v>
                </c:pt>
                <c:pt idx="579">
                  <c:v>50.500205</c:v>
                </c:pt>
                <c:pt idx="580">
                  <c:v>50.500205</c:v>
                </c:pt>
                <c:pt idx="581">
                  <c:v>50.500205</c:v>
                </c:pt>
                <c:pt idx="582">
                  <c:v>50.500205</c:v>
                </c:pt>
                <c:pt idx="583">
                  <c:v>50.500205</c:v>
                </c:pt>
                <c:pt idx="584">
                  <c:v>52.769313</c:v>
                </c:pt>
                <c:pt idx="585">
                  <c:v>52.769313</c:v>
                </c:pt>
                <c:pt idx="586">
                  <c:v>52.769313</c:v>
                </c:pt>
                <c:pt idx="587">
                  <c:v>52.769313</c:v>
                </c:pt>
                <c:pt idx="588">
                  <c:v>52.769313</c:v>
                </c:pt>
                <c:pt idx="589">
                  <c:v>52.769313</c:v>
                </c:pt>
                <c:pt idx="590">
                  <c:v>52.769313</c:v>
                </c:pt>
                <c:pt idx="591">
                  <c:v>52.769313</c:v>
                </c:pt>
                <c:pt idx="592">
                  <c:v>57.30753</c:v>
                </c:pt>
                <c:pt idx="593">
                  <c:v>57.30753</c:v>
                </c:pt>
                <c:pt idx="594">
                  <c:v>57.30753</c:v>
                </c:pt>
                <c:pt idx="595">
                  <c:v>61.845746</c:v>
                </c:pt>
                <c:pt idx="596">
                  <c:v>68.653071</c:v>
                </c:pt>
                <c:pt idx="597">
                  <c:v>75.460396</c:v>
                </c:pt>
                <c:pt idx="598">
                  <c:v>79.999968</c:v>
                </c:pt>
                <c:pt idx="599">
                  <c:v>80.923567</c:v>
                </c:pt>
                <c:pt idx="600">
                  <c:v>85.461783</c:v>
                </c:pt>
                <c:pt idx="601">
                  <c:v>89.497070</c:v>
                </c:pt>
                <c:pt idx="602">
                  <c:v>87.914658</c:v>
                </c:pt>
                <c:pt idx="603">
                  <c:v>86.649855</c:v>
                </c:pt>
                <c:pt idx="604">
                  <c:v>85.098607</c:v>
                </c:pt>
                <c:pt idx="605">
                  <c:v>83.547360</c:v>
                </c:pt>
                <c:pt idx="606">
                  <c:v>82.926861</c:v>
                </c:pt>
                <c:pt idx="607">
                  <c:v>81.598868</c:v>
                </c:pt>
                <c:pt idx="608">
                  <c:v>80.066569</c:v>
                </c:pt>
                <c:pt idx="609">
                  <c:v>79.045036</c:v>
                </c:pt>
                <c:pt idx="610">
                  <c:v>79.045036</c:v>
                </c:pt>
                <c:pt idx="611">
                  <c:v>78.160825</c:v>
                </c:pt>
                <c:pt idx="612">
                  <c:v>76.687140</c:v>
                </c:pt>
                <c:pt idx="613">
                  <c:v>75.213455</c:v>
                </c:pt>
                <c:pt idx="614">
                  <c:v>74.934659</c:v>
                </c:pt>
                <c:pt idx="615">
                  <c:v>73.580535</c:v>
                </c:pt>
                <c:pt idx="616">
                  <c:v>72.226410</c:v>
                </c:pt>
                <c:pt idx="617">
                  <c:v>71.233385</c:v>
                </c:pt>
                <c:pt idx="618">
                  <c:v>71.233385</c:v>
                </c:pt>
                <c:pt idx="619">
                  <c:v>70.272760</c:v>
                </c:pt>
                <c:pt idx="620">
                  <c:v>68.962818</c:v>
                </c:pt>
                <c:pt idx="621">
                  <c:v>67.652876</c:v>
                </c:pt>
                <c:pt idx="622">
                  <c:v>67.303558</c:v>
                </c:pt>
                <c:pt idx="623">
                  <c:v>67.303558</c:v>
                </c:pt>
                <c:pt idx="624">
                  <c:v>66.518239</c:v>
                </c:pt>
                <c:pt idx="625">
                  <c:v>65.290168</c:v>
                </c:pt>
                <c:pt idx="626">
                  <c:v>64.311318</c:v>
                </c:pt>
                <c:pt idx="627">
                  <c:v>63.421733</c:v>
                </c:pt>
                <c:pt idx="628">
                  <c:v>62.767686</c:v>
                </c:pt>
                <c:pt idx="629">
                  <c:v>61.603139</c:v>
                </c:pt>
                <c:pt idx="630">
                  <c:v>60.671501</c:v>
                </c:pt>
                <c:pt idx="631">
                  <c:v>60.065006</c:v>
                </c:pt>
                <c:pt idx="632">
                  <c:v>59.491906</c:v>
                </c:pt>
                <c:pt idx="633">
                  <c:v>58.460973</c:v>
                </c:pt>
                <c:pt idx="634">
                  <c:v>57.232903</c:v>
                </c:pt>
                <c:pt idx="635">
                  <c:v>56.386447</c:v>
                </c:pt>
                <c:pt idx="636">
                  <c:v>55.610082</c:v>
                </c:pt>
                <c:pt idx="637">
                  <c:v>55.610082</c:v>
                </c:pt>
                <c:pt idx="638">
                  <c:v>54.509730</c:v>
                </c:pt>
                <c:pt idx="639">
                  <c:v>53.330782</c:v>
                </c:pt>
                <c:pt idx="640">
                  <c:v>52.151834</c:v>
                </c:pt>
                <c:pt idx="641">
                  <c:v>51.680255</c:v>
                </c:pt>
                <c:pt idx="642">
                  <c:v>51.680255</c:v>
                </c:pt>
                <c:pt idx="643">
                  <c:v>51.292072</c:v>
                </c:pt>
                <c:pt idx="644">
                  <c:v>50.127525</c:v>
                </c:pt>
                <c:pt idx="645">
                  <c:v>48.962978</c:v>
                </c:pt>
                <c:pt idx="646">
                  <c:v>47.798430</c:v>
                </c:pt>
                <c:pt idx="647">
                  <c:v>47.798430</c:v>
                </c:pt>
                <c:pt idx="648">
                  <c:v>47.143459</c:v>
                </c:pt>
                <c:pt idx="649">
                  <c:v>45.915388</c:v>
                </c:pt>
                <c:pt idx="650">
                  <c:v>44.687317</c:v>
                </c:pt>
                <c:pt idx="651">
                  <c:v>43.868603</c:v>
                </c:pt>
                <c:pt idx="652">
                  <c:v>43.868603</c:v>
                </c:pt>
                <c:pt idx="653">
                  <c:v>41.831264</c:v>
                </c:pt>
                <c:pt idx="654">
                  <c:v>41.831264</c:v>
                </c:pt>
                <c:pt idx="655">
                  <c:v>41.831264</c:v>
                </c:pt>
                <c:pt idx="656">
                  <c:v>41.831264</c:v>
                </c:pt>
                <c:pt idx="657">
                  <c:v>41.207685</c:v>
                </c:pt>
                <c:pt idx="658">
                  <c:v>40.709758</c:v>
                </c:pt>
                <c:pt idx="659">
                  <c:v>39.177459</c:v>
                </c:pt>
                <c:pt idx="660">
                  <c:v>37.645160</c:v>
                </c:pt>
                <c:pt idx="661">
                  <c:v>37.236547</c:v>
                </c:pt>
                <c:pt idx="662">
                  <c:v>35.877911</c:v>
                </c:pt>
                <c:pt idx="663">
                  <c:v>34.422231</c:v>
                </c:pt>
                <c:pt idx="664">
                  <c:v>33.354732</c:v>
                </c:pt>
                <c:pt idx="665">
                  <c:v>33.354732</c:v>
                </c:pt>
                <c:pt idx="666">
                  <c:v>32.869536</c:v>
                </c:pt>
                <c:pt idx="667">
                  <c:v>31.996183</c:v>
                </c:pt>
                <c:pt idx="668">
                  <c:v>31.493254</c:v>
                </c:pt>
                <c:pt idx="669">
                  <c:v>30.594850</c:v>
                </c:pt>
                <c:pt idx="670">
                  <c:v>34.243486</c:v>
                </c:pt>
                <c:pt idx="671">
                  <c:v>38.781702</c:v>
                </c:pt>
                <c:pt idx="672">
                  <c:v>42.156035</c:v>
                </c:pt>
                <c:pt idx="673">
                  <c:v>42.156035</c:v>
                </c:pt>
                <c:pt idx="674">
                  <c:v>42.156035</c:v>
                </c:pt>
                <c:pt idx="675">
                  <c:v>42.156035</c:v>
                </c:pt>
                <c:pt idx="676">
                  <c:v>42.156035</c:v>
                </c:pt>
                <c:pt idx="677">
                  <c:v>42.156035</c:v>
                </c:pt>
                <c:pt idx="678">
                  <c:v>42.156035</c:v>
                </c:pt>
                <c:pt idx="679">
                  <c:v>42.156035</c:v>
                </c:pt>
                <c:pt idx="680">
                  <c:v>42.156035</c:v>
                </c:pt>
                <c:pt idx="681">
                  <c:v>42.156035</c:v>
                </c:pt>
                <c:pt idx="682">
                  <c:v>42.156035</c:v>
                </c:pt>
                <c:pt idx="683">
                  <c:v>42.156035</c:v>
                </c:pt>
                <c:pt idx="684">
                  <c:v>42.156035</c:v>
                </c:pt>
                <c:pt idx="685">
                  <c:v>42.156042</c:v>
                </c:pt>
                <c:pt idx="686">
                  <c:v>44.063357</c:v>
                </c:pt>
                <c:pt idx="687">
                  <c:v>50.870682</c:v>
                </c:pt>
                <c:pt idx="688">
                  <c:v>57.678006</c:v>
                </c:pt>
                <c:pt idx="689">
                  <c:v>58.232477</c:v>
                </c:pt>
                <c:pt idx="690">
                  <c:v>62.770693</c:v>
                </c:pt>
                <c:pt idx="691">
                  <c:v>69.578018</c:v>
                </c:pt>
                <c:pt idx="692">
                  <c:v>76.385343</c:v>
                </c:pt>
                <c:pt idx="693">
                  <c:v>83.192668</c:v>
                </c:pt>
                <c:pt idx="694">
                  <c:v>87.730884</c:v>
                </c:pt>
                <c:pt idx="695">
                  <c:v>90</c:v>
                </c:pt>
              </c:numCache>
            </c:numRef>
          </c:yVal>
          <c:smooth val="0"/>
          <c:extLst>
            <c:ext xmlns:c16="http://schemas.microsoft.com/office/drawing/2014/chart" uri="{C3380CC4-5D6E-409C-BE32-E72D297353CC}">
              <c16:uniqueId val="{00000000-DF92-4069-BC83-B9AEE43D4E41}"/>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59.717708</c:v>
                </c:pt>
                <c:pt idx="6">
                  <c:v>63.121371</c:v>
                </c:pt>
                <c:pt idx="7">
                  <c:v>65.390479</c:v>
                </c:pt>
                <c:pt idx="8">
                  <c:v>67.016079</c:v>
                </c:pt>
                <c:pt idx="9">
                  <c:v>67.016079</c:v>
                </c:pt>
                <c:pt idx="10">
                  <c:v>67.643379</c:v>
                </c:pt>
                <c:pt idx="11">
                  <c:v>67.643379</c:v>
                </c:pt>
                <c:pt idx="12">
                  <c:v>67.643379</c:v>
                </c:pt>
                <c:pt idx="13">
                  <c:v>67.643379</c:v>
                </c:pt>
                <c:pt idx="14">
                  <c:v>67.811859</c:v>
                </c:pt>
                <c:pt idx="15">
                  <c:v>68.331008</c:v>
                </c:pt>
                <c:pt idx="16">
                  <c:v>68.331008</c:v>
                </c:pt>
                <c:pt idx="17">
                  <c:v>71.214349</c:v>
                </c:pt>
                <c:pt idx="18">
                  <c:v>71.382829</c:v>
                </c:pt>
                <c:pt idx="19">
                  <c:v>71.382829</c:v>
                </c:pt>
                <c:pt idx="20">
                  <c:v>72.519885</c:v>
                </c:pt>
                <c:pt idx="21">
                  <c:v>73.997304</c:v>
                </c:pt>
                <c:pt idx="22">
                  <c:v>75.136267</c:v>
                </c:pt>
                <c:pt idx="23">
                  <c:v>75.873674</c:v>
                </c:pt>
                <c:pt idx="24">
                  <c:v>77.991728</c:v>
                </c:pt>
                <c:pt idx="25">
                  <c:v>79.851042</c:v>
                </c:pt>
                <c:pt idx="26">
                  <c:v>79.851046</c:v>
                </c:pt>
                <c:pt idx="27">
                  <c:v>80.463502</c:v>
                </c:pt>
                <c:pt idx="28">
                  <c:v>79.240188</c:v>
                </c:pt>
                <c:pt idx="29">
                  <c:v>77.956336</c:v>
                </c:pt>
                <c:pt idx="30">
                  <c:v>75.889967</c:v>
                </c:pt>
                <c:pt idx="31">
                  <c:v>75.306221</c:v>
                </c:pt>
                <c:pt idx="32">
                  <c:v>74.744040</c:v>
                </c:pt>
                <c:pt idx="33">
                  <c:v>74.18186</c:v>
                </c:pt>
                <c:pt idx="34">
                  <c:v>73.637954</c:v>
                </c:pt>
                <c:pt idx="35">
                  <c:v>73.443919</c:v>
                </c:pt>
                <c:pt idx="36">
                  <c:v>72.610420</c:v>
                </c:pt>
                <c:pt idx="37">
                  <c:v>72.003881</c:v>
                </c:pt>
                <c:pt idx="38">
                  <c:v>71.346693</c:v>
                </c:pt>
                <c:pt idx="39">
                  <c:v>70.826806</c:v>
                </c:pt>
                <c:pt idx="40">
                  <c:v>70.089532</c:v>
                </c:pt>
                <c:pt idx="41">
                  <c:v>69.200033</c:v>
                </c:pt>
                <c:pt idx="42">
                  <c:v>68.471775</c:v>
                </c:pt>
                <c:pt idx="43">
                  <c:v>68.142308</c:v>
                </c:pt>
                <c:pt idx="44">
                  <c:v>67.863829</c:v>
                </c:pt>
                <c:pt idx="45">
                  <c:v>67.649847</c:v>
                </c:pt>
                <c:pt idx="46">
                  <c:v>67.259111</c:v>
                </c:pt>
                <c:pt idx="47">
                  <c:v>66.932772</c:v>
                </c:pt>
                <c:pt idx="48">
                  <c:v>66.404521</c:v>
                </c:pt>
                <c:pt idx="49">
                  <c:v>66.180497</c:v>
                </c:pt>
                <c:pt idx="50">
                  <c:v>67.083017</c:v>
                </c:pt>
                <c:pt idx="51">
                  <c:v>66.501624</c:v>
                </c:pt>
                <c:pt idx="52">
                  <c:v>65.829777</c:v>
                </c:pt>
                <c:pt idx="53">
                  <c:v>65.024287</c:v>
                </c:pt>
                <c:pt idx="54">
                  <c:v>64.327672</c:v>
                </c:pt>
                <c:pt idx="55">
                  <c:v>63.082167</c:v>
                </c:pt>
                <c:pt idx="56">
                  <c:v>62.195480</c:v>
                </c:pt>
                <c:pt idx="57">
                  <c:v>63.468560</c:v>
                </c:pt>
                <c:pt idx="58">
                  <c:v>62.570519</c:v>
                </c:pt>
                <c:pt idx="59">
                  <c:v>61.388347</c:v>
                </c:pt>
                <c:pt idx="60">
                  <c:v>60.206174</c:v>
                </c:pt>
                <c:pt idx="61">
                  <c:v>59.771645</c:v>
                </c:pt>
                <c:pt idx="62">
                  <c:v>59.068158</c:v>
                </c:pt>
                <c:pt idx="63">
                  <c:v>57.934861</c:v>
                </c:pt>
                <c:pt idx="64">
                  <c:v>56.801564</c:v>
                </c:pt>
                <c:pt idx="65">
                  <c:v>56.436445</c:v>
                </c:pt>
                <c:pt idx="66">
                  <c:v>56.280151</c:v>
                </c:pt>
                <c:pt idx="67">
                  <c:v>55.694048</c:v>
                </c:pt>
                <c:pt idx="68">
                  <c:v>55.107944</c:v>
                </c:pt>
                <c:pt idx="69">
                  <c:v>54.599988</c:v>
                </c:pt>
                <c:pt idx="70">
                  <c:v>54.417590</c:v>
                </c:pt>
                <c:pt idx="71">
                  <c:v>53.870397</c:v>
                </c:pt>
                <c:pt idx="72">
                  <c:v>53.323203</c:v>
                </c:pt>
                <c:pt idx="73">
                  <c:v>52.776010</c:v>
                </c:pt>
                <c:pt idx="74">
                  <c:v>52.739530</c:v>
                </c:pt>
                <c:pt idx="75">
                  <c:v>52.336405</c:v>
                </c:pt>
                <c:pt idx="76">
                  <c:v>51.664531</c:v>
                </c:pt>
                <c:pt idx="77">
                  <c:v>50.992657</c:v>
                </c:pt>
                <c:pt idx="78">
                  <c:v>50.438688</c:v>
                </c:pt>
                <c:pt idx="79">
                  <c:v>49.349104</c:v>
                </c:pt>
                <c:pt idx="80">
                  <c:v>48.091742</c:v>
                </c:pt>
                <c:pt idx="81">
                  <c:v>47.188092</c:v>
                </c:pt>
                <c:pt idx="82">
                  <c:v>46.654536</c:v>
                </c:pt>
                <c:pt idx="83">
                  <c:v>45.488628</c:v>
                </c:pt>
                <c:pt idx="84">
                  <c:v>43.935425</c:v>
                </c:pt>
                <c:pt idx="85">
                  <c:v>46.565725</c:v>
                </c:pt>
                <c:pt idx="86">
                  <c:v>45.714285</c:v>
                </c:pt>
                <c:pt idx="87">
                  <c:v>45.903999</c:v>
                </c:pt>
                <c:pt idx="88">
                  <c:v>44.791011</c:v>
                </c:pt>
                <c:pt idx="89">
                  <c:v>43.674206</c:v>
                </c:pt>
                <c:pt idx="90">
                  <c:v>42.726183</c:v>
                </c:pt>
                <c:pt idx="91">
                  <c:v>42.417236</c:v>
                </c:pt>
                <c:pt idx="92">
                  <c:v>47.048001</c:v>
                </c:pt>
                <c:pt idx="93">
                  <c:v>53.855326</c:v>
                </c:pt>
                <c:pt idx="94">
                  <c:v>60.662651</c:v>
                </c:pt>
                <c:pt idx="95">
                  <c:v>66.335422</c:v>
                </c:pt>
                <c:pt idx="96">
                  <c:v>67.091787</c:v>
                </c:pt>
                <c:pt idx="97">
                  <c:v>67.091787</c:v>
                </c:pt>
                <c:pt idx="98">
                  <c:v>67.091787</c:v>
                </c:pt>
                <c:pt idx="99">
                  <c:v>68.938113</c:v>
                </c:pt>
                <c:pt idx="100">
                  <c:v>68.938117</c:v>
                </c:pt>
                <c:pt idx="101">
                  <c:v>68.938117</c:v>
                </c:pt>
                <c:pt idx="102">
                  <c:v>68.938117</c:v>
                </c:pt>
                <c:pt idx="103">
                  <c:v>68.938117</c:v>
                </c:pt>
                <c:pt idx="104">
                  <c:v>68.938117</c:v>
                </c:pt>
                <c:pt idx="105">
                  <c:v>72.092168</c:v>
                </c:pt>
                <c:pt idx="106">
                  <c:v>73.551377</c:v>
                </c:pt>
                <c:pt idx="107">
                  <c:v>77.532246</c:v>
                </c:pt>
                <c:pt idx="108">
                  <c:v>77.532246</c:v>
                </c:pt>
                <c:pt idx="109">
                  <c:v>80.461764</c:v>
                </c:pt>
                <c:pt idx="110">
                  <c:v>82.730872</c:v>
                </c:pt>
                <c:pt idx="111">
                  <c:v>82.730872</c:v>
                </c:pt>
                <c:pt idx="112">
                  <c:v>84.538185</c:v>
                </c:pt>
                <c:pt idx="113">
                  <c:v>85.245022</c:v>
                </c:pt>
                <c:pt idx="114">
                  <c:v>85.706822</c:v>
                </c:pt>
                <c:pt idx="115">
                  <c:v>86.841376</c:v>
                </c:pt>
                <c:pt idx="116">
                  <c:v>88.865446</c:v>
                </c:pt>
                <c:pt idx="117">
                  <c:v>90</c:v>
                </c:pt>
                <c:pt idx="118">
                  <c:v>90</c:v>
                </c:pt>
                <c:pt idx="119">
                  <c:v>90</c:v>
                </c:pt>
                <c:pt idx="120">
                  <c:v>90</c:v>
                </c:pt>
                <c:pt idx="121">
                  <c:v>90</c:v>
                </c:pt>
                <c:pt idx="122">
                  <c:v>90</c:v>
                </c:pt>
                <c:pt idx="123">
                  <c:v>88.295257</c:v>
                </c:pt>
                <c:pt idx="124">
                  <c:v>87.316775</c:v>
                </c:pt>
                <c:pt idx="125">
                  <c:v>86.591341</c:v>
                </c:pt>
                <c:pt idx="126">
                  <c:v>85.107817</c:v>
                </c:pt>
                <c:pt idx="127">
                  <c:v>84.075728</c:v>
                </c:pt>
                <c:pt idx="128">
                  <c:v>83.118468</c:v>
                </c:pt>
                <c:pt idx="129">
                  <c:v>82.205887</c:v>
                </c:pt>
                <c:pt idx="130">
                  <c:v>81.774097</c:v>
                </c:pt>
                <c:pt idx="131">
                  <c:v>81.171578</c:v>
                </c:pt>
                <c:pt idx="132">
                  <c:v>80.042518</c:v>
                </c:pt>
                <c:pt idx="133">
                  <c:v>79.462858</c:v>
                </c:pt>
                <c:pt idx="134">
                  <c:v>79.057833</c:v>
                </c:pt>
                <c:pt idx="135">
                  <c:v>78.425506</c:v>
                </c:pt>
                <c:pt idx="136">
                  <c:v>77.632969</c:v>
                </c:pt>
                <c:pt idx="137">
                  <c:v>77.092835</c:v>
                </c:pt>
                <c:pt idx="138">
                  <c:v>77.056826</c:v>
                </c:pt>
                <c:pt idx="139">
                  <c:v>76.692823</c:v>
                </c:pt>
                <c:pt idx="140">
                  <c:v>75.671378</c:v>
                </c:pt>
                <c:pt idx="141">
                  <c:v>74.822039</c:v>
                </c:pt>
                <c:pt idx="142">
                  <c:v>74.070043</c:v>
                </c:pt>
                <c:pt idx="143">
                  <c:v>73.210425</c:v>
                </c:pt>
                <c:pt idx="144">
                  <c:v>72.375559</c:v>
                </c:pt>
                <c:pt idx="145">
                  <c:v>71.792009</c:v>
                </c:pt>
                <c:pt idx="146">
                  <c:v>71.651206</c:v>
                </c:pt>
                <c:pt idx="147">
                  <c:v>70.558747</c:v>
                </c:pt>
                <c:pt idx="148">
                  <c:v>69.698285</c:v>
                </c:pt>
                <c:pt idx="149">
                  <c:v>68.967335</c:v>
                </c:pt>
                <c:pt idx="150">
                  <c:v>68.411228</c:v>
                </c:pt>
                <c:pt idx="151">
                  <c:v>68.095681</c:v>
                </c:pt>
                <c:pt idx="152">
                  <c:v>67.514288</c:v>
                </c:pt>
                <c:pt idx="153">
                  <c:v>66.932895</c:v>
                </c:pt>
                <c:pt idx="154">
                  <c:v>66.540227</c:v>
                </c:pt>
                <c:pt idx="155">
                  <c:v>65.753836</c:v>
                </c:pt>
                <c:pt idx="156">
                  <c:v>64.527666</c:v>
                </c:pt>
                <c:pt idx="157">
                  <c:v>63.908226</c:v>
                </c:pt>
                <c:pt idx="158">
                  <c:v>63.732787</c:v>
                </c:pt>
                <c:pt idx="159">
                  <c:v>63.171383</c:v>
                </c:pt>
                <c:pt idx="160">
                  <c:v>63.313622</c:v>
                </c:pt>
                <c:pt idx="161">
                  <c:v>62.787306</c:v>
                </c:pt>
                <c:pt idx="162">
                  <c:v>62.26099</c:v>
                </c:pt>
                <c:pt idx="163">
                  <c:v>61.910112</c:v>
                </c:pt>
                <c:pt idx="164">
                  <c:v>61.402698</c:v>
                </c:pt>
                <c:pt idx="165">
                  <c:v>60.855505</c:v>
                </c:pt>
                <c:pt idx="166">
                  <c:v>60.709586</c:v>
                </c:pt>
                <c:pt idx="167">
                  <c:v>60.475145</c:v>
                </c:pt>
                <c:pt idx="168">
                  <c:v>59.889042</c:v>
                </c:pt>
                <c:pt idx="169">
                  <c:v>59.302939</c:v>
                </c:pt>
                <c:pt idx="170">
                  <c:v>58.873130</c:v>
                </c:pt>
                <c:pt idx="171">
                  <c:v>58.516872</c:v>
                </c:pt>
                <c:pt idx="172">
                  <c:v>57.923108</c:v>
                </c:pt>
                <c:pt idx="173">
                  <c:v>57.329345</c:v>
                </c:pt>
                <c:pt idx="174">
                  <c:v>56.575966</c:v>
                </c:pt>
                <c:pt idx="175">
                  <c:v>55.316518</c:v>
                </c:pt>
                <c:pt idx="176">
                  <c:v>53.863759</c:v>
                </c:pt>
                <c:pt idx="177">
                  <c:v>53.112495</c:v>
                </c:pt>
                <c:pt idx="178">
                  <c:v>52.144087</c:v>
                </c:pt>
                <c:pt idx="179">
                  <c:v>50.865602</c:v>
                </c:pt>
                <c:pt idx="180">
                  <c:v>49.587117</c:v>
                </c:pt>
                <c:pt idx="181">
                  <c:v>49.409931</c:v>
                </c:pt>
                <c:pt idx="182">
                  <c:v>48.622878</c:v>
                </c:pt>
                <c:pt idx="183">
                  <c:v>48.306181</c:v>
                </c:pt>
                <c:pt idx="184">
                  <c:v>51.239577</c:v>
                </c:pt>
                <c:pt idx="185">
                  <c:v>54.391775</c:v>
                </c:pt>
                <c:pt idx="186">
                  <c:v>56.174327</c:v>
                </c:pt>
                <c:pt idx="187">
                  <c:v>62.981652</c:v>
                </c:pt>
                <c:pt idx="188">
                  <c:v>68.654423</c:v>
                </c:pt>
                <c:pt idx="189">
                  <c:v>68.654427</c:v>
                </c:pt>
                <c:pt idx="190">
                  <c:v>71.542756</c:v>
                </c:pt>
                <c:pt idx="191">
                  <c:v>72.727755</c:v>
                </c:pt>
                <c:pt idx="192">
                  <c:v>74.996863</c:v>
                </c:pt>
                <c:pt idx="193">
                  <c:v>74.996863</c:v>
                </c:pt>
                <c:pt idx="194">
                  <c:v>74.996863</c:v>
                </c:pt>
                <c:pt idx="195">
                  <c:v>77.265971</c:v>
                </c:pt>
                <c:pt idx="196">
                  <c:v>79.484624</c:v>
                </c:pt>
                <c:pt idx="197">
                  <c:v>79.484624</c:v>
                </c:pt>
                <c:pt idx="198">
                  <c:v>79.484624</c:v>
                </c:pt>
                <c:pt idx="199">
                  <c:v>79.484624</c:v>
                </c:pt>
                <c:pt idx="200">
                  <c:v>79.484624</c:v>
                </c:pt>
                <c:pt idx="201">
                  <c:v>79.484624</c:v>
                </c:pt>
                <c:pt idx="202">
                  <c:v>79.484624</c:v>
                </c:pt>
                <c:pt idx="203">
                  <c:v>79.484624</c:v>
                </c:pt>
                <c:pt idx="204">
                  <c:v>79.484624</c:v>
                </c:pt>
                <c:pt idx="205">
                  <c:v>79.484624</c:v>
                </c:pt>
                <c:pt idx="206">
                  <c:v>79.484624</c:v>
                </c:pt>
                <c:pt idx="207">
                  <c:v>79.535426</c:v>
                </c:pt>
                <c:pt idx="208">
                  <c:v>79.999964</c:v>
                </c:pt>
                <c:pt idx="209">
                  <c:v>86.134534</c:v>
                </c:pt>
                <c:pt idx="210">
                  <c:v>87.730892</c:v>
                </c:pt>
                <c:pt idx="211">
                  <c:v>88.865446</c:v>
                </c:pt>
                <c:pt idx="212">
                  <c:v>90</c:v>
                </c:pt>
                <c:pt idx="213">
                  <c:v>90</c:v>
                </c:pt>
                <c:pt idx="214">
                  <c:v>90</c:v>
                </c:pt>
                <c:pt idx="215">
                  <c:v>90</c:v>
                </c:pt>
                <c:pt idx="216">
                  <c:v>90</c:v>
                </c:pt>
                <c:pt idx="217">
                  <c:v>90</c:v>
                </c:pt>
                <c:pt idx="218">
                  <c:v>89.663033</c:v>
                </c:pt>
                <c:pt idx="219">
                  <c:v>88.083554</c:v>
                </c:pt>
                <c:pt idx="220">
                  <c:v>87.188522</c:v>
                </c:pt>
                <c:pt idx="221">
                  <c:v>86.053308</c:v>
                </c:pt>
                <c:pt idx="222">
                  <c:v>84.784814</c:v>
                </c:pt>
                <c:pt idx="223">
                  <c:v>84.047489</c:v>
                </c:pt>
                <c:pt idx="224">
                  <c:v>83.014012</c:v>
                </c:pt>
                <c:pt idx="225">
                  <c:v>81.998774</c:v>
                </c:pt>
                <c:pt idx="226">
                  <c:v>81.774097</c:v>
                </c:pt>
                <c:pt idx="227">
                  <c:v>81.171578</c:v>
                </c:pt>
                <c:pt idx="228">
                  <c:v>80.042518</c:v>
                </c:pt>
                <c:pt idx="229">
                  <c:v>79.462858</c:v>
                </c:pt>
                <c:pt idx="230">
                  <c:v>79.069323</c:v>
                </c:pt>
                <c:pt idx="231">
                  <c:v>78.476418</c:v>
                </c:pt>
                <c:pt idx="232">
                  <c:v>77.827764</c:v>
                </c:pt>
                <c:pt idx="233">
                  <c:v>77.092835</c:v>
                </c:pt>
                <c:pt idx="234">
                  <c:v>76.925165</c:v>
                </c:pt>
                <c:pt idx="235">
                  <c:v>76.399384</c:v>
                </c:pt>
                <c:pt idx="236">
                  <c:v>75.848714</c:v>
                </c:pt>
                <c:pt idx="237">
                  <c:v>74.655940</c:v>
                </c:pt>
                <c:pt idx="238">
                  <c:v>73.733464</c:v>
                </c:pt>
                <c:pt idx="239">
                  <c:v>72.813632</c:v>
                </c:pt>
                <c:pt idx="240">
                  <c:v>72.452166</c:v>
                </c:pt>
                <c:pt idx="241">
                  <c:v>71.761200</c:v>
                </c:pt>
                <c:pt idx="242">
                  <c:v>71.034294</c:v>
                </c:pt>
                <c:pt idx="243">
                  <c:v>70.946342</c:v>
                </c:pt>
                <c:pt idx="244">
                  <c:v>70.946342</c:v>
                </c:pt>
                <c:pt idx="245">
                  <c:v>70.946342</c:v>
                </c:pt>
                <c:pt idx="246">
                  <c:v>70.946342</c:v>
                </c:pt>
                <c:pt idx="247">
                  <c:v>70.946342</c:v>
                </c:pt>
                <c:pt idx="248">
                  <c:v>70.946342</c:v>
                </c:pt>
                <c:pt idx="249">
                  <c:v>70.946342</c:v>
                </c:pt>
                <c:pt idx="250">
                  <c:v>70.760973</c:v>
                </c:pt>
                <c:pt idx="251">
                  <c:v>69.706714</c:v>
                </c:pt>
                <c:pt idx="252">
                  <c:v>69.150606</c:v>
                </c:pt>
                <c:pt idx="253">
                  <c:v>68.317459</c:v>
                </c:pt>
                <c:pt idx="254">
                  <c:v>67.624844</c:v>
                </c:pt>
                <c:pt idx="255">
                  <c:v>67.12097</c:v>
                </c:pt>
                <c:pt idx="256">
                  <c:v>67.12097</c:v>
                </c:pt>
                <c:pt idx="257">
                  <c:v>66.769308</c:v>
                </c:pt>
                <c:pt idx="258">
                  <c:v>66.183205</c:v>
                </c:pt>
                <c:pt idx="259">
                  <c:v>65.131283</c:v>
                </c:pt>
                <c:pt idx="260">
                  <c:v>64.236421</c:v>
                </c:pt>
                <c:pt idx="261">
                  <c:v>63.325831</c:v>
                </c:pt>
                <c:pt idx="262">
                  <c:v>62.468092</c:v>
                </c:pt>
                <c:pt idx="263">
                  <c:v>61.570021</c:v>
                </c:pt>
                <c:pt idx="264">
                  <c:v>60.60595</c:v>
                </c:pt>
                <c:pt idx="265">
                  <c:v>60.079633</c:v>
                </c:pt>
                <c:pt idx="266">
                  <c:v>60.440580</c:v>
                </c:pt>
                <c:pt idx="267">
                  <c:v>60.176882</c:v>
                </c:pt>
                <c:pt idx="268">
                  <c:v>59.254142</c:v>
                </c:pt>
                <c:pt idx="269">
                  <c:v>57.872288</c:v>
                </c:pt>
                <c:pt idx="270">
                  <c:v>56.675282</c:v>
                </c:pt>
                <c:pt idx="271">
                  <c:v>56.084823</c:v>
                </c:pt>
                <c:pt idx="272">
                  <c:v>54.834321</c:v>
                </c:pt>
                <c:pt idx="273">
                  <c:v>53.583820</c:v>
                </c:pt>
                <c:pt idx="274">
                  <c:v>52.620353</c:v>
                </c:pt>
                <c:pt idx="275">
                  <c:v>52.467123</c:v>
                </c:pt>
                <c:pt idx="276">
                  <c:v>51.700974</c:v>
                </c:pt>
                <c:pt idx="277">
                  <c:v>50.934824</c:v>
                </c:pt>
                <c:pt idx="278">
                  <c:v>49.892388</c:v>
                </c:pt>
                <c:pt idx="279">
                  <c:v>48.722916</c:v>
                </c:pt>
                <c:pt idx="280">
                  <c:v>51.795819</c:v>
                </c:pt>
                <c:pt idx="281">
                  <c:v>51.123946</c:v>
                </c:pt>
                <c:pt idx="282">
                  <c:v>50.452073</c:v>
                </c:pt>
                <c:pt idx="283">
                  <c:v>53.512715</c:v>
                </c:pt>
                <c:pt idx="284">
                  <c:v>58.077828</c:v>
                </c:pt>
                <c:pt idx="285">
                  <c:v>60.948242</c:v>
                </c:pt>
                <c:pt idx="286">
                  <c:v>65.486459</c:v>
                </c:pt>
                <c:pt idx="287">
                  <c:v>66.159249</c:v>
                </c:pt>
                <c:pt idx="288">
                  <c:v>68.443429</c:v>
                </c:pt>
                <c:pt idx="289">
                  <c:v>68.443433</c:v>
                </c:pt>
                <c:pt idx="290">
                  <c:v>69.578018</c:v>
                </c:pt>
                <c:pt idx="291">
                  <c:v>69.578022</c:v>
                </c:pt>
                <c:pt idx="292">
                  <c:v>69.578022</c:v>
                </c:pt>
                <c:pt idx="293">
                  <c:v>70.712576</c:v>
                </c:pt>
                <c:pt idx="294">
                  <c:v>72.248940</c:v>
                </c:pt>
                <c:pt idx="295">
                  <c:v>74.562934</c:v>
                </c:pt>
                <c:pt idx="296">
                  <c:v>74.562938</c:v>
                </c:pt>
                <c:pt idx="297">
                  <c:v>74.562938</c:v>
                </c:pt>
                <c:pt idx="298">
                  <c:v>74.562938</c:v>
                </c:pt>
                <c:pt idx="299">
                  <c:v>76.787156</c:v>
                </c:pt>
                <c:pt idx="300">
                  <c:v>78.594458</c:v>
                </c:pt>
                <c:pt idx="301">
                  <c:v>78.594461</c:v>
                </c:pt>
                <c:pt idx="302">
                  <c:v>78.639352</c:v>
                </c:pt>
                <c:pt idx="303">
                  <c:v>81.134538</c:v>
                </c:pt>
                <c:pt idx="304">
                  <c:v>84.538201</c:v>
                </c:pt>
                <c:pt idx="305">
                  <c:v>85</c:v>
                </c:pt>
                <c:pt idx="306">
                  <c:v>86.596338</c:v>
                </c:pt>
                <c:pt idx="307">
                  <c:v>88.403643</c:v>
                </c:pt>
                <c:pt idx="308">
                  <c:v>88.403643</c:v>
                </c:pt>
                <c:pt idx="309">
                  <c:v>90</c:v>
                </c:pt>
                <c:pt idx="310">
                  <c:v>90</c:v>
                </c:pt>
                <c:pt idx="311">
                  <c:v>90</c:v>
                </c:pt>
                <c:pt idx="312">
                  <c:v>90</c:v>
                </c:pt>
                <c:pt idx="313">
                  <c:v>90</c:v>
                </c:pt>
                <c:pt idx="314">
                  <c:v>90</c:v>
                </c:pt>
                <c:pt idx="315">
                  <c:v>88.083554</c:v>
                </c:pt>
                <c:pt idx="316">
                  <c:v>87.188522</c:v>
                </c:pt>
                <c:pt idx="317">
                  <c:v>87.106891</c:v>
                </c:pt>
                <c:pt idx="318">
                  <c:v>85.333182</c:v>
                </c:pt>
                <c:pt idx="319">
                  <c:v>84.242724</c:v>
                </c:pt>
                <c:pt idx="320">
                  <c:v>83.318245</c:v>
                </c:pt>
                <c:pt idx="321">
                  <c:v>82.615690</c:v>
                </c:pt>
                <c:pt idx="322">
                  <c:v>81.814913</c:v>
                </c:pt>
                <c:pt idx="323">
                  <c:v>81.367031</c:v>
                </c:pt>
                <c:pt idx="324">
                  <c:v>80.416373</c:v>
                </c:pt>
                <c:pt idx="325">
                  <c:v>80.009054</c:v>
                </c:pt>
                <c:pt idx="326">
                  <c:v>79.340111</c:v>
                </c:pt>
                <c:pt idx="327">
                  <c:v>78.930389</c:v>
                </c:pt>
                <c:pt idx="328">
                  <c:v>77.884262</c:v>
                </c:pt>
                <c:pt idx="329">
                  <c:v>76.881563</c:v>
                </c:pt>
                <c:pt idx="330">
                  <c:v>76.477115</c:v>
                </c:pt>
                <c:pt idx="331">
                  <c:v>75.950606</c:v>
                </c:pt>
                <c:pt idx="332">
                  <c:v>75.910755</c:v>
                </c:pt>
                <c:pt idx="333">
                  <c:v>75.323506</c:v>
                </c:pt>
                <c:pt idx="334">
                  <c:v>74.458119</c:v>
                </c:pt>
                <c:pt idx="335">
                  <c:v>73.743134</c:v>
                </c:pt>
                <c:pt idx="336">
                  <c:v>73.157030</c:v>
                </c:pt>
                <c:pt idx="337">
                  <c:v>72.182745</c:v>
                </c:pt>
                <c:pt idx="338">
                  <c:v>71.364164</c:v>
                </c:pt>
                <c:pt idx="339">
                  <c:v>70.976568</c:v>
                </c:pt>
                <c:pt idx="340">
                  <c:v>70.395175</c:v>
                </c:pt>
                <c:pt idx="341">
                  <c:v>69.915926</c:v>
                </c:pt>
                <c:pt idx="342">
                  <c:v>69.833334</c:v>
                </c:pt>
                <c:pt idx="343">
                  <c:v>68.838603</c:v>
                </c:pt>
                <c:pt idx="344">
                  <c:v>68.018741</c:v>
                </c:pt>
                <c:pt idx="345">
                  <c:v>66.811283</c:v>
                </c:pt>
                <c:pt idx="346">
                  <c:v>65.934909</c:v>
                </c:pt>
                <c:pt idx="347">
                  <c:v>65.308639</c:v>
                </c:pt>
                <c:pt idx="348">
                  <c:v>65.247703</c:v>
                </c:pt>
                <c:pt idx="349">
                  <c:v>64.746851</c:v>
                </c:pt>
                <c:pt idx="350">
                  <c:v>64.120786</c:v>
                </c:pt>
                <c:pt idx="351">
                  <c:v>63.028902</c:v>
                </c:pt>
                <c:pt idx="352">
                  <c:v>62.363153</c:v>
                </c:pt>
                <c:pt idx="353">
                  <c:v>61.562002</c:v>
                </c:pt>
                <c:pt idx="354">
                  <c:v>60.704263</c:v>
                </c:pt>
                <c:pt idx="355">
                  <c:v>59.876367</c:v>
                </c:pt>
                <c:pt idx="356">
                  <c:v>59.274686</c:v>
                </c:pt>
                <c:pt idx="357">
                  <c:v>59.020078</c:v>
                </c:pt>
                <c:pt idx="358">
                  <c:v>58.590269</c:v>
                </c:pt>
                <c:pt idx="359">
                  <c:v>58.116790</c:v>
                </c:pt>
                <c:pt idx="360">
                  <c:v>57.534517</c:v>
                </c:pt>
                <c:pt idx="361">
                  <c:v>56.591143</c:v>
                </c:pt>
                <c:pt idx="362">
                  <c:v>55.331807</c:v>
                </c:pt>
                <c:pt idx="363">
                  <c:v>54.579666</c:v>
                </c:pt>
                <c:pt idx="364">
                  <c:v>54.023558</c:v>
                </c:pt>
                <c:pt idx="365">
                  <c:v>52.866692</c:v>
                </c:pt>
                <c:pt idx="366">
                  <c:v>51.617401</c:v>
                </c:pt>
                <c:pt idx="367">
                  <c:v>50.842518</c:v>
                </c:pt>
                <c:pt idx="368">
                  <c:v>50.156874</c:v>
                </c:pt>
                <c:pt idx="369">
                  <c:v>50.104622</c:v>
                </c:pt>
                <c:pt idx="370">
                  <c:v>49.750249</c:v>
                </c:pt>
                <c:pt idx="371">
                  <c:v>47.451278</c:v>
                </c:pt>
                <c:pt idx="372">
                  <c:v>46.564149</c:v>
                </c:pt>
                <c:pt idx="373">
                  <c:v>48.65607</c:v>
                </c:pt>
                <c:pt idx="374">
                  <c:v>50.423108</c:v>
                </c:pt>
                <c:pt idx="375">
                  <c:v>53.059835</c:v>
                </c:pt>
                <c:pt idx="376">
                  <c:v>55.791624</c:v>
                </c:pt>
                <c:pt idx="377">
                  <c:v>55.119752</c:v>
                </c:pt>
                <c:pt idx="378">
                  <c:v>54.851003</c:v>
                </c:pt>
                <c:pt idx="379">
                  <c:v>54.793521</c:v>
                </c:pt>
                <c:pt idx="380">
                  <c:v>55.290412</c:v>
                </c:pt>
                <c:pt idx="381">
                  <c:v>55.290416</c:v>
                </c:pt>
                <c:pt idx="382">
                  <c:v>59.828632</c:v>
                </c:pt>
                <c:pt idx="383">
                  <c:v>59.828636</c:v>
                </c:pt>
                <c:pt idx="384">
                  <c:v>63.979496</c:v>
                </c:pt>
                <c:pt idx="385">
                  <c:v>65.501407</c:v>
                </c:pt>
                <c:pt idx="386">
                  <c:v>67.308719</c:v>
                </c:pt>
                <c:pt idx="387">
                  <c:v>67.308719</c:v>
                </c:pt>
                <c:pt idx="388">
                  <c:v>67.308719</c:v>
                </c:pt>
                <c:pt idx="389">
                  <c:v>67.594319</c:v>
                </c:pt>
                <c:pt idx="390">
                  <c:v>67.981676</c:v>
                </c:pt>
                <c:pt idx="391">
                  <c:v>71.385338</c:v>
                </c:pt>
                <c:pt idx="392">
                  <c:v>73.654446</c:v>
                </c:pt>
                <c:pt idx="393">
                  <c:v>74.116242</c:v>
                </c:pt>
                <c:pt idx="394">
                  <c:v>74.116242</c:v>
                </c:pt>
                <c:pt idx="395">
                  <c:v>76.385350</c:v>
                </c:pt>
                <c:pt idx="396">
                  <c:v>78.654459</c:v>
                </c:pt>
                <c:pt idx="397">
                  <c:v>78.654459</c:v>
                </c:pt>
                <c:pt idx="398">
                  <c:v>80.461768</c:v>
                </c:pt>
                <c:pt idx="399">
                  <c:v>81.596338</c:v>
                </c:pt>
                <c:pt idx="400">
                  <c:v>82.730892</c:v>
                </c:pt>
                <c:pt idx="401">
                  <c:v>82.730892</c:v>
                </c:pt>
                <c:pt idx="402">
                  <c:v>84.999996</c:v>
                </c:pt>
                <c:pt idx="403">
                  <c:v>87.269092</c:v>
                </c:pt>
                <c:pt idx="404">
                  <c:v>88.865446</c:v>
                </c:pt>
                <c:pt idx="405">
                  <c:v>90</c:v>
                </c:pt>
                <c:pt idx="406">
                  <c:v>90</c:v>
                </c:pt>
                <c:pt idx="407">
                  <c:v>90</c:v>
                </c:pt>
                <c:pt idx="408">
                  <c:v>90</c:v>
                </c:pt>
                <c:pt idx="409">
                  <c:v>90</c:v>
                </c:pt>
                <c:pt idx="410">
                  <c:v>90</c:v>
                </c:pt>
                <c:pt idx="411">
                  <c:v>88.083554</c:v>
                </c:pt>
                <c:pt idx="412">
                  <c:v>87.188522</c:v>
                </c:pt>
                <c:pt idx="413">
                  <c:v>86.803772</c:v>
                </c:pt>
                <c:pt idx="414">
                  <c:v>85.333182</c:v>
                </c:pt>
                <c:pt idx="415">
                  <c:v>84.242724</c:v>
                </c:pt>
                <c:pt idx="416">
                  <c:v>83.118468</c:v>
                </c:pt>
                <c:pt idx="417">
                  <c:v>82.135750</c:v>
                </c:pt>
                <c:pt idx="418">
                  <c:v>81.814913</c:v>
                </c:pt>
                <c:pt idx="419">
                  <c:v>81.367031</c:v>
                </c:pt>
                <c:pt idx="420">
                  <c:v>80.416373</c:v>
                </c:pt>
                <c:pt idx="421">
                  <c:v>80.009054</c:v>
                </c:pt>
                <c:pt idx="422">
                  <c:v>79.164664</c:v>
                </c:pt>
                <c:pt idx="423">
                  <c:v>78.476418</c:v>
                </c:pt>
                <c:pt idx="424">
                  <c:v>77.706430</c:v>
                </c:pt>
                <c:pt idx="425">
                  <c:v>76.705081</c:v>
                </c:pt>
                <c:pt idx="426">
                  <c:v>76.109137</c:v>
                </c:pt>
                <c:pt idx="427">
                  <c:v>75.155061</c:v>
                </c:pt>
                <c:pt idx="428">
                  <c:v>74.645564</c:v>
                </c:pt>
                <c:pt idx="429">
                  <c:v>73.619023</c:v>
                </c:pt>
                <c:pt idx="430">
                  <c:v>73.219144</c:v>
                </c:pt>
                <c:pt idx="431">
                  <c:v>72.945630</c:v>
                </c:pt>
                <c:pt idx="432">
                  <c:v>71.958604</c:v>
                </c:pt>
                <c:pt idx="433">
                  <c:v>71.331504</c:v>
                </c:pt>
                <c:pt idx="434">
                  <c:v>70.866012</c:v>
                </c:pt>
                <c:pt idx="435">
                  <c:v>70.62079</c:v>
                </c:pt>
                <c:pt idx="436">
                  <c:v>70.62079</c:v>
                </c:pt>
                <c:pt idx="437">
                  <c:v>70.202969</c:v>
                </c:pt>
                <c:pt idx="438">
                  <c:v>69.935007</c:v>
                </c:pt>
                <c:pt idx="439">
                  <c:v>69.079981</c:v>
                </c:pt>
                <c:pt idx="440">
                  <c:v>68.523873</c:v>
                </c:pt>
                <c:pt idx="441">
                  <c:v>67.967766</c:v>
                </c:pt>
                <c:pt idx="442">
                  <c:v>67.743243</c:v>
                </c:pt>
                <c:pt idx="443">
                  <c:v>66.956852</c:v>
                </c:pt>
                <c:pt idx="444">
                  <c:v>65.718640</c:v>
                </c:pt>
                <c:pt idx="445">
                  <c:v>65.092575</c:v>
                </c:pt>
                <c:pt idx="446">
                  <c:v>64.128005</c:v>
                </c:pt>
                <c:pt idx="447">
                  <c:v>63.580811</c:v>
                </c:pt>
                <c:pt idx="448">
                  <c:v>63.180345</c:v>
                </c:pt>
                <c:pt idx="449">
                  <c:v>62.633152</c:v>
                </c:pt>
                <c:pt idx="450">
                  <c:v>62.085958</c:v>
                </c:pt>
                <c:pt idx="451">
                  <c:v>61.611724</c:v>
                </c:pt>
                <c:pt idx="452">
                  <c:v>61.436461</c:v>
                </c:pt>
                <c:pt idx="453">
                  <c:v>60.639262</c:v>
                </c:pt>
                <c:pt idx="454">
                  <c:v>59.505965</c:v>
                </c:pt>
                <c:pt idx="455">
                  <c:v>58.372669</c:v>
                </c:pt>
                <c:pt idx="456">
                  <c:v>57.739546</c:v>
                </c:pt>
                <c:pt idx="457">
                  <c:v>57.265312</c:v>
                </c:pt>
                <c:pt idx="458">
                  <c:v>56.180618</c:v>
                </c:pt>
                <c:pt idx="459">
                  <c:v>54.961550</c:v>
                </c:pt>
                <c:pt idx="460">
                  <c:v>54.042631</c:v>
                </c:pt>
                <c:pt idx="461">
                  <c:v>53.751635</c:v>
                </c:pt>
                <c:pt idx="462">
                  <c:v>52.420047</c:v>
                </c:pt>
                <c:pt idx="463">
                  <c:v>51.088458</c:v>
                </c:pt>
                <c:pt idx="464">
                  <c:v>50.345716</c:v>
                </c:pt>
                <c:pt idx="465">
                  <c:v>49.814157</c:v>
                </c:pt>
                <c:pt idx="466">
                  <c:v>48.853799</c:v>
                </c:pt>
                <c:pt idx="467">
                  <c:v>47.845263</c:v>
                </c:pt>
                <c:pt idx="468">
                  <c:v>46.918462</c:v>
                </c:pt>
                <c:pt idx="469">
                  <c:v>45.992925</c:v>
                </c:pt>
                <c:pt idx="470">
                  <c:v>45.409287</c:v>
                </c:pt>
                <c:pt idx="471">
                  <c:v>44.182171</c:v>
                </c:pt>
                <c:pt idx="472">
                  <c:v>43.667421</c:v>
                </c:pt>
                <c:pt idx="473">
                  <c:v>43.555764</c:v>
                </c:pt>
                <c:pt idx="474">
                  <c:v>44.384843</c:v>
                </c:pt>
                <c:pt idx="475">
                  <c:v>49.296621</c:v>
                </c:pt>
                <c:pt idx="476">
                  <c:v>53.422655</c:v>
                </c:pt>
                <c:pt idx="477">
                  <c:v>54.521016</c:v>
                </c:pt>
                <c:pt idx="478">
                  <c:v>54.521016</c:v>
                </c:pt>
                <c:pt idx="479">
                  <c:v>56.518520</c:v>
                </c:pt>
                <c:pt idx="480">
                  <c:v>57.133579</c:v>
                </c:pt>
                <c:pt idx="481">
                  <c:v>59.059233</c:v>
                </c:pt>
                <c:pt idx="482">
                  <c:v>61.105807</c:v>
                </c:pt>
                <c:pt idx="483">
                  <c:v>64.509469</c:v>
                </c:pt>
                <c:pt idx="484">
                  <c:v>67.913132</c:v>
                </c:pt>
                <c:pt idx="485">
                  <c:v>69.306413</c:v>
                </c:pt>
                <c:pt idx="486">
                  <c:v>72.710075</c:v>
                </c:pt>
                <c:pt idx="487">
                  <c:v>76.113738</c:v>
                </c:pt>
                <c:pt idx="488">
                  <c:v>77.349559</c:v>
                </c:pt>
                <c:pt idx="489">
                  <c:v>77.349563</c:v>
                </c:pt>
                <c:pt idx="490">
                  <c:v>77.349566</c:v>
                </c:pt>
                <c:pt idx="491">
                  <c:v>79.121222</c:v>
                </c:pt>
                <c:pt idx="492">
                  <c:v>80.154505</c:v>
                </c:pt>
                <c:pt idx="493">
                  <c:v>80.672735</c:v>
                </c:pt>
                <c:pt idx="494">
                  <c:v>82.269089</c:v>
                </c:pt>
                <c:pt idx="495">
                  <c:v>83.865430</c:v>
                </c:pt>
                <c:pt idx="496">
                  <c:v>84.999988</c:v>
                </c:pt>
                <c:pt idx="497">
                  <c:v>85.563062</c:v>
                </c:pt>
                <c:pt idx="498">
                  <c:v>87.730896</c:v>
                </c:pt>
                <c:pt idx="499">
                  <c:v>89.999968</c:v>
                </c:pt>
                <c:pt idx="500">
                  <c:v>89.999984</c:v>
                </c:pt>
                <c:pt idx="501">
                  <c:v>90</c:v>
                </c:pt>
                <c:pt idx="502">
                  <c:v>90</c:v>
                </c:pt>
                <c:pt idx="503">
                  <c:v>90</c:v>
                </c:pt>
                <c:pt idx="504">
                  <c:v>90</c:v>
                </c:pt>
                <c:pt idx="505">
                  <c:v>90</c:v>
                </c:pt>
                <c:pt idx="506">
                  <c:v>90</c:v>
                </c:pt>
                <c:pt idx="507">
                  <c:v>90</c:v>
                </c:pt>
                <c:pt idx="508">
                  <c:v>88.391446</c:v>
                </c:pt>
                <c:pt idx="509">
                  <c:v>87.822234</c:v>
                </c:pt>
                <c:pt idx="510">
                  <c:v>87.188522</c:v>
                </c:pt>
                <c:pt idx="511">
                  <c:v>87.188522</c:v>
                </c:pt>
                <c:pt idx="512">
                  <c:v>87.064293</c:v>
                </c:pt>
                <c:pt idx="513">
                  <c:v>85.947686</c:v>
                </c:pt>
                <c:pt idx="514">
                  <c:v>84.657655</c:v>
                </c:pt>
                <c:pt idx="515">
                  <c:v>84.241745</c:v>
                </c:pt>
                <c:pt idx="516">
                  <c:v>83.910997</c:v>
                </c:pt>
                <c:pt idx="517">
                  <c:v>82.778258</c:v>
                </c:pt>
                <c:pt idx="518">
                  <c:v>81.726120</c:v>
                </c:pt>
                <c:pt idx="519">
                  <c:v>81.227891</c:v>
                </c:pt>
                <c:pt idx="520">
                  <c:v>80.897329</c:v>
                </c:pt>
                <c:pt idx="521">
                  <c:v>80.619552</c:v>
                </c:pt>
                <c:pt idx="522">
                  <c:v>80.080446</c:v>
                </c:pt>
                <c:pt idx="523">
                  <c:v>79.116547</c:v>
                </c:pt>
                <c:pt idx="524">
                  <c:v>78.436477</c:v>
                </c:pt>
                <c:pt idx="525">
                  <c:v>77.430761</c:v>
                </c:pt>
                <c:pt idx="526">
                  <c:v>76.891452</c:v>
                </c:pt>
                <c:pt idx="527">
                  <c:v>76.399384</c:v>
                </c:pt>
                <c:pt idx="528">
                  <c:v>75.903262</c:v>
                </c:pt>
                <c:pt idx="529">
                  <c:v>74.969743</c:v>
                </c:pt>
                <c:pt idx="530">
                  <c:v>74.723711</c:v>
                </c:pt>
                <c:pt idx="531">
                  <c:v>74.350459</c:v>
                </c:pt>
                <c:pt idx="532">
                  <c:v>74.332213</c:v>
                </c:pt>
                <c:pt idx="533">
                  <c:v>74.148567</c:v>
                </c:pt>
                <c:pt idx="534">
                  <c:v>73.597630</c:v>
                </c:pt>
                <c:pt idx="535">
                  <c:v>72.721815</c:v>
                </c:pt>
                <c:pt idx="536">
                  <c:v>71.611000</c:v>
                </c:pt>
                <c:pt idx="537">
                  <c:v>70.916403</c:v>
                </c:pt>
                <c:pt idx="538">
                  <c:v>70.355551</c:v>
                </c:pt>
                <c:pt idx="539">
                  <c:v>69.751570</c:v>
                </c:pt>
                <c:pt idx="540">
                  <c:v>68.952459</c:v>
                </c:pt>
                <c:pt idx="541">
                  <c:v>68.435665</c:v>
                </c:pt>
                <c:pt idx="542">
                  <c:v>67.918871</c:v>
                </c:pt>
                <c:pt idx="543">
                  <c:v>67.455177</c:v>
                </c:pt>
                <c:pt idx="544">
                  <c:v>66.938383</c:v>
                </c:pt>
                <c:pt idx="545">
                  <c:v>66.938383</c:v>
                </c:pt>
                <c:pt idx="546">
                  <c:v>66.153292</c:v>
                </c:pt>
                <c:pt idx="547">
                  <c:v>65.113788</c:v>
                </c:pt>
                <c:pt idx="548">
                  <c:v>64.386135</c:v>
                </c:pt>
                <c:pt idx="549">
                  <c:v>63.902681</c:v>
                </c:pt>
                <c:pt idx="550">
                  <c:v>63.395283</c:v>
                </c:pt>
                <c:pt idx="551">
                  <c:v>62.508903</c:v>
                </c:pt>
                <c:pt idx="552">
                  <c:v>61.484712</c:v>
                </c:pt>
                <c:pt idx="553">
                  <c:v>60.697306</c:v>
                </c:pt>
                <c:pt idx="554">
                  <c:v>60.014976</c:v>
                </c:pt>
                <c:pt idx="555">
                  <c:v>59.269181</c:v>
                </c:pt>
                <c:pt idx="556">
                  <c:v>58.344618</c:v>
                </c:pt>
                <c:pt idx="557">
                  <c:v>57.914809</c:v>
                </c:pt>
                <c:pt idx="558">
                  <c:v>57.873465</c:v>
                </c:pt>
                <c:pt idx="559">
                  <c:v>57.393568</c:v>
                </c:pt>
                <c:pt idx="560">
                  <c:v>56.721693</c:v>
                </c:pt>
                <c:pt idx="561">
                  <c:v>57.209944</c:v>
                </c:pt>
                <c:pt idx="562">
                  <c:v>57.209944</c:v>
                </c:pt>
                <c:pt idx="563">
                  <c:v>56.855571</c:v>
                </c:pt>
                <c:pt idx="564">
                  <c:v>55.724482</c:v>
                </c:pt>
                <c:pt idx="565">
                  <c:v>55.549334</c:v>
                </c:pt>
                <c:pt idx="566">
                  <c:v>57.644962</c:v>
                </c:pt>
                <c:pt idx="567">
                  <c:v>57.258339</c:v>
                </c:pt>
                <c:pt idx="568">
                  <c:v>55.902626</c:v>
                </c:pt>
                <c:pt idx="569">
                  <c:v>54.449866</c:v>
                </c:pt>
                <c:pt idx="570">
                  <c:v>54.026071</c:v>
                </c:pt>
                <c:pt idx="571">
                  <c:v>57.429733</c:v>
                </c:pt>
                <c:pt idx="572">
                  <c:v>58.332093</c:v>
                </c:pt>
                <c:pt idx="573">
                  <c:v>62.870310</c:v>
                </c:pt>
                <c:pt idx="574">
                  <c:v>67.820133</c:v>
                </c:pt>
                <c:pt idx="575">
                  <c:v>70.453841</c:v>
                </c:pt>
                <c:pt idx="576">
                  <c:v>75.460049</c:v>
                </c:pt>
                <c:pt idx="577">
                  <c:v>75.921833</c:v>
                </c:pt>
                <c:pt idx="578">
                  <c:v>75.921833</c:v>
                </c:pt>
                <c:pt idx="579">
                  <c:v>77.058090</c:v>
                </c:pt>
                <c:pt idx="580">
                  <c:v>78.192648</c:v>
                </c:pt>
                <c:pt idx="581">
                  <c:v>79.208349</c:v>
                </c:pt>
                <c:pt idx="582">
                  <c:v>79.999964</c:v>
                </c:pt>
                <c:pt idx="583">
                  <c:v>79.999964</c:v>
                </c:pt>
                <c:pt idx="584">
                  <c:v>79.999964</c:v>
                </c:pt>
                <c:pt idx="585">
                  <c:v>79.999964</c:v>
                </c:pt>
                <c:pt idx="586">
                  <c:v>81.134519</c:v>
                </c:pt>
                <c:pt idx="587">
                  <c:v>83.403627</c:v>
                </c:pt>
                <c:pt idx="588">
                  <c:v>84.006300</c:v>
                </c:pt>
                <c:pt idx="589">
                  <c:v>84.006303</c:v>
                </c:pt>
                <c:pt idx="590">
                  <c:v>85.140857</c:v>
                </c:pt>
                <c:pt idx="591">
                  <c:v>85.140857</c:v>
                </c:pt>
                <c:pt idx="592">
                  <c:v>85.140857</c:v>
                </c:pt>
                <c:pt idx="593">
                  <c:v>86.737191</c:v>
                </c:pt>
                <c:pt idx="594">
                  <c:v>88.668233</c:v>
                </c:pt>
                <c:pt idx="595">
                  <c:v>89.538201</c:v>
                </c:pt>
                <c:pt idx="596">
                  <c:v>89.999984</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c:v>
                </c:pt>
                <c:pt idx="614">
                  <c:v>88.594261</c:v>
                </c:pt>
                <c:pt idx="615">
                  <c:v>88.594261</c:v>
                </c:pt>
                <c:pt idx="616">
                  <c:v>87.091889</c:v>
                </c:pt>
                <c:pt idx="617">
                  <c:v>86.414826</c:v>
                </c:pt>
                <c:pt idx="618">
                  <c:v>85.737764</c:v>
                </c:pt>
                <c:pt idx="619">
                  <c:v>85.647489</c:v>
                </c:pt>
                <c:pt idx="620">
                  <c:v>85.385500</c:v>
                </c:pt>
                <c:pt idx="621">
                  <c:v>84.730529</c:v>
                </c:pt>
                <c:pt idx="622">
                  <c:v>84.457282</c:v>
                </c:pt>
                <c:pt idx="623">
                  <c:v>84.291062</c:v>
                </c:pt>
                <c:pt idx="624">
                  <c:v>83.684527</c:v>
                </c:pt>
                <c:pt idx="625">
                  <c:v>83.077992</c:v>
                </c:pt>
                <c:pt idx="626">
                  <c:v>82.916249</c:v>
                </c:pt>
                <c:pt idx="627">
                  <c:v>82.793442</c:v>
                </c:pt>
                <c:pt idx="628">
                  <c:v>81.827745</c:v>
                </c:pt>
                <c:pt idx="629">
                  <c:v>80.627606</c:v>
                </c:pt>
                <c:pt idx="630">
                  <c:v>79.427467</c:v>
                </c:pt>
                <c:pt idx="631">
                  <c:v>79.114879</c:v>
                </c:pt>
                <c:pt idx="632">
                  <c:v>79.073535</c:v>
                </c:pt>
                <c:pt idx="633">
                  <c:v>78.453383</c:v>
                </c:pt>
                <c:pt idx="634">
                  <c:v>77.83323</c:v>
                </c:pt>
                <c:pt idx="635">
                  <c:v>77.254421</c:v>
                </c:pt>
                <c:pt idx="636">
                  <c:v>76.827420</c:v>
                </c:pt>
                <c:pt idx="637">
                  <c:v>75.776264</c:v>
                </c:pt>
                <c:pt idx="638">
                  <c:v>75.164721</c:v>
                </c:pt>
                <c:pt idx="639">
                  <c:v>74.815357</c:v>
                </c:pt>
                <c:pt idx="640">
                  <c:v>74.815357</c:v>
                </c:pt>
                <c:pt idx="641">
                  <c:v>74.248555</c:v>
                </c:pt>
                <c:pt idx="642">
                  <c:v>73.681753</c:v>
                </c:pt>
                <c:pt idx="643">
                  <c:v>73.114951</c:v>
                </c:pt>
                <c:pt idx="644">
                  <c:v>72.616002</c:v>
                </c:pt>
                <c:pt idx="645">
                  <c:v>72.029899</c:v>
                </c:pt>
                <c:pt idx="646">
                  <c:v>71.443796</c:v>
                </c:pt>
                <c:pt idx="647">
                  <c:v>71.013986</c:v>
                </c:pt>
                <c:pt idx="648">
                  <c:v>71.013986</c:v>
                </c:pt>
                <c:pt idx="649">
                  <c:v>70.180507</c:v>
                </c:pt>
                <c:pt idx="650">
                  <c:v>68.869087</c:v>
                </c:pt>
                <c:pt idx="651">
                  <c:v>67.557667</c:v>
                </c:pt>
                <c:pt idx="652">
                  <c:v>67.212616</c:v>
                </c:pt>
                <c:pt idx="653">
                  <c:v>66.810702</c:v>
                </c:pt>
                <c:pt idx="654">
                  <c:v>66.140845</c:v>
                </c:pt>
                <c:pt idx="655">
                  <c:v>65.470988</c:v>
                </c:pt>
                <c:pt idx="656">
                  <c:v>64.635550</c:v>
                </c:pt>
                <c:pt idx="657">
                  <c:v>63.104210</c:v>
                </c:pt>
                <c:pt idx="658">
                  <c:v>61.878947</c:v>
                </c:pt>
                <c:pt idx="659">
                  <c:v>61.040997</c:v>
                </c:pt>
                <c:pt idx="660">
                  <c:v>59.764032</c:v>
                </c:pt>
                <c:pt idx="661">
                  <c:v>58.346717</c:v>
                </c:pt>
                <c:pt idx="662">
                  <c:v>57.644962</c:v>
                </c:pt>
                <c:pt idx="663">
                  <c:v>56.675401</c:v>
                </c:pt>
                <c:pt idx="664">
                  <c:v>55.144061</c:v>
                </c:pt>
                <c:pt idx="665">
                  <c:v>54.955854</c:v>
                </c:pt>
                <c:pt idx="666">
                  <c:v>59.966732</c:v>
                </c:pt>
                <c:pt idx="667">
                  <c:v>66.774057</c:v>
                </c:pt>
                <c:pt idx="668">
                  <c:v>73.581382</c:v>
                </c:pt>
                <c:pt idx="669">
                  <c:v>74.325495</c:v>
                </c:pt>
                <c:pt idx="670">
                  <c:v>78.863712</c:v>
                </c:pt>
                <c:pt idx="671">
                  <c:v>82.058121</c:v>
                </c:pt>
                <c:pt idx="672">
                  <c:v>84.327229</c:v>
                </c:pt>
                <c:pt idx="673">
                  <c:v>85.461783</c:v>
                </c:pt>
                <c:pt idx="674">
                  <c:v>85.461783</c:v>
                </c:pt>
                <c:pt idx="675">
                  <c:v>85.461783</c:v>
                </c:pt>
                <c:pt idx="676">
                  <c:v>85.461783</c:v>
                </c:pt>
                <c:pt idx="677">
                  <c:v>85.461783</c:v>
                </c:pt>
                <c:pt idx="678">
                  <c:v>87.730892</c:v>
                </c:pt>
                <c:pt idx="679">
                  <c:v>87.730896</c:v>
                </c:pt>
                <c:pt idx="680">
                  <c:v>87.730899</c:v>
                </c:pt>
                <c:pt idx="681">
                  <c:v>88.865446</c:v>
                </c:pt>
                <c:pt idx="682">
                  <c:v>88.865446</c:v>
                </c:pt>
                <c:pt idx="683">
                  <c:v>88.865446</c:v>
                </c:pt>
                <c:pt idx="684">
                  <c:v>88.865446</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F92-4069-BC83-B9AEE43D4E41}"/>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77.433008</c:v>
                </c:pt>
                <c:pt idx="2">
                  <c:v>79.999968</c:v>
                </c:pt>
                <c:pt idx="3">
                  <c:v>84.538185</c:v>
                </c:pt>
                <c:pt idx="4">
                  <c:v>84.538185</c:v>
                </c:pt>
                <c:pt idx="5">
                  <c:v>84.538185</c:v>
                </c:pt>
                <c:pt idx="6">
                  <c:v>84.538185</c:v>
                </c:pt>
                <c:pt idx="7">
                  <c:v>84.538185</c:v>
                </c:pt>
                <c:pt idx="8">
                  <c:v>84.538185</c:v>
                </c:pt>
                <c:pt idx="9">
                  <c:v>84.538185</c:v>
                </c:pt>
                <c:pt idx="10">
                  <c:v>84.538185</c:v>
                </c:pt>
                <c:pt idx="11">
                  <c:v>87.730892</c:v>
                </c:pt>
                <c:pt idx="12">
                  <c:v>87.730892</c:v>
                </c:pt>
                <c:pt idx="13">
                  <c:v>87.730892</c:v>
                </c:pt>
                <c:pt idx="14">
                  <c:v>87.730892</c:v>
                </c:pt>
                <c:pt idx="15">
                  <c:v>87.730892</c:v>
                </c:pt>
                <c:pt idx="16">
                  <c:v>90</c:v>
                </c:pt>
                <c:pt idx="17">
                  <c:v>90</c:v>
                </c:pt>
                <c:pt idx="18">
                  <c:v>90</c:v>
                </c:pt>
                <c:pt idx="19">
                  <c:v>90</c:v>
                </c:pt>
                <c:pt idx="20">
                  <c:v>90</c:v>
                </c:pt>
                <c:pt idx="21">
                  <c:v>90</c:v>
                </c:pt>
                <c:pt idx="22">
                  <c:v>90</c:v>
                </c:pt>
                <c:pt idx="23">
                  <c:v>90</c:v>
                </c:pt>
                <c:pt idx="24">
                  <c:v>90</c:v>
                </c:pt>
                <c:pt idx="25">
                  <c:v>90</c:v>
                </c:pt>
                <c:pt idx="26">
                  <c:v>90</c:v>
                </c:pt>
                <c:pt idx="27">
                  <c:v>88.466944</c:v>
                </c:pt>
                <c:pt idx="28">
                  <c:v>88.123569</c:v>
                </c:pt>
                <c:pt idx="29">
                  <c:v>88.123569</c:v>
                </c:pt>
                <c:pt idx="30">
                  <c:v>88.123569</c:v>
                </c:pt>
                <c:pt idx="31">
                  <c:v>85.357299</c:v>
                </c:pt>
                <c:pt idx="32">
                  <c:v>85.357299</c:v>
                </c:pt>
                <c:pt idx="33">
                  <c:v>85.357299</c:v>
                </c:pt>
                <c:pt idx="34">
                  <c:v>85.357299</c:v>
                </c:pt>
                <c:pt idx="35">
                  <c:v>85.357299</c:v>
                </c:pt>
                <c:pt idx="36">
                  <c:v>84.996087</c:v>
                </c:pt>
                <c:pt idx="37">
                  <c:v>83.641541</c:v>
                </c:pt>
                <c:pt idx="38">
                  <c:v>82.919117</c:v>
                </c:pt>
                <c:pt idx="39">
                  <c:v>82.919117</c:v>
                </c:pt>
                <c:pt idx="40">
                  <c:v>82.919117</c:v>
                </c:pt>
                <c:pt idx="41">
                  <c:v>82.919117</c:v>
                </c:pt>
                <c:pt idx="42">
                  <c:v>82.919117</c:v>
                </c:pt>
                <c:pt idx="43">
                  <c:v>82.919117</c:v>
                </c:pt>
                <c:pt idx="44">
                  <c:v>82.919117</c:v>
                </c:pt>
                <c:pt idx="45">
                  <c:v>82.919117</c:v>
                </c:pt>
                <c:pt idx="46">
                  <c:v>82.919117</c:v>
                </c:pt>
                <c:pt idx="47">
                  <c:v>82.919117</c:v>
                </c:pt>
                <c:pt idx="48">
                  <c:v>82.919117</c:v>
                </c:pt>
                <c:pt idx="49">
                  <c:v>82.919117</c:v>
                </c:pt>
                <c:pt idx="50">
                  <c:v>82.919117</c:v>
                </c:pt>
                <c:pt idx="51">
                  <c:v>86.731284</c:v>
                </c:pt>
                <c:pt idx="52">
                  <c:v>90</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87.188522</c:v>
                </c:pt>
                <c:pt idx="162">
                  <c:v>87.188522</c:v>
                </c:pt>
                <c:pt idx="163">
                  <c:v>87.188522</c:v>
                </c:pt>
                <c:pt idx="164">
                  <c:v>87.188522</c:v>
                </c:pt>
                <c:pt idx="165">
                  <c:v>89.999802</c:v>
                </c:pt>
                <c:pt idx="166">
                  <c:v>89.999908</c:v>
                </c:pt>
                <c:pt idx="167">
                  <c:v>89.999945</c:v>
                </c:pt>
                <c:pt idx="168">
                  <c:v>89.999953</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87.188522</c:v>
                </c:pt>
                <c:pt idx="255">
                  <c:v>87.188522</c:v>
                </c:pt>
                <c:pt idx="256">
                  <c:v>87.188522</c:v>
                </c:pt>
                <c:pt idx="257">
                  <c:v>87.188522</c:v>
                </c:pt>
                <c:pt idx="258">
                  <c:v>87.188522</c:v>
                </c:pt>
                <c:pt idx="259">
                  <c:v>87.188522</c:v>
                </c:pt>
                <c:pt idx="260">
                  <c:v>87.188522</c:v>
                </c:pt>
                <c:pt idx="261">
                  <c:v>87.188522</c:v>
                </c:pt>
                <c:pt idx="262">
                  <c:v>87.188522</c:v>
                </c:pt>
                <c:pt idx="263">
                  <c:v>87.188522</c:v>
                </c:pt>
                <c:pt idx="264">
                  <c:v>89.999945</c:v>
                </c:pt>
                <c:pt idx="265">
                  <c:v>89.999945</c:v>
                </c:pt>
                <c:pt idx="266">
                  <c:v>89.999945</c:v>
                </c:pt>
                <c:pt idx="267">
                  <c:v>89.999945</c:v>
                </c:pt>
                <c:pt idx="268">
                  <c:v>89.999945</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89.999953</c:v>
                </c:pt>
                <c:pt idx="349">
                  <c:v>89.999953</c:v>
                </c:pt>
                <c:pt idx="350">
                  <c:v>89.999953</c:v>
                </c:pt>
                <c:pt idx="351">
                  <c:v>89.999953</c:v>
                </c:pt>
                <c:pt idx="352">
                  <c:v>89.999953</c:v>
                </c:pt>
                <c:pt idx="353">
                  <c:v>89.999953</c:v>
                </c:pt>
                <c:pt idx="354">
                  <c:v>89.999953</c:v>
                </c:pt>
                <c:pt idx="355">
                  <c:v>89.999953</c:v>
                </c:pt>
                <c:pt idx="356">
                  <c:v>89.999953</c:v>
                </c:pt>
                <c:pt idx="357">
                  <c:v>89.999953</c:v>
                </c:pt>
                <c:pt idx="358">
                  <c:v>89.999953</c:v>
                </c:pt>
                <c:pt idx="359">
                  <c:v>89.999953</c:v>
                </c:pt>
                <c:pt idx="360">
                  <c:v>89.999953</c:v>
                </c:pt>
                <c:pt idx="361">
                  <c:v>89.999953</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87.188522</c:v>
                </c:pt>
                <c:pt idx="448">
                  <c:v>87.188522</c:v>
                </c:pt>
                <c:pt idx="449">
                  <c:v>87.188522</c:v>
                </c:pt>
                <c:pt idx="450">
                  <c:v>87.188522</c:v>
                </c:pt>
                <c:pt idx="451">
                  <c:v>87.188522</c:v>
                </c:pt>
                <c:pt idx="452">
                  <c:v>87.188522</c:v>
                </c:pt>
                <c:pt idx="453">
                  <c:v>87.188522</c:v>
                </c:pt>
                <c:pt idx="454">
                  <c:v>87.188522</c:v>
                </c:pt>
                <c:pt idx="455">
                  <c:v>87.188522</c:v>
                </c:pt>
                <c:pt idx="456">
                  <c:v>87.188522</c:v>
                </c:pt>
                <c:pt idx="457">
                  <c:v>89.999968</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F92-4069-BC83-B9AEE43D4E41}"/>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1E-4</c:v>
                </c:pt>
                <c:pt idx="5">
                  <c:v>1E-4</c:v>
                </c:pt>
                <c:pt idx="6">
                  <c:v>0</c:v>
                </c:pt>
                <c:pt idx="7">
                  <c:v>0</c:v>
                </c:pt>
                <c:pt idx="8">
                  <c:v>269.391712</c:v>
                </c:pt>
                <c:pt idx="9">
                  <c:v>269.391712</c:v>
                </c:pt>
                <c:pt idx="10">
                  <c:v>503.111056</c:v>
                </c:pt>
                <c:pt idx="11">
                  <c:v>503.111056</c:v>
                </c:pt>
                <c:pt idx="12">
                  <c:v>423.979208</c:v>
                </c:pt>
                <c:pt idx="13">
                  <c:v>423.979208</c:v>
                </c:pt>
                <c:pt idx="14">
                  <c:v>541.480353</c:v>
                </c:pt>
                <c:pt idx="15">
                  <c:v>541.480353</c:v>
                </c:pt>
                <c:pt idx="16">
                  <c:v>480.000100</c:v>
                </c:pt>
                <c:pt idx="17">
                  <c:v>480.000100</c:v>
                </c:pt>
                <c:pt idx="18">
                  <c:v>592.427461</c:v>
                </c:pt>
                <c:pt idx="19">
                  <c:v>592.427461</c:v>
                </c:pt>
                <c:pt idx="20">
                  <c:v>310.169271</c:v>
                </c:pt>
                <c:pt idx="21">
                  <c:v>310.169271</c:v>
                </c:pt>
                <c:pt idx="22">
                  <c:v>240.000200</c:v>
                </c:pt>
                <c:pt idx="23">
                  <c:v>240.000200</c:v>
                </c:pt>
                <c:pt idx="24">
                  <c:v>57.230953</c:v>
                </c:pt>
                <c:pt idx="25">
                  <c:v>57.230953</c:v>
                </c:pt>
                <c:pt idx="26">
                  <c:v>234.116775</c:v>
                </c:pt>
                <c:pt idx="27">
                  <c:v>234.116775</c:v>
                </c:pt>
                <c:pt idx="28">
                  <c:v>194.988111</c:v>
                </c:pt>
                <c:pt idx="29">
                  <c:v>194.988111</c:v>
                </c:pt>
                <c:pt idx="30">
                  <c:v>57.124081</c:v>
                </c:pt>
                <c:pt idx="31">
                  <c:v>57.124081</c:v>
                </c:pt>
                <c:pt idx="32">
                  <c:v>168.115588</c:v>
                </c:pt>
                <c:pt idx="33">
                  <c:v>168.115588</c:v>
                </c:pt>
                <c:pt idx="34">
                  <c:v>273.670116</c:v>
                </c:pt>
                <c:pt idx="35">
                  <c:v>273.670116</c:v>
                </c:pt>
                <c:pt idx="36">
                  <c:v>270.000100</c:v>
                </c:pt>
                <c:pt idx="37">
                  <c:v>270.000100</c:v>
                </c:pt>
                <c:pt idx="38">
                  <c:v>360</c:v>
                </c:pt>
                <c:pt idx="39">
                  <c:v>360</c:v>
                </c:pt>
                <c:pt idx="40">
                  <c:v>364.062363</c:v>
                </c:pt>
                <c:pt idx="41">
                  <c:v>364.062363</c:v>
                </c:pt>
                <c:pt idx="42">
                  <c:v>373.632210</c:v>
                </c:pt>
                <c:pt idx="43">
                  <c:v>373.632210</c:v>
                </c:pt>
                <c:pt idx="44">
                  <c:v>614.844753</c:v>
                </c:pt>
                <c:pt idx="45">
                  <c:v>614.844753</c:v>
                </c:pt>
                <c:pt idx="46">
                  <c:v>474.421474</c:v>
                </c:pt>
                <c:pt idx="47">
                  <c:v>474.421474</c:v>
                </c:pt>
                <c:pt idx="48">
                  <c:v>302.998916</c:v>
                </c:pt>
                <c:pt idx="49">
                  <c:v>302.998916</c:v>
                </c:pt>
                <c:pt idx="50">
                  <c:v>234.392</c:v>
                </c:pt>
                <c:pt idx="51">
                  <c:v>234.392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60</c:v>
                </c:pt>
                <c:pt idx="81">
                  <c:v>60</c:v>
                </c:pt>
                <c:pt idx="82">
                  <c:v>51.793400</c:v>
                </c:pt>
                <c:pt idx="83">
                  <c:v>51.793400</c:v>
                </c:pt>
                <c:pt idx="84">
                  <c:v>90</c:v>
                </c:pt>
                <c:pt idx="85">
                  <c:v>90</c:v>
                </c:pt>
                <c:pt idx="86">
                  <c:v>60</c:v>
                </c:pt>
                <c:pt idx="87">
                  <c:v>60</c:v>
                </c:pt>
                <c:pt idx="88">
                  <c:v>86.416565</c:v>
                </c:pt>
                <c:pt idx="89">
                  <c:v>86.416565</c:v>
                </c:pt>
                <c:pt idx="90">
                  <c:v>120</c:v>
                </c:pt>
                <c:pt idx="91">
                  <c:v>120</c:v>
                </c:pt>
                <c:pt idx="92">
                  <c:v>60.000100</c:v>
                </c:pt>
                <c:pt idx="93">
                  <c:v>60.000100</c:v>
                </c:pt>
                <c:pt idx="94">
                  <c:v>60</c:v>
                </c:pt>
                <c:pt idx="95">
                  <c:v>60</c:v>
                </c:pt>
                <c:pt idx="96">
                  <c:v>63.432344</c:v>
                </c:pt>
                <c:pt idx="97">
                  <c:v>63.432344</c:v>
                </c:pt>
                <c:pt idx="98">
                  <c:v>90</c:v>
                </c:pt>
                <c:pt idx="99">
                  <c:v>90</c:v>
                </c:pt>
                <c:pt idx="100">
                  <c:v>90</c:v>
                </c:pt>
                <c:pt idx="101">
                  <c:v>90</c:v>
                </c:pt>
                <c:pt idx="102">
                  <c:v>12.211147</c:v>
                </c:pt>
                <c:pt idx="103">
                  <c:v>12.211147</c:v>
                </c:pt>
                <c:pt idx="104">
                  <c:v>120</c:v>
                </c:pt>
                <c:pt idx="105">
                  <c:v>120</c:v>
                </c:pt>
                <c:pt idx="106">
                  <c:v>129.829075</c:v>
                </c:pt>
                <c:pt idx="107">
                  <c:v>129.829075</c:v>
                </c:pt>
                <c:pt idx="108">
                  <c:v>65.285726</c:v>
                </c:pt>
                <c:pt idx="109">
                  <c:v>65.285726</c:v>
                </c:pt>
                <c:pt idx="110">
                  <c:v>120</c:v>
                </c:pt>
                <c:pt idx="111">
                  <c:v>120</c:v>
                </c:pt>
                <c:pt idx="112">
                  <c:v>60.000100</c:v>
                </c:pt>
                <c:pt idx="113">
                  <c:v>60.000100</c:v>
                </c:pt>
                <c:pt idx="114">
                  <c:v>118.549895</c:v>
                </c:pt>
                <c:pt idx="115">
                  <c:v>118.549895</c:v>
                </c:pt>
                <c:pt idx="116">
                  <c:v>0</c:v>
                </c:pt>
                <c:pt idx="117">
                  <c:v>0</c:v>
                </c:pt>
                <c:pt idx="118">
                  <c:v>30</c:v>
                </c:pt>
                <c:pt idx="119">
                  <c:v>30</c:v>
                </c:pt>
                <c:pt idx="120">
                  <c:v>30</c:v>
                </c:pt>
                <c:pt idx="121">
                  <c:v>30</c:v>
                </c:pt>
                <c:pt idx="122">
                  <c:v>0</c:v>
                </c:pt>
                <c:pt idx="123">
                  <c:v>0</c:v>
                </c:pt>
                <c:pt idx="124">
                  <c:v>1E-4</c:v>
                </c:pt>
                <c:pt idx="125">
                  <c:v>1E-4</c:v>
                </c:pt>
                <c:pt idx="126">
                  <c:v>0</c:v>
                </c:pt>
                <c:pt idx="127">
                  <c:v>0</c:v>
                </c:pt>
                <c:pt idx="128">
                  <c:v>60</c:v>
                </c:pt>
                <c:pt idx="129">
                  <c:v>60</c:v>
                </c:pt>
                <c:pt idx="130">
                  <c:v>43.215971</c:v>
                </c:pt>
                <c:pt idx="131">
                  <c:v>43.215971</c:v>
                </c:pt>
                <c:pt idx="132">
                  <c:v>0</c:v>
                </c:pt>
                <c:pt idx="133">
                  <c:v>0</c:v>
                </c:pt>
                <c:pt idx="134">
                  <c:v>60</c:v>
                </c:pt>
                <c:pt idx="135">
                  <c:v>60</c:v>
                </c:pt>
                <c:pt idx="136">
                  <c:v>68.777240</c:v>
                </c:pt>
                <c:pt idx="137">
                  <c:v>68.777240</c:v>
                </c:pt>
                <c:pt idx="138">
                  <c:v>0</c:v>
                </c:pt>
                <c:pt idx="139">
                  <c:v>0</c:v>
                </c:pt>
                <c:pt idx="140">
                  <c:v>17.548947</c:v>
                </c:pt>
                <c:pt idx="141">
                  <c:v>17.548947</c:v>
                </c:pt>
                <c:pt idx="142">
                  <c:v>0</c:v>
                </c:pt>
                <c:pt idx="143">
                  <c:v>0</c:v>
                </c:pt>
                <c:pt idx="144">
                  <c:v>24.662000</c:v>
                </c:pt>
                <c:pt idx="145">
                  <c:v>24.662000</c:v>
                </c:pt>
                <c:pt idx="146">
                  <c:v>0</c:v>
                </c:pt>
                <c:pt idx="147">
                  <c:v>0</c:v>
                </c:pt>
                <c:pt idx="148">
                  <c:v>0.000421</c:v>
                </c:pt>
                <c:pt idx="149">
                  <c:v>0.000421</c:v>
                </c:pt>
                <c:pt idx="150">
                  <c:v>0</c:v>
                </c:pt>
                <c:pt idx="151">
                  <c:v>0</c:v>
                </c:pt>
                <c:pt idx="152">
                  <c:v>0</c:v>
                </c:pt>
                <c:pt idx="153">
                  <c:v>0</c:v>
                </c:pt>
                <c:pt idx="154">
                  <c:v>0</c:v>
                </c:pt>
                <c:pt idx="155">
                  <c:v>0</c:v>
                </c:pt>
                <c:pt idx="156">
                  <c:v>0</c:v>
                </c:pt>
                <c:pt idx="157">
                  <c:v>0</c:v>
                </c:pt>
                <c:pt idx="158">
                  <c:v>0</c:v>
                </c:pt>
                <c:pt idx="159">
                  <c:v>0</c:v>
                </c:pt>
                <c:pt idx="160">
                  <c:v>0</c:v>
                </c:pt>
                <c:pt idx="161">
                  <c:v>0</c:v>
                </c:pt>
                <c:pt idx="162">
                  <c:v>60.000100</c:v>
                </c:pt>
                <c:pt idx="163">
                  <c:v>60.000100</c:v>
                </c:pt>
                <c:pt idx="164">
                  <c:v>149.9999</c:v>
                </c:pt>
                <c:pt idx="165">
                  <c:v>149.9999</c:v>
                </c:pt>
                <c:pt idx="166">
                  <c:v>90.000100</c:v>
                </c:pt>
                <c:pt idx="167">
                  <c:v>90.000100</c:v>
                </c:pt>
                <c:pt idx="168">
                  <c:v>150.0001</c:v>
                </c:pt>
                <c:pt idx="169">
                  <c:v>150.0001</c:v>
                </c:pt>
                <c:pt idx="170">
                  <c:v>180.0001</c:v>
                </c:pt>
                <c:pt idx="171">
                  <c:v>180.0001</c:v>
                </c:pt>
                <c:pt idx="172">
                  <c:v>180.0001</c:v>
                </c:pt>
                <c:pt idx="173">
                  <c:v>180.0001</c:v>
                </c:pt>
                <c:pt idx="174">
                  <c:v>240.0001</c:v>
                </c:pt>
                <c:pt idx="175">
                  <c:v>240.0001</c:v>
                </c:pt>
                <c:pt idx="176">
                  <c:v>210.0001</c:v>
                </c:pt>
                <c:pt idx="177">
                  <c:v>210.0001</c:v>
                </c:pt>
                <c:pt idx="178">
                  <c:v>330</c:v>
                </c:pt>
                <c:pt idx="179">
                  <c:v>330</c:v>
                </c:pt>
                <c:pt idx="180">
                  <c:v>300.000100</c:v>
                </c:pt>
                <c:pt idx="181">
                  <c:v>300.000100</c:v>
                </c:pt>
                <c:pt idx="182">
                  <c:v>390.000200</c:v>
                </c:pt>
                <c:pt idx="183">
                  <c:v>390.000200</c:v>
                </c:pt>
                <c:pt idx="184">
                  <c:v>524.678854</c:v>
                </c:pt>
                <c:pt idx="185">
                  <c:v>524.678854</c:v>
                </c:pt>
                <c:pt idx="186">
                  <c:v>660.000100</c:v>
                </c:pt>
                <c:pt idx="187">
                  <c:v>660.000100</c:v>
                </c:pt>
                <c:pt idx="188">
                  <c:v>690.000100</c:v>
                </c:pt>
                <c:pt idx="189">
                  <c:v>690.000100</c:v>
                </c:pt>
                <c:pt idx="190">
                  <c:v>599.391357</c:v>
                </c:pt>
                <c:pt idx="191">
                  <c:v>599.391357</c:v>
                </c:pt>
                <c:pt idx="192">
                  <c:v>557.789053</c:v>
                </c:pt>
                <c:pt idx="193">
                  <c:v>557.789053</c:v>
                </c:pt>
                <c:pt idx="194">
                  <c:v>704.993883</c:v>
                </c:pt>
                <c:pt idx="195">
                  <c:v>704.993883</c:v>
                </c:pt>
                <c:pt idx="196">
                  <c:v>767.788953</c:v>
                </c:pt>
                <c:pt idx="197">
                  <c:v>767.788953</c:v>
                </c:pt>
                <c:pt idx="198">
                  <c:v>725.789306</c:v>
                </c:pt>
                <c:pt idx="199">
                  <c:v>725.789306</c:v>
                </c:pt>
                <c:pt idx="200">
                  <c:v>570.000100</c:v>
                </c:pt>
                <c:pt idx="201">
                  <c:v>570.000100</c:v>
                </c:pt>
                <c:pt idx="202">
                  <c:v>677.789974</c:v>
                </c:pt>
                <c:pt idx="203">
                  <c:v>677.789974</c:v>
                </c:pt>
                <c:pt idx="204">
                  <c:v>489.601</c:v>
                </c:pt>
                <c:pt idx="205">
                  <c:v>489.601</c:v>
                </c:pt>
                <c:pt idx="206">
                  <c:v>544.393778</c:v>
                </c:pt>
                <c:pt idx="207">
                  <c:v>544.393778</c:v>
                </c:pt>
                <c:pt idx="208">
                  <c:v>346.376494</c:v>
                </c:pt>
                <c:pt idx="209">
                  <c:v>346.376494</c:v>
                </c:pt>
                <c:pt idx="210">
                  <c:v>355.414514</c:v>
                </c:pt>
                <c:pt idx="211">
                  <c:v>355.414514</c:v>
                </c:pt>
                <c:pt idx="212">
                  <c:v>475.940526</c:v>
                </c:pt>
                <c:pt idx="213">
                  <c:v>475.940526</c:v>
                </c:pt>
                <c:pt idx="214">
                  <c:v>324.371366</c:v>
                </c:pt>
                <c:pt idx="215">
                  <c:v>324.371366</c:v>
                </c:pt>
                <c:pt idx="216">
                  <c:v>255.60475</c:v>
                </c:pt>
                <c:pt idx="217">
                  <c:v>255.60475</c:v>
                </c:pt>
                <c:pt idx="218">
                  <c:v>433.551121</c:v>
                </c:pt>
                <c:pt idx="219">
                  <c:v>433.551121</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163.136286</c:v>
                </c:pt>
                <c:pt idx="231">
                  <c:v>163.136286</c:v>
                </c:pt>
                <c:pt idx="232">
                  <c:v>228.084</c:v>
                </c:pt>
                <c:pt idx="233">
                  <c:v>228.084</c:v>
                </c:pt>
                <c:pt idx="234">
                  <c:v>243.642</c:v>
                </c:pt>
                <c:pt idx="235">
                  <c:v>243.642</c:v>
                </c:pt>
                <c:pt idx="236">
                  <c:v>202.967832</c:v>
                </c:pt>
                <c:pt idx="237">
                  <c:v>202.967832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17.002734</c:v>
                </c:pt>
                <c:pt idx="281">
                  <c:v>17.002734</c:v>
                </c:pt>
                <c:pt idx="282">
                  <c:v>0</c:v>
                </c:pt>
                <c:pt idx="283">
                  <c:v>0</c:v>
                </c:pt>
                <c:pt idx="284">
                  <c:v>0</c:v>
                </c:pt>
                <c:pt idx="285">
                  <c:v>0</c:v>
                </c:pt>
                <c:pt idx="286">
                  <c:v>0</c:v>
                </c:pt>
                <c:pt idx="287">
                  <c:v>0</c:v>
                </c:pt>
                <c:pt idx="288">
                  <c:v>29.345797</c:v>
                </c:pt>
                <c:pt idx="289">
                  <c:v>29.345797</c:v>
                </c:pt>
                <c:pt idx="290">
                  <c:v>60</c:v>
                </c:pt>
                <c:pt idx="291">
                  <c:v>60</c:v>
                </c:pt>
                <c:pt idx="292">
                  <c:v>0</c:v>
                </c:pt>
                <c:pt idx="293">
                  <c:v>0</c:v>
                </c:pt>
                <c:pt idx="294">
                  <c:v>76.055297</c:v>
                </c:pt>
                <c:pt idx="295">
                  <c:v>76.055297</c:v>
                </c:pt>
                <c:pt idx="296">
                  <c:v>14.975706</c:v>
                </c:pt>
                <c:pt idx="297">
                  <c:v>14.975706</c:v>
                </c:pt>
                <c:pt idx="298">
                  <c:v>0.000200</c:v>
                </c:pt>
                <c:pt idx="299">
                  <c:v>0.000200</c:v>
                </c:pt>
                <c:pt idx="300">
                  <c:v>206.413492</c:v>
                </c:pt>
                <c:pt idx="301">
                  <c:v>206.413492</c:v>
                </c:pt>
                <c:pt idx="302">
                  <c:v>16.054976</c:v>
                </c:pt>
                <c:pt idx="303">
                  <c:v>16.054976</c:v>
                </c:pt>
                <c:pt idx="304">
                  <c:v>0.000421</c:v>
                </c:pt>
                <c:pt idx="305">
                  <c:v>0.000421</c:v>
                </c:pt>
                <c:pt idx="306">
                  <c:v>0</c:v>
                </c:pt>
                <c:pt idx="307">
                  <c:v>0</c:v>
                </c:pt>
                <c:pt idx="308">
                  <c:v>0</c:v>
                </c:pt>
                <c:pt idx="309">
                  <c:v>0</c:v>
                </c:pt>
                <c:pt idx="310">
                  <c:v>1E-4</c:v>
                </c:pt>
                <c:pt idx="311">
                  <c:v>1E-4</c:v>
                </c:pt>
                <c:pt idx="312">
                  <c:v>0</c:v>
                </c:pt>
                <c:pt idx="313">
                  <c:v>0</c:v>
                </c:pt>
                <c:pt idx="314">
                  <c:v>0</c:v>
                </c:pt>
                <c:pt idx="315">
                  <c:v>0</c:v>
                </c:pt>
                <c:pt idx="316">
                  <c:v>30</c:v>
                </c:pt>
                <c:pt idx="317">
                  <c:v>30</c:v>
                </c:pt>
                <c:pt idx="318">
                  <c:v>0</c:v>
                </c:pt>
                <c:pt idx="319">
                  <c:v>0</c:v>
                </c:pt>
                <c:pt idx="320">
                  <c:v>120.0001</c:v>
                </c:pt>
                <c:pt idx="321">
                  <c:v>120.0001</c:v>
                </c:pt>
                <c:pt idx="322">
                  <c:v>65.016112</c:v>
                </c:pt>
                <c:pt idx="323">
                  <c:v>65.016112</c:v>
                </c:pt>
                <c:pt idx="324">
                  <c:v>150.0001</c:v>
                </c:pt>
                <c:pt idx="325">
                  <c:v>150.0001</c:v>
                </c:pt>
                <c:pt idx="326">
                  <c:v>60.000100</c:v>
                </c:pt>
                <c:pt idx="327">
                  <c:v>60.000100</c:v>
                </c:pt>
                <c:pt idx="328">
                  <c:v>89.999179</c:v>
                </c:pt>
                <c:pt idx="329">
                  <c:v>89.999179</c:v>
                </c:pt>
                <c:pt idx="330">
                  <c:v>60</c:v>
                </c:pt>
                <c:pt idx="331">
                  <c:v>60</c:v>
                </c:pt>
                <c:pt idx="332">
                  <c:v>60</c:v>
                </c:pt>
                <c:pt idx="333">
                  <c:v>60</c:v>
                </c:pt>
                <c:pt idx="334">
                  <c:v>31.839268</c:v>
                </c:pt>
                <c:pt idx="335">
                  <c:v>31.839268</c:v>
                </c:pt>
                <c:pt idx="336">
                  <c:v>25.188000</c:v>
                </c:pt>
                <c:pt idx="337">
                  <c:v>25.188000</c:v>
                </c:pt>
                <c:pt idx="338">
                  <c:v>12.467000</c:v>
                </c:pt>
                <c:pt idx="339">
                  <c:v>12.467000</c:v>
                </c:pt>
                <c:pt idx="340">
                  <c:v>2.717000</c:v>
                </c:pt>
                <c:pt idx="341">
                  <c:v>2.717000</c:v>
                </c:pt>
                <c:pt idx="342">
                  <c:v>0</c:v>
                </c:pt>
                <c:pt idx="343">
                  <c:v>0</c:v>
                </c:pt>
                <c:pt idx="344">
                  <c:v>0</c:v>
                </c:pt>
                <c:pt idx="345">
                  <c:v>0</c:v>
                </c:pt>
                <c:pt idx="346">
                  <c:v>0</c:v>
                </c:pt>
                <c:pt idx="347">
                  <c:v>0</c:v>
                </c:pt>
                <c:pt idx="348">
                  <c:v>0</c:v>
                </c:pt>
                <c:pt idx="349">
                  <c:v>0</c:v>
                </c:pt>
                <c:pt idx="350">
                  <c:v>0</c:v>
                </c:pt>
                <c:pt idx="351">
                  <c:v>0</c:v>
                </c:pt>
                <c:pt idx="352">
                  <c:v>0</c:v>
                </c:pt>
                <c:pt idx="353">
                  <c:v>0</c:v>
                </c:pt>
                <c:pt idx="354">
                  <c:v>8.760048</c:v>
                </c:pt>
                <c:pt idx="355">
                  <c:v>8.760048</c:v>
                </c:pt>
                <c:pt idx="356">
                  <c:v>60</c:v>
                </c:pt>
                <c:pt idx="357">
                  <c:v>60</c:v>
                </c:pt>
                <c:pt idx="358">
                  <c:v>12.209805</c:v>
                </c:pt>
                <c:pt idx="359">
                  <c:v>12.209805</c:v>
                </c:pt>
                <c:pt idx="360">
                  <c:v>90</c:v>
                </c:pt>
                <c:pt idx="361">
                  <c:v>90</c:v>
                </c:pt>
                <c:pt idx="362">
                  <c:v>105.340618</c:v>
                </c:pt>
                <c:pt idx="363">
                  <c:v>105.340618</c:v>
                </c:pt>
                <c:pt idx="364">
                  <c:v>80.971409</c:v>
                </c:pt>
                <c:pt idx="365">
                  <c:v>80.971409</c:v>
                </c:pt>
                <c:pt idx="366">
                  <c:v>210</c:v>
                </c:pt>
                <c:pt idx="367">
                  <c:v>210</c:v>
                </c:pt>
                <c:pt idx="368">
                  <c:v>240.000621</c:v>
                </c:pt>
                <c:pt idx="369">
                  <c:v>240.000621</c:v>
                </c:pt>
                <c:pt idx="370">
                  <c:v>222.209926</c:v>
                </c:pt>
                <c:pt idx="371">
                  <c:v>222.209926</c:v>
                </c:pt>
                <c:pt idx="372">
                  <c:v>137.50771</c:v>
                </c:pt>
                <c:pt idx="373">
                  <c:v>137.50771</c:v>
                </c:pt>
                <c:pt idx="374">
                  <c:v>465.549961</c:v>
                </c:pt>
                <c:pt idx="375">
                  <c:v>465.549961</c:v>
                </c:pt>
                <c:pt idx="376">
                  <c:v>440.000100</c:v>
                </c:pt>
                <c:pt idx="377">
                  <c:v>440.000100</c:v>
                </c:pt>
                <c:pt idx="378">
                  <c:v>690</c:v>
                </c:pt>
                <c:pt idx="379">
                  <c:v>690</c:v>
                </c:pt>
                <c:pt idx="380">
                  <c:v>200</c:v>
                </c:pt>
                <c:pt idx="381">
                  <c:v>200</c:v>
                </c:pt>
                <c:pt idx="382">
                  <c:v>289.322811</c:v>
                </c:pt>
                <c:pt idx="383">
                  <c:v>289.322811</c:v>
                </c:pt>
                <c:pt idx="384">
                  <c:v>341.323819</c:v>
                </c:pt>
                <c:pt idx="385">
                  <c:v>341.323819</c:v>
                </c:pt>
                <c:pt idx="386">
                  <c:v>246.989163</c:v>
                </c:pt>
                <c:pt idx="387">
                  <c:v>246.989163</c:v>
                </c:pt>
                <c:pt idx="388">
                  <c:v>200</c:v>
                </c:pt>
                <c:pt idx="389">
                  <c:v>200</c:v>
                </c:pt>
                <c:pt idx="390">
                  <c:v>300.000100</c:v>
                </c:pt>
                <c:pt idx="391">
                  <c:v>300.000100</c:v>
                </c:pt>
                <c:pt idx="392">
                  <c:v>210.001221</c:v>
                </c:pt>
                <c:pt idx="393">
                  <c:v>210.001221</c:v>
                </c:pt>
                <c:pt idx="394">
                  <c:v>221.090191</c:v>
                </c:pt>
                <c:pt idx="395">
                  <c:v>221.090191</c:v>
                </c:pt>
                <c:pt idx="396">
                  <c:v>210.000200</c:v>
                </c:pt>
                <c:pt idx="397">
                  <c:v>210.000200</c:v>
                </c:pt>
                <c:pt idx="398">
                  <c:v>200</c:v>
                </c:pt>
                <c:pt idx="399">
                  <c:v>200</c:v>
                </c:pt>
                <c:pt idx="400">
                  <c:v>270.000100</c:v>
                </c:pt>
                <c:pt idx="401">
                  <c:v>270.000100</c:v>
                </c:pt>
                <c:pt idx="402">
                  <c:v>402.314156</c:v>
                </c:pt>
                <c:pt idx="403">
                  <c:v>402.314156</c:v>
                </c:pt>
                <c:pt idx="404">
                  <c:v>420</c:v>
                </c:pt>
                <c:pt idx="405">
                  <c:v>420</c:v>
                </c:pt>
                <c:pt idx="406">
                  <c:v>310.301899</c:v>
                </c:pt>
                <c:pt idx="407">
                  <c:v>310.301899</c:v>
                </c:pt>
                <c:pt idx="408">
                  <c:v>240.0001</c:v>
                </c:pt>
                <c:pt idx="409">
                  <c:v>240.0001</c:v>
                </c:pt>
                <c:pt idx="410">
                  <c:v>226.157313</c:v>
                </c:pt>
                <c:pt idx="411">
                  <c:v>226.157313</c:v>
                </c:pt>
                <c:pt idx="412">
                  <c:v>390</c:v>
                </c:pt>
                <c:pt idx="413">
                  <c:v>390</c:v>
                </c:pt>
                <c:pt idx="414">
                  <c:v>210.0001</c:v>
                </c:pt>
                <c:pt idx="415">
                  <c:v>210.0001</c:v>
                </c:pt>
                <c:pt idx="416">
                  <c:v>270.000100</c:v>
                </c:pt>
                <c:pt idx="417">
                  <c:v>270.000100</c:v>
                </c:pt>
                <c:pt idx="418">
                  <c:v>421.121057</c:v>
                </c:pt>
                <c:pt idx="419">
                  <c:v>421.121057</c:v>
                </c:pt>
                <c:pt idx="420">
                  <c:v>300.000100</c:v>
                </c:pt>
                <c:pt idx="421">
                  <c:v>300.000100</c:v>
                </c:pt>
                <c:pt idx="422">
                  <c:v>587.788953</c:v>
                </c:pt>
                <c:pt idx="423">
                  <c:v>587.788953</c:v>
                </c:pt>
                <c:pt idx="424">
                  <c:v>517.215390</c:v>
                </c:pt>
                <c:pt idx="425">
                  <c:v>517.215390</c:v>
                </c:pt>
                <c:pt idx="426">
                  <c:v>605.336953</c:v>
                </c:pt>
                <c:pt idx="427">
                  <c:v>605.336953</c:v>
                </c:pt>
                <c:pt idx="428">
                  <c:v>384.421374</c:v>
                </c:pt>
                <c:pt idx="429">
                  <c:v>384.421374</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21.073313</c:v>
                </c:pt>
                <c:pt idx="479">
                  <c:v>21.073313</c:v>
                </c:pt>
                <c:pt idx="480">
                  <c:v>0</c:v>
                </c:pt>
                <c:pt idx="481">
                  <c:v>0</c:v>
                </c:pt>
                <c:pt idx="482">
                  <c:v>0</c:v>
                </c:pt>
                <c:pt idx="483">
                  <c:v>0</c:v>
                </c:pt>
                <c:pt idx="484">
                  <c:v>0</c:v>
                </c:pt>
                <c:pt idx="485">
                  <c:v>0</c:v>
                </c:pt>
                <c:pt idx="486">
                  <c:v>0</c:v>
                </c:pt>
                <c:pt idx="487">
                  <c:v>0</c:v>
                </c:pt>
                <c:pt idx="488">
                  <c:v>30</c:v>
                </c:pt>
                <c:pt idx="489">
                  <c:v>30</c:v>
                </c:pt>
                <c:pt idx="490">
                  <c:v>0</c:v>
                </c:pt>
                <c:pt idx="491">
                  <c:v>0</c:v>
                </c:pt>
                <c:pt idx="492">
                  <c:v>30</c:v>
                </c:pt>
                <c:pt idx="493">
                  <c:v>30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5.398900</c:v>
                </c:pt>
                <c:pt idx="515">
                  <c:v>5.398900</c:v>
                </c:pt>
                <c:pt idx="516">
                  <c:v>1E-4</c:v>
                </c:pt>
                <c:pt idx="517">
                  <c:v>1E-4</c:v>
                </c:pt>
                <c:pt idx="518">
                  <c:v>0</c:v>
                </c:pt>
                <c:pt idx="519">
                  <c:v>0</c:v>
                </c:pt>
                <c:pt idx="520">
                  <c:v>90</c:v>
                </c:pt>
                <c:pt idx="521">
                  <c:v>90</c:v>
                </c:pt>
                <c:pt idx="522">
                  <c:v>12.858376</c:v>
                </c:pt>
                <c:pt idx="523">
                  <c:v>12.858376</c:v>
                </c:pt>
                <c:pt idx="524">
                  <c:v>60.000100</c:v>
                </c:pt>
                <c:pt idx="525">
                  <c:v>60.000100</c:v>
                </c:pt>
                <c:pt idx="526">
                  <c:v>16.054976</c:v>
                </c:pt>
                <c:pt idx="527">
                  <c:v>16.054976</c:v>
                </c:pt>
                <c:pt idx="528">
                  <c:v>0</c:v>
                </c:pt>
                <c:pt idx="529">
                  <c:v>0</c:v>
                </c:pt>
                <c:pt idx="530">
                  <c:v>3.196200</c:v>
                </c:pt>
                <c:pt idx="531">
                  <c:v>3.196200</c:v>
                </c:pt>
                <c:pt idx="532">
                  <c:v>76.055197</c:v>
                </c:pt>
                <c:pt idx="533">
                  <c:v>76.055197</c:v>
                </c:pt>
                <c:pt idx="534">
                  <c:v>1E-4</c:v>
                </c:pt>
                <c:pt idx="535">
                  <c:v>1E-4</c:v>
                </c:pt>
                <c:pt idx="536">
                  <c:v>0</c:v>
                </c:pt>
                <c:pt idx="537">
                  <c:v>0</c:v>
                </c:pt>
                <c:pt idx="538">
                  <c:v>0.000421</c:v>
                </c:pt>
                <c:pt idx="539">
                  <c:v>0.000421</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30</c:v>
                </c:pt>
                <c:pt idx="555">
                  <c:v>30</c:v>
                </c:pt>
                <c:pt idx="556">
                  <c:v>0</c:v>
                </c:pt>
                <c:pt idx="557">
                  <c:v>0</c:v>
                </c:pt>
                <c:pt idx="558">
                  <c:v>0</c:v>
                </c:pt>
                <c:pt idx="559">
                  <c:v>0</c:v>
                </c:pt>
                <c:pt idx="560">
                  <c:v>150</c:v>
                </c:pt>
                <c:pt idx="561">
                  <c:v>150</c:v>
                </c:pt>
                <c:pt idx="562">
                  <c:v>240</c:v>
                </c:pt>
                <c:pt idx="563">
                  <c:v>240</c:v>
                </c:pt>
                <c:pt idx="564">
                  <c:v>300</c:v>
                </c:pt>
                <c:pt idx="565">
                  <c:v>300</c:v>
                </c:pt>
                <c:pt idx="566">
                  <c:v>360.000100</c:v>
                </c:pt>
                <c:pt idx="567">
                  <c:v>360.000100</c:v>
                </c:pt>
                <c:pt idx="568">
                  <c:v>300</c:v>
                </c:pt>
                <c:pt idx="569">
                  <c:v>300</c:v>
                </c:pt>
                <c:pt idx="570">
                  <c:v>180</c:v>
                </c:pt>
                <c:pt idx="571">
                  <c:v>180</c:v>
                </c:pt>
                <c:pt idx="572">
                  <c:v>187.045602</c:v>
                </c:pt>
                <c:pt idx="573">
                  <c:v>187.045602</c:v>
                </c:pt>
                <c:pt idx="574">
                  <c:v>300</c:v>
                </c:pt>
                <c:pt idx="575">
                  <c:v>300</c:v>
                </c:pt>
                <c:pt idx="576">
                  <c:v>214.027236</c:v>
                </c:pt>
                <c:pt idx="577">
                  <c:v>214.027236</c:v>
                </c:pt>
                <c:pt idx="578">
                  <c:v>261.956109</c:v>
                </c:pt>
                <c:pt idx="579">
                  <c:v>261.956109</c:v>
                </c:pt>
                <c:pt idx="580">
                  <c:v>159.126699</c:v>
                </c:pt>
                <c:pt idx="581">
                  <c:v>159.126699</c:v>
                </c:pt>
                <c:pt idx="582">
                  <c:v>300</c:v>
                </c:pt>
                <c:pt idx="583">
                  <c:v>300</c:v>
                </c:pt>
                <c:pt idx="584">
                  <c:v>312.211247</c:v>
                </c:pt>
                <c:pt idx="585">
                  <c:v>312.211247</c:v>
                </c:pt>
                <c:pt idx="586">
                  <c:v>398.47163</c:v>
                </c:pt>
                <c:pt idx="587">
                  <c:v>398.47163</c:v>
                </c:pt>
                <c:pt idx="588">
                  <c:v>323.840190</c:v>
                </c:pt>
                <c:pt idx="589">
                  <c:v>323.840190</c:v>
                </c:pt>
                <c:pt idx="590">
                  <c:v>321.344272</c:v>
                </c:pt>
                <c:pt idx="591">
                  <c:v>321.344272</c:v>
                </c:pt>
                <c:pt idx="592">
                  <c:v>370.210543</c:v>
                </c:pt>
                <c:pt idx="593">
                  <c:v>370.210543</c:v>
                </c:pt>
                <c:pt idx="594">
                  <c:v>164.956238</c:v>
                </c:pt>
                <c:pt idx="595">
                  <c:v>164.956238</c:v>
                </c:pt>
                <c:pt idx="596">
                  <c:v>330.000100</c:v>
                </c:pt>
                <c:pt idx="597">
                  <c:v>330.000100</c:v>
                </c:pt>
                <c:pt idx="598">
                  <c:v>527.789153</c:v>
                </c:pt>
                <c:pt idx="599">
                  <c:v>527.789153</c:v>
                </c:pt>
                <c:pt idx="600">
                  <c:v>497.140807</c:v>
                </c:pt>
                <c:pt idx="601">
                  <c:v>497.140807</c:v>
                </c:pt>
                <c:pt idx="602">
                  <c:v>375.019409</c:v>
                </c:pt>
                <c:pt idx="603">
                  <c:v>375.019409</c:v>
                </c:pt>
                <c:pt idx="604">
                  <c:v>312.211468</c:v>
                </c:pt>
                <c:pt idx="605">
                  <c:v>312.211468</c:v>
                </c:pt>
                <c:pt idx="606">
                  <c:v>479.825552</c:v>
                </c:pt>
                <c:pt idx="607">
                  <c:v>479.825552</c:v>
                </c:pt>
                <c:pt idx="608">
                  <c:v>617.788853</c:v>
                </c:pt>
                <c:pt idx="609">
                  <c:v>617.788853</c:v>
                </c:pt>
                <c:pt idx="610">
                  <c:v>533.426723</c:v>
                </c:pt>
                <c:pt idx="611">
                  <c:v>533.426723</c:v>
                </c:pt>
                <c:pt idx="612">
                  <c:v>686.187674</c:v>
                </c:pt>
                <c:pt idx="613">
                  <c:v>686.187674</c:v>
                </c:pt>
                <c:pt idx="614">
                  <c:v>750</c:v>
                </c:pt>
                <c:pt idx="615">
                  <c:v>750</c:v>
                </c:pt>
                <c:pt idx="616">
                  <c:v>635.398258</c:v>
                </c:pt>
                <c:pt idx="617">
                  <c:v>635.398258</c:v>
                </c:pt>
                <c:pt idx="618">
                  <c:v>570.000521</c:v>
                </c:pt>
                <c:pt idx="619">
                  <c:v>570.000521</c:v>
                </c:pt>
                <c:pt idx="620">
                  <c:v>464.635265</c:v>
                </c:pt>
                <c:pt idx="621">
                  <c:v>464.635265</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60</c:v>
                </c:pt>
                <c:pt idx="689">
                  <c:v>60</c:v>
                </c:pt>
                <c:pt idx="690">
                  <c:v>16.054876</c:v>
                </c:pt>
                <c:pt idx="691">
                  <c:v>16.054876</c:v>
                </c:pt>
                <c:pt idx="692">
                  <c:v>0</c:v>
                </c:pt>
                <c:pt idx="693">
                  <c:v>0</c:v>
                </c:pt>
                <c:pt idx="694">
                  <c:v>0</c:v>
                </c:pt>
                <c:pt idx="695">
                  <c:v>0</c:v>
                </c:pt>
                <c:pt idx="696">
                  <c:v>0</c:v>
                </c:pt>
                <c:pt idx="697">
                  <c:v>0</c:v>
                </c:pt>
                <c:pt idx="698">
                  <c:v>0</c:v>
                </c:pt>
                <c:pt idx="699">
                  <c:v>0</c:v>
                </c:pt>
                <c:pt idx="700">
                  <c:v>0</c:v>
                </c:pt>
                <c:pt idx="701">
                  <c:v>0</c:v>
                </c:pt>
                <c:pt idx="702">
                  <c:v>0</c:v>
                </c:pt>
                <c:pt idx="703">
                  <c:v>0</c:v>
                </c:pt>
                <c:pt idx="704">
                  <c:v>34.084626</c:v>
                </c:pt>
                <c:pt idx="705">
                  <c:v>34.084626</c:v>
                </c:pt>
                <c:pt idx="706">
                  <c:v>8.169252</c:v>
                </c:pt>
                <c:pt idx="707">
                  <c:v>8.169252</c:v>
                </c:pt>
                <c:pt idx="708">
                  <c:v>0</c:v>
                </c:pt>
                <c:pt idx="709">
                  <c:v>0</c:v>
                </c:pt>
                <c:pt idx="710">
                  <c:v>0</c:v>
                </c:pt>
                <c:pt idx="711">
                  <c:v>0</c:v>
                </c:pt>
                <c:pt idx="712">
                  <c:v>14.261365</c:v>
                </c:pt>
                <c:pt idx="713">
                  <c:v>14.261365</c:v>
                </c:pt>
                <c:pt idx="714">
                  <c:v>60</c:v>
                </c:pt>
                <c:pt idx="715">
                  <c:v>60</c:v>
                </c:pt>
                <c:pt idx="716">
                  <c:v>0</c:v>
                </c:pt>
                <c:pt idx="717">
                  <c:v>0</c:v>
                </c:pt>
                <c:pt idx="718">
                  <c:v>30</c:v>
                </c:pt>
                <c:pt idx="719">
                  <c:v>30</c:v>
                </c:pt>
                <c:pt idx="720">
                  <c:v>0</c:v>
                </c:pt>
                <c:pt idx="721">
                  <c:v>0</c:v>
                </c:pt>
                <c:pt idx="722">
                  <c:v>0</c:v>
                </c:pt>
                <c:pt idx="723">
                  <c:v>0</c:v>
                </c:pt>
                <c:pt idx="724">
                  <c:v>3.692000</c:v>
                </c:pt>
                <c:pt idx="725">
                  <c:v>3.692000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36.799499</c:v>
                </c:pt>
                <c:pt idx="745">
                  <c:v>36.799499</c:v>
                </c:pt>
                <c:pt idx="746">
                  <c:v>150</c:v>
                </c:pt>
                <c:pt idx="747">
                  <c:v>150</c:v>
                </c:pt>
                <c:pt idx="748">
                  <c:v>76.055297</c:v>
                </c:pt>
                <c:pt idx="749">
                  <c:v>76.055297</c:v>
                </c:pt>
                <c:pt idx="750">
                  <c:v>60</c:v>
                </c:pt>
                <c:pt idx="751">
                  <c:v>60</c:v>
                </c:pt>
                <c:pt idx="752">
                  <c:v>0</c:v>
                </c:pt>
                <c:pt idx="753">
                  <c:v>0</c:v>
                </c:pt>
                <c:pt idx="754">
                  <c:v>0</c:v>
                </c:pt>
                <c:pt idx="755">
                  <c:v>0</c:v>
                </c:pt>
                <c:pt idx="756">
                  <c:v>60</c:v>
                </c:pt>
                <c:pt idx="757">
                  <c:v>60</c:v>
                </c:pt>
                <c:pt idx="758">
                  <c:v>90</c:v>
                </c:pt>
                <c:pt idx="759">
                  <c:v>90</c:v>
                </c:pt>
                <c:pt idx="760">
                  <c:v>330.000521</c:v>
                </c:pt>
                <c:pt idx="761">
                  <c:v>330.000521</c:v>
                </c:pt>
                <c:pt idx="762">
                  <c:v>445.062745</c:v>
                </c:pt>
                <c:pt idx="763">
                  <c:v>445.062745</c:v>
                </c:pt>
                <c:pt idx="764">
                  <c:v>562.644868</c:v>
                </c:pt>
                <c:pt idx="765">
                  <c:v>562.644868</c:v>
                </c:pt>
                <c:pt idx="766">
                  <c:v>576.340426</c:v>
                </c:pt>
                <c:pt idx="767">
                  <c:v>576.340426</c:v>
                </c:pt>
                <c:pt idx="768">
                  <c:v>270.000421</c:v>
                </c:pt>
                <c:pt idx="769">
                  <c:v>270.000421</c:v>
                </c:pt>
                <c:pt idx="770">
                  <c:v>195.243162</c:v>
                </c:pt>
                <c:pt idx="771">
                  <c:v>195.243162</c:v>
                </c:pt>
                <c:pt idx="772">
                  <c:v>150</c:v>
                </c:pt>
                <c:pt idx="773">
                  <c:v>150</c:v>
                </c:pt>
                <c:pt idx="774">
                  <c:v>0.000200</c:v>
                </c:pt>
                <c:pt idx="775">
                  <c:v>0.000200</c:v>
                </c:pt>
                <c:pt idx="776">
                  <c:v>346.499357</c:v>
                </c:pt>
                <c:pt idx="777">
                  <c:v>346.499357</c:v>
                </c:pt>
                <c:pt idx="778">
                  <c:v>163.267903</c:v>
                </c:pt>
                <c:pt idx="779">
                  <c:v>163.267903</c:v>
                </c:pt>
                <c:pt idx="780">
                  <c:v>256.054776</c:v>
                </c:pt>
                <c:pt idx="781">
                  <c:v>256.054776</c:v>
                </c:pt>
                <c:pt idx="782">
                  <c:v>376.499357</c:v>
                </c:pt>
                <c:pt idx="783">
                  <c:v>376.499357</c:v>
                </c:pt>
                <c:pt idx="784">
                  <c:v>527.794582</c:v>
                </c:pt>
                <c:pt idx="785">
                  <c:v>527.794582</c:v>
                </c:pt>
                <c:pt idx="786">
                  <c:v>548.491419</c:v>
                </c:pt>
                <c:pt idx="787">
                  <c:v>548.491419</c:v>
                </c:pt>
                <c:pt idx="788">
                  <c:v>360.000100</c:v>
                </c:pt>
                <c:pt idx="789">
                  <c:v>360.000100</c:v>
                </c:pt>
                <c:pt idx="790">
                  <c:v>120.438266</c:v>
                </c:pt>
                <c:pt idx="791">
                  <c:v>120.438266</c:v>
                </c:pt>
                <c:pt idx="792">
                  <c:v>404.431075</c:v>
                </c:pt>
                <c:pt idx="793">
                  <c:v>404.431075</c:v>
                </c:pt>
                <c:pt idx="794">
                  <c:v>630.000121</c:v>
                </c:pt>
                <c:pt idx="795">
                  <c:v>630.000121</c:v>
                </c:pt>
                <c:pt idx="796">
                  <c:v>552.211247</c:v>
                </c:pt>
                <c:pt idx="797">
                  <c:v>552.211247</c:v>
                </c:pt>
                <c:pt idx="798">
                  <c:v>749.005029</c:v>
                </c:pt>
                <c:pt idx="799">
                  <c:v>749.005029</c:v>
                </c:pt>
                <c:pt idx="800">
                  <c:v>510.000400</c:v>
                </c:pt>
                <c:pt idx="801">
                  <c:v>510.000400</c:v>
                </c:pt>
                <c:pt idx="802">
                  <c:v>573.69682</c:v>
                </c:pt>
                <c:pt idx="803">
                  <c:v>573.69682</c:v>
                </c:pt>
                <c:pt idx="804">
                  <c:v>689.999900</c:v>
                </c:pt>
                <c:pt idx="805">
                  <c:v>689.999900</c:v>
                </c:pt>
                <c:pt idx="806">
                  <c:v>558.430411</c:v>
                </c:pt>
                <c:pt idx="807">
                  <c:v>558.430411</c:v>
                </c:pt>
                <c:pt idx="808">
                  <c:v>657.737831</c:v>
                </c:pt>
                <c:pt idx="809">
                  <c:v>657.737831</c:v>
                </c:pt>
                <c:pt idx="810">
                  <c:v>476.532526</c:v>
                </c:pt>
                <c:pt idx="811">
                  <c:v>476.532526</c:v>
                </c:pt>
                <c:pt idx="812">
                  <c:v>204.423579</c:v>
                </c:pt>
                <c:pt idx="813">
                  <c:v>204.423579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60</c:v>
                </c:pt>
                <c:pt idx="847">
                  <c:v>60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1E-4</c:v>
                </c:pt>
                <c:pt idx="883">
                  <c:v>1E-4</c:v>
                </c:pt>
                <c:pt idx="884">
                  <c:v>47.132729</c:v>
                </c:pt>
                <c:pt idx="885">
                  <c:v>47.132729</c:v>
                </c:pt>
                <c:pt idx="886">
                  <c:v>1E-4</c:v>
                </c:pt>
                <c:pt idx="887">
                  <c:v>1E-4</c:v>
                </c:pt>
                <c:pt idx="888">
                  <c:v>0</c:v>
                </c:pt>
                <c:pt idx="889">
                  <c:v>0</c:v>
                </c:pt>
                <c:pt idx="890">
                  <c:v>0</c:v>
                </c:pt>
                <c:pt idx="891">
                  <c:v>0</c:v>
                </c:pt>
                <c:pt idx="892">
                  <c:v>0</c:v>
                </c:pt>
                <c:pt idx="893">
                  <c:v>0</c:v>
                </c:pt>
                <c:pt idx="894">
                  <c:v>1E-4</c:v>
                </c:pt>
                <c:pt idx="895">
                  <c:v>1E-4</c:v>
                </c:pt>
                <c:pt idx="896">
                  <c:v>30</c:v>
                </c:pt>
                <c:pt idx="897">
                  <c:v>30</c:v>
                </c:pt>
                <c:pt idx="898">
                  <c:v>0</c:v>
                </c:pt>
                <c:pt idx="899">
                  <c:v>0</c:v>
                </c:pt>
                <c:pt idx="900">
                  <c:v>30</c:v>
                </c:pt>
                <c:pt idx="901">
                  <c:v>30</c:v>
                </c:pt>
                <c:pt idx="902">
                  <c:v>60</c:v>
                </c:pt>
                <c:pt idx="903">
                  <c:v>60</c:v>
                </c:pt>
                <c:pt idx="904">
                  <c:v>180.000300</c:v>
                </c:pt>
                <c:pt idx="905">
                  <c:v>180.000300</c:v>
                </c:pt>
                <c:pt idx="906">
                  <c:v>73.604921</c:v>
                </c:pt>
                <c:pt idx="907">
                  <c:v>73.604921</c:v>
                </c:pt>
                <c:pt idx="908">
                  <c:v>62.55</c:v>
                </c:pt>
                <c:pt idx="909">
                  <c:v>62.55</c:v>
                </c:pt>
                <c:pt idx="910">
                  <c:v>0.000200</c:v>
                </c:pt>
                <c:pt idx="911">
                  <c:v>0.000200</c:v>
                </c:pt>
                <c:pt idx="912">
                  <c:v>0</c:v>
                </c:pt>
                <c:pt idx="913">
                  <c:v>0</c:v>
                </c:pt>
                <c:pt idx="914">
                  <c:v>0</c:v>
                </c:pt>
                <c:pt idx="915">
                  <c:v>0</c:v>
                </c:pt>
                <c:pt idx="916">
                  <c:v>0</c:v>
                </c:pt>
                <c:pt idx="917">
                  <c:v>0</c:v>
                </c:pt>
                <c:pt idx="918">
                  <c:v>0</c:v>
                </c:pt>
                <c:pt idx="919">
                  <c:v>0</c:v>
                </c:pt>
                <c:pt idx="920">
                  <c:v>1.021E-3</c:v>
                </c:pt>
                <c:pt idx="921">
                  <c:v>1.021E-3</c:v>
                </c:pt>
                <c:pt idx="922">
                  <c:v>1E-4</c:v>
                </c:pt>
                <c:pt idx="923">
                  <c:v>1E-4</c:v>
                </c:pt>
                <c:pt idx="924">
                  <c:v>0</c:v>
                </c:pt>
                <c:pt idx="925">
                  <c:v>0</c:v>
                </c:pt>
                <c:pt idx="926">
                  <c:v>0</c:v>
                </c:pt>
                <c:pt idx="927">
                  <c:v>0</c:v>
                </c:pt>
                <c:pt idx="928">
                  <c:v>56.030144</c:v>
                </c:pt>
                <c:pt idx="929">
                  <c:v>56.030144</c:v>
                </c:pt>
                <c:pt idx="930">
                  <c:v>0.000421</c:v>
                </c:pt>
                <c:pt idx="931">
                  <c:v>0.000421</c:v>
                </c:pt>
                <c:pt idx="932">
                  <c:v>0</c:v>
                </c:pt>
                <c:pt idx="933">
                  <c:v>0</c:v>
                </c:pt>
                <c:pt idx="934">
                  <c:v>0</c:v>
                </c:pt>
                <c:pt idx="935">
                  <c:v>0</c:v>
                </c:pt>
                <c:pt idx="936">
                  <c:v>0.002242</c:v>
                </c:pt>
                <c:pt idx="937">
                  <c:v>0.002242</c:v>
                </c:pt>
                <c:pt idx="938">
                  <c:v>0</c:v>
                </c:pt>
                <c:pt idx="939">
                  <c:v>0</c:v>
                </c:pt>
                <c:pt idx="940">
                  <c:v>0</c:v>
                </c:pt>
                <c:pt idx="941">
                  <c:v>0</c:v>
                </c:pt>
                <c:pt idx="942">
                  <c:v>60</c:v>
                </c:pt>
                <c:pt idx="943">
                  <c:v>60</c:v>
                </c:pt>
                <c:pt idx="944">
                  <c:v>8.139541</c:v>
                </c:pt>
                <c:pt idx="945">
                  <c:v>8.139541</c:v>
                </c:pt>
                <c:pt idx="946">
                  <c:v>60</c:v>
                </c:pt>
                <c:pt idx="947">
                  <c:v>60</c:v>
                </c:pt>
                <c:pt idx="948">
                  <c:v>9.797707</c:v>
                </c:pt>
                <c:pt idx="949">
                  <c:v>9.797707</c:v>
                </c:pt>
                <c:pt idx="950">
                  <c:v>90</c:v>
                </c:pt>
                <c:pt idx="951">
                  <c:v>90</c:v>
                </c:pt>
                <c:pt idx="952">
                  <c:v>240</c:v>
                </c:pt>
                <c:pt idx="953">
                  <c:v>240</c:v>
                </c:pt>
                <c:pt idx="954">
                  <c:v>405.054128</c:v>
                </c:pt>
                <c:pt idx="955">
                  <c:v>405.054128</c:v>
                </c:pt>
                <c:pt idx="956">
                  <c:v>285.420104</c:v>
                </c:pt>
                <c:pt idx="957">
                  <c:v>285.420104</c:v>
                </c:pt>
                <c:pt idx="958">
                  <c:v>300</c:v>
                </c:pt>
                <c:pt idx="959">
                  <c:v>300</c:v>
                </c:pt>
                <c:pt idx="960">
                  <c:v>510.000200</c:v>
                </c:pt>
                <c:pt idx="961">
                  <c:v>510.000200</c:v>
                </c:pt>
                <c:pt idx="962">
                  <c:v>750</c:v>
                </c:pt>
                <c:pt idx="963">
                  <c:v>750</c:v>
                </c:pt>
                <c:pt idx="964">
                  <c:v>720.000100</c:v>
                </c:pt>
                <c:pt idx="965">
                  <c:v>720.000100</c:v>
                </c:pt>
                <c:pt idx="966">
                  <c:v>780</c:v>
                </c:pt>
                <c:pt idx="967">
                  <c:v>780</c:v>
                </c:pt>
                <c:pt idx="968">
                  <c:v>268.667164</c:v>
                </c:pt>
                <c:pt idx="969">
                  <c:v>268.667164</c:v>
                </c:pt>
                <c:pt idx="970">
                  <c:v>651.748172</c:v>
                </c:pt>
                <c:pt idx="971">
                  <c:v>651.748172</c:v>
                </c:pt>
                <c:pt idx="972">
                  <c:v>685.886388</c:v>
                </c:pt>
                <c:pt idx="973">
                  <c:v>685.886388</c:v>
                </c:pt>
                <c:pt idx="974">
                  <c:v>673.088143</c:v>
                </c:pt>
                <c:pt idx="975">
                  <c:v>673.088143</c:v>
                </c:pt>
                <c:pt idx="976">
                  <c:v>329.999479</c:v>
                </c:pt>
                <c:pt idx="977">
                  <c:v>329.999479</c:v>
                </c:pt>
                <c:pt idx="978">
                  <c:v>349.142459</c:v>
                </c:pt>
                <c:pt idx="979">
                  <c:v>349.142459</c:v>
                </c:pt>
                <c:pt idx="980">
                  <c:v>270.000100</c:v>
                </c:pt>
                <c:pt idx="981">
                  <c:v>270.000100</c:v>
                </c:pt>
                <c:pt idx="982">
                  <c:v>420</c:v>
                </c:pt>
                <c:pt idx="983">
                  <c:v>420</c:v>
                </c:pt>
                <c:pt idx="984">
                  <c:v>120</c:v>
                </c:pt>
                <c:pt idx="985">
                  <c:v>120</c:v>
                </c:pt>
                <c:pt idx="986">
                  <c:v>300</c:v>
                </c:pt>
                <c:pt idx="987">
                  <c:v>300</c:v>
                </c:pt>
                <c:pt idx="988">
                  <c:v>283.905104</c:v>
                </c:pt>
                <c:pt idx="989">
                  <c:v>283.905104</c:v>
                </c:pt>
                <c:pt idx="990">
                  <c:v>90.001121</c:v>
                </c:pt>
                <c:pt idx="991">
                  <c:v>90.001121</c:v>
                </c:pt>
                <c:pt idx="992">
                  <c:v>357.392350</c:v>
                </c:pt>
                <c:pt idx="993">
                  <c:v>357.392350</c:v>
                </c:pt>
                <c:pt idx="994">
                  <c:v>432.211147</c:v>
                </c:pt>
                <c:pt idx="995">
                  <c:v>432.211147</c:v>
                </c:pt>
                <c:pt idx="996">
                  <c:v>402.211368</c:v>
                </c:pt>
                <c:pt idx="997">
                  <c:v>402.211368</c:v>
                </c:pt>
                <c:pt idx="998">
                  <c:v>486.841412</c:v>
                </c:pt>
                <c:pt idx="999">
                  <c:v>486.841412</c:v>
                </c:pt>
                <c:pt idx="1000">
                  <c:v>647.789053</c:v>
                </c:pt>
                <c:pt idx="1001">
                  <c:v>647.789053</c:v>
                </c:pt>
                <c:pt idx="1002">
                  <c:v>551.581284</c:v>
                </c:pt>
                <c:pt idx="1003">
                  <c:v>551.581284</c:v>
                </c:pt>
                <c:pt idx="1004">
                  <c:v>415.974349</c:v>
                </c:pt>
                <c:pt idx="1005">
                  <c:v>415.974349</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30</c:v>
                </c:pt>
                <c:pt idx="1117">
                  <c:v>30</c:v>
                </c:pt>
                <c:pt idx="1118">
                  <c:v>0</c:v>
                </c:pt>
                <c:pt idx="1119">
                  <c:v>0</c:v>
                </c:pt>
                <c:pt idx="1120">
                  <c:v>90.000100</c:v>
                </c:pt>
                <c:pt idx="1121">
                  <c:v>90.000100</c:v>
                </c:pt>
                <c:pt idx="1122">
                  <c:v>166.055197</c:v>
                </c:pt>
                <c:pt idx="1123">
                  <c:v>166.055197</c:v>
                </c:pt>
                <c:pt idx="1124">
                  <c:v>1E-4</c:v>
                </c:pt>
                <c:pt idx="1125">
                  <c:v>1E-4</c:v>
                </c:pt>
                <c:pt idx="1126">
                  <c:v>1E-4</c:v>
                </c:pt>
                <c:pt idx="1127">
                  <c:v>1E-4</c:v>
                </c:pt>
                <c:pt idx="1128">
                  <c:v>32.363892</c:v>
                </c:pt>
                <c:pt idx="1129">
                  <c:v>32.363892</c:v>
                </c:pt>
                <c:pt idx="1130">
                  <c:v>90</c:v>
                </c:pt>
                <c:pt idx="1131">
                  <c:v>90</c:v>
                </c:pt>
                <c:pt idx="1132">
                  <c:v>90</c:v>
                </c:pt>
                <c:pt idx="1133">
                  <c:v>90</c:v>
                </c:pt>
                <c:pt idx="1134">
                  <c:v>0.000200</c:v>
                </c:pt>
                <c:pt idx="1135">
                  <c:v>0.000200</c:v>
                </c:pt>
                <c:pt idx="1136">
                  <c:v>0</c:v>
                </c:pt>
                <c:pt idx="1137">
                  <c:v>0</c:v>
                </c:pt>
                <c:pt idx="1138">
                  <c:v>0</c:v>
                </c:pt>
                <c:pt idx="1139">
                  <c:v>0</c:v>
                </c:pt>
                <c:pt idx="1140">
                  <c:v>1E-4</c:v>
                </c:pt>
                <c:pt idx="1141">
                  <c:v>1E-4</c:v>
                </c:pt>
                <c:pt idx="1142">
                  <c:v>30</c:v>
                </c:pt>
                <c:pt idx="1143">
                  <c:v>30</c:v>
                </c:pt>
                <c:pt idx="1144">
                  <c:v>90</c:v>
                </c:pt>
                <c:pt idx="1145">
                  <c:v>90</c:v>
                </c:pt>
                <c:pt idx="1146">
                  <c:v>420</c:v>
                </c:pt>
                <c:pt idx="1147">
                  <c:v>420</c:v>
                </c:pt>
                <c:pt idx="1148">
                  <c:v>630</c:v>
                </c:pt>
                <c:pt idx="1149">
                  <c:v>630</c:v>
                </c:pt>
                <c:pt idx="1150">
                  <c:v>612.210947</c:v>
                </c:pt>
                <c:pt idx="1151">
                  <c:v>612.210947</c:v>
                </c:pt>
                <c:pt idx="1152">
                  <c:v>385.942927</c:v>
                </c:pt>
                <c:pt idx="1153">
                  <c:v>385.942927</c:v>
                </c:pt>
                <c:pt idx="1154">
                  <c:v>468.667999</c:v>
                </c:pt>
                <c:pt idx="1155">
                  <c:v>468.667999</c:v>
                </c:pt>
                <c:pt idx="1156">
                  <c:v>625.428142</c:v>
                </c:pt>
                <c:pt idx="1157">
                  <c:v>625.428142</c:v>
                </c:pt>
                <c:pt idx="1158">
                  <c:v>630</c:v>
                </c:pt>
                <c:pt idx="1159">
                  <c:v>630</c:v>
                </c:pt>
                <c:pt idx="1160">
                  <c:v>30</c:v>
                </c:pt>
                <c:pt idx="1161">
                  <c:v>30</c:v>
                </c:pt>
                <c:pt idx="1162">
                  <c:v>60</c:v>
                </c:pt>
                <c:pt idx="1163">
                  <c:v>60</c:v>
                </c:pt>
                <c:pt idx="1164">
                  <c:v>106.055197</c:v>
                </c:pt>
                <c:pt idx="1165">
                  <c:v>106.055197</c:v>
                </c:pt>
                <c:pt idx="1166">
                  <c:v>256.499778</c:v>
                </c:pt>
                <c:pt idx="1167">
                  <c:v>256.499778</c:v>
                </c:pt>
                <c:pt idx="1168">
                  <c:v>270.068053</c:v>
                </c:pt>
                <c:pt idx="1169">
                  <c:v>270.068053</c:v>
                </c:pt>
                <c:pt idx="1170">
                  <c:v>90.000300</c:v>
                </c:pt>
                <c:pt idx="1171">
                  <c:v>90.000300</c:v>
                </c:pt>
                <c:pt idx="1172">
                  <c:v>264.414821</c:v>
                </c:pt>
                <c:pt idx="1173">
                  <c:v>264.414821</c:v>
                </c:pt>
                <c:pt idx="1174">
                  <c:v>510</c:v>
                </c:pt>
                <c:pt idx="1175">
                  <c:v>510</c:v>
                </c:pt>
                <c:pt idx="1176">
                  <c:v>147.180660</c:v>
                </c:pt>
                <c:pt idx="1177">
                  <c:v>147.180660</c:v>
                </c:pt>
                <c:pt idx="1178">
                  <c:v>282.210947</c:v>
                </c:pt>
                <c:pt idx="1179">
                  <c:v>282.210947</c:v>
                </c:pt>
                <c:pt idx="1180">
                  <c:v>167.789153</c:v>
                </c:pt>
                <c:pt idx="1181">
                  <c:v>167.789153</c:v>
                </c:pt>
                <c:pt idx="1182">
                  <c:v>165.750186</c:v>
                </c:pt>
                <c:pt idx="1183">
                  <c:v>165.750186</c:v>
                </c:pt>
                <c:pt idx="1184">
                  <c:v>144.438874</c:v>
                </c:pt>
                <c:pt idx="1185">
                  <c:v>144.438874</c:v>
                </c:pt>
                <c:pt idx="1186">
                  <c:v>255.433678</c:v>
                </c:pt>
                <c:pt idx="1187">
                  <c:v>255.433678</c:v>
                </c:pt>
                <c:pt idx="1188">
                  <c:v>107.219799</c:v>
                </c:pt>
                <c:pt idx="1189">
                  <c:v>107.219799</c:v>
                </c:pt>
                <c:pt idx="1190">
                  <c:v>356.952309</c:v>
                </c:pt>
                <c:pt idx="1191">
                  <c:v>356.952309</c:v>
                </c:pt>
                <c:pt idx="1192">
                  <c:v>478.328995</c:v>
                </c:pt>
                <c:pt idx="1193">
                  <c:v>478.328995</c:v>
                </c:pt>
                <c:pt idx="1194">
                  <c:v>502.252022</c:v>
                </c:pt>
                <c:pt idx="1195">
                  <c:v>502.252022</c:v>
                </c:pt>
                <c:pt idx="1196">
                  <c:v>600</c:v>
                </c:pt>
                <c:pt idx="1197">
                  <c:v>600</c:v>
                </c:pt>
                <c:pt idx="1198">
                  <c:v>497.848618</c:v>
                </c:pt>
                <c:pt idx="1199">
                  <c:v>497.848618</c:v>
                </c:pt>
                <c:pt idx="1200">
                  <c:v>323.675947</c:v>
                </c:pt>
                <c:pt idx="1201">
                  <c:v>323.675947</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88.311260</c:v>
                </c:pt>
                <c:pt idx="1313">
                  <c:v>88.311260</c:v>
                </c:pt>
                <c:pt idx="1314">
                  <c:v>1.886861</c:v>
                </c:pt>
                <c:pt idx="1315">
                  <c:v>1.886861</c:v>
                </c:pt>
                <c:pt idx="1316">
                  <c:v>60</c:v>
                </c:pt>
                <c:pt idx="1317">
                  <c:v>60</c:v>
                </c:pt>
                <c:pt idx="1318">
                  <c:v>0</c:v>
                </c:pt>
                <c:pt idx="1319">
                  <c:v>0</c:v>
                </c:pt>
                <c:pt idx="1320">
                  <c:v>0</c:v>
                </c:pt>
                <c:pt idx="1321">
                  <c:v>0</c:v>
                </c:pt>
                <c:pt idx="1322">
                  <c:v>0</c:v>
                </c:pt>
                <c:pt idx="1323">
                  <c:v>0</c:v>
                </c:pt>
                <c:pt idx="1324">
                  <c:v>0</c:v>
                </c:pt>
                <c:pt idx="1325">
                  <c:v>0</c:v>
                </c:pt>
                <c:pt idx="1326">
                  <c:v>180</c:v>
                </c:pt>
                <c:pt idx="1327">
                  <c:v>180</c:v>
                </c:pt>
                <c:pt idx="1328">
                  <c:v>150</c:v>
                </c:pt>
                <c:pt idx="1329">
                  <c:v>150</c:v>
                </c:pt>
                <c:pt idx="1330">
                  <c:v>126.841391</c:v>
                </c:pt>
                <c:pt idx="1331">
                  <c:v>126.841391</c:v>
                </c:pt>
                <c:pt idx="1332">
                  <c:v>90</c:v>
                </c:pt>
                <c:pt idx="1333">
                  <c:v>90</c:v>
                </c:pt>
                <c:pt idx="1334">
                  <c:v>120</c:v>
                </c:pt>
                <c:pt idx="1335">
                  <c:v>120</c:v>
                </c:pt>
                <c:pt idx="1336">
                  <c:v>240</c:v>
                </c:pt>
                <c:pt idx="1337">
                  <c:v>240</c:v>
                </c:pt>
                <c:pt idx="1338">
                  <c:v>240</c:v>
                </c:pt>
                <c:pt idx="1339">
                  <c:v>240</c:v>
                </c:pt>
                <c:pt idx="1340">
                  <c:v>0</c:v>
                </c:pt>
                <c:pt idx="1341">
                  <c:v>0</c:v>
                </c:pt>
                <c:pt idx="1342">
                  <c:v>60</c:v>
                </c:pt>
                <c:pt idx="1343">
                  <c:v>60</c:v>
                </c:pt>
                <c:pt idx="1344">
                  <c:v>441.945079</c:v>
                </c:pt>
                <c:pt idx="1345">
                  <c:v>441.945079</c:v>
                </c:pt>
                <c:pt idx="1346">
                  <c:v>570</c:v>
                </c:pt>
                <c:pt idx="1347">
                  <c:v>570</c:v>
                </c:pt>
                <c:pt idx="1348">
                  <c:v>210</c:v>
                </c:pt>
                <c:pt idx="1349">
                  <c:v>210</c:v>
                </c:pt>
                <c:pt idx="1350">
                  <c:v>90</c:v>
                </c:pt>
                <c:pt idx="1351">
                  <c:v>90</c:v>
                </c:pt>
                <c:pt idx="1352">
                  <c:v>150</c:v>
                </c:pt>
                <c:pt idx="1353">
                  <c:v>150</c:v>
                </c:pt>
                <c:pt idx="1354">
                  <c:v>0</c:v>
                </c:pt>
                <c:pt idx="1355">
                  <c:v>0</c:v>
                </c:pt>
                <c:pt idx="1356">
                  <c:v>0</c:v>
                </c:pt>
                <c:pt idx="1357">
                  <c:v>0</c:v>
                </c:pt>
                <c:pt idx="1358">
                  <c:v>0</c:v>
                </c:pt>
                <c:pt idx="1359">
                  <c:v>0</c:v>
                </c:pt>
                <c:pt idx="1360">
                  <c:v>346.739766</c:v>
                </c:pt>
                <c:pt idx="1361">
                  <c:v>346.739766</c:v>
                </c:pt>
                <c:pt idx="1362">
                  <c:v>480</c:v>
                </c:pt>
                <c:pt idx="1363">
                  <c:v>480</c:v>
                </c:pt>
                <c:pt idx="1364">
                  <c:v>240</c:v>
                </c:pt>
                <c:pt idx="1365">
                  <c:v>240</c:v>
                </c:pt>
                <c:pt idx="1366">
                  <c:v>330</c:v>
                </c:pt>
                <c:pt idx="1367">
                  <c:v>330</c:v>
                </c:pt>
                <c:pt idx="1368">
                  <c:v>164.561754</c:v>
                </c:pt>
                <c:pt idx="1369">
                  <c:v>164.561754</c:v>
                </c:pt>
                <c:pt idx="1370">
                  <c:v>133.583324</c:v>
                </c:pt>
                <c:pt idx="1371">
                  <c:v>133.583324</c:v>
                </c:pt>
                <c:pt idx="1372">
                  <c:v>218.239178</c:v>
                </c:pt>
                <c:pt idx="1373">
                  <c:v>218.239178</c:v>
                </c:pt>
                <c:pt idx="1374">
                  <c:v>480</c:v>
                </c:pt>
                <c:pt idx="1375">
                  <c:v>480</c:v>
                </c:pt>
                <c:pt idx="1376">
                  <c:v>431.309927</c:v>
                </c:pt>
                <c:pt idx="1377">
                  <c:v>431.309927</c:v>
                </c:pt>
                <c:pt idx="1378">
                  <c:v>612.211268</c:v>
                </c:pt>
                <c:pt idx="1379">
                  <c:v>612.211268</c:v>
                </c:pt>
                <c:pt idx="1380">
                  <c:v>552.210105</c:v>
                </c:pt>
                <c:pt idx="1381">
                  <c:v>552.210105</c:v>
                </c:pt>
                <c:pt idx="1382">
                  <c:v>689.999900</c:v>
                </c:pt>
                <c:pt idx="1383">
                  <c:v>689.999900</c:v>
                </c:pt>
                <c:pt idx="1384">
                  <c:v>587.789574</c:v>
                </c:pt>
                <c:pt idx="1385">
                  <c:v>587.789574</c:v>
                </c:pt>
                <c:pt idx="1386">
                  <c:v>569.999058</c:v>
                </c:pt>
                <c:pt idx="1387">
                  <c:v>569.999058</c:v>
                </c:pt>
                <c:pt idx="1388">
                  <c:v>204.423158</c:v>
                </c:pt>
                <c:pt idx="1389">
                  <c:v>204.423158</c:v>
                </c:pt>
              </c:numCache>
            </c:numRef>
          </c:yVal>
          <c:smooth val="0"/>
          <c:extLst>
            <c:ext xmlns:c16="http://schemas.microsoft.com/office/drawing/2014/chart" uri="{C3380CC4-5D6E-409C-BE32-E72D297353CC}">
              <c16:uniqueId val="{00000000-A691-41AF-BD7B-D1D0AF6B09E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60</c:v>
                </c:pt>
                <c:pt idx="219">
                  <c:v>60</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152.936286</c:v>
                </c:pt>
                <c:pt idx="231">
                  <c:v>152.936286</c:v>
                </c:pt>
                <c:pt idx="232">
                  <c:v>209.384000</c:v>
                </c:pt>
                <c:pt idx="233">
                  <c:v>209.384000</c:v>
                </c:pt>
                <c:pt idx="234">
                  <c:v>222.392</c:v>
                </c:pt>
                <c:pt idx="235">
                  <c:v>222.392</c:v>
                </c:pt>
                <c:pt idx="236">
                  <c:v>174.067832</c:v>
                </c:pt>
                <c:pt idx="237">
                  <c:v>174.067832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200</c:v>
                </c:pt>
                <c:pt idx="379">
                  <c:v>200</c:v>
                </c:pt>
                <c:pt idx="380">
                  <c:v>200</c:v>
                </c:pt>
                <c:pt idx="381">
                  <c:v>200</c:v>
                </c:pt>
                <c:pt idx="382">
                  <c:v>289.322811</c:v>
                </c:pt>
                <c:pt idx="383">
                  <c:v>289.322811</c:v>
                </c:pt>
                <c:pt idx="384">
                  <c:v>341.323819</c:v>
                </c:pt>
                <c:pt idx="385">
                  <c:v>341.323819</c:v>
                </c:pt>
                <c:pt idx="386">
                  <c:v>246.989163</c:v>
                </c:pt>
                <c:pt idx="387">
                  <c:v>246.989163</c:v>
                </c:pt>
                <c:pt idx="388">
                  <c:v>200</c:v>
                </c:pt>
                <c:pt idx="389">
                  <c:v>200</c:v>
                </c:pt>
                <c:pt idx="390">
                  <c:v>300.000100</c:v>
                </c:pt>
                <c:pt idx="391">
                  <c:v>300.000100</c:v>
                </c:pt>
                <c:pt idx="392">
                  <c:v>210.001221</c:v>
                </c:pt>
                <c:pt idx="393">
                  <c:v>210.001221</c:v>
                </c:pt>
                <c:pt idx="394">
                  <c:v>221.090191</c:v>
                </c:pt>
                <c:pt idx="395">
                  <c:v>221.090191</c:v>
                </c:pt>
                <c:pt idx="396">
                  <c:v>210.000200</c:v>
                </c:pt>
                <c:pt idx="397">
                  <c:v>210.000200</c:v>
                </c:pt>
                <c:pt idx="398">
                  <c:v>200</c:v>
                </c:pt>
                <c:pt idx="399">
                  <c:v>200</c:v>
                </c:pt>
                <c:pt idx="400">
                  <c:v>270.000100</c:v>
                </c:pt>
                <c:pt idx="401">
                  <c:v>270.000100</c:v>
                </c:pt>
                <c:pt idx="402">
                  <c:v>402.314156</c:v>
                </c:pt>
                <c:pt idx="403">
                  <c:v>402.314156</c:v>
                </c:pt>
                <c:pt idx="404">
                  <c:v>420</c:v>
                </c:pt>
                <c:pt idx="405">
                  <c:v>420</c:v>
                </c:pt>
                <c:pt idx="406">
                  <c:v>310.301899</c:v>
                </c:pt>
                <c:pt idx="407">
                  <c:v>310.301899</c:v>
                </c:pt>
                <c:pt idx="408">
                  <c:v>240.0001</c:v>
                </c:pt>
                <c:pt idx="409">
                  <c:v>240.0001</c:v>
                </c:pt>
                <c:pt idx="410">
                  <c:v>226.157313</c:v>
                </c:pt>
                <c:pt idx="411">
                  <c:v>226.157313</c:v>
                </c:pt>
                <c:pt idx="412">
                  <c:v>390</c:v>
                </c:pt>
                <c:pt idx="413">
                  <c:v>390</c:v>
                </c:pt>
                <c:pt idx="414">
                  <c:v>210.0001</c:v>
                </c:pt>
                <c:pt idx="415">
                  <c:v>210.0001</c:v>
                </c:pt>
                <c:pt idx="416">
                  <c:v>270.000100</c:v>
                </c:pt>
                <c:pt idx="417">
                  <c:v>270.000100</c:v>
                </c:pt>
                <c:pt idx="418">
                  <c:v>421.121057</c:v>
                </c:pt>
                <c:pt idx="419">
                  <c:v>421.121057</c:v>
                </c:pt>
                <c:pt idx="420">
                  <c:v>294.050100</c:v>
                </c:pt>
                <c:pt idx="421">
                  <c:v>294.050100</c:v>
                </c:pt>
                <c:pt idx="422">
                  <c:v>561.438953</c:v>
                </c:pt>
                <c:pt idx="423">
                  <c:v>561.438953</c:v>
                </c:pt>
                <c:pt idx="424">
                  <c:v>463.66539</c:v>
                </c:pt>
                <c:pt idx="425">
                  <c:v>463.66539</c:v>
                </c:pt>
                <c:pt idx="426">
                  <c:v>536.486953</c:v>
                </c:pt>
                <c:pt idx="427">
                  <c:v>536.486953</c:v>
                </c:pt>
                <c:pt idx="428">
                  <c:v>304.521374</c:v>
                </c:pt>
                <c:pt idx="429">
                  <c:v>304.521374</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A691-41AF-BD7B-D1D0AF6B09E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11.05</c:v>
                </c:pt>
                <c:pt idx="39">
                  <c:v>11.05</c:v>
                </c:pt>
                <c:pt idx="40">
                  <c:v>28.9</c:v>
                </c:pt>
                <c:pt idx="41">
                  <c:v>28.9</c:v>
                </c:pt>
                <c:pt idx="42">
                  <c:v>62.9</c:v>
                </c:pt>
                <c:pt idx="43">
                  <c:v>62.9</c:v>
                </c:pt>
                <c:pt idx="44">
                  <c:v>79.05</c:v>
                </c:pt>
                <c:pt idx="45">
                  <c:v>79.05</c:v>
                </c:pt>
                <c:pt idx="46">
                  <c:v>118.15</c:v>
                </c:pt>
                <c:pt idx="47">
                  <c:v>118.15</c:v>
                </c:pt>
                <c:pt idx="48">
                  <c:v>162.35</c:v>
                </c:pt>
                <c:pt idx="49">
                  <c:v>162.35</c:v>
                </c:pt>
                <c:pt idx="50">
                  <c:v>176.8</c:v>
                </c:pt>
                <c:pt idx="51">
                  <c:v>176.8</c:v>
                </c:pt>
                <c:pt idx="52">
                  <c:v>195.5</c:v>
                </c:pt>
                <c:pt idx="53">
                  <c:v>195.5</c:v>
                </c:pt>
                <c:pt idx="54">
                  <c:v>188.7</c:v>
                </c:pt>
                <c:pt idx="55">
                  <c:v>188.7</c:v>
                </c:pt>
                <c:pt idx="56">
                  <c:v>142.800000</c:v>
                </c:pt>
                <c:pt idx="57">
                  <c:v>142.800000</c:v>
                </c:pt>
                <c:pt idx="58">
                  <c:v>184.45</c:v>
                </c:pt>
                <c:pt idx="59">
                  <c:v>184.45</c:v>
                </c:pt>
                <c:pt idx="60">
                  <c:v>243.95</c:v>
                </c:pt>
                <c:pt idx="61">
                  <c:v>243.95</c:v>
                </c:pt>
                <c:pt idx="62">
                  <c:v>250.75</c:v>
                </c:pt>
                <c:pt idx="63">
                  <c:v>250.75</c:v>
                </c:pt>
                <c:pt idx="64">
                  <c:v>310.25</c:v>
                </c:pt>
                <c:pt idx="65">
                  <c:v>310.25</c:v>
                </c:pt>
                <c:pt idx="66">
                  <c:v>283.05</c:v>
                </c:pt>
                <c:pt idx="67">
                  <c:v>283.05</c:v>
                </c:pt>
                <c:pt idx="68">
                  <c:v>262.650000</c:v>
                </c:pt>
                <c:pt idx="69">
                  <c:v>262.650000</c:v>
                </c:pt>
                <c:pt idx="70">
                  <c:v>259.25</c:v>
                </c:pt>
                <c:pt idx="71">
                  <c:v>259.25</c:v>
                </c:pt>
                <c:pt idx="72">
                  <c:v>303.45</c:v>
                </c:pt>
                <c:pt idx="73">
                  <c:v>303.45</c:v>
                </c:pt>
                <c:pt idx="74">
                  <c:v>367.2</c:v>
                </c:pt>
                <c:pt idx="75">
                  <c:v>367.2</c:v>
                </c:pt>
                <c:pt idx="76">
                  <c:v>385.05</c:v>
                </c:pt>
                <c:pt idx="77">
                  <c:v>385.05</c:v>
                </c:pt>
                <c:pt idx="78">
                  <c:v>422.45</c:v>
                </c:pt>
                <c:pt idx="79">
                  <c:v>422.45</c:v>
                </c:pt>
                <c:pt idx="80">
                  <c:v>490.45</c:v>
                </c:pt>
                <c:pt idx="81">
                  <c:v>490.45</c:v>
                </c:pt>
                <c:pt idx="82">
                  <c:v>455.6</c:v>
                </c:pt>
                <c:pt idx="83">
                  <c:v>455.6</c:v>
                </c:pt>
                <c:pt idx="84">
                  <c:v>431.8</c:v>
                </c:pt>
                <c:pt idx="85">
                  <c:v>431.8</c:v>
                </c:pt>
                <c:pt idx="86">
                  <c:v>532.950000</c:v>
                </c:pt>
                <c:pt idx="87">
                  <c:v>532.950000</c:v>
                </c:pt>
                <c:pt idx="88">
                  <c:v>470.9</c:v>
                </c:pt>
                <c:pt idx="89">
                  <c:v>470.9</c:v>
                </c:pt>
                <c:pt idx="90">
                  <c:v>439.45</c:v>
                </c:pt>
                <c:pt idx="91">
                  <c:v>439.45</c:v>
                </c:pt>
                <c:pt idx="92">
                  <c:v>463.25</c:v>
                </c:pt>
                <c:pt idx="93">
                  <c:v>463.25</c:v>
                </c:pt>
                <c:pt idx="94">
                  <c:v>578</c:v>
                </c:pt>
                <c:pt idx="95">
                  <c:v>578</c:v>
                </c:pt>
                <c:pt idx="96">
                  <c:v>539.75</c:v>
                </c:pt>
                <c:pt idx="97">
                  <c:v>539.75</c:v>
                </c:pt>
                <c:pt idx="98">
                  <c:v>549.950000</c:v>
                </c:pt>
                <c:pt idx="99">
                  <c:v>549.950000</c:v>
                </c:pt>
                <c:pt idx="100">
                  <c:v>558.450000</c:v>
                </c:pt>
                <c:pt idx="101">
                  <c:v>558.450000</c:v>
                </c:pt>
                <c:pt idx="102">
                  <c:v>501.5</c:v>
                </c:pt>
                <c:pt idx="103">
                  <c:v>501.5</c:v>
                </c:pt>
                <c:pt idx="104">
                  <c:v>442</c:v>
                </c:pt>
                <c:pt idx="105">
                  <c:v>442</c:v>
                </c:pt>
                <c:pt idx="106">
                  <c:v>397.8</c:v>
                </c:pt>
                <c:pt idx="107">
                  <c:v>397.8</c:v>
                </c:pt>
                <c:pt idx="108">
                  <c:v>311.100000</c:v>
                </c:pt>
                <c:pt idx="109">
                  <c:v>311.100000</c:v>
                </c:pt>
                <c:pt idx="110">
                  <c:v>302.600000</c:v>
                </c:pt>
                <c:pt idx="111">
                  <c:v>302.600000</c:v>
                </c:pt>
                <c:pt idx="112">
                  <c:v>401.2</c:v>
                </c:pt>
                <c:pt idx="113">
                  <c:v>401.2</c:v>
                </c:pt>
                <c:pt idx="114">
                  <c:v>354.45</c:v>
                </c:pt>
                <c:pt idx="115">
                  <c:v>354.45</c:v>
                </c:pt>
                <c:pt idx="116">
                  <c:v>459</c:v>
                </c:pt>
                <c:pt idx="117">
                  <c:v>459</c:v>
                </c:pt>
                <c:pt idx="118">
                  <c:v>403.75</c:v>
                </c:pt>
                <c:pt idx="119">
                  <c:v>403.75</c:v>
                </c:pt>
                <c:pt idx="120">
                  <c:v>348.5</c:v>
                </c:pt>
                <c:pt idx="121">
                  <c:v>348.5</c:v>
                </c:pt>
                <c:pt idx="122">
                  <c:v>309.400000</c:v>
                </c:pt>
                <c:pt idx="123">
                  <c:v>309.400000</c:v>
                </c:pt>
                <c:pt idx="124">
                  <c:v>283.05</c:v>
                </c:pt>
                <c:pt idx="125">
                  <c:v>283.05</c:v>
                </c:pt>
                <c:pt idx="126">
                  <c:v>283.05</c:v>
                </c:pt>
                <c:pt idx="127">
                  <c:v>283.05</c:v>
                </c:pt>
                <c:pt idx="128">
                  <c:v>266.05</c:v>
                </c:pt>
                <c:pt idx="129">
                  <c:v>266.05</c:v>
                </c:pt>
                <c:pt idx="130">
                  <c:v>187.85</c:v>
                </c:pt>
                <c:pt idx="131">
                  <c:v>187.85</c:v>
                </c:pt>
                <c:pt idx="132">
                  <c:v>158.950000</c:v>
                </c:pt>
                <c:pt idx="133">
                  <c:v>158.950000</c:v>
                </c:pt>
                <c:pt idx="134">
                  <c:v>113.9</c:v>
                </c:pt>
                <c:pt idx="135">
                  <c:v>113.9</c:v>
                </c:pt>
                <c:pt idx="136">
                  <c:v>96.9</c:v>
                </c:pt>
                <c:pt idx="137">
                  <c:v>96.9</c:v>
                </c:pt>
                <c:pt idx="138">
                  <c:v>78.2</c:v>
                </c:pt>
                <c:pt idx="139">
                  <c:v>78.2</c:v>
                </c:pt>
                <c:pt idx="140">
                  <c:v>41.65</c:v>
                </c:pt>
                <c:pt idx="141">
                  <c:v>41.65</c:v>
                </c:pt>
                <c:pt idx="142">
                  <c:v>40.800000</c:v>
                </c:pt>
                <c:pt idx="143">
                  <c:v>40.800000</c:v>
                </c:pt>
                <c:pt idx="144">
                  <c:v>23.8</c:v>
                </c:pt>
                <c:pt idx="145">
                  <c:v>23.8</c:v>
                </c:pt>
                <c:pt idx="146">
                  <c:v>9.35</c:v>
                </c:pt>
                <c:pt idx="147">
                  <c:v>9.35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10.200000</c:v>
                </c:pt>
                <c:pt idx="231">
                  <c:v>10.200000</c:v>
                </c:pt>
                <c:pt idx="232">
                  <c:v>18.7</c:v>
                </c:pt>
                <c:pt idx="233">
                  <c:v>18.7</c:v>
                </c:pt>
                <c:pt idx="234">
                  <c:v>21.25</c:v>
                </c:pt>
                <c:pt idx="235">
                  <c:v>21.25</c:v>
                </c:pt>
                <c:pt idx="236">
                  <c:v>28.9</c:v>
                </c:pt>
                <c:pt idx="237">
                  <c:v>28.9</c:v>
                </c:pt>
                <c:pt idx="238">
                  <c:v>38.25</c:v>
                </c:pt>
                <c:pt idx="239">
                  <c:v>38.25</c:v>
                </c:pt>
                <c:pt idx="240">
                  <c:v>58.65</c:v>
                </c:pt>
                <c:pt idx="241">
                  <c:v>58.65</c:v>
                </c:pt>
                <c:pt idx="242">
                  <c:v>75.650000</c:v>
                </c:pt>
                <c:pt idx="243">
                  <c:v>75.650000</c:v>
                </c:pt>
                <c:pt idx="244">
                  <c:v>122.4</c:v>
                </c:pt>
                <c:pt idx="245">
                  <c:v>122.4</c:v>
                </c:pt>
                <c:pt idx="246">
                  <c:v>94.35</c:v>
                </c:pt>
                <c:pt idx="247">
                  <c:v>94.35</c:v>
                </c:pt>
                <c:pt idx="248">
                  <c:v>113.9</c:v>
                </c:pt>
                <c:pt idx="249">
                  <c:v>113.9</c:v>
                </c:pt>
                <c:pt idx="250">
                  <c:v>77.350000</c:v>
                </c:pt>
                <c:pt idx="251">
                  <c:v>77.350000</c:v>
                </c:pt>
                <c:pt idx="252">
                  <c:v>71.400000</c:v>
                </c:pt>
                <c:pt idx="253">
                  <c:v>71.400000</c:v>
                </c:pt>
                <c:pt idx="254">
                  <c:v>85.85</c:v>
                </c:pt>
                <c:pt idx="255">
                  <c:v>85.85</c:v>
                </c:pt>
                <c:pt idx="256">
                  <c:v>98.6</c:v>
                </c:pt>
                <c:pt idx="257">
                  <c:v>98.6</c:v>
                </c:pt>
                <c:pt idx="258">
                  <c:v>97.75</c:v>
                </c:pt>
                <c:pt idx="259">
                  <c:v>97.75</c:v>
                </c:pt>
                <c:pt idx="260">
                  <c:v>101.15</c:v>
                </c:pt>
                <c:pt idx="261">
                  <c:v>101.15</c:v>
                </c:pt>
                <c:pt idx="262">
                  <c:v>100.3</c:v>
                </c:pt>
                <c:pt idx="263">
                  <c:v>100.3</c:v>
                </c:pt>
                <c:pt idx="264">
                  <c:v>107.1</c:v>
                </c:pt>
                <c:pt idx="265">
                  <c:v>107.1</c:v>
                </c:pt>
                <c:pt idx="266">
                  <c:v>102.85</c:v>
                </c:pt>
                <c:pt idx="267">
                  <c:v>102.85</c:v>
                </c:pt>
                <c:pt idx="268">
                  <c:v>71.400000</c:v>
                </c:pt>
                <c:pt idx="269">
                  <c:v>71.400000</c:v>
                </c:pt>
                <c:pt idx="270">
                  <c:v>107.95</c:v>
                </c:pt>
                <c:pt idx="271">
                  <c:v>107.95</c:v>
                </c:pt>
                <c:pt idx="272">
                  <c:v>124.95</c:v>
                </c:pt>
                <c:pt idx="273">
                  <c:v>124.95</c:v>
                </c:pt>
                <c:pt idx="274">
                  <c:v>161.5</c:v>
                </c:pt>
                <c:pt idx="275">
                  <c:v>161.5</c:v>
                </c:pt>
                <c:pt idx="276">
                  <c:v>105.4</c:v>
                </c:pt>
                <c:pt idx="277">
                  <c:v>105.4</c:v>
                </c:pt>
                <c:pt idx="278">
                  <c:v>110.5</c:v>
                </c:pt>
                <c:pt idx="279">
                  <c:v>110.5</c:v>
                </c:pt>
                <c:pt idx="280">
                  <c:v>106.25</c:v>
                </c:pt>
                <c:pt idx="281">
                  <c:v>106.25</c:v>
                </c:pt>
                <c:pt idx="282">
                  <c:v>82.45</c:v>
                </c:pt>
                <c:pt idx="283">
                  <c:v>82.45</c:v>
                </c:pt>
                <c:pt idx="284">
                  <c:v>87.55</c:v>
                </c:pt>
                <c:pt idx="285">
                  <c:v>87.55</c:v>
                </c:pt>
                <c:pt idx="286">
                  <c:v>64.600000</c:v>
                </c:pt>
                <c:pt idx="287">
                  <c:v>64.600000</c:v>
                </c:pt>
                <c:pt idx="288">
                  <c:v>60.35</c:v>
                </c:pt>
                <c:pt idx="289">
                  <c:v>60.35</c:v>
                </c:pt>
                <c:pt idx="290">
                  <c:v>54.4</c:v>
                </c:pt>
                <c:pt idx="291">
                  <c:v>54.4</c:v>
                </c:pt>
                <c:pt idx="292">
                  <c:v>51.85</c:v>
                </c:pt>
                <c:pt idx="293">
                  <c:v>51.85</c:v>
                </c:pt>
                <c:pt idx="294">
                  <c:v>69.7</c:v>
                </c:pt>
                <c:pt idx="295">
                  <c:v>69.7</c:v>
                </c:pt>
                <c:pt idx="296">
                  <c:v>67.150000</c:v>
                </c:pt>
                <c:pt idx="297">
                  <c:v>67.150000</c:v>
                </c:pt>
                <c:pt idx="298">
                  <c:v>40.800000</c:v>
                </c:pt>
                <c:pt idx="299">
                  <c:v>40.800000</c:v>
                </c:pt>
                <c:pt idx="300">
                  <c:v>99.45</c:v>
                </c:pt>
                <c:pt idx="301">
                  <c:v>99.45</c:v>
                </c:pt>
                <c:pt idx="302">
                  <c:v>95.2</c:v>
                </c:pt>
                <c:pt idx="303">
                  <c:v>95.2</c:v>
                </c:pt>
                <c:pt idx="304">
                  <c:v>105.4</c:v>
                </c:pt>
                <c:pt idx="305">
                  <c:v>105.4</c:v>
                </c:pt>
                <c:pt idx="306">
                  <c:v>73.95</c:v>
                </c:pt>
                <c:pt idx="307">
                  <c:v>73.95</c:v>
                </c:pt>
                <c:pt idx="308">
                  <c:v>64.600000</c:v>
                </c:pt>
                <c:pt idx="309">
                  <c:v>64.600000</c:v>
                </c:pt>
                <c:pt idx="310">
                  <c:v>58.65</c:v>
                </c:pt>
                <c:pt idx="311">
                  <c:v>58.65</c:v>
                </c:pt>
                <c:pt idx="312">
                  <c:v>63.75</c:v>
                </c:pt>
                <c:pt idx="313">
                  <c:v>63.75</c:v>
                </c:pt>
                <c:pt idx="314">
                  <c:v>105.4</c:v>
                </c:pt>
                <c:pt idx="315">
                  <c:v>105.4</c:v>
                </c:pt>
                <c:pt idx="316">
                  <c:v>58.65</c:v>
                </c:pt>
                <c:pt idx="317">
                  <c:v>58.65</c:v>
                </c:pt>
                <c:pt idx="318">
                  <c:v>40.800000</c:v>
                </c:pt>
                <c:pt idx="319">
                  <c:v>40.800000</c:v>
                </c:pt>
                <c:pt idx="320">
                  <c:v>58.65</c:v>
                </c:pt>
                <c:pt idx="321">
                  <c:v>58.65</c:v>
                </c:pt>
                <c:pt idx="322">
                  <c:v>98.6</c:v>
                </c:pt>
                <c:pt idx="323">
                  <c:v>98.6</c:v>
                </c:pt>
                <c:pt idx="324">
                  <c:v>90.1</c:v>
                </c:pt>
                <c:pt idx="325">
                  <c:v>90.1</c:v>
                </c:pt>
                <c:pt idx="326">
                  <c:v>76.5</c:v>
                </c:pt>
                <c:pt idx="327">
                  <c:v>76.5</c:v>
                </c:pt>
                <c:pt idx="328">
                  <c:v>56.1</c:v>
                </c:pt>
                <c:pt idx="329">
                  <c:v>56.1</c:v>
                </c:pt>
                <c:pt idx="330">
                  <c:v>63.75</c:v>
                </c:pt>
                <c:pt idx="331">
                  <c:v>63.75</c:v>
                </c:pt>
                <c:pt idx="332">
                  <c:v>23.8</c:v>
                </c:pt>
                <c:pt idx="333">
                  <c:v>23.8</c:v>
                </c:pt>
                <c:pt idx="334">
                  <c:v>22.1</c:v>
                </c:pt>
                <c:pt idx="335">
                  <c:v>22.1</c:v>
                </c:pt>
                <c:pt idx="336">
                  <c:v>21.25</c:v>
                </c:pt>
                <c:pt idx="337">
                  <c:v>21.25</c:v>
                </c:pt>
                <c:pt idx="338">
                  <c:v>9.35</c:v>
                </c:pt>
                <c:pt idx="339">
                  <c:v>9.35</c:v>
                </c:pt>
                <c:pt idx="340">
                  <c:v>3.4</c:v>
                </c:pt>
                <c:pt idx="341">
                  <c:v>3.4</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5.95</c:v>
                </c:pt>
                <c:pt idx="421">
                  <c:v>5.95</c:v>
                </c:pt>
                <c:pt idx="422">
                  <c:v>26.35</c:v>
                </c:pt>
                <c:pt idx="423">
                  <c:v>26.35</c:v>
                </c:pt>
                <c:pt idx="424">
                  <c:v>53.55</c:v>
                </c:pt>
                <c:pt idx="425">
                  <c:v>53.55</c:v>
                </c:pt>
                <c:pt idx="426">
                  <c:v>68.850000</c:v>
                </c:pt>
                <c:pt idx="427">
                  <c:v>68.850000</c:v>
                </c:pt>
                <c:pt idx="428">
                  <c:v>79.900000</c:v>
                </c:pt>
                <c:pt idx="429">
                  <c:v>79.900000</c:v>
                </c:pt>
                <c:pt idx="430">
                  <c:v>120.7</c:v>
                </c:pt>
                <c:pt idx="431">
                  <c:v>120.7</c:v>
                </c:pt>
                <c:pt idx="432">
                  <c:v>181.05</c:v>
                </c:pt>
                <c:pt idx="433">
                  <c:v>181.05</c:v>
                </c:pt>
                <c:pt idx="434">
                  <c:v>194.65</c:v>
                </c:pt>
                <c:pt idx="435">
                  <c:v>194.65</c:v>
                </c:pt>
                <c:pt idx="436">
                  <c:v>238</c:v>
                </c:pt>
                <c:pt idx="437">
                  <c:v>238</c:v>
                </c:pt>
                <c:pt idx="438">
                  <c:v>299.2</c:v>
                </c:pt>
                <c:pt idx="439">
                  <c:v>299.2</c:v>
                </c:pt>
                <c:pt idx="440">
                  <c:v>363.8</c:v>
                </c:pt>
                <c:pt idx="441">
                  <c:v>363.8</c:v>
                </c:pt>
                <c:pt idx="442">
                  <c:v>406.3</c:v>
                </c:pt>
                <c:pt idx="443">
                  <c:v>406.3</c:v>
                </c:pt>
                <c:pt idx="444">
                  <c:v>446.25</c:v>
                </c:pt>
                <c:pt idx="445">
                  <c:v>446.25</c:v>
                </c:pt>
                <c:pt idx="446">
                  <c:v>485.35</c:v>
                </c:pt>
                <c:pt idx="447">
                  <c:v>485.35</c:v>
                </c:pt>
                <c:pt idx="448">
                  <c:v>522.75</c:v>
                </c:pt>
                <c:pt idx="449">
                  <c:v>522.75</c:v>
                </c:pt>
                <c:pt idx="450">
                  <c:v>559.300000</c:v>
                </c:pt>
                <c:pt idx="451">
                  <c:v>559.300000</c:v>
                </c:pt>
                <c:pt idx="452">
                  <c:v>594.15</c:v>
                </c:pt>
                <c:pt idx="453">
                  <c:v>594.15</c:v>
                </c:pt>
                <c:pt idx="454">
                  <c:v>627.300000</c:v>
                </c:pt>
                <c:pt idx="455">
                  <c:v>627.300000</c:v>
                </c:pt>
                <c:pt idx="456">
                  <c:v>657.9</c:v>
                </c:pt>
                <c:pt idx="457">
                  <c:v>657.9</c:v>
                </c:pt>
                <c:pt idx="458">
                  <c:v>489.6</c:v>
                </c:pt>
                <c:pt idx="459">
                  <c:v>489.6</c:v>
                </c:pt>
                <c:pt idx="460">
                  <c:v>356.15</c:v>
                </c:pt>
                <c:pt idx="461">
                  <c:v>356.15</c:v>
                </c:pt>
                <c:pt idx="462">
                  <c:v>336.6</c:v>
                </c:pt>
                <c:pt idx="463">
                  <c:v>336.6</c:v>
                </c:pt>
                <c:pt idx="464">
                  <c:v>272</c:v>
                </c:pt>
                <c:pt idx="465">
                  <c:v>272</c:v>
                </c:pt>
                <c:pt idx="466">
                  <c:v>323.850000</c:v>
                </c:pt>
                <c:pt idx="467">
                  <c:v>323.850000</c:v>
                </c:pt>
                <c:pt idx="468">
                  <c:v>428.4</c:v>
                </c:pt>
                <c:pt idx="469">
                  <c:v>428.4</c:v>
                </c:pt>
                <c:pt idx="470">
                  <c:v>559.300000</c:v>
                </c:pt>
                <c:pt idx="471">
                  <c:v>559.300000</c:v>
                </c:pt>
                <c:pt idx="472">
                  <c:v>787.95</c:v>
                </c:pt>
                <c:pt idx="473">
                  <c:v>787.95</c:v>
                </c:pt>
                <c:pt idx="474">
                  <c:v>700.4</c:v>
                </c:pt>
                <c:pt idx="475">
                  <c:v>700.4</c:v>
                </c:pt>
                <c:pt idx="476">
                  <c:v>691.05</c:v>
                </c:pt>
                <c:pt idx="477">
                  <c:v>691.05</c:v>
                </c:pt>
                <c:pt idx="478">
                  <c:v>675.75</c:v>
                </c:pt>
                <c:pt idx="479">
                  <c:v>675.75</c:v>
                </c:pt>
                <c:pt idx="480">
                  <c:v>738.65</c:v>
                </c:pt>
                <c:pt idx="481">
                  <c:v>738.65</c:v>
                </c:pt>
                <c:pt idx="482">
                  <c:v>498.95</c:v>
                </c:pt>
                <c:pt idx="483">
                  <c:v>498.95</c:v>
                </c:pt>
                <c:pt idx="484">
                  <c:v>493</c:v>
                </c:pt>
                <c:pt idx="485">
                  <c:v>493</c:v>
                </c:pt>
                <c:pt idx="486">
                  <c:v>439.45</c:v>
                </c:pt>
                <c:pt idx="487">
                  <c:v>439.45</c:v>
                </c:pt>
                <c:pt idx="488">
                  <c:v>664.7</c:v>
                </c:pt>
                <c:pt idx="489">
                  <c:v>664.7</c:v>
                </c:pt>
                <c:pt idx="490">
                  <c:v>711.45</c:v>
                </c:pt>
                <c:pt idx="491">
                  <c:v>711.45</c:v>
                </c:pt>
                <c:pt idx="492">
                  <c:v>560.15</c:v>
                </c:pt>
                <c:pt idx="493">
                  <c:v>560.15</c:v>
                </c:pt>
                <c:pt idx="494">
                  <c:v>543.15</c:v>
                </c:pt>
                <c:pt idx="495">
                  <c:v>543.15</c:v>
                </c:pt>
                <c:pt idx="496">
                  <c:v>440.3</c:v>
                </c:pt>
                <c:pt idx="497">
                  <c:v>440.3</c:v>
                </c:pt>
                <c:pt idx="498">
                  <c:v>553.35</c:v>
                </c:pt>
                <c:pt idx="499">
                  <c:v>553.35</c:v>
                </c:pt>
                <c:pt idx="500">
                  <c:v>437.75</c:v>
                </c:pt>
                <c:pt idx="501">
                  <c:v>437.75</c:v>
                </c:pt>
                <c:pt idx="502">
                  <c:v>413.1</c:v>
                </c:pt>
                <c:pt idx="503">
                  <c:v>413.1</c:v>
                </c:pt>
                <c:pt idx="504">
                  <c:v>362.95</c:v>
                </c:pt>
                <c:pt idx="505">
                  <c:v>362.95</c:v>
                </c:pt>
                <c:pt idx="506">
                  <c:v>289</c:v>
                </c:pt>
                <c:pt idx="507">
                  <c:v>289</c:v>
                </c:pt>
                <c:pt idx="508">
                  <c:v>275.400000</c:v>
                </c:pt>
                <c:pt idx="509">
                  <c:v>275.400000</c:v>
                </c:pt>
                <c:pt idx="510">
                  <c:v>285.600000</c:v>
                </c:pt>
                <c:pt idx="511">
                  <c:v>285.600000</c:v>
                </c:pt>
                <c:pt idx="512">
                  <c:v>277.100000</c:v>
                </c:pt>
                <c:pt idx="513">
                  <c:v>277.100000</c:v>
                </c:pt>
                <c:pt idx="514">
                  <c:v>192.95</c:v>
                </c:pt>
                <c:pt idx="515">
                  <c:v>192.95</c:v>
                </c:pt>
                <c:pt idx="516">
                  <c:v>212.5</c:v>
                </c:pt>
                <c:pt idx="517">
                  <c:v>212.5</c:v>
                </c:pt>
                <c:pt idx="518">
                  <c:v>210.8</c:v>
                </c:pt>
                <c:pt idx="519">
                  <c:v>210.8</c:v>
                </c:pt>
                <c:pt idx="520">
                  <c:v>178.5</c:v>
                </c:pt>
                <c:pt idx="521">
                  <c:v>178.5</c:v>
                </c:pt>
                <c:pt idx="522">
                  <c:v>105.4</c:v>
                </c:pt>
                <c:pt idx="523">
                  <c:v>105.4</c:v>
                </c:pt>
                <c:pt idx="524">
                  <c:v>82.45</c:v>
                </c:pt>
                <c:pt idx="525">
                  <c:v>82.45</c:v>
                </c:pt>
                <c:pt idx="526">
                  <c:v>79.05</c:v>
                </c:pt>
                <c:pt idx="527">
                  <c:v>79.05</c:v>
                </c:pt>
                <c:pt idx="528">
                  <c:v>51</c:v>
                </c:pt>
                <c:pt idx="529">
                  <c:v>51</c:v>
                </c:pt>
                <c:pt idx="530">
                  <c:v>20.400000</c:v>
                </c:pt>
                <c:pt idx="531">
                  <c:v>20.400000</c:v>
                </c:pt>
                <c:pt idx="532">
                  <c:v>5.100000</c:v>
                </c:pt>
                <c:pt idx="533">
                  <c:v>5.100000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1.7</c:v>
                </c:pt>
                <c:pt idx="613">
                  <c:v>1.7</c:v>
                </c:pt>
                <c:pt idx="614">
                  <c:v>13.6</c:v>
                </c:pt>
                <c:pt idx="615">
                  <c:v>13.6</c:v>
                </c:pt>
                <c:pt idx="616">
                  <c:v>25.5</c:v>
                </c:pt>
                <c:pt idx="617">
                  <c:v>25.5</c:v>
                </c:pt>
                <c:pt idx="618">
                  <c:v>45.9</c:v>
                </c:pt>
                <c:pt idx="619">
                  <c:v>45.9</c:v>
                </c:pt>
                <c:pt idx="620">
                  <c:v>90.95</c:v>
                </c:pt>
                <c:pt idx="621">
                  <c:v>90.95</c:v>
                </c:pt>
                <c:pt idx="622">
                  <c:v>89.25</c:v>
                </c:pt>
                <c:pt idx="623">
                  <c:v>89.25</c:v>
                </c:pt>
                <c:pt idx="624">
                  <c:v>141.950000</c:v>
                </c:pt>
                <c:pt idx="625">
                  <c:v>141.950000</c:v>
                </c:pt>
                <c:pt idx="626">
                  <c:v>214.2</c:v>
                </c:pt>
                <c:pt idx="627">
                  <c:v>214.2</c:v>
                </c:pt>
                <c:pt idx="628">
                  <c:v>280.5</c:v>
                </c:pt>
                <c:pt idx="629">
                  <c:v>280.5</c:v>
                </c:pt>
                <c:pt idx="630">
                  <c:v>328.95</c:v>
                </c:pt>
                <c:pt idx="631">
                  <c:v>328.95</c:v>
                </c:pt>
                <c:pt idx="632">
                  <c:v>372.3</c:v>
                </c:pt>
                <c:pt idx="633">
                  <c:v>372.3</c:v>
                </c:pt>
                <c:pt idx="634">
                  <c:v>414.8</c:v>
                </c:pt>
                <c:pt idx="635">
                  <c:v>414.8</c:v>
                </c:pt>
                <c:pt idx="636">
                  <c:v>456.45</c:v>
                </c:pt>
                <c:pt idx="637">
                  <c:v>456.45</c:v>
                </c:pt>
                <c:pt idx="638">
                  <c:v>496.4</c:v>
                </c:pt>
                <c:pt idx="639">
                  <c:v>496.4</c:v>
                </c:pt>
                <c:pt idx="640">
                  <c:v>534.65</c:v>
                </c:pt>
                <c:pt idx="641">
                  <c:v>534.65</c:v>
                </c:pt>
                <c:pt idx="642">
                  <c:v>571.200000</c:v>
                </c:pt>
                <c:pt idx="643">
                  <c:v>571.200000</c:v>
                </c:pt>
                <c:pt idx="644">
                  <c:v>607.75</c:v>
                </c:pt>
                <c:pt idx="645">
                  <c:v>607.75</c:v>
                </c:pt>
                <c:pt idx="646">
                  <c:v>644.300000</c:v>
                </c:pt>
                <c:pt idx="647">
                  <c:v>644.300000</c:v>
                </c:pt>
                <c:pt idx="648">
                  <c:v>677.45</c:v>
                </c:pt>
                <c:pt idx="649">
                  <c:v>677.45</c:v>
                </c:pt>
                <c:pt idx="650">
                  <c:v>708.05</c:v>
                </c:pt>
                <c:pt idx="651">
                  <c:v>708.05</c:v>
                </c:pt>
                <c:pt idx="652">
                  <c:v>736.1</c:v>
                </c:pt>
                <c:pt idx="653">
                  <c:v>736.1</c:v>
                </c:pt>
                <c:pt idx="654">
                  <c:v>760.75</c:v>
                </c:pt>
                <c:pt idx="655">
                  <c:v>760.75</c:v>
                </c:pt>
                <c:pt idx="656">
                  <c:v>782</c:v>
                </c:pt>
                <c:pt idx="657">
                  <c:v>782</c:v>
                </c:pt>
                <c:pt idx="658">
                  <c:v>799.85</c:v>
                </c:pt>
                <c:pt idx="659">
                  <c:v>799.85</c:v>
                </c:pt>
                <c:pt idx="660">
                  <c:v>814.3</c:v>
                </c:pt>
                <c:pt idx="661">
                  <c:v>814.3</c:v>
                </c:pt>
                <c:pt idx="662">
                  <c:v>784.55</c:v>
                </c:pt>
                <c:pt idx="663">
                  <c:v>784.55</c:v>
                </c:pt>
                <c:pt idx="664">
                  <c:v>777.75</c:v>
                </c:pt>
                <c:pt idx="665">
                  <c:v>777.75</c:v>
                </c:pt>
                <c:pt idx="666">
                  <c:v>833</c:v>
                </c:pt>
                <c:pt idx="667">
                  <c:v>833</c:v>
                </c:pt>
                <c:pt idx="668">
                  <c:v>838.1</c:v>
                </c:pt>
                <c:pt idx="669">
                  <c:v>838.1</c:v>
                </c:pt>
                <c:pt idx="670">
                  <c:v>836.4</c:v>
                </c:pt>
                <c:pt idx="671">
                  <c:v>836.4</c:v>
                </c:pt>
                <c:pt idx="672">
                  <c:v>831.3</c:v>
                </c:pt>
                <c:pt idx="673">
                  <c:v>831.3</c:v>
                </c:pt>
                <c:pt idx="674">
                  <c:v>822.8</c:v>
                </c:pt>
                <c:pt idx="675">
                  <c:v>822.8</c:v>
                </c:pt>
                <c:pt idx="676">
                  <c:v>810.9</c:v>
                </c:pt>
                <c:pt idx="677">
                  <c:v>810.9</c:v>
                </c:pt>
                <c:pt idx="678">
                  <c:v>796.45</c:v>
                </c:pt>
                <c:pt idx="679">
                  <c:v>796.45</c:v>
                </c:pt>
                <c:pt idx="680">
                  <c:v>778.6</c:v>
                </c:pt>
                <c:pt idx="681">
                  <c:v>778.6</c:v>
                </c:pt>
                <c:pt idx="682">
                  <c:v>758.2</c:v>
                </c:pt>
                <c:pt idx="683">
                  <c:v>758.2</c:v>
                </c:pt>
                <c:pt idx="684">
                  <c:v>734.4</c:v>
                </c:pt>
                <c:pt idx="685">
                  <c:v>734.4</c:v>
                </c:pt>
                <c:pt idx="686">
                  <c:v>708.05</c:v>
                </c:pt>
                <c:pt idx="687">
                  <c:v>708.05</c:v>
                </c:pt>
                <c:pt idx="688">
                  <c:v>679.15</c:v>
                </c:pt>
                <c:pt idx="689">
                  <c:v>679.15</c:v>
                </c:pt>
                <c:pt idx="690">
                  <c:v>648.550000</c:v>
                </c:pt>
                <c:pt idx="691">
                  <c:v>648.550000</c:v>
                </c:pt>
                <c:pt idx="692">
                  <c:v>616.25</c:v>
                </c:pt>
                <c:pt idx="693">
                  <c:v>616.25</c:v>
                </c:pt>
                <c:pt idx="694">
                  <c:v>583.1</c:v>
                </c:pt>
                <c:pt idx="695">
                  <c:v>583.1</c:v>
                </c:pt>
                <c:pt idx="696">
                  <c:v>548.25</c:v>
                </c:pt>
                <c:pt idx="697">
                  <c:v>548.25</c:v>
                </c:pt>
                <c:pt idx="698">
                  <c:v>512.550000</c:v>
                </c:pt>
                <c:pt idx="699">
                  <c:v>512.550000</c:v>
                </c:pt>
                <c:pt idx="700">
                  <c:v>473.45</c:v>
                </c:pt>
                <c:pt idx="701">
                  <c:v>473.45</c:v>
                </c:pt>
                <c:pt idx="702">
                  <c:v>432.65</c:v>
                </c:pt>
                <c:pt idx="703">
                  <c:v>432.65</c:v>
                </c:pt>
                <c:pt idx="704">
                  <c:v>390.15</c:v>
                </c:pt>
                <c:pt idx="705">
                  <c:v>390.15</c:v>
                </c:pt>
                <c:pt idx="706">
                  <c:v>346.8</c:v>
                </c:pt>
                <c:pt idx="707">
                  <c:v>346.8</c:v>
                </c:pt>
                <c:pt idx="708">
                  <c:v>302.600000</c:v>
                </c:pt>
                <c:pt idx="709">
                  <c:v>302.600000</c:v>
                </c:pt>
                <c:pt idx="710">
                  <c:v>258.400000</c:v>
                </c:pt>
                <c:pt idx="711">
                  <c:v>258.400000</c:v>
                </c:pt>
                <c:pt idx="712">
                  <c:v>214.2</c:v>
                </c:pt>
                <c:pt idx="713">
                  <c:v>214.2</c:v>
                </c:pt>
                <c:pt idx="714">
                  <c:v>171.7</c:v>
                </c:pt>
                <c:pt idx="715">
                  <c:v>171.7</c:v>
                </c:pt>
                <c:pt idx="716">
                  <c:v>130.9</c:v>
                </c:pt>
                <c:pt idx="717">
                  <c:v>130.9</c:v>
                </c:pt>
                <c:pt idx="718">
                  <c:v>93.5</c:v>
                </c:pt>
                <c:pt idx="719">
                  <c:v>93.5</c:v>
                </c:pt>
                <c:pt idx="720">
                  <c:v>59.5</c:v>
                </c:pt>
                <c:pt idx="721">
                  <c:v>59.5</c:v>
                </c:pt>
                <c:pt idx="722">
                  <c:v>28.05</c:v>
                </c:pt>
                <c:pt idx="723">
                  <c:v>28.05</c:v>
                </c:pt>
                <c:pt idx="724">
                  <c:v>6.8</c:v>
                </c:pt>
                <c:pt idx="725">
                  <c:v>6.8</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2.550000</c:v>
                </c:pt>
                <c:pt idx="805">
                  <c:v>2.550000</c:v>
                </c:pt>
                <c:pt idx="806">
                  <c:v>15.3</c:v>
                </c:pt>
                <c:pt idx="807">
                  <c:v>15.3</c:v>
                </c:pt>
                <c:pt idx="808">
                  <c:v>29.75</c:v>
                </c:pt>
                <c:pt idx="809">
                  <c:v>29.75</c:v>
                </c:pt>
                <c:pt idx="810">
                  <c:v>64.600000</c:v>
                </c:pt>
                <c:pt idx="811">
                  <c:v>64.600000</c:v>
                </c:pt>
                <c:pt idx="812">
                  <c:v>86.7</c:v>
                </c:pt>
                <c:pt idx="813">
                  <c:v>86.7</c:v>
                </c:pt>
                <c:pt idx="814">
                  <c:v>122.4</c:v>
                </c:pt>
                <c:pt idx="815">
                  <c:v>122.4</c:v>
                </c:pt>
                <c:pt idx="816">
                  <c:v>181.05</c:v>
                </c:pt>
                <c:pt idx="817">
                  <c:v>181.05</c:v>
                </c:pt>
                <c:pt idx="818">
                  <c:v>192.95</c:v>
                </c:pt>
                <c:pt idx="819">
                  <c:v>192.95</c:v>
                </c:pt>
                <c:pt idx="820">
                  <c:v>262.650000</c:v>
                </c:pt>
                <c:pt idx="821">
                  <c:v>262.650000</c:v>
                </c:pt>
                <c:pt idx="822">
                  <c:v>303.45</c:v>
                </c:pt>
                <c:pt idx="823">
                  <c:v>303.45</c:v>
                </c:pt>
                <c:pt idx="824">
                  <c:v>371.45</c:v>
                </c:pt>
                <c:pt idx="825">
                  <c:v>371.45</c:v>
                </c:pt>
                <c:pt idx="826">
                  <c:v>415.65</c:v>
                </c:pt>
                <c:pt idx="827">
                  <c:v>415.65</c:v>
                </c:pt>
                <c:pt idx="828">
                  <c:v>458.15</c:v>
                </c:pt>
                <c:pt idx="829">
                  <c:v>458.15</c:v>
                </c:pt>
                <c:pt idx="830">
                  <c:v>499.8</c:v>
                </c:pt>
                <c:pt idx="831">
                  <c:v>499.8</c:v>
                </c:pt>
                <c:pt idx="832">
                  <c:v>539.75</c:v>
                </c:pt>
                <c:pt idx="833">
                  <c:v>539.75</c:v>
                </c:pt>
                <c:pt idx="834">
                  <c:v>577.15</c:v>
                </c:pt>
                <c:pt idx="835">
                  <c:v>577.15</c:v>
                </c:pt>
                <c:pt idx="836">
                  <c:v>613.700000</c:v>
                </c:pt>
                <c:pt idx="837">
                  <c:v>613.700000</c:v>
                </c:pt>
                <c:pt idx="838">
                  <c:v>648.550000</c:v>
                </c:pt>
                <c:pt idx="839">
                  <c:v>648.550000</c:v>
                </c:pt>
                <c:pt idx="840">
                  <c:v>680</c:v>
                </c:pt>
                <c:pt idx="841">
                  <c:v>680</c:v>
                </c:pt>
                <c:pt idx="842">
                  <c:v>710.6</c:v>
                </c:pt>
                <c:pt idx="843">
                  <c:v>710.6</c:v>
                </c:pt>
                <c:pt idx="844">
                  <c:v>736.95</c:v>
                </c:pt>
                <c:pt idx="845">
                  <c:v>736.95</c:v>
                </c:pt>
                <c:pt idx="846">
                  <c:v>760.75</c:v>
                </c:pt>
                <c:pt idx="847">
                  <c:v>760.75</c:v>
                </c:pt>
                <c:pt idx="848">
                  <c:v>782</c:v>
                </c:pt>
                <c:pt idx="849">
                  <c:v>782</c:v>
                </c:pt>
                <c:pt idx="850">
                  <c:v>799.85</c:v>
                </c:pt>
                <c:pt idx="851">
                  <c:v>799.85</c:v>
                </c:pt>
                <c:pt idx="852">
                  <c:v>793.9</c:v>
                </c:pt>
                <c:pt idx="853">
                  <c:v>793.9</c:v>
                </c:pt>
                <c:pt idx="854">
                  <c:v>765.85</c:v>
                </c:pt>
                <c:pt idx="855">
                  <c:v>765.85</c:v>
                </c:pt>
                <c:pt idx="856">
                  <c:v>743.75</c:v>
                </c:pt>
                <c:pt idx="857">
                  <c:v>743.75</c:v>
                </c:pt>
                <c:pt idx="858">
                  <c:v>833</c:v>
                </c:pt>
                <c:pt idx="859">
                  <c:v>833</c:v>
                </c:pt>
                <c:pt idx="860">
                  <c:v>663</c:v>
                </c:pt>
                <c:pt idx="861">
                  <c:v>663</c:v>
                </c:pt>
                <c:pt idx="862">
                  <c:v>668.1</c:v>
                </c:pt>
                <c:pt idx="863">
                  <c:v>668.1</c:v>
                </c:pt>
                <c:pt idx="864">
                  <c:v>603.5</c:v>
                </c:pt>
                <c:pt idx="865">
                  <c:v>603.5</c:v>
                </c:pt>
                <c:pt idx="866">
                  <c:v>690.2</c:v>
                </c:pt>
                <c:pt idx="867">
                  <c:v>690.2</c:v>
                </c:pt>
                <c:pt idx="868">
                  <c:v>812.6</c:v>
                </c:pt>
                <c:pt idx="869">
                  <c:v>812.6</c:v>
                </c:pt>
                <c:pt idx="870">
                  <c:v>807.5</c:v>
                </c:pt>
                <c:pt idx="871">
                  <c:v>807.5</c:v>
                </c:pt>
                <c:pt idx="872">
                  <c:v>792.2</c:v>
                </c:pt>
                <c:pt idx="873">
                  <c:v>792.2</c:v>
                </c:pt>
                <c:pt idx="874">
                  <c:v>765.85</c:v>
                </c:pt>
                <c:pt idx="875">
                  <c:v>765.85</c:v>
                </c:pt>
                <c:pt idx="876">
                  <c:v>749.7</c:v>
                </c:pt>
                <c:pt idx="877">
                  <c:v>749.7</c:v>
                </c:pt>
                <c:pt idx="878">
                  <c:v>724.2</c:v>
                </c:pt>
                <c:pt idx="879">
                  <c:v>724.2</c:v>
                </c:pt>
                <c:pt idx="880">
                  <c:v>695.3</c:v>
                </c:pt>
                <c:pt idx="881">
                  <c:v>695.3</c:v>
                </c:pt>
                <c:pt idx="882">
                  <c:v>622.200000</c:v>
                </c:pt>
                <c:pt idx="883">
                  <c:v>622.200000</c:v>
                </c:pt>
                <c:pt idx="884">
                  <c:v>548.25</c:v>
                </c:pt>
                <c:pt idx="885">
                  <c:v>548.25</c:v>
                </c:pt>
                <c:pt idx="886">
                  <c:v>475.15</c:v>
                </c:pt>
                <c:pt idx="887">
                  <c:v>475.15</c:v>
                </c:pt>
                <c:pt idx="888">
                  <c:v>340</c:v>
                </c:pt>
                <c:pt idx="889">
                  <c:v>340</c:v>
                </c:pt>
                <c:pt idx="890">
                  <c:v>387.6</c:v>
                </c:pt>
                <c:pt idx="891">
                  <c:v>387.6</c:v>
                </c:pt>
                <c:pt idx="892">
                  <c:v>422.45</c:v>
                </c:pt>
                <c:pt idx="893">
                  <c:v>422.45</c:v>
                </c:pt>
                <c:pt idx="894">
                  <c:v>360.4</c:v>
                </c:pt>
                <c:pt idx="895">
                  <c:v>360.4</c:v>
                </c:pt>
                <c:pt idx="896">
                  <c:v>190.4</c:v>
                </c:pt>
                <c:pt idx="897">
                  <c:v>190.4</c:v>
                </c:pt>
                <c:pt idx="898">
                  <c:v>132.6</c:v>
                </c:pt>
                <c:pt idx="899">
                  <c:v>132.6</c:v>
                </c:pt>
                <c:pt idx="900">
                  <c:v>98.6</c:v>
                </c:pt>
                <c:pt idx="901">
                  <c:v>98.6</c:v>
                </c:pt>
                <c:pt idx="902">
                  <c:v>85</c:v>
                </c:pt>
                <c:pt idx="903">
                  <c:v>85</c:v>
                </c:pt>
                <c:pt idx="904">
                  <c:v>78.2</c:v>
                </c:pt>
                <c:pt idx="905">
                  <c:v>78.2</c:v>
                </c:pt>
                <c:pt idx="906">
                  <c:v>66.3</c:v>
                </c:pt>
                <c:pt idx="907">
                  <c:v>66.3</c:v>
                </c:pt>
                <c:pt idx="908">
                  <c:v>44.2</c:v>
                </c:pt>
                <c:pt idx="909">
                  <c:v>44.2</c:v>
                </c:pt>
                <c:pt idx="910">
                  <c:v>28.05</c:v>
                </c:pt>
                <c:pt idx="911">
                  <c:v>28.05</c:v>
                </c:pt>
                <c:pt idx="912">
                  <c:v>21.25</c:v>
                </c:pt>
                <c:pt idx="913">
                  <c:v>21.25</c:v>
                </c:pt>
                <c:pt idx="914">
                  <c:v>14.45</c:v>
                </c:pt>
                <c:pt idx="915">
                  <c:v>14.45</c:v>
                </c:pt>
                <c:pt idx="916">
                  <c:v>6.8</c:v>
                </c:pt>
                <c:pt idx="917">
                  <c:v>6.8</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9.35</c:v>
                </c:pt>
                <c:pt idx="999">
                  <c:v>9.35</c:v>
                </c:pt>
                <c:pt idx="1000">
                  <c:v>19.55</c:v>
                </c:pt>
                <c:pt idx="1001">
                  <c:v>19.55</c:v>
                </c:pt>
                <c:pt idx="1002">
                  <c:v>36.550000</c:v>
                </c:pt>
                <c:pt idx="1003">
                  <c:v>36.550000</c:v>
                </c:pt>
                <c:pt idx="1004">
                  <c:v>54.4</c:v>
                </c:pt>
                <c:pt idx="1005">
                  <c:v>54.4</c:v>
                </c:pt>
                <c:pt idx="1006">
                  <c:v>99.45</c:v>
                </c:pt>
                <c:pt idx="1007">
                  <c:v>99.45</c:v>
                </c:pt>
                <c:pt idx="1008">
                  <c:v>131.75</c:v>
                </c:pt>
                <c:pt idx="1009">
                  <c:v>131.75</c:v>
                </c:pt>
                <c:pt idx="1010">
                  <c:v>140.25</c:v>
                </c:pt>
                <c:pt idx="1011">
                  <c:v>140.25</c:v>
                </c:pt>
                <c:pt idx="1012">
                  <c:v>192.1</c:v>
                </c:pt>
                <c:pt idx="1013">
                  <c:v>192.1</c:v>
                </c:pt>
                <c:pt idx="1014">
                  <c:v>212.5</c:v>
                </c:pt>
                <c:pt idx="1015">
                  <c:v>212.5</c:v>
                </c:pt>
                <c:pt idx="1016">
                  <c:v>218.45</c:v>
                </c:pt>
                <c:pt idx="1017">
                  <c:v>218.45</c:v>
                </c:pt>
                <c:pt idx="1018">
                  <c:v>370.6</c:v>
                </c:pt>
                <c:pt idx="1019">
                  <c:v>370.6</c:v>
                </c:pt>
                <c:pt idx="1020">
                  <c:v>390.15</c:v>
                </c:pt>
                <c:pt idx="1021">
                  <c:v>390.15</c:v>
                </c:pt>
                <c:pt idx="1022">
                  <c:v>497.25</c:v>
                </c:pt>
                <c:pt idx="1023">
                  <c:v>497.25</c:v>
                </c:pt>
                <c:pt idx="1024">
                  <c:v>535.5</c:v>
                </c:pt>
                <c:pt idx="1025">
                  <c:v>535.5</c:v>
                </c:pt>
                <c:pt idx="1026">
                  <c:v>572.9</c:v>
                </c:pt>
                <c:pt idx="1027">
                  <c:v>572.9</c:v>
                </c:pt>
                <c:pt idx="1028">
                  <c:v>607.75</c:v>
                </c:pt>
                <c:pt idx="1029">
                  <c:v>607.75</c:v>
                </c:pt>
                <c:pt idx="1030">
                  <c:v>640.9</c:v>
                </c:pt>
                <c:pt idx="1031">
                  <c:v>640.9</c:v>
                </c:pt>
                <c:pt idx="1032">
                  <c:v>670.65</c:v>
                </c:pt>
                <c:pt idx="1033">
                  <c:v>670.65</c:v>
                </c:pt>
                <c:pt idx="1034">
                  <c:v>698.7</c:v>
                </c:pt>
                <c:pt idx="1035">
                  <c:v>698.7</c:v>
                </c:pt>
                <c:pt idx="1036">
                  <c:v>724.2</c:v>
                </c:pt>
                <c:pt idx="1037">
                  <c:v>724.2</c:v>
                </c:pt>
                <c:pt idx="1038">
                  <c:v>747.15</c:v>
                </c:pt>
                <c:pt idx="1039">
                  <c:v>747.15</c:v>
                </c:pt>
                <c:pt idx="1040">
                  <c:v>766.7</c:v>
                </c:pt>
                <c:pt idx="1041">
                  <c:v>766.7</c:v>
                </c:pt>
                <c:pt idx="1042">
                  <c:v>782.85</c:v>
                </c:pt>
                <c:pt idx="1043">
                  <c:v>782.85</c:v>
                </c:pt>
                <c:pt idx="1044">
                  <c:v>797.3</c:v>
                </c:pt>
                <c:pt idx="1045">
                  <c:v>797.3</c:v>
                </c:pt>
                <c:pt idx="1046">
                  <c:v>807.5</c:v>
                </c:pt>
                <c:pt idx="1047">
                  <c:v>807.5</c:v>
                </c:pt>
                <c:pt idx="1048">
                  <c:v>816</c:v>
                </c:pt>
                <c:pt idx="1049">
                  <c:v>816</c:v>
                </c:pt>
                <c:pt idx="1050">
                  <c:v>820.25</c:v>
                </c:pt>
                <c:pt idx="1051">
                  <c:v>820.25</c:v>
                </c:pt>
                <c:pt idx="1052">
                  <c:v>821.95</c:v>
                </c:pt>
                <c:pt idx="1053">
                  <c:v>821.95</c:v>
                </c:pt>
                <c:pt idx="1054">
                  <c:v>820.25</c:v>
                </c:pt>
                <c:pt idx="1055">
                  <c:v>820.25</c:v>
                </c:pt>
                <c:pt idx="1056">
                  <c:v>815.15</c:v>
                </c:pt>
                <c:pt idx="1057">
                  <c:v>815.15</c:v>
                </c:pt>
                <c:pt idx="1058">
                  <c:v>702.95</c:v>
                </c:pt>
                <c:pt idx="1059">
                  <c:v>702.95</c:v>
                </c:pt>
                <c:pt idx="1060">
                  <c:v>645.15</c:v>
                </c:pt>
                <c:pt idx="1061">
                  <c:v>645.15</c:v>
                </c:pt>
                <c:pt idx="1062">
                  <c:v>669.8</c:v>
                </c:pt>
                <c:pt idx="1063">
                  <c:v>669.8</c:v>
                </c:pt>
                <c:pt idx="1064">
                  <c:v>706.35</c:v>
                </c:pt>
                <c:pt idx="1065">
                  <c:v>706.35</c:v>
                </c:pt>
                <c:pt idx="1066">
                  <c:v>674.05</c:v>
                </c:pt>
                <c:pt idx="1067">
                  <c:v>674.05</c:v>
                </c:pt>
                <c:pt idx="1068">
                  <c:v>651.950000</c:v>
                </c:pt>
                <c:pt idx="1069">
                  <c:v>651.950000</c:v>
                </c:pt>
                <c:pt idx="1070">
                  <c:v>683.4</c:v>
                </c:pt>
                <c:pt idx="1071">
                  <c:v>683.4</c:v>
                </c:pt>
                <c:pt idx="1072">
                  <c:v>670.65</c:v>
                </c:pt>
                <c:pt idx="1073">
                  <c:v>670.65</c:v>
                </c:pt>
                <c:pt idx="1074">
                  <c:v>640.050000</c:v>
                </c:pt>
                <c:pt idx="1075">
                  <c:v>640.050000</c:v>
                </c:pt>
                <c:pt idx="1076">
                  <c:v>608.6</c:v>
                </c:pt>
                <c:pt idx="1077">
                  <c:v>608.6</c:v>
                </c:pt>
                <c:pt idx="1078">
                  <c:v>574.6</c:v>
                </c:pt>
                <c:pt idx="1079">
                  <c:v>574.6</c:v>
                </c:pt>
                <c:pt idx="1080">
                  <c:v>487.9</c:v>
                </c:pt>
                <c:pt idx="1081">
                  <c:v>487.9</c:v>
                </c:pt>
                <c:pt idx="1082">
                  <c:v>238.85</c:v>
                </c:pt>
                <c:pt idx="1083">
                  <c:v>238.85</c:v>
                </c:pt>
                <c:pt idx="1084">
                  <c:v>164.9</c:v>
                </c:pt>
                <c:pt idx="1085">
                  <c:v>164.9</c:v>
                </c:pt>
                <c:pt idx="1086">
                  <c:v>134.300000</c:v>
                </c:pt>
                <c:pt idx="1087">
                  <c:v>134.300000</c:v>
                </c:pt>
                <c:pt idx="1088">
                  <c:v>94.35</c:v>
                </c:pt>
                <c:pt idx="1089">
                  <c:v>94.35</c:v>
                </c:pt>
                <c:pt idx="1090">
                  <c:v>102</c:v>
                </c:pt>
                <c:pt idx="1091">
                  <c:v>102</c:v>
                </c:pt>
                <c:pt idx="1092">
                  <c:v>128.35</c:v>
                </c:pt>
                <c:pt idx="1093">
                  <c:v>128.35</c:v>
                </c:pt>
                <c:pt idx="1094">
                  <c:v>103.7</c:v>
                </c:pt>
                <c:pt idx="1095">
                  <c:v>103.7</c:v>
                </c:pt>
                <c:pt idx="1096">
                  <c:v>88.4</c:v>
                </c:pt>
                <c:pt idx="1097">
                  <c:v>88.4</c:v>
                </c:pt>
                <c:pt idx="1098">
                  <c:v>39.950000</c:v>
                </c:pt>
                <c:pt idx="1099">
                  <c:v>39.950000</c:v>
                </c:pt>
                <c:pt idx="1100">
                  <c:v>28.05</c:v>
                </c:pt>
                <c:pt idx="1101">
                  <c:v>28.05</c:v>
                </c:pt>
                <c:pt idx="1102">
                  <c:v>28.9</c:v>
                </c:pt>
                <c:pt idx="1103">
                  <c:v>28.9</c:v>
                </c:pt>
                <c:pt idx="1104">
                  <c:v>19.55</c:v>
                </c:pt>
                <c:pt idx="1105">
                  <c:v>19.55</c:v>
                </c:pt>
                <c:pt idx="1106">
                  <c:v>14.45</c:v>
                </c:pt>
                <c:pt idx="1107">
                  <c:v>14.45</c:v>
                </c:pt>
                <c:pt idx="1108">
                  <c:v>6.8</c:v>
                </c:pt>
                <c:pt idx="1109">
                  <c:v>6.8</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0.85</c:v>
                </c:pt>
                <c:pt idx="1189">
                  <c:v>0.85</c:v>
                </c:pt>
                <c:pt idx="1190">
                  <c:v>8.5</c:v>
                </c:pt>
                <c:pt idx="1191">
                  <c:v>8.5</c:v>
                </c:pt>
                <c:pt idx="1192">
                  <c:v>19.55</c:v>
                </c:pt>
                <c:pt idx="1193">
                  <c:v>19.55</c:v>
                </c:pt>
                <c:pt idx="1194">
                  <c:v>24.65</c:v>
                </c:pt>
                <c:pt idx="1195">
                  <c:v>24.65</c:v>
                </c:pt>
                <c:pt idx="1196">
                  <c:v>35.700000</c:v>
                </c:pt>
                <c:pt idx="1197">
                  <c:v>35.700000</c:v>
                </c:pt>
                <c:pt idx="1198">
                  <c:v>57.8</c:v>
                </c:pt>
                <c:pt idx="1199">
                  <c:v>57.8</c:v>
                </c:pt>
                <c:pt idx="1200">
                  <c:v>68</c:v>
                </c:pt>
                <c:pt idx="1201">
                  <c:v>68</c:v>
                </c:pt>
                <c:pt idx="1202">
                  <c:v>76.5</c:v>
                </c:pt>
                <c:pt idx="1203">
                  <c:v>76.5</c:v>
                </c:pt>
                <c:pt idx="1204">
                  <c:v>98.6</c:v>
                </c:pt>
                <c:pt idx="1205">
                  <c:v>98.6</c:v>
                </c:pt>
                <c:pt idx="1206">
                  <c:v>54.4</c:v>
                </c:pt>
                <c:pt idx="1207">
                  <c:v>54.4</c:v>
                </c:pt>
                <c:pt idx="1208">
                  <c:v>113.9</c:v>
                </c:pt>
                <c:pt idx="1209">
                  <c:v>113.9</c:v>
                </c:pt>
                <c:pt idx="1210">
                  <c:v>99.45</c:v>
                </c:pt>
                <c:pt idx="1211">
                  <c:v>99.45</c:v>
                </c:pt>
                <c:pt idx="1212">
                  <c:v>119</c:v>
                </c:pt>
                <c:pt idx="1213">
                  <c:v>119</c:v>
                </c:pt>
                <c:pt idx="1214">
                  <c:v>231.2</c:v>
                </c:pt>
                <c:pt idx="1215">
                  <c:v>231.2</c:v>
                </c:pt>
                <c:pt idx="1216">
                  <c:v>209.95</c:v>
                </c:pt>
                <c:pt idx="1217">
                  <c:v>209.95</c:v>
                </c:pt>
                <c:pt idx="1218">
                  <c:v>178.5</c:v>
                </c:pt>
                <c:pt idx="1219">
                  <c:v>178.5</c:v>
                </c:pt>
                <c:pt idx="1220">
                  <c:v>185.3</c:v>
                </c:pt>
                <c:pt idx="1221">
                  <c:v>185.3</c:v>
                </c:pt>
                <c:pt idx="1222">
                  <c:v>209.1</c:v>
                </c:pt>
                <c:pt idx="1223">
                  <c:v>209.1</c:v>
                </c:pt>
                <c:pt idx="1224">
                  <c:v>191.25</c:v>
                </c:pt>
                <c:pt idx="1225">
                  <c:v>191.25</c:v>
                </c:pt>
                <c:pt idx="1226">
                  <c:v>191.25</c:v>
                </c:pt>
                <c:pt idx="1227">
                  <c:v>191.25</c:v>
                </c:pt>
                <c:pt idx="1228">
                  <c:v>174.25</c:v>
                </c:pt>
                <c:pt idx="1229">
                  <c:v>174.25</c:v>
                </c:pt>
                <c:pt idx="1230">
                  <c:v>160.65</c:v>
                </c:pt>
                <c:pt idx="1231">
                  <c:v>160.65</c:v>
                </c:pt>
                <c:pt idx="1232">
                  <c:v>303.45</c:v>
                </c:pt>
                <c:pt idx="1233">
                  <c:v>303.45</c:v>
                </c:pt>
                <c:pt idx="1234">
                  <c:v>192.1</c:v>
                </c:pt>
                <c:pt idx="1235">
                  <c:v>192.1</c:v>
                </c:pt>
                <c:pt idx="1236">
                  <c:v>184.45</c:v>
                </c:pt>
                <c:pt idx="1237">
                  <c:v>184.45</c:v>
                </c:pt>
                <c:pt idx="1238">
                  <c:v>215.9</c:v>
                </c:pt>
                <c:pt idx="1239">
                  <c:v>215.9</c:v>
                </c:pt>
                <c:pt idx="1240">
                  <c:v>209.95</c:v>
                </c:pt>
                <c:pt idx="1241">
                  <c:v>209.95</c:v>
                </c:pt>
                <c:pt idx="1242">
                  <c:v>160.65</c:v>
                </c:pt>
                <c:pt idx="1243">
                  <c:v>160.65</c:v>
                </c:pt>
                <c:pt idx="1244">
                  <c:v>158.1</c:v>
                </c:pt>
                <c:pt idx="1245">
                  <c:v>158.1</c:v>
                </c:pt>
                <c:pt idx="1246">
                  <c:v>219.3</c:v>
                </c:pt>
                <c:pt idx="1247">
                  <c:v>219.3</c:v>
                </c:pt>
                <c:pt idx="1248">
                  <c:v>206.55</c:v>
                </c:pt>
                <c:pt idx="1249">
                  <c:v>206.55</c:v>
                </c:pt>
                <c:pt idx="1250">
                  <c:v>355.3</c:v>
                </c:pt>
                <c:pt idx="1251">
                  <c:v>355.3</c:v>
                </c:pt>
                <c:pt idx="1252">
                  <c:v>563.550000</c:v>
                </c:pt>
                <c:pt idx="1253">
                  <c:v>563.550000</c:v>
                </c:pt>
                <c:pt idx="1254">
                  <c:v>470.05</c:v>
                </c:pt>
                <c:pt idx="1255">
                  <c:v>470.05</c:v>
                </c:pt>
                <c:pt idx="1256">
                  <c:v>425</c:v>
                </c:pt>
                <c:pt idx="1257">
                  <c:v>425</c:v>
                </c:pt>
                <c:pt idx="1258">
                  <c:v>613.700000</c:v>
                </c:pt>
                <c:pt idx="1259">
                  <c:v>613.700000</c:v>
                </c:pt>
                <c:pt idx="1260">
                  <c:v>554.200000</c:v>
                </c:pt>
                <c:pt idx="1261">
                  <c:v>554.200000</c:v>
                </c:pt>
                <c:pt idx="1262">
                  <c:v>414.8</c:v>
                </c:pt>
                <c:pt idx="1263">
                  <c:v>414.8</c:v>
                </c:pt>
                <c:pt idx="1264">
                  <c:v>167.45</c:v>
                </c:pt>
                <c:pt idx="1265">
                  <c:v>167.45</c:v>
                </c:pt>
                <c:pt idx="1266">
                  <c:v>413.1</c:v>
                </c:pt>
                <c:pt idx="1267">
                  <c:v>413.1</c:v>
                </c:pt>
                <c:pt idx="1268">
                  <c:v>237.15</c:v>
                </c:pt>
                <c:pt idx="1269">
                  <c:v>237.15</c:v>
                </c:pt>
                <c:pt idx="1270">
                  <c:v>237.15</c:v>
                </c:pt>
                <c:pt idx="1271">
                  <c:v>237.15</c:v>
                </c:pt>
                <c:pt idx="1272">
                  <c:v>168.3</c:v>
                </c:pt>
                <c:pt idx="1273">
                  <c:v>168.3</c:v>
                </c:pt>
                <c:pt idx="1274">
                  <c:v>142.800000</c:v>
                </c:pt>
                <c:pt idx="1275">
                  <c:v>142.800000</c:v>
                </c:pt>
                <c:pt idx="1276">
                  <c:v>107.95</c:v>
                </c:pt>
                <c:pt idx="1277">
                  <c:v>107.95</c:v>
                </c:pt>
                <c:pt idx="1278">
                  <c:v>102</c:v>
                </c:pt>
                <c:pt idx="1279">
                  <c:v>102</c:v>
                </c:pt>
                <c:pt idx="1280">
                  <c:v>87.55</c:v>
                </c:pt>
                <c:pt idx="1281">
                  <c:v>87.55</c:v>
                </c:pt>
                <c:pt idx="1282">
                  <c:v>72.25</c:v>
                </c:pt>
                <c:pt idx="1283">
                  <c:v>72.25</c:v>
                </c:pt>
                <c:pt idx="1284">
                  <c:v>65.45</c:v>
                </c:pt>
                <c:pt idx="1285">
                  <c:v>65.45</c:v>
                </c:pt>
                <c:pt idx="1286">
                  <c:v>51.85</c:v>
                </c:pt>
                <c:pt idx="1287">
                  <c:v>51.85</c:v>
                </c:pt>
                <c:pt idx="1288">
                  <c:v>42.5</c:v>
                </c:pt>
                <c:pt idx="1289">
                  <c:v>42.5</c:v>
                </c:pt>
                <c:pt idx="1290">
                  <c:v>30.6</c:v>
                </c:pt>
                <c:pt idx="1291">
                  <c:v>30.6</c:v>
                </c:pt>
                <c:pt idx="1292">
                  <c:v>22.95</c:v>
                </c:pt>
                <c:pt idx="1293">
                  <c:v>22.95</c:v>
                </c:pt>
                <c:pt idx="1294">
                  <c:v>15.3</c:v>
                </c:pt>
                <c:pt idx="1295">
                  <c:v>15.3</c:v>
                </c:pt>
                <c:pt idx="1296">
                  <c:v>11.9</c:v>
                </c:pt>
                <c:pt idx="1297">
                  <c:v>11.9</c:v>
                </c:pt>
                <c:pt idx="1298">
                  <c:v>10.200000</c:v>
                </c:pt>
                <c:pt idx="1299">
                  <c:v>10.200000</c:v>
                </c:pt>
                <c:pt idx="1300">
                  <c:v>1.7</c:v>
                </c:pt>
                <c:pt idx="1301">
                  <c:v>1.7</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0.85</c:v>
                </c:pt>
                <c:pt idx="1381">
                  <c:v>0.85</c:v>
                </c:pt>
                <c:pt idx="1382">
                  <c:v>11.05</c:v>
                </c:pt>
                <c:pt idx="1383">
                  <c:v>11.05</c:v>
                </c:pt>
                <c:pt idx="1384">
                  <c:v>21.25</c:v>
                </c:pt>
                <c:pt idx="1385">
                  <c:v>21.25</c:v>
                </c:pt>
                <c:pt idx="1386">
                  <c:v>31.45</c:v>
                </c:pt>
                <c:pt idx="1387">
                  <c:v>31.45</c:v>
                </c:pt>
                <c:pt idx="1388">
                  <c:v>48.45</c:v>
                </c:pt>
                <c:pt idx="1389">
                  <c:v>48.45</c:v>
                </c:pt>
              </c:numCache>
            </c:numRef>
          </c:yVal>
          <c:smooth val="0"/>
          <c:extLst>
            <c:ext xmlns:c16="http://schemas.microsoft.com/office/drawing/2014/chart" uri="{C3380CC4-5D6E-409C-BE32-E72D297353CC}">
              <c16:uniqueId val="{00000002-A691-41AF-BD7B-D1D0AF6B09E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38.1372</c:v>
                </c:pt>
                <c:pt idx="2">
                  <c:v>38.1372</c:v>
                </c:pt>
                <c:pt idx="3">
                  <c:v>38.1372</c:v>
                </c:pt>
                <c:pt idx="4">
                  <c:v>38.1372</c:v>
                </c:pt>
                <c:pt idx="5">
                  <c:v>38.137208</c:v>
                </c:pt>
                <c:pt idx="6">
                  <c:v>38.137215</c:v>
                </c:pt>
                <c:pt idx="7">
                  <c:v>38.137223</c:v>
                </c:pt>
                <c:pt idx="8">
                  <c:v>43.495008</c:v>
                </c:pt>
                <c:pt idx="9">
                  <c:v>44.944548</c:v>
                </c:pt>
                <c:pt idx="10">
                  <c:v>44.944548</c:v>
                </c:pt>
                <c:pt idx="11">
                  <c:v>48.967670</c:v>
                </c:pt>
                <c:pt idx="12">
                  <c:v>48.967670</c:v>
                </c:pt>
                <c:pt idx="13">
                  <c:v>48.967670</c:v>
                </c:pt>
                <c:pt idx="14">
                  <c:v>48.967670</c:v>
                </c:pt>
                <c:pt idx="15">
                  <c:v>48.967670</c:v>
                </c:pt>
                <c:pt idx="16">
                  <c:v>48.967670</c:v>
                </c:pt>
                <c:pt idx="17">
                  <c:v>48.967670</c:v>
                </c:pt>
                <c:pt idx="18">
                  <c:v>48.967670</c:v>
                </c:pt>
                <c:pt idx="19">
                  <c:v>48.967670</c:v>
                </c:pt>
                <c:pt idx="20">
                  <c:v>51.236778</c:v>
                </c:pt>
                <c:pt idx="21">
                  <c:v>54.524100</c:v>
                </c:pt>
                <c:pt idx="22">
                  <c:v>54.524100</c:v>
                </c:pt>
                <c:pt idx="23">
                  <c:v>54.524100</c:v>
                </c:pt>
                <c:pt idx="24">
                  <c:v>54.524100</c:v>
                </c:pt>
                <c:pt idx="25">
                  <c:v>54.524100</c:v>
                </c:pt>
                <c:pt idx="26">
                  <c:v>52.995149</c:v>
                </c:pt>
                <c:pt idx="27">
                  <c:v>51.712622</c:v>
                </c:pt>
                <c:pt idx="28">
                  <c:v>51.712622</c:v>
                </c:pt>
                <c:pt idx="29">
                  <c:v>51.712622</c:v>
                </c:pt>
                <c:pt idx="30">
                  <c:v>51.712622</c:v>
                </c:pt>
                <c:pt idx="31">
                  <c:v>51.712622</c:v>
                </c:pt>
                <c:pt idx="32">
                  <c:v>51.712622</c:v>
                </c:pt>
                <c:pt idx="33">
                  <c:v>50.450194</c:v>
                </c:pt>
                <c:pt idx="34">
                  <c:v>49.356089</c:v>
                </c:pt>
                <c:pt idx="35">
                  <c:v>48.853159</c:v>
                </c:pt>
                <c:pt idx="36">
                  <c:v>48.853159</c:v>
                </c:pt>
                <c:pt idx="37">
                  <c:v>48.853159</c:v>
                </c:pt>
                <c:pt idx="38">
                  <c:v>48.853159</c:v>
                </c:pt>
                <c:pt idx="39">
                  <c:v>48.853159</c:v>
                </c:pt>
                <c:pt idx="40">
                  <c:v>48.853159</c:v>
                </c:pt>
                <c:pt idx="41">
                  <c:v>53.391376</c:v>
                </c:pt>
                <c:pt idx="42">
                  <c:v>54.897800</c:v>
                </c:pt>
                <c:pt idx="43">
                  <c:v>53.817532</c:v>
                </c:pt>
                <c:pt idx="44">
                  <c:v>53.109367</c:v>
                </c:pt>
                <c:pt idx="45">
                  <c:v>52.718632</c:v>
                </c:pt>
                <c:pt idx="46">
                  <c:v>52.172082</c:v>
                </c:pt>
                <c:pt idx="47">
                  <c:v>50.958740</c:v>
                </c:pt>
                <c:pt idx="48">
                  <c:v>49.745398</c:v>
                </c:pt>
                <c:pt idx="49">
                  <c:v>49.483052</c:v>
                </c:pt>
                <c:pt idx="50">
                  <c:v>48.726743</c:v>
                </c:pt>
                <c:pt idx="51">
                  <c:v>47.554536</c:v>
                </c:pt>
                <c:pt idx="52">
                  <c:v>46.382330</c:v>
                </c:pt>
                <c:pt idx="53">
                  <c:v>45.991594</c:v>
                </c:pt>
                <c:pt idx="54">
                  <c:v>45.324802</c:v>
                </c:pt>
                <c:pt idx="55">
                  <c:v>44.549611</c:v>
                </c:pt>
                <c:pt idx="56">
                  <c:v>43.386825</c:v>
                </c:pt>
                <c:pt idx="57">
                  <c:v>42.224038</c:v>
                </c:pt>
                <c:pt idx="58">
                  <c:v>41.603886</c:v>
                </c:pt>
                <c:pt idx="59">
                  <c:v>41.269984</c:v>
                </c:pt>
                <c:pt idx="60">
                  <c:v>40.017855</c:v>
                </c:pt>
                <c:pt idx="61">
                  <c:v>38.765725</c:v>
                </c:pt>
                <c:pt idx="62">
                  <c:v>37.930972</c:v>
                </c:pt>
                <c:pt idx="63">
                  <c:v>37.20138</c:v>
                </c:pt>
                <c:pt idx="64">
                  <c:v>36.106993</c:v>
                </c:pt>
                <c:pt idx="65">
                  <c:v>35.012606</c:v>
                </c:pt>
                <c:pt idx="66">
                  <c:v>34.210056</c:v>
                </c:pt>
                <c:pt idx="67">
                  <c:v>34.210056</c:v>
                </c:pt>
                <c:pt idx="68">
                  <c:v>33.115996</c:v>
                </c:pt>
                <c:pt idx="69">
                  <c:v>31.94379</c:v>
                </c:pt>
                <c:pt idx="70">
                  <c:v>30.771583</c:v>
                </c:pt>
                <c:pt idx="71">
                  <c:v>30.464183</c:v>
                </c:pt>
                <c:pt idx="72">
                  <c:v>29.369796</c:v>
                </c:pt>
                <c:pt idx="73">
                  <c:v>28.275409</c:v>
                </c:pt>
                <c:pt idx="74">
                  <c:v>27.181021</c:v>
                </c:pt>
                <c:pt idx="75">
                  <c:v>26.816226</c:v>
                </c:pt>
                <c:pt idx="76">
                  <c:v>26.357112</c:v>
                </c:pt>
                <c:pt idx="77">
                  <c:v>24.979769</c:v>
                </c:pt>
                <c:pt idx="78">
                  <c:v>23.602426</c:v>
                </c:pt>
                <c:pt idx="79">
                  <c:v>23.143312</c:v>
                </c:pt>
                <c:pt idx="80">
                  <c:v>23.143312</c:v>
                </c:pt>
                <c:pt idx="81">
                  <c:v>20</c:v>
                </c:pt>
                <c:pt idx="82">
                  <c:v>24.538217</c:v>
                </c:pt>
                <c:pt idx="83">
                  <c:v>29.579340</c:v>
                </c:pt>
                <c:pt idx="84">
                  <c:v>29.076410</c:v>
                </c:pt>
                <c:pt idx="85">
                  <c:v>30.478688</c:v>
                </c:pt>
                <c:pt idx="86">
                  <c:v>29.166937</c:v>
                </c:pt>
                <c:pt idx="87">
                  <c:v>28.117536</c:v>
                </c:pt>
                <c:pt idx="88">
                  <c:v>28.117536</c:v>
                </c:pt>
                <c:pt idx="89">
                  <c:v>26.967898</c:v>
                </c:pt>
                <c:pt idx="90">
                  <c:v>26.464968</c:v>
                </c:pt>
                <c:pt idx="91">
                  <c:v>27.709495</c:v>
                </c:pt>
                <c:pt idx="92">
                  <c:v>27.709495</c:v>
                </c:pt>
                <c:pt idx="93">
                  <c:v>24.566183</c:v>
                </c:pt>
                <c:pt idx="94">
                  <c:v>28.374072</c:v>
                </c:pt>
                <c:pt idx="95">
                  <c:v>26.362352</c:v>
                </c:pt>
                <c:pt idx="96">
                  <c:v>30.900569</c:v>
                </c:pt>
                <c:pt idx="97">
                  <c:v>35.438786</c:v>
                </c:pt>
                <c:pt idx="98">
                  <c:v>35.438786</c:v>
                </c:pt>
                <c:pt idx="99">
                  <c:v>39.977002</c:v>
                </c:pt>
                <c:pt idx="100">
                  <c:v>44.515219</c:v>
                </c:pt>
                <c:pt idx="101">
                  <c:v>49.053435</c:v>
                </c:pt>
                <c:pt idx="102">
                  <c:v>49.156004</c:v>
                </c:pt>
                <c:pt idx="103">
                  <c:v>49.156004</c:v>
                </c:pt>
                <c:pt idx="104">
                  <c:v>49.156004</c:v>
                </c:pt>
                <c:pt idx="105">
                  <c:v>49.156012</c:v>
                </c:pt>
                <c:pt idx="106">
                  <c:v>55.963336</c:v>
                </c:pt>
                <c:pt idx="107">
                  <c:v>55.963344</c:v>
                </c:pt>
                <c:pt idx="108">
                  <c:v>59.577979</c:v>
                </c:pt>
                <c:pt idx="109">
                  <c:v>66.385303</c:v>
                </c:pt>
                <c:pt idx="110">
                  <c:v>73.192628</c:v>
                </c:pt>
                <c:pt idx="111">
                  <c:v>76.050918</c:v>
                </c:pt>
                <c:pt idx="112">
                  <c:v>76.496951</c:v>
                </c:pt>
                <c:pt idx="113">
                  <c:v>76.496951</c:v>
                </c:pt>
                <c:pt idx="114">
                  <c:v>76.496951</c:v>
                </c:pt>
                <c:pt idx="115">
                  <c:v>79.999968</c:v>
                </c:pt>
                <c:pt idx="116">
                  <c:v>83.192668</c:v>
                </c:pt>
                <c:pt idx="117">
                  <c:v>84.691937</c:v>
                </c:pt>
                <c:pt idx="118">
                  <c:v>86.060828</c:v>
                </c:pt>
                <c:pt idx="119">
                  <c:v>90</c:v>
                </c:pt>
                <c:pt idx="120">
                  <c:v>88.784985</c:v>
                </c:pt>
                <c:pt idx="121">
                  <c:v>87.914658</c:v>
                </c:pt>
                <c:pt idx="122">
                  <c:v>86.634155</c:v>
                </c:pt>
                <c:pt idx="123">
                  <c:v>85.280031</c:v>
                </c:pt>
                <c:pt idx="124">
                  <c:v>84.045210</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64.782900</c:v>
                </c:pt>
                <c:pt idx="147">
                  <c:v>64.394718</c:v>
                </c:pt>
                <c:pt idx="148">
                  <c:v>64.394718</c:v>
                </c:pt>
                <c:pt idx="149">
                  <c:v>63.421733</c:v>
                </c:pt>
                <c:pt idx="150">
                  <c:v>63.050995</c:v>
                </c:pt>
                <c:pt idx="151">
                  <c:v>61.918640</c:v>
                </c:pt>
                <c:pt idx="152">
                  <c:v>60.826565</c:v>
                </c:pt>
                <c:pt idx="153">
                  <c:v>59.714349</c:v>
                </c:pt>
                <c:pt idx="154">
                  <c:v>59.491906</c:v>
                </c:pt>
                <c:pt idx="155">
                  <c:v>58.950874</c:v>
                </c:pt>
                <c:pt idx="156">
                  <c:v>57.698745</c:v>
                </c:pt>
                <c:pt idx="157">
                  <c:v>56.890495</c:v>
                </c:pt>
                <c:pt idx="158">
                  <c:v>56.186981</c:v>
                </c:pt>
                <c:pt idx="159">
                  <c:v>55.092594</c:v>
                </c:pt>
                <c:pt idx="160">
                  <c:v>53.998207</c:v>
                </c:pt>
                <c:pt idx="161">
                  <c:v>53.407320</c:v>
                </c:pt>
                <c:pt idx="162">
                  <c:v>52.786228</c:v>
                </c:pt>
                <c:pt idx="163">
                  <c:v>52.075657</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38.772792</c:v>
                </c:pt>
                <c:pt idx="179">
                  <c:v>36.417156</c:v>
                </c:pt>
                <c:pt idx="180">
                  <c:v>35.598442</c:v>
                </c:pt>
                <c:pt idx="181">
                  <c:v>34.370371</c:v>
                </c:pt>
                <c:pt idx="182">
                  <c:v>33.142301</c:v>
                </c:pt>
                <c:pt idx="183">
                  <c:v>32.487329</c:v>
                </c:pt>
                <c:pt idx="184">
                  <c:v>31.601875</c:v>
                </c:pt>
                <c:pt idx="185">
                  <c:v>31.159337</c:v>
                </c:pt>
                <c:pt idx="186">
                  <c:v>29.627038</c:v>
                </c:pt>
                <c:pt idx="187">
                  <c:v>28.605505</c:v>
                </c:pt>
                <c:pt idx="188">
                  <c:v>28.605505</c:v>
                </c:pt>
                <c:pt idx="189">
                  <c:v>25.462193</c:v>
                </c:pt>
                <c:pt idx="190">
                  <c:v>25.462193</c:v>
                </c:pt>
                <c:pt idx="191">
                  <c:v>25.462193</c:v>
                </c:pt>
                <c:pt idx="192">
                  <c:v>25.462193</c:v>
                </c:pt>
                <c:pt idx="193">
                  <c:v>28.550701</c:v>
                </c:pt>
                <c:pt idx="194">
                  <c:v>28.550701</c:v>
                </c:pt>
                <c:pt idx="195">
                  <c:v>28.550701</c:v>
                </c:pt>
                <c:pt idx="196">
                  <c:v>33.088917</c:v>
                </c:pt>
                <c:pt idx="197">
                  <c:v>33.088925</c:v>
                </c:pt>
                <c:pt idx="198">
                  <c:v>34.762212</c:v>
                </c:pt>
                <c:pt idx="199">
                  <c:v>34.762212</c:v>
                </c:pt>
                <c:pt idx="200">
                  <c:v>34.762212</c:v>
                </c:pt>
                <c:pt idx="201">
                  <c:v>39.300429</c:v>
                </c:pt>
                <c:pt idx="202">
                  <c:v>41.345951</c:v>
                </c:pt>
                <c:pt idx="203">
                  <c:v>41.345951</c:v>
                </c:pt>
                <c:pt idx="204">
                  <c:v>45.884167</c:v>
                </c:pt>
                <c:pt idx="205">
                  <c:v>45.884167</c:v>
                </c:pt>
                <c:pt idx="206">
                  <c:v>50.422384</c:v>
                </c:pt>
                <c:pt idx="207">
                  <c:v>54.960600</c:v>
                </c:pt>
                <c:pt idx="208">
                  <c:v>54.960600</c:v>
                </c:pt>
                <c:pt idx="209">
                  <c:v>59.498817</c:v>
                </c:pt>
                <c:pt idx="210">
                  <c:v>66.306142</c:v>
                </c:pt>
                <c:pt idx="211">
                  <c:v>69.578010</c:v>
                </c:pt>
                <c:pt idx="212">
                  <c:v>74.116227</c:v>
                </c:pt>
                <c:pt idx="213">
                  <c:v>78.654459</c:v>
                </c:pt>
                <c:pt idx="214">
                  <c:v>85.461783</c:v>
                </c:pt>
                <c:pt idx="215">
                  <c:v>90</c:v>
                </c:pt>
                <c:pt idx="216">
                  <c:v>88.784985</c:v>
                </c:pt>
                <c:pt idx="217">
                  <c:v>87.914658</c:v>
                </c:pt>
                <c:pt idx="218">
                  <c:v>86.634155</c:v>
                </c:pt>
                <c:pt idx="219">
                  <c:v>85.280031</c:v>
                </c:pt>
                <c:pt idx="220">
                  <c:v>84.045210</c:v>
                </c:pt>
                <c:pt idx="221">
                  <c:v>82.926861</c:v>
                </c:pt>
                <c:pt idx="222">
                  <c:v>82.109739</c:v>
                </c:pt>
                <c:pt idx="223">
                  <c:v>81.147691</c:v>
                </c:pt>
                <c:pt idx="224">
                  <c:v>79.934621</c:v>
                </c:pt>
                <c:pt idx="225">
                  <c:v>79.045036</c:v>
                </c:pt>
                <c:pt idx="226">
                  <c:v>78.877810</c:v>
                </c:pt>
                <c:pt idx="227">
                  <c:v>77.623610</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64.720552</c:v>
                </c:pt>
                <c:pt idx="243">
                  <c:v>64.394718</c:v>
                </c:pt>
                <c:pt idx="244">
                  <c:v>63.282503</c:v>
                </c:pt>
                <c:pt idx="245">
                  <c:v>62.170288</c:v>
                </c:pt>
                <c:pt idx="246">
                  <c:v>61.058072</c:v>
                </c:pt>
                <c:pt idx="247">
                  <c:v>60.464891</c:v>
                </c:pt>
                <c:pt idx="248">
                  <c:v>59.473787</c:v>
                </c:pt>
                <c:pt idx="249">
                  <c:v>58.234907</c:v>
                </c:pt>
                <c:pt idx="250">
                  <c:v>56.996026</c:v>
                </c:pt>
                <c:pt idx="251">
                  <c:v>56.583066</c:v>
                </c:pt>
                <c:pt idx="252">
                  <c:v>56.080938</c:v>
                </c:pt>
                <c:pt idx="253">
                  <c:v>54.842058</c:v>
                </c:pt>
                <c:pt idx="254">
                  <c:v>53.603178</c:v>
                </c:pt>
                <c:pt idx="255">
                  <c:v>52.859850</c:v>
                </c:pt>
                <c:pt idx="256">
                  <c:v>52.859850</c:v>
                </c:pt>
                <c:pt idx="257">
                  <c:v>51.807217</c:v>
                </c:pt>
                <c:pt idx="258">
                  <c:v>50.754585</c:v>
                </c:pt>
                <c:pt idx="259">
                  <c:v>49.701953</c:v>
                </c:pt>
                <c:pt idx="260">
                  <c:v>48.930023</c:v>
                </c:pt>
                <c:pt idx="261">
                  <c:v>48.464204</c:v>
                </c:pt>
                <c:pt idx="262">
                  <c:v>47.299656</c:v>
                </c:pt>
                <c:pt idx="263">
                  <c:v>46.135109</c:v>
                </c:pt>
                <c:pt idx="264">
                  <c:v>45.048198</c:v>
                </c:pt>
                <c:pt idx="265">
                  <c:v>44.697321</c:v>
                </c:pt>
                <c:pt idx="266">
                  <c:v>43.644688</c:v>
                </c:pt>
                <c:pt idx="267">
                  <c:v>42.592056</c:v>
                </c:pt>
                <c:pt idx="268">
                  <c:v>41.539424</c:v>
                </c:pt>
                <c:pt idx="269">
                  <c:v>41.118371</c:v>
                </c:pt>
                <c:pt idx="270">
                  <c:v>40.244961</c:v>
                </c:pt>
                <c:pt idx="271">
                  <c:v>38.789276</c:v>
                </c:pt>
                <c:pt idx="272">
                  <c:v>37.333592</c:v>
                </c:pt>
                <c:pt idx="273">
                  <c:v>36.990932</c:v>
                </c:pt>
                <c:pt idx="274">
                  <c:v>35.762861</c:v>
                </c:pt>
                <c:pt idx="275">
                  <c:v>34.534791</c:v>
                </c:pt>
                <c:pt idx="276">
                  <c:v>33.306720</c:v>
                </c:pt>
                <c:pt idx="277">
                  <c:v>33.306720</c:v>
                </c:pt>
                <c:pt idx="278">
                  <c:v>33.306720</c:v>
                </c:pt>
                <c:pt idx="279">
                  <c:v>32.888705</c:v>
                </c:pt>
                <c:pt idx="280">
                  <c:v>31.601875</c:v>
                </c:pt>
                <c:pt idx="281">
                  <c:v>31.426975</c:v>
                </c:pt>
                <c:pt idx="282">
                  <c:v>30.737192</c:v>
                </c:pt>
                <c:pt idx="283">
                  <c:v>29.200008</c:v>
                </c:pt>
                <c:pt idx="284">
                  <c:v>28.999097</c:v>
                </c:pt>
                <c:pt idx="285">
                  <c:v>28.286047</c:v>
                </c:pt>
                <c:pt idx="286">
                  <c:v>28.293312</c:v>
                </c:pt>
                <c:pt idx="287">
                  <c:v>26.281593</c:v>
                </c:pt>
                <c:pt idx="288">
                  <c:v>26.281593</c:v>
                </c:pt>
                <c:pt idx="289">
                  <c:v>26.281593</c:v>
                </c:pt>
                <c:pt idx="290">
                  <c:v>26.281593</c:v>
                </c:pt>
                <c:pt idx="291">
                  <c:v>29.774407</c:v>
                </c:pt>
                <c:pt idx="292">
                  <c:v>29.774407</c:v>
                </c:pt>
                <c:pt idx="293">
                  <c:v>30.555155</c:v>
                </c:pt>
                <c:pt idx="294">
                  <c:v>31.003177</c:v>
                </c:pt>
                <c:pt idx="295">
                  <c:v>35.358026</c:v>
                </c:pt>
                <c:pt idx="296">
                  <c:v>35.358026</c:v>
                </c:pt>
                <c:pt idx="297">
                  <c:v>35.358026</c:v>
                </c:pt>
                <c:pt idx="298">
                  <c:v>35.358033</c:v>
                </c:pt>
                <c:pt idx="299">
                  <c:v>42.165358</c:v>
                </c:pt>
                <c:pt idx="300">
                  <c:v>46.886935</c:v>
                </c:pt>
                <c:pt idx="301">
                  <c:v>46.886935</c:v>
                </c:pt>
                <c:pt idx="302">
                  <c:v>46.886935</c:v>
                </c:pt>
                <c:pt idx="303">
                  <c:v>46.886935</c:v>
                </c:pt>
                <c:pt idx="304">
                  <c:v>51.425152</c:v>
                </c:pt>
                <c:pt idx="305">
                  <c:v>57.384150</c:v>
                </c:pt>
                <c:pt idx="306">
                  <c:v>59.577994</c:v>
                </c:pt>
                <c:pt idx="307">
                  <c:v>66.385318</c:v>
                </c:pt>
                <c:pt idx="308">
                  <c:v>73.192643</c:v>
                </c:pt>
                <c:pt idx="309">
                  <c:v>78.654459</c:v>
                </c:pt>
                <c:pt idx="310">
                  <c:v>85.461783</c:v>
                </c:pt>
                <c:pt idx="311">
                  <c:v>90</c:v>
                </c:pt>
                <c:pt idx="312">
                  <c:v>88.784985</c:v>
                </c:pt>
                <c:pt idx="313">
                  <c:v>87.914658</c:v>
                </c:pt>
                <c:pt idx="314">
                  <c:v>86.634155</c:v>
                </c:pt>
                <c:pt idx="315">
                  <c:v>85.280031</c:v>
                </c:pt>
                <c:pt idx="316">
                  <c:v>84.049669</c:v>
                </c:pt>
                <c:pt idx="317">
                  <c:v>82.926861</c:v>
                </c:pt>
                <c:pt idx="318">
                  <c:v>82.133066</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54.908327</c:v>
                </c:pt>
                <c:pt idx="350">
                  <c:v>53.855695</c:v>
                </c:pt>
                <c:pt idx="351">
                  <c:v>52.803062</c:v>
                </c:pt>
                <c:pt idx="352">
                  <c:v>51.750430</c:v>
                </c:pt>
                <c:pt idx="353">
                  <c:v>51.680255</c:v>
                </c:pt>
                <c:pt idx="354">
                  <c:v>51.680255</c:v>
                </c:pt>
                <c:pt idx="355">
                  <c:v>50.748617</c:v>
                </c:pt>
                <c:pt idx="356">
                  <c:v>49.584070</c:v>
                </c:pt>
                <c:pt idx="357">
                  <c:v>48.419522</c:v>
                </c:pt>
                <c:pt idx="358">
                  <c:v>47.798430</c:v>
                </c:pt>
                <c:pt idx="359">
                  <c:v>47.096675</c:v>
                </c:pt>
                <c:pt idx="360">
                  <c:v>46.044043</c:v>
                </c:pt>
                <c:pt idx="361">
                  <c:v>44.991411</c:v>
                </c:pt>
                <c:pt idx="362">
                  <c:v>43.938779</c:v>
                </c:pt>
                <c:pt idx="363">
                  <c:v>43.776179</c:v>
                </c:pt>
                <c:pt idx="364">
                  <c:v>42.389813</c:v>
                </c:pt>
                <c:pt idx="365">
                  <c:v>41.003447</c:v>
                </c:pt>
                <c:pt idx="366">
                  <c:v>39.986779</c:v>
                </c:pt>
                <c:pt idx="367">
                  <c:v>39.264974</c:v>
                </c:pt>
                <c:pt idx="368">
                  <c:v>38.061966</c:v>
                </c:pt>
                <c:pt idx="369">
                  <c:v>36.858957</c:v>
                </c:pt>
                <c:pt idx="370">
                  <c:v>36.056952</c:v>
                </c:pt>
                <c:pt idx="371">
                  <c:v>36.056952</c:v>
                </c:pt>
                <c:pt idx="372">
                  <c:v>36.056952</c:v>
                </c:pt>
                <c:pt idx="373">
                  <c:v>34.728959</c:v>
                </c:pt>
                <c:pt idx="374">
                  <c:v>33.196660</c:v>
                </c:pt>
                <c:pt idx="375">
                  <c:v>32.175127</c:v>
                </c:pt>
                <c:pt idx="376">
                  <c:v>31.292897</c:v>
                </c:pt>
                <c:pt idx="377">
                  <c:v>29.969551</c:v>
                </c:pt>
                <c:pt idx="378">
                  <c:v>28.646205</c:v>
                </c:pt>
                <c:pt idx="379">
                  <c:v>28.293312</c:v>
                </c:pt>
                <c:pt idx="380">
                  <c:v>28.188809</c:v>
                </c:pt>
                <c:pt idx="381">
                  <c:v>26.934764</c:v>
                </c:pt>
                <c:pt idx="382">
                  <c:v>26.431834</c:v>
                </c:pt>
                <c:pt idx="383">
                  <c:v>29.031815</c:v>
                </c:pt>
                <c:pt idx="384">
                  <c:v>29.031815</c:v>
                </c:pt>
                <c:pt idx="385">
                  <c:v>29.031815</c:v>
                </c:pt>
                <c:pt idx="386">
                  <c:v>29.031815</c:v>
                </c:pt>
                <c:pt idx="387">
                  <c:v>29.031815</c:v>
                </c:pt>
                <c:pt idx="388">
                  <c:v>29.031815</c:v>
                </c:pt>
                <c:pt idx="389">
                  <c:v>29.031815</c:v>
                </c:pt>
                <c:pt idx="390">
                  <c:v>29.031815</c:v>
                </c:pt>
                <c:pt idx="391">
                  <c:v>33.570032</c:v>
                </c:pt>
                <c:pt idx="392">
                  <c:v>38.108248</c:v>
                </c:pt>
                <c:pt idx="393">
                  <c:v>38.108248</c:v>
                </c:pt>
                <c:pt idx="394">
                  <c:v>38.108248</c:v>
                </c:pt>
                <c:pt idx="395">
                  <c:v>38.108248</c:v>
                </c:pt>
                <c:pt idx="396">
                  <c:v>38.108248</c:v>
                </c:pt>
                <c:pt idx="397">
                  <c:v>39.156019</c:v>
                </c:pt>
                <c:pt idx="398">
                  <c:v>45.963344</c:v>
                </c:pt>
                <c:pt idx="399">
                  <c:v>52.770669</c:v>
                </c:pt>
                <c:pt idx="400">
                  <c:v>59.577994</c:v>
                </c:pt>
                <c:pt idx="401">
                  <c:v>59.577994</c:v>
                </c:pt>
                <c:pt idx="402">
                  <c:v>64.116210</c:v>
                </c:pt>
                <c:pt idx="403">
                  <c:v>69.578025</c:v>
                </c:pt>
                <c:pt idx="404">
                  <c:v>75.632823</c:v>
                </c:pt>
                <c:pt idx="405">
                  <c:v>79.999968</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66.139010</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52.209270</c:v>
                </c:pt>
                <c:pt idx="447">
                  <c:v>51.680255</c:v>
                </c:pt>
                <c:pt idx="448">
                  <c:v>51.680255</c:v>
                </c:pt>
                <c:pt idx="449">
                  <c:v>51.524982</c:v>
                </c:pt>
                <c:pt idx="450">
                  <c:v>50.360434</c:v>
                </c:pt>
                <c:pt idx="451">
                  <c:v>49.195887</c:v>
                </c:pt>
                <c:pt idx="452">
                  <c:v>48.03134</c:v>
                </c:pt>
                <c:pt idx="453">
                  <c:v>47.798430</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26.934764</c:v>
                </c:pt>
                <c:pt idx="476">
                  <c:v>25.174509</c:v>
                </c:pt>
                <c:pt idx="477">
                  <c:v>24.756494</c:v>
                </c:pt>
                <c:pt idx="478">
                  <c:v>23.815961</c:v>
                </c:pt>
                <c:pt idx="479">
                  <c:v>23.313031</c:v>
                </c:pt>
                <c:pt idx="480">
                  <c:v>27.851248</c:v>
                </c:pt>
                <c:pt idx="481">
                  <c:v>27.851248</c:v>
                </c:pt>
                <c:pt idx="482">
                  <c:v>27.851248</c:v>
                </c:pt>
                <c:pt idx="483">
                  <c:v>27.851248</c:v>
                </c:pt>
                <c:pt idx="484">
                  <c:v>27.851248</c:v>
                </c:pt>
                <c:pt idx="485">
                  <c:v>27.851248</c:v>
                </c:pt>
                <c:pt idx="486">
                  <c:v>27.851248</c:v>
                </c:pt>
                <c:pt idx="487">
                  <c:v>32.389464</c:v>
                </c:pt>
                <c:pt idx="488">
                  <c:v>37.810502</c:v>
                </c:pt>
                <c:pt idx="489">
                  <c:v>37.810502</c:v>
                </c:pt>
                <c:pt idx="490">
                  <c:v>42.348719</c:v>
                </c:pt>
                <c:pt idx="491">
                  <c:v>49.156043</c:v>
                </c:pt>
                <c:pt idx="492">
                  <c:v>55.963368</c:v>
                </c:pt>
                <c:pt idx="493">
                  <c:v>55.963368</c:v>
                </c:pt>
                <c:pt idx="494">
                  <c:v>55.963368</c:v>
                </c:pt>
                <c:pt idx="495">
                  <c:v>55.963368</c:v>
                </c:pt>
                <c:pt idx="496">
                  <c:v>55.963368</c:v>
                </c:pt>
                <c:pt idx="497">
                  <c:v>60.501585</c:v>
                </c:pt>
                <c:pt idx="498">
                  <c:v>65.039801</c:v>
                </c:pt>
                <c:pt idx="499">
                  <c:v>67.308932</c:v>
                </c:pt>
                <c:pt idx="500">
                  <c:v>71.847134</c:v>
                </c:pt>
                <c:pt idx="501">
                  <c:v>78.654459</c:v>
                </c:pt>
                <c:pt idx="502">
                  <c:v>85.461783</c:v>
                </c:pt>
                <c:pt idx="503">
                  <c:v>90</c:v>
                </c:pt>
                <c:pt idx="504">
                  <c:v>88.845489</c:v>
                </c:pt>
                <c:pt idx="505">
                  <c:v>87.914658</c:v>
                </c:pt>
                <c:pt idx="506">
                  <c:v>86.455981</c:v>
                </c:pt>
                <c:pt idx="507">
                  <c:v>84.923682</c:v>
                </c:pt>
                <c:pt idx="508">
                  <c:v>84.106456</c:v>
                </c:pt>
                <c:pt idx="509">
                  <c:v>83.123352</c:v>
                </c:pt>
                <c:pt idx="510">
                  <c:v>82.926861</c:v>
                </c:pt>
                <c:pt idx="511">
                  <c:v>82.002617</c:v>
                </c:pt>
                <c:pt idx="512">
                  <c:v>80.616251</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66.482403</c:v>
                </c:pt>
                <c:pt idx="529">
                  <c:v>65.362646</c:v>
                </c:pt>
                <c:pt idx="530">
                  <c:v>64.242889</c:v>
                </c:pt>
                <c:pt idx="531">
                  <c:v>63.421733</c:v>
                </c:pt>
                <c:pt idx="532">
                  <c:v>63.421733</c:v>
                </c:pt>
                <c:pt idx="533">
                  <c:v>62.603019</c:v>
                </c:pt>
                <c:pt idx="534">
                  <c:v>61.374948</c:v>
                </c:pt>
                <c:pt idx="535">
                  <c:v>60.146877</c:v>
                </c:pt>
                <c:pt idx="536">
                  <c:v>59.491906</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51.468519</c:v>
                </c:pt>
                <c:pt idx="550">
                  <c:v>50.409839</c:v>
                </c:pt>
                <c:pt idx="551">
                  <c:v>49.35116</c:v>
                </c:pt>
                <c:pt idx="552">
                  <c:v>48.292481</c:v>
                </c:pt>
                <c:pt idx="553">
                  <c:v>47.798430</c:v>
                </c:pt>
                <c:pt idx="554">
                  <c:v>47.798430</c:v>
                </c:pt>
                <c:pt idx="555">
                  <c:v>47.798430</c:v>
                </c:pt>
                <c:pt idx="556">
                  <c:v>47.798430</c:v>
                </c:pt>
                <c:pt idx="557">
                  <c:v>47.798430</c:v>
                </c:pt>
                <c:pt idx="558">
                  <c:v>47.798430</c:v>
                </c:pt>
                <c:pt idx="559">
                  <c:v>47.798430</c:v>
                </c:pt>
                <c:pt idx="560">
                  <c:v>47.798430</c:v>
                </c:pt>
                <c:pt idx="561">
                  <c:v>47.798430</c:v>
                </c:pt>
                <c:pt idx="562">
                  <c:v>46.818443</c:v>
                </c:pt>
                <c:pt idx="563">
                  <c:v>45.362759</c:v>
                </c:pt>
                <c:pt idx="564">
                  <c:v>44.974576</c:v>
                </c:pt>
                <c:pt idx="565">
                  <c:v>44.974576</c:v>
                </c:pt>
                <c:pt idx="566">
                  <c:v>44.217921</c:v>
                </c:pt>
                <c:pt idx="567">
                  <c:v>43.073642</c:v>
                </c:pt>
                <c:pt idx="568">
                  <c:v>41.831264</c:v>
                </c:pt>
                <c:pt idx="569">
                  <c:v>41.544135</c:v>
                </c:pt>
                <c:pt idx="570">
                  <c:v>39.350396</c:v>
                </c:pt>
                <c:pt idx="571">
                  <c:v>39.350396</c:v>
                </c:pt>
                <c:pt idx="572">
                  <c:v>39.350396</c:v>
                </c:pt>
                <c:pt idx="573">
                  <c:v>37.988680</c:v>
                </c:pt>
                <c:pt idx="574">
                  <c:v>38.888322</c:v>
                </c:pt>
                <c:pt idx="575">
                  <c:v>39.231283</c:v>
                </c:pt>
                <c:pt idx="576">
                  <c:v>39.231283</c:v>
                </c:pt>
                <c:pt idx="577">
                  <c:v>41.500392</c:v>
                </c:pt>
                <c:pt idx="578">
                  <c:v>41.500392</c:v>
                </c:pt>
                <c:pt idx="579">
                  <c:v>41.500392</c:v>
                </c:pt>
                <c:pt idx="580">
                  <c:v>41.500392</c:v>
                </c:pt>
                <c:pt idx="581">
                  <c:v>41.500392</c:v>
                </c:pt>
                <c:pt idx="582">
                  <c:v>41.831264</c:v>
                </c:pt>
                <c:pt idx="583">
                  <c:v>41.831264</c:v>
                </c:pt>
                <c:pt idx="584">
                  <c:v>46.369481</c:v>
                </c:pt>
                <c:pt idx="585">
                  <c:v>46.369481</c:v>
                </c:pt>
                <c:pt idx="586">
                  <c:v>46.369481</c:v>
                </c:pt>
                <c:pt idx="587">
                  <c:v>50.907697</c:v>
                </c:pt>
                <c:pt idx="588">
                  <c:v>55.445914</c:v>
                </c:pt>
                <c:pt idx="589">
                  <c:v>55.445914</c:v>
                </c:pt>
                <c:pt idx="590">
                  <c:v>55.445914</c:v>
                </c:pt>
                <c:pt idx="591">
                  <c:v>55.445914</c:v>
                </c:pt>
                <c:pt idx="592">
                  <c:v>55.445914</c:v>
                </c:pt>
                <c:pt idx="593">
                  <c:v>59.98413</c:v>
                </c:pt>
                <c:pt idx="594">
                  <c:v>61.847102</c:v>
                </c:pt>
                <c:pt idx="595">
                  <c:v>61.847102</c:v>
                </c:pt>
                <c:pt idx="596">
                  <c:v>66.385311</c:v>
                </c:pt>
                <c:pt idx="597">
                  <c:v>71.847134</c:v>
                </c:pt>
                <c:pt idx="598">
                  <c:v>77.806139</c:v>
                </c:pt>
                <c:pt idx="599">
                  <c:v>80.923567</c:v>
                </c:pt>
                <c:pt idx="600">
                  <c:v>85.461783</c:v>
                </c:pt>
                <c:pt idx="601">
                  <c:v>89.497070</c:v>
                </c:pt>
                <c:pt idx="602">
                  <c:v>87.914658</c:v>
                </c:pt>
                <c:pt idx="603">
                  <c:v>86.649855</c:v>
                </c:pt>
                <c:pt idx="604">
                  <c:v>85.098607</c:v>
                </c:pt>
                <c:pt idx="605">
                  <c:v>83.547360</c:v>
                </c:pt>
                <c:pt idx="606">
                  <c:v>82.926861</c:v>
                </c:pt>
                <c:pt idx="607">
                  <c:v>81.598868</c:v>
                </c:pt>
                <c:pt idx="608">
                  <c:v>80.066569</c:v>
                </c:pt>
                <c:pt idx="609">
                  <c:v>79.045036</c:v>
                </c:pt>
                <c:pt idx="610">
                  <c:v>79.045036</c:v>
                </c:pt>
                <c:pt idx="611">
                  <c:v>78.160825</c:v>
                </c:pt>
                <c:pt idx="612">
                  <c:v>76.687140</c:v>
                </c:pt>
                <c:pt idx="613">
                  <c:v>75.213455</c:v>
                </c:pt>
                <c:pt idx="614">
                  <c:v>74.934659</c:v>
                </c:pt>
                <c:pt idx="615">
                  <c:v>73.580535</c:v>
                </c:pt>
                <c:pt idx="616">
                  <c:v>72.226410</c:v>
                </c:pt>
                <c:pt idx="617">
                  <c:v>71.233385</c:v>
                </c:pt>
                <c:pt idx="618">
                  <c:v>71.233385</c:v>
                </c:pt>
                <c:pt idx="619">
                  <c:v>70.272760</c:v>
                </c:pt>
                <c:pt idx="620">
                  <c:v>68.962818</c:v>
                </c:pt>
                <c:pt idx="621">
                  <c:v>67.652876</c:v>
                </c:pt>
                <c:pt idx="622">
                  <c:v>67.303558</c:v>
                </c:pt>
                <c:pt idx="623">
                  <c:v>67.303558</c:v>
                </c:pt>
                <c:pt idx="624">
                  <c:v>66.518239</c:v>
                </c:pt>
                <c:pt idx="625">
                  <c:v>65.290168</c:v>
                </c:pt>
                <c:pt idx="626">
                  <c:v>64.311318</c:v>
                </c:pt>
                <c:pt idx="627">
                  <c:v>63.421733</c:v>
                </c:pt>
                <c:pt idx="628">
                  <c:v>62.767686</c:v>
                </c:pt>
                <c:pt idx="629">
                  <c:v>61.603139</c:v>
                </c:pt>
                <c:pt idx="630">
                  <c:v>60.671501</c:v>
                </c:pt>
                <c:pt idx="631">
                  <c:v>60.065006</c:v>
                </c:pt>
                <c:pt idx="632">
                  <c:v>59.491906</c:v>
                </c:pt>
                <c:pt idx="633">
                  <c:v>58.460973</c:v>
                </c:pt>
                <c:pt idx="634">
                  <c:v>57.232903</c:v>
                </c:pt>
                <c:pt idx="635">
                  <c:v>56.386447</c:v>
                </c:pt>
                <c:pt idx="636">
                  <c:v>55.610082</c:v>
                </c:pt>
                <c:pt idx="637">
                  <c:v>55.610082</c:v>
                </c:pt>
                <c:pt idx="638">
                  <c:v>54.509730</c:v>
                </c:pt>
                <c:pt idx="639">
                  <c:v>53.330782</c:v>
                </c:pt>
                <c:pt idx="640">
                  <c:v>52.151834</c:v>
                </c:pt>
                <c:pt idx="641">
                  <c:v>51.680255</c:v>
                </c:pt>
                <c:pt idx="642">
                  <c:v>51.680255</c:v>
                </c:pt>
                <c:pt idx="643">
                  <c:v>51.292072</c:v>
                </c:pt>
                <c:pt idx="644">
                  <c:v>50.127525</c:v>
                </c:pt>
                <c:pt idx="645">
                  <c:v>48.962978</c:v>
                </c:pt>
                <c:pt idx="646">
                  <c:v>47.798430</c:v>
                </c:pt>
                <c:pt idx="647">
                  <c:v>47.798430</c:v>
                </c:pt>
                <c:pt idx="648">
                  <c:v>47.143459</c:v>
                </c:pt>
                <c:pt idx="649">
                  <c:v>45.915388</c:v>
                </c:pt>
                <c:pt idx="650">
                  <c:v>44.687317</c:v>
                </c:pt>
                <c:pt idx="651">
                  <c:v>43.868603</c:v>
                </c:pt>
                <c:pt idx="652">
                  <c:v>43.868603</c:v>
                </c:pt>
                <c:pt idx="653">
                  <c:v>41.831264</c:v>
                </c:pt>
                <c:pt idx="654">
                  <c:v>41.831264</c:v>
                </c:pt>
                <c:pt idx="655">
                  <c:v>41.831264</c:v>
                </c:pt>
                <c:pt idx="656">
                  <c:v>41.831264</c:v>
                </c:pt>
                <c:pt idx="657">
                  <c:v>41.207685</c:v>
                </c:pt>
                <c:pt idx="658">
                  <c:v>40.709758</c:v>
                </c:pt>
                <c:pt idx="659">
                  <c:v>39.177459</c:v>
                </c:pt>
                <c:pt idx="660">
                  <c:v>37.645160</c:v>
                </c:pt>
                <c:pt idx="661">
                  <c:v>37.236547</c:v>
                </c:pt>
                <c:pt idx="662">
                  <c:v>35.877911</c:v>
                </c:pt>
                <c:pt idx="663">
                  <c:v>34.422231</c:v>
                </c:pt>
                <c:pt idx="664">
                  <c:v>33.354732</c:v>
                </c:pt>
                <c:pt idx="665">
                  <c:v>33.354732</c:v>
                </c:pt>
                <c:pt idx="666">
                  <c:v>32.869536</c:v>
                </c:pt>
                <c:pt idx="667">
                  <c:v>31.996183</c:v>
                </c:pt>
                <c:pt idx="668">
                  <c:v>31.493254</c:v>
                </c:pt>
                <c:pt idx="669">
                  <c:v>30.594850</c:v>
                </c:pt>
                <c:pt idx="670">
                  <c:v>30.594850</c:v>
                </c:pt>
                <c:pt idx="671">
                  <c:v>30.594850</c:v>
                </c:pt>
                <c:pt idx="672">
                  <c:v>30.594850</c:v>
                </c:pt>
                <c:pt idx="673">
                  <c:v>30.594850</c:v>
                </c:pt>
                <c:pt idx="674">
                  <c:v>30.594850</c:v>
                </c:pt>
                <c:pt idx="675">
                  <c:v>30.594850</c:v>
                </c:pt>
                <c:pt idx="676">
                  <c:v>30.594850</c:v>
                </c:pt>
                <c:pt idx="677">
                  <c:v>30.594850</c:v>
                </c:pt>
                <c:pt idx="678">
                  <c:v>30.594850</c:v>
                </c:pt>
                <c:pt idx="679">
                  <c:v>30.594850</c:v>
                </c:pt>
                <c:pt idx="680">
                  <c:v>30.594850</c:v>
                </c:pt>
                <c:pt idx="681">
                  <c:v>35.133066</c:v>
                </c:pt>
                <c:pt idx="682">
                  <c:v>36.512594</c:v>
                </c:pt>
                <c:pt idx="683">
                  <c:v>36.512594</c:v>
                </c:pt>
                <c:pt idx="684">
                  <c:v>36.512594</c:v>
                </c:pt>
                <c:pt idx="685">
                  <c:v>36.512594</c:v>
                </c:pt>
                <c:pt idx="686">
                  <c:v>36.512602</c:v>
                </c:pt>
                <c:pt idx="687">
                  <c:v>37.810510</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2DC6-41FC-993D-0064AB48FFA3}"/>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61.197258</c:v>
                </c:pt>
                <c:pt idx="6">
                  <c:v>64.600921</c:v>
                </c:pt>
                <c:pt idx="7">
                  <c:v>65.886574</c:v>
                </c:pt>
                <c:pt idx="8">
                  <c:v>66.720254</c:v>
                </c:pt>
                <c:pt idx="9">
                  <c:v>69.286708</c:v>
                </c:pt>
                <c:pt idx="10">
                  <c:v>69.286708</c:v>
                </c:pt>
                <c:pt idx="11">
                  <c:v>69.286708</c:v>
                </c:pt>
                <c:pt idx="12">
                  <c:v>70.193609</c:v>
                </c:pt>
                <c:pt idx="13">
                  <c:v>70.193609</c:v>
                </c:pt>
                <c:pt idx="14">
                  <c:v>70.632960</c:v>
                </c:pt>
                <c:pt idx="15">
                  <c:v>71.248369</c:v>
                </c:pt>
                <c:pt idx="16">
                  <c:v>71.795121</c:v>
                </c:pt>
                <c:pt idx="17">
                  <c:v>72.755367</c:v>
                </c:pt>
                <c:pt idx="18">
                  <c:v>73.889913</c:v>
                </c:pt>
                <c:pt idx="19">
                  <c:v>74.699415</c:v>
                </c:pt>
                <c:pt idx="20">
                  <c:v>75.801324</c:v>
                </c:pt>
                <c:pt idx="21">
                  <c:v>75.801328</c:v>
                </c:pt>
                <c:pt idx="22">
                  <c:v>76.678929</c:v>
                </c:pt>
                <c:pt idx="23">
                  <c:v>77.875250</c:v>
                </c:pt>
                <c:pt idx="24">
                  <c:v>79.327222</c:v>
                </c:pt>
                <c:pt idx="25">
                  <c:v>81.458185</c:v>
                </c:pt>
                <c:pt idx="26">
                  <c:v>80.995345</c:v>
                </c:pt>
                <c:pt idx="27">
                  <c:v>78.258376</c:v>
                </c:pt>
                <c:pt idx="28">
                  <c:v>78.343679</c:v>
                </c:pt>
                <c:pt idx="29">
                  <c:v>76.133134</c:v>
                </c:pt>
                <c:pt idx="30">
                  <c:v>75.447426</c:v>
                </c:pt>
                <c:pt idx="31">
                  <c:v>74.774273</c:v>
                </c:pt>
                <c:pt idx="32">
                  <c:v>74.004404</c:v>
                </c:pt>
                <c:pt idx="33">
                  <c:v>73.985710</c:v>
                </c:pt>
                <c:pt idx="34">
                  <c:v>73.985710</c:v>
                </c:pt>
                <c:pt idx="35">
                  <c:v>73.826635</c:v>
                </c:pt>
                <c:pt idx="36">
                  <c:v>72.920633</c:v>
                </c:pt>
                <c:pt idx="37">
                  <c:v>72.451814</c:v>
                </c:pt>
                <c:pt idx="38">
                  <c:v>72.027491</c:v>
                </c:pt>
                <c:pt idx="39">
                  <c:v>71.467543</c:v>
                </c:pt>
                <c:pt idx="40">
                  <c:v>70.923431</c:v>
                </c:pt>
                <c:pt idx="41">
                  <c:v>70.923431</c:v>
                </c:pt>
                <c:pt idx="42">
                  <c:v>70.729340</c:v>
                </c:pt>
                <c:pt idx="43">
                  <c:v>69.850516</c:v>
                </c:pt>
                <c:pt idx="44">
                  <c:v>68.827315</c:v>
                </c:pt>
                <c:pt idx="45">
                  <c:v>68.654435</c:v>
                </c:pt>
                <c:pt idx="46">
                  <c:v>69.038902</c:v>
                </c:pt>
                <c:pt idx="47">
                  <c:v>68.472149</c:v>
                </c:pt>
                <c:pt idx="48">
                  <c:v>68.331208</c:v>
                </c:pt>
                <c:pt idx="49">
                  <c:v>67.651413</c:v>
                </c:pt>
                <c:pt idx="50">
                  <c:v>66.487747</c:v>
                </c:pt>
                <c:pt idx="51">
                  <c:v>65.684877</c:v>
                </c:pt>
                <c:pt idx="52">
                  <c:v>65.326596</c:v>
                </c:pt>
                <c:pt idx="53">
                  <c:v>64.843070</c:v>
                </c:pt>
                <c:pt idx="54">
                  <c:v>64.576675</c:v>
                </c:pt>
                <c:pt idx="55">
                  <c:v>63.943239</c:v>
                </c:pt>
                <c:pt idx="56">
                  <c:v>63.317175</c:v>
                </c:pt>
                <c:pt idx="57">
                  <c:v>63.108486</c:v>
                </c:pt>
                <c:pt idx="58">
                  <c:v>62.527093</c:v>
                </c:pt>
                <c:pt idx="59">
                  <c:v>61.765854</c:v>
                </c:pt>
                <c:pt idx="60">
                  <c:v>60.954325</c:v>
                </c:pt>
                <c:pt idx="61">
                  <c:v>60.745637</c:v>
                </c:pt>
                <c:pt idx="62">
                  <c:v>60.198444</c:v>
                </c:pt>
                <c:pt idx="63">
                  <c:v>59.651250</c:v>
                </c:pt>
                <c:pt idx="64">
                  <c:v>59.104056</c:v>
                </c:pt>
                <c:pt idx="65">
                  <c:v>58.807543</c:v>
                </c:pt>
                <c:pt idx="66">
                  <c:v>58.068975</c:v>
                </c:pt>
                <c:pt idx="67">
                  <c:v>56.900598</c:v>
                </c:pt>
                <c:pt idx="68">
                  <c:v>55.732221</c:v>
                </c:pt>
                <c:pt idx="69">
                  <c:v>55.107810</c:v>
                </c:pt>
                <c:pt idx="70">
                  <c:v>54.399096</c:v>
                </c:pt>
                <c:pt idx="71">
                  <c:v>53.325586</c:v>
                </c:pt>
                <c:pt idx="72">
                  <c:v>52.252077</c:v>
                </c:pt>
                <c:pt idx="73">
                  <c:v>51.318918</c:v>
                </c:pt>
                <c:pt idx="74">
                  <c:v>51.056751</c:v>
                </c:pt>
                <c:pt idx="75">
                  <c:v>49.976564</c:v>
                </c:pt>
                <c:pt idx="76">
                  <c:v>48.627627</c:v>
                </c:pt>
                <c:pt idx="77">
                  <c:v>47.594652</c:v>
                </c:pt>
                <c:pt idx="78">
                  <c:v>46.930293</c:v>
                </c:pt>
                <c:pt idx="79">
                  <c:v>45.915149</c:v>
                </c:pt>
                <c:pt idx="80">
                  <c:v>44.699350</c:v>
                </c:pt>
                <c:pt idx="81">
                  <c:v>43.679698</c:v>
                </c:pt>
                <c:pt idx="82">
                  <c:v>43.271084</c:v>
                </c:pt>
                <c:pt idx="83">
                  <c:v>42.315653</c:v>
                </c:pt>
                <c:pt idx="84">
                  <c:v>41.266249</c:v>
                </c:pt>
                <c:pt idx="85">
                  <c:v>41.619277</c:v>
                </c:pt>
                <c:pt idx="86">
                  <c:v>40.978168</c:v>
                </c:pt>
                <c:pt idx="87">
                  <c:v>41.810636</c:v>
                </c:pt>
                <c:pt idx="88">
                  <c:v>41.107170</c:v>
                </c:pt>
                <c:pt idx="89">
                  <c:v>41.332561</c:v>
                </c:pt>
                <c:pt idx="90">
                  <c:v>44.064351</c:v>
                </c:pt>
                <c:pt idx="91">
                  <c:v>49.999995</c:v>
                </c:pt>
                <c:pt idx="92">
                  <c:v>53.403662</c:v>
                </c:pt>
                <c:pt idx="93">
                  <c:v>56.807324</c:v>
                </c:pt>
                <c:pt idx="94">
                  <c:v>56.807328</c:v>
                </c:pt>
                <c:pt idx="95">
                  <c:v>60.672774</c:v>
                </c:pt>
                <c:pt idx="96">
                  <c:v>64.076437</c:v>
                </c:pt>
                <c:pt idx="97">
                  <c:v>65.210987</c:v>
                </c:pt>
                <c:pt idx="98">
                  <c:v>67.373110</c:v>
                </c:pt>
                <c:pt idx="99">
                  <c:v>67.519904</c:v>
                </c:pt>
                <c:pt idx="100">
                  <c:v>70.250792</c:v>
                </c:pt>
                <c:pt idx="101">
                  <c:v>72.092168</c:v>
                </c:pt>
                <c:pt idx="102">
                  <c:v>75.314973</c:v>
                </c:pt>
                <c:pt idx="103">
                  <c:v>76.385350</c:v>
                </c:pt>
                <c:pt idx="104">
                  <c:v>79.999968</c:v>
                </c:pt>
                <c:pt idx="105">
                  <c:v>80.461764</c:v>
                </c:pt>
                <c:pt idx="106">
                  <c:v>80.461764</c:v>
                </c:pt>
                <c:pt idx="107">
                  <c:v>82.229311</c:v>
                </c:pt>
                <c:pt idx="108">
                  <c:v>83.995547</c:v>
                </c:pt>
                <c:pt idx="109">
                  <c:v>84.260666</c:v>
                </c:pt>
                <c:pt idx="110">
                  <c:v>84.614070</c:v>
                </c:pt>
                <c:pt idx="111">
                  <c:v>85.761294</c:v>
                </c:pt>
                <c:pt idx="112">
                  <c:v>87.122321</c:v>
                </c:pt>
                <c:pt idx="113">
                  <c:v>87.802445</c:v>
                </c:pt>
                <c:pt idx="114">
                  <c:v>87.802445</c:v>
                </c:pt>
                <c:pt idx="115">
                  <c:v>87.802445</c:v>
                </c:pt>
                <c:pt idx="116">
                  <c:v>88.321689</c:v>
                </c:pt>
                <c:pt idx="117">
                  <c:v>90</c:v>
                </c:pt>
                <c:pt idx="118">
                  <c:v>90</c:v>
                </c:pt>
                <c:pt idx="119">
                  <c:v>90</c:v>
                </c:pt>
                <c:pt idx="120">
                  <c:v>90</c:v>
                </c:pt>
                <c:pt idx="121">
                  <c:v>90</c:v>
                </c:pt>
                <c:pt idx="122">
                  <c:v>90</c:v>
                </c:pt>
                <c:pt idx="123">
                  <c:v>88.295257</c:v>
                </c:pt>
                <c:pt idx="124">
                  <c:v>87.316775</c:v>
                </c:pt>
                <c:pt idx="125">
                  <c:v>86.591341</c:v>
                </c:pt>
                <c:pt idx="126">
                  <c:v>85.107817</c:v>
                </c:pt>
                <c:pt idx="127">
                  <c:v>84.075728</c:v>
                </c:pt>
                <c:pt idx="128">
                  <c:v>83.118468</c:v>
                </c:pt>
                <c:pt idx="129">
                  <c:v>82.205887</c:v>
                </c:pt>
                <c:pt idx="130">
                  <c:v>81.774097</c:v>
                </c:pt>
                <c:pt idx="131">
                  <c:v>81.171578</c:v>
                </c:pt>
                <c:pt idx="132">
                  <c:v>80.042518</c:v>
                </c:pt>
                <c:pt idx="133">
                  <c:v>79.462858</c:v>
                </c:pt>
                <c:pt idx="134">
                  <c:v>79.057833</c:v>
                </c:pt>
                <c:pt idx="135">
                  <c:v>78.425506</c:v>
                </c:pt>
                <c:pt idx="136">
                  <c:v>77.632969</c:v>
                </c:pt>
                <c:pt idx="137">
                  <c:v>77.092835</c:v>
                </c:pt>
                <c:pt idx="138">
                  <c:v>77.056826</c:v>
                </c:pt>
                <c:pt idx="139">
                  <c:v>76.692823</c:v>
                </c:pt>
                <c:pt idx="140">
                  <c:v>75.671378</c:v>
                </c:pt>
                <c:pt idx="141">
                  <c:v>74.822039</c:v>
                </c:pt>
                <c:pt idx="142">
                  <c:v>74.070043</c:v>
                </c:pt>
                <c:pt idx="143">
                  <c:v>73.210425</c:v>
                </c:pt>
                <c:pt idx="144">
                  <c:v>72.375559</c:v>
                </c:pt>
                <c:pt idx="145">
                  <c:v>71.792009</c:v>
                </c:pt>
                <c:pt idx="146">
                  <c:v>71.651206</c:v>
                </c:pt>
                <c:pt idx="147">
                  <c:v>70.558747</c:v>
                </c:pt>
                <c:pt idx="148">
                  <c:v>70.868921</c:v>
                </c:pt>
                <c:pt idx="149">
                  <c:v>69.726711</c:v>
                </c:pt>
                <c:pt idx="150">
                  <c:v>68.779868</c:v>
                </c:pt>
                <c:pt idx="151">
                  <c:v>68.095681</c:v>
                </c:pt>
                <c:pt idx="152">
                  <c:v>67.514288</c:v>
                </c:pt>
                <c:pt idx="153">
                  <c:v>66.932895</c:v>
                </c:pt>
                <c:pt idx="154">
                  <c:v>66.540227</c:v>
                </c:pt>
                <c:pt idx="155">
                  <c:v>65.753836</c:v>
                </c:pt>
                <c:pt idx="156">
                  <c:v>64.527666</c:v>
                </c:pt>
                <c:pt idx="157">
                  <c:v>63.908226</c:v>
                </c:pt>
                <c:pt idx="158">
                  <c:v>63.732787</c:v>
                </c:pt>
                <c:pt idx="159">
                  <c:v>63.171383</c:v>
                </c:pt>
                <c:pt idx="160">
                  <c:v>62.303439</c:v>
                </c:pt>
                <c:pt idx="161">
                  <c:v>63.439826</c:v>
                </c:pt>
                <c:pt idx="162">
                  <c:v>62.847963</c:v>
                </c:pt>
                <c:pt idx="163">
                  <c:v>61.949892</c:v>
                </c:pt>
                <c:pt idx="164">
                  <c:v>61.402698</c:v>
                </c:pt>
                <c:pt idx="165">
                  <c:v>60.855505</c:v>
                </c:pt>
                <c:pt idx="166">
                  <c:v>60.709586</c:v>
                </c:pt>
                <c:pt idx="167">
                  <c:v>60.475145</c:v>
                </c:pt>
                <c:pt idx="168">
                  <c:v>59.889042</c:v>
                </c:pt>
                <c:pt idx="169">
                  <c:v>59.302939</c:v>
                </c:pt>
                <c:pt idx="170">
                  <c:v>58.873130</c:v>
                </c:pt>
                <c:pt idx="171">
                  <c:v>58.516872</c:v>
                </c:pt>
                <c:pt idx="172">
                  <c:v>57.923108</c:v>
                </c:pt>
                <c:pt idx="173">
                  <c:v>57.329345</c:v>
                </c:pt>
                <c:pt idx="174">
                  <c:v>56.575966</c:v>
                </c:pt>
                <c:pt idx="175">
                  <c:v>55.316518</c:v>
                </c:pt>
                <c:pt idx="176">
                  <c:v>53.863759</c:v>
                </c:pt>
                <c:pt idx="177">
                  <c:v>53.112495</c:v>
                </c:pt>
                <c:pt idx="178">
                  <c:v>52.144087</c:v>
                </c:pt>
                <c:pt idx="179">
                  <c:v>50.865602</c:v>
                </c:pt>
                <c:pt idx="180">
                  <c:v>49.587117</c:v>
                </c:pt>
                <c:pt idx="181">
                  <c:v>49.649739</c:v>
                </c:pt>
                <c:pt idx="182">
                  <c:v>53.053402</c:v>
                </c:pt>
                <c:pt idx="183">
                  <c:v>55.906609</c:v>
                </c:pt>
                <c:pt idx="184">
                  <c:v>58.840005</c:v>
                </c:pt>
                <c:pt idx="185">
                  <c:v>61.992202</c:v>
                </c:pt>
                <c:pt idx="186">
                  <c:v>68.032066</c:v>
                </c:pt>
                <c:pt idx="187">
                  <c:v>69.923395</c:v>
                </c:pt>
                <c:pt idx="188">
                  <c:v>73.999851</c:v>
                </c:pt>
                <c:pt idx="189">
                  <c:v>73.999867</c:v>
                </c:pt>
                <c:pt idx="190">
                  <c:v>76.596307</c:v>
                </c:pt>
                <c:pt idx="191">
                  <c:v>76.596310</c:v>
                </c:pt>
                <c:pt idx="192">
                  <c:v>76.596310</c:v>
                </c:pt>
                <c:pt idx="193">
                  <c:v>76.596310</c:v>
                </c:pt>
                <c:pt idx="194">
                  <c:v>76.596310</c:v>
                </c:pt>
                <c:pt idx="195">
                  <c:v>76.596310</c:v>
                </c:pt>
                <c:pt idx="196">
                  <c:v>76.596314</c:v>
                </c:pt>
                <c:pt idx="197">
                  <c:v>78.865422</c:v>
                </c:pt>
                <c:pt idx="198">
                  <c:v>81.134534</c:v>
                </c:pt>
                <c:pt idx="199">
                  <c:v>82.015740</c:v>
                </c:pt>
                <c:pt idx="200">
                  <c:v>85.419403</c:v>
                </c:pt>
                <c:pt idx="201">
                  <c:v>85.419403</c:v>
                </c:pt>
                <c:pt idx="202">
                  <c:v>85.419403</c:v>
                </c:pt>
                <c:pt idx="203">
                  <c:v>85.419403</c:v>
                </c:pt>
                <c:pt idx="204">
                  <c:v>85.419403</c:v>
                </c:pt>
                <c:pt idx="205">
                  <c:v>86.553957</c:v>
                </c:pt>
                <c:pt idx="206">
                  <c:v>86.553957</c:v>
                </c:pt>
                <c:pt idx="207">
                  <c:v>86.553957</c:v>
                </c:pt>
                <c:pt idx="208">
                  <c:v>87.688511</c:v>
                </c:pt>
                <c:pt idx="209">
                  <c:v>87.688515</c:v>
                </c:pt>
                <c:pt idx="210">
                  <c:v>89.538220</c:v>
                </c:pt>
                <c:pt idx="211">
                  <c:v>89.538220</c:v>
                </c:pt>
                <c:pt idx="212">
                  <c:v>89.538220</c:v>
                </c:pt>
                <c:pt idx="213">
                  <c:v>90</c:v>
                </c:pt>
                <c:pt idx="214">
                  <c:v>90</c:v>
                </c:pt>
                <c:pt idx="215">
                  <c:v>90</c:v>
                </c:pt>
                <c:pt idx="216">
                  <c:v>90</c:v>
                </c:pt>
                <c:pt idx="217">
                  <c:v>90</c:v>
                </c:pt>
                <c:pt idx="218">
                  <c:v>89.663033</c:v>
                </c:pt>
                <c:pt idx="219">
                  <c:v>88.083554</c:v>
                </c:pt>
                <c:pt idx="220">
                  <c:v>87.188522</c:v>
                </c:pt>
                <c:pt idx="221">
                  <c:v>86.053308</c:v>
                </c:pt>
                <c:pt idx="222">
                  <c:v>84.784814</c:v>
                </c:pt>
                <c:pt idx="223">
                  <c:v>84.047489</c:v>
                </c:pt>
                <c:pt idx="224">
                  <c:v>83.014012</c:v>
                </c:pt>
                <c:pt idx="225">
                  <c:v>81.998774</c:v>
                </c:pt>
                <c:pt idx="226">
                  <c:v>81.774097</c:v>
                </c:pt>
                <c:pt idx="227">
                  <c:v>81.171578</c:v>
                </c:pt>
                <c:pt idx="228">
                  <c:v>80.042518</c:v>
                </c:pt>
                <c:pt idx="229">
                  <c:v>79.462858</c:v>
                </c:pt>
                <c:pt idx="230">
                  <c:v>79.069323</c:v>
                </c:pt>
                <c:pt idx="231">
                  <c:v>78.476418</c:v>
                </c:pt>
                <c:pt idx="232">
                  <c:v>77.827764</c:v>
                </c:pt>
                <c:pt idx="233">
                  <c:v>77.092835</c:v>
                </c:pt>
                <c:pt idx="234">
                  <c:v>76.925165</c:v>
                </c:pt>
                <c:pt idx="235">
                  <c:v>76.399384</c:v>
                </c:pt>
                <c:pt idx="236">
                  <c:v>75.848714</c:v>
                </c:pt>
                <c:pt idx="237">
                  <c:v>74.655940</c:v>
                </c:pt>
                <c:pt idx="238">
                  <c:v>73.733464</c:v>
                </c:pt>
                <c:pt idx="239">
                  <c:v>72.813632</c:v>
                </c:pt>
                <c:pt idx="240">
                  <c:v>72.452166</c:v>
                </c:pt>
                <c:pt idx="241">
                  <c:v>71.761200</c:v>
                </c:pt>
                <c:pt idx="242">
                  <c:v>71.034294</c:v>
                </c:pt>
                <c:pt idx="243">
                  <c:v>70.946342</c:v>
                </c:pt>
                <c:pt idx="244">
                  <c:v>70.946342</c:v>
                </c:pt>
                <c:pt idx="245">
                  <c:v>70.946342</c:v>
                </c:pt>
                <c:pt idx="246">
                  <c:v>70.946342</c:v>
                </c:pt>
                <c:pt idx="247">
                  <c:v>70.946342</c:v>
                </c:pt>
                <c:pt idx="248">
                  <c:v>70.946342</c:v>
                </c:pt>
                <c:pt idx="249">
                  <c:v>70.946342</c:v>
                </c:pt>
                <c:pt idx="250">
                  <c:v>70.760973</c:v>
                </c:pt>
                <c:pt idx="251">
                  <c:v>69.706714</c:v>
                </c:pt>
                <c:pt idx="252">
                  <c:v>69.150606</c:v>
                </c:pt>
                <c:pt idx="253">
                  <c:v>68.317459</c:v>
                </c:pt>
                <c:pt idx="254">
                  <c:v>67.624844</c:v>
                </c:pt>
                <c:pt idx="255">
                  <c:v>67.12097</c:v>
                </c:pt>
                <c:pt idx="256">
                  <c:v>67.12097</c:v>
                </c:pt>
                <c:pt idx="257">
                  <c:v>66.769308</c:v>
                </c:pt>
                <c:pt idx="258">
                  <c:v>66.183205</c:v>
                </c:pt>
                <c:pt idx="259">
                  <c:v>65.131283</c:v>
                </c:pt>
                <c:pt idx="260">
                  <c:v>64.236421</c:v>
                </c:pt>
                <c:pt idx="261">
                  <c:v>63.325831</c:v>
                </c:pt>
                <c:pt idx="262">
                  <c:v>62.468092</c:v>
                </c:pt>
                <c:pt idx="263">
                  <c:v>61.570021</c:v>
                </c:pt>
                <c:pt idx="264">
                  <c:v>60.60595</c:v>
                </c:pt>
                <c:pt idx="265">
                  <c:v>60.079633</c:v>
                </c:pt>
                <c:pt idx="266">
                  <c:v>59.301307</c:v>
                </c:pt>
                <c:pt idx="267">
                  <c:v>58.542944</c:v>
                </c:pt>
                <c:pt idx="268">
                  <c:v>57.172699</c:v>
                </c:pt>
                <c:pt idx="269">
                  <c:v>56.118416</c:v>
                </c:pt>
                <c:pt idx="270">
                  <c:v>55.156640</c:v>
                </c:pt>
                <c:pt idx="271">
                  <c:v>54.513166</c:v>
                </c:pt>
                <c:pt idx="272">
                  <c:v>53.911662</c:v>
                </c:pt>
                <c:pt idx="273">
                  <c:v>53.310158</c:v>
                </c:pt>
                <c:pt idx="274">
                  <c:v>52.620353</c:v>
                </c:pt>
                <c:pt idx="275">
                  <c:v>52.467123</c:v>
                </c:pt>
                <c:pt idx="276">
                  <c:v>51.700974</c:v>
                </c:pt>
                <c:pt idx="277">
                  <c:v>50.934824</c:v>
                </c:pt>
                <c:pt idx="278">
                  <c:v>49.892388</c:v>
                </c:pt>
                <c:pt idx="279">
                  <c:v>48.722916</c:v>
                </c:pt>
                <c:pt idx="280">
                  <c:v>47.788692</c:v>
                </c:pt>
                <c:pt idx="281">
                  <c:v>47.720283</c:v>
                </c:pt>
                <c:pt idx="282">
                  <c:v>50.452073</c:v>
                </c:pt>
                <c:pt idx="283">
                  <c:v>54.864244</c:v>
                </c:pt>
                <c:pt idx="284">
                  <c:v>58.267907</c:v>
                </c:pt>
                <c:pt idx="285">
                  <c:v>57.766509</c:v>
                </c:pt>
                <c:pt idx="286">
                  <c:v>57.766509</c:v>
                </c:pt>
                <c:pt idx="287">
                  <c:v>57.766509</c:v>
                </c:pt>
                <c:pt idx="288">
                  <c:v>57.766509</c:v>
                </c:pt>
                <c:pt idx="289">
                  <c:v>57.766509</c:v>
                </c:pt>
                <c:pt idx="290">
                  <c:v>59.731410</c:v>
                </c:pt>
                <c:pt idx="291">
                  <c:v>60.193193</c:v>
                </c:pt>
                <c:pt idx="292">
                  <c:v>61.464189</c:v>
                </c:pt>
                <c:pt idx="293">
                  <c:v>61.464197</c:v>
                </c:pt>
                <c:pt idx="294">
                  <c:v>65.497279</c:v>
                </c:pt>
                <c:pt idx="295">
                  <c:v>67.766387</c:v>
                </c:pt>
                <c:pt idx="296">
                  <c:v>68.585936</c:v>
                </c:pt>
                <c:pt idx="297">
                  <c:v>68.585936</c:v>
                </c:pt>
                <c:pt idx="298">
                  <c:v>68.585936</c:v>
                </c:pt>
                <c:pt idx="299">
                  <c:v>68.585936</c:v>
                </c:pt>
                <c:pt idx="300">
                  <c:v>68.585936</c:v>
                </c:pt>
                <c:pt idx="301">
                  <c:v>70.855045</c:v>
                </c:pt>
                <c:pt idx="302">
                  <c:v>76.325361</c:v>
                </c:pt>
                <c:pt idx="303">
                  <c:v>78.594469</c:v>
                </c:pt>
                <c:pt idx="304">
                  <c:v>79.056268</c:v>
                </c:pt>
                <c:pt idx="305">
                  <c:v>80.863577</c:v>
                </c:pt>
                <c:pt idx="306">
                  <c:v>81.325377</c:v>
                </c:pt>
                <c:pt idx="307">
                  <c:v>84.327229</c:v>
                </c:pt>
                <c:pt idx="308">
                  <c:v>87.730892</c:v>
                </c:pt>
                <c:pt idx="309">
                  <c:v>90</c:v>
                </c:pt>
                <c:pt idx="310">
                  <c:v>90</c:v>
                </c:pt>
                <c:pt idx="311">
                  <c:v>90</c:v>
                </c:pt>
                <c:pt idx="312">
                  <c:v>90</c:v>
                </c:pt>
                <c:pt idx="313">
                  <c:v>90</c:v>
                </c:pt>
                <c:pt idx="314">
                  <c:v>90</c:v>
                </c:pt>
                <c:pt idx="315">
                  <c:v>88.083554</c:v>
                </c:pt>
                <c:pt idx="316">
                  <c:v>87.188522</c:v>
                </c:pt>
                <c:pt idx="317">
                  <c:v>87.106891</c:v>
                </c:pt>
                <c:pt idx="318">
                  <c:v>85.333182</c:v>
                </c:pt>
                <c:pt idx="319">
                  <c:v>84.242724</c:v>
                </c:pt>
                <c:pt idx="320">
                  <c:v>83.318245</c:v>
                </c:pt>
                <c:pt idx="321">
                  <c:v>82.615690</c:v>
                </c:pt>
                <c:pt idx="322">
                  <c:v>81.814913</c:v>
                </c:pt>
                <c:pt idx="323">
                  <c:v>81.367031</c:v>
                </c:pt>
                <c:pt idx="324">
                  <c:v>80.416373</c:v>
                </c:pt>
                <c:pt idx="325">
                  <c:v>80.009054</c:v>
                </c:pt>
                <c:pt idx="326">
                  <c:v>79.340111</c:v>
                </c:pt>
                <c:pt idx="327">
                  <c:v>78.930389</c:v>
                </c:pt>
                <c:pt idx="328">
                  <c:v>77.884262</c:v>
                </c:pt>
                <c:pt idx="329">
                  <c:v>76.881563</c:v>
                </c:pt>
                <c:pt idx="330">
                  <c:v>76.477115</c:v>
                </c:pt>
                <c:pt idx="331">
                  <c:v>75.950606</c:v>
                </c:pt>
                <c:pt idx="332">
                  <c:v>75.910755</c:v>
                </c:pt>
                <c:pt idx="333">
                  <c:v>75.323506</c:v>
                </c:pt>
                <c:pt idx="334">
                  <c:v>74.458119</c:v>
                </c:pt>
                <c:pt idx="335">
                  <c:v>73.743134</c:v>
                </c:pt>
                <c:pt idx="336">
                  <c:v>73.157030</c:v>
                </c:pt>
                <c:pt idx="337">
                  <c:v>72.182745</c:v>
                </c:pt>
                <c:pt idx="338">
                  <c:v>71.364164</c:v>
                </c:pt>
                <c:pt idx="339">
                  <c:v>70.976568</c:v>
                </c:pt>
                <c:pt idx="340">
                  <c:v>70.395175</c:v>
                </c:pt>
                <c:pt idx="341">
                  <c:v>69.915926</c:v>
                </c:pt>
                <c:pt idx="342">
                  <c:v>69.833334</c:v>
                </c:pt>
                <c:pt idx="343">
                  <c:v>68.838603</c:v>
                </c:pt>
                <c:pt idx="344">
                  <c:v>68.018741</c:v>
                </c:pt>
                <c:pt idx="345">
                  <c:v>66.811283</c:v>
                </c:pt>
                <c:pt idx="346">
                  <c:v>65.934909</c:v>
                </c:pt>
                <c:pt idx="347">
                  <c:v>65.308639</c:v>
                </c:pt>
                <c:pt idx="348">
                  <c:v>65.247703</c:v>
                </c:pt>
                <c:pt idx="349">
                  <c:v>64.746851</c:v>
                </c:pt>
                <c:pt idx="350">
                  <c:v>64.120786</c:v>
                </c:pt>
                <c:pt idx="351">
                  <c:v>63.028902</c:v>
                </c:pt>
                <c:pt idx="352">
                  <c:v>62.363153</c:v>
                </c:pt>
                <c:pt idx="353">
                  <c:v>61.562002</c:v>
                </c:pt>
                <c:pt idx="354">
                  <c:v>60.704263</c:v>
                </c:pt>
                <c:pt idx="355">
                  <c:v>59.876367</c:v>
                </c:pt>
                <c:pt idx="356">
                  <c:v>59.274686</c:v>
                </c:pt>
                <c:pt idx="357">
                  <c:v>59.020078</c:v>
                </c:pt>
                <c:pt idx="358">
                  <c:v>58.590269</c:v>
                </c:pt>
                <c:pt idx="359">
                  <c:v>58.116790</c:v>
                </c:pt>
                <c:pt idx="360">
                  <c:v>57.534517</c:v>
                </c:pt>
                <c:pt idx="361">
                  <c:v>56.591143</c:v>
                </c:pt>
                <c:pt idx="362">
                  <c:v>55.331807</c:v>
                </c:pt>
                <c:pt idx="363">
                  <c:v>54.579666</c:v>
                </c:pt>
                <c:pt idx="364">
                  <c:v>54.023558</c:v>
                </c:pt>
                <c:pt idx="365">
                  <c:v>52.866692</c:v>
                </c:pt>
                <c:pt idx="366">
                  <c:v>51.617401</c:v>
                </c:pt>
                <c:pt idx="367">
                  <c:v>50.842518</c:v>
                </c:pt>
                <c:pt idx="368">
                  <c:v>50.156874</c:v>
                </c:pt>
                <c:pt idx="369">
                  <c:v>50.104622</c:v>
                </c:pt>
                <c:pt idx="370">
                  <c:v>49.750249</c:v>
                </c:pt>
                <c:pt idx="371">
                  <c:v>47.451278</c:v>
                </c:pt>
                <c:pt idx="372">
                  <c:v>46.377472</c:v>
                </c:pt>
                <c:pt idx="373">
                  <c:v>45.690851</c:v>
                </c:pt>
                <c:pt idx="374">
                  <c:v>44.783546</c:v>
                </c:pt>
                <c:pt idx="375">
                  <c:v>44.676813</c:v>
                </c:pt>
                <c:pt idx="376">
                  <c:v>44.656385</c:v>
                </c:pt>
                <c:pt idx="377">
                  <c:v>44.524051</c:v>
                </c:pt>
                <c:pt idx="378">
                  <c:v>43.862378</c:v>
                </c:pt>
                <c:pt idx="379">
                  <c:v>45.469813</c:v>
                </c:pt>
                <c:pt idx="380">
                  <c:v>46.070930</c:v>
                </c:pt>
                <c:pt idx="381">
                  <c:v>47.217390</c:v>
                </c:pt>
                <c:pt idx="382">
                  <c:v>49.903241</c:v>
                </c:pt>
                <c:pt idx="383">
                  <c:v>55.361756</c:v>
                </c:pt>
                <c:pt idx="384">
                  <c:v>58.694071</c:v>
                </c:pt>
                <c:pt idx="385">
                  <c:v>60.501383</c:v>
                </c:pt>
                <c:pt idx="386">
                  <c:v>60.501383</c:v>
                </c:pt>
                <c:pt idx="387">
                  <c:v>60.501383</c:v>
                </c:pt>
                <c:pt idx="388">
                  <c:v>60.501383</c:v>
                </c:pt>
                <c:pt idx="389">
                  <c:v>61.635937</c:v>
                </c:pt>
                <c:pt idx="390">
                  <c:v>61.635937</c:v>
                </c:pt>
                <c:pt idx="391">
                  <c:v>62.770689</c:v>
                </c:pt>
                <c:pt idx="392">
                  <c:v>63.443452</c:v>
                </c:pt>
                <c:pt idx="393">
                  <c:v>67.981668</c:v>
                </c:pt>
                <c:pt idx="394">
                  <c:v>72.519885</c:v>
                </c:pt>
                <c:pt idx="395">
                  <c:v>72.519885</c:v>
                </c:pt>
                <c:pt idx="396">
                  <c:v>73.654435</c:v>
                </c:pt>
                <c:pt idx="397">
                  <c:v>74.116231</c:v>
                </c:pt>
                <c:pt idx="398">
                  <c:v>74.116231</c:v>
                </c:pt>
                <c:pt idx="399">
                  <c:v>74.116238</c:v>
                </c:pt>
                <c:pt idx="400">
                  <c:v>77.058105</c:v>
                </c:pt>
                <c:pt idx="401">
                  <c:v>79.327213</c:v>
                </c:pt>
                <c:pt idx="402">
                  <c:v>83.192675</c:v>
                </c:pt>
                <c:pt idx="403">
                  <c:v>87.116507</c:v>
                </c:pt>
                <c:pt idx="404">
                  <c:v>88.865446</c:v>
                </c:pt>
                <c:pt idx="405">
                  <c:v>90</c:v>
                </c:pt>
                <c:pt idx="406">
                  <c:v>90</c:v>
                </c:pt>
                <c:pt idx="407">
                  <c:v>90</c:v>
                </c:pt>
                <c:pt idx="408">
                  <c:v>90</c:v>
                </c:pt>
                <c:pt idx="409">
                  <c:v>90</c:v>
                </c:pt>
                <c:pt idx="410">
                  <c:v>90</c:v>
                </c:pt>
                <c:pt idx="411">
                  <c:v>88.083554</c:v>
                </c:pt>
                <c:pt idx="412">
                  <c:v>87.188522</c:v>
                </c:pt>
                <c:pt idx="413">
                  <c:v>86.803772</c:v>
                </c:pt>
                <c:pt idx="414">
                  <c:v>85.333182</c:v>
                </c:pt>
                <c:pt idx="415">
                  <c:v>84.242724</c:v>
                </c:pt>
                <c:pt idx="416">
                  <c:v>83.118468</c:v>
                </c:pt>
                <c:pt idx="417">
                  <c:v>82.135750</c:v>
                </c:pt>
                <c:pt idx="418">
                  <c:v>81.814913</c:v>
                </c:pt>
                <c:pt idx="419">
                  <c:v>81.367031</c:v>
                </c:pt>
                <c:pt idx="420">
                  <c:v>80.416373</c:v>
                </c:pt>
                <c:pt idx="421">
                  <c:v>80.009054</c:v>
                </c:pt>
                <c:pt idx="422">
                  <c:v>79.164664</c:v>
                </c:pt>
                <c:pt idx="423">
                  <c:v>78.476418</c:v>
                </c:pt>
                <c:pt idx="424">
                  <c:v>77.706430</c:v>
                </c:pt>
                <c:pt idx="425">
                  <c:v>76.705081</c:v>
                </c:pt>
                <c:pt idx="426">
                  <c:v>76.109137</c:v>
                </c:pt>
                <c:pt idx="427">
                  <c:v>75.155061</c:v>
                </c:pt>
                <c:pt idx="428">
                  <c:v>74.645564</c:v>
                </c:pt>
                <c:pt idx="429">
                  <c:v>73.619023</c:v>
                </c:pt>
                <c:pt idx="430">
                  <c:v>73.219144</c:v>
                </c:pt>
                <c:pt idx="431">
                  <c:v>72.945630</c:v>
                </c:pt>
                <c:pt idx="432">
                  <c:v>71.958604</c:v>
                </c:pt>
                <c:pt idx="433">
                  <c:v>71.331504</c:v>
                </c:pt>
                <c:pt idx="434">
                  <c:v>70.866012</c:v>
                </c:pt>
                <c:pt idx="435">
                  <c:v>70.62079</c:v>
                </c:pt>
                <c:pt idx="436">
                  <c:v>70.62079</c:v>
                </c:pt>
                <c:pt idx="437">
                  <c:v>70.202969</c:v>
                </c:pt>
                <c:pt idx="438">
                  <c:v>69.935007</c:v>
                </c:pt>
                <c:pt idx="439">
                  <c:v>69.079981</c:v>
                </c:pt>
                <c:pt idx="440">
                  <c:v>68.523873</c:v>
                </c:pt>
                <c:pt idx="441">
                  <c:v>67.967766</c:v>
                </c:pt>
                <c:pt idx="442">
                  <c:v>67.743243</c:v>
                </c:pt>
                <c:pt idx="443">
                  <c:v>66.956852</c:v>
                </c:pt>
                <c:pt idx="444">
                  <c:v>65.718640</c:v>
                </c:pt>
                <c:pt idx="445">
                  <c:v>65.092575</c:v>
                </c:pt>
                <c:pt idx="446">
                  <c:v>64.128005</c:v>
                </c:pt>
                <c:pt idx="447">
                  <c:v>63.580811</c:v>
                </c:pt>
                <c:pt idx="448">
                  <c:v>63.180345</c:v>
                </c:pt>
                <c:pt idx="449">
                  <c:v>62.633152</c:v>
                </c:pt>
                <c:pt idx="450">
                  <c:v>62.085958</c:v>
                </c:pt>
                <c:pt idx="451">
                  <c:v>61.611724</c:v>
                </c:pt>
                <c:pt idx="452">
                  <c:v>61.436461</c:v>
                </c:pt>
                <c:pt idx="453">
                  <c:v>60.639262</c:v>
                </c:pt>
                <c:pt idx="454">
                  <c:v>59.505965</c:v>
                </c:pt>
                <c:pt idx="455">
                  <c:v>58.372669</c:v>
                </c:pt>
                <c:pt idx="456">
                  <c:v>57.739546</c:v>
                </c:pt>
                <c:pt idx="457">
                  <c:v>57.265312</c:v>
                </c:pt>
                <c:pt idx="458">
                  <c:v>56.180618</c:v>
                </c:pt>
                <c:pt idx="459">
                  <c:v>54.961550</c:v>
                </c:pt>
                <c:pt idx="460">
                  <c:v>54.042631</c:v>
                </c:pt>
                <c:pt idx="461">
                  <c:v>53.751635</c:v>
                </c:pt>
                <c:pt idx="462">
                  <c:v>52.420047</c:v>
                </c:pt>
                <c:pt idx="463">
                  <c:v>51.088458</c:v>
                </c:pt>
                <c:pt idx="464">
                  <c:v>50.345716</c:v>
                </c:pt>
                <c:pt idx="465">
                  <c:v>49.814157</c:v>
                </c:pt>
                <c:pt idx="466">
                  <c:v>48.853799</c:v>
                </c:pt>
                <c:pt idx="467">
                  <c:v>47.845263</c:v>
                </c:pt>
                <c:pt idx="468">
                  <c:v>46.918462</c:v>
                </c:pt>
                <c:pt idx="469">
                  <c:v>45.992925</c:v>
                </c:pt>
                <c:pt idx="470">
                  <c:v>45.409287</c:v>
                </c:pt>
                <c:pt idx="471">
                  <c:v>44.182171</c:v>
                </c:pt>
                <c:pt idx="472">
                  <c:v>44.931399</c:v>
                </c:pt>
                <c:pt idx="473">
                  <c:v>43.734142</c:v>
                </c:pt>
                <c:pt idx="474">
                  <c:v>43.734142</c:v>
                </c:pt>
                <c:pt idx="475">
                  <c:v>43.390043</c:v>
                </c:pt>
                <c:pt idx="476">
                  <c:v>41.818387</c:v>
                </c:pt>
                <c:pt idx="477">
                  <c:v>45.069417</c:v>
                </c:pt>
                <c:pt idx="478">
                  <c:v>48.941595</c:v>
                </c:pt>
                <c:pt idx="479">
                  <c:v>48.941595</c:v>
                </c:pt>
                <c:pt idx="480">
                  <c:v>49.838554</c:v>
                </c:pt>
                <c:pt idx="481">
                  <c:v>54.376771</c:v>
                </c:pt>
                <c:pt idx="482">
                  <c:v>60.049541</c:v>
                </c:pt>
                <c:pt idx="483">
                  <c:v>61.321244</c:v>
                </c:pt>
                <c:pt idx="484">
                  <c:v>62.883417</c:v>
                </c:pt>
                <c:pt idx="485">
                  <c:v>67.106731</c:v>
                </c:pt>
                <c:pt idx="486">
                  <c:v>71.644947</c:v>
                </c:pt>
                <c:pt idx="487">
                  <c:v>72.156756</c:v>
                </c:pt>
                <c:pt idx="488">
                  <c:v>74.714558</c:v>
                </c:pt>
                <c:pt idx="489">
                  <c:v>77.067857</c:v>
                </c:pt>
                <c:pt idx="490">
                  <c:v>77.067857</c:v>
                </c:pt>
                <c:pt idx="491">
                  <c:v>77.067857</c:v>
                </c:pt>
                <c:pt idx="492">
                  <c:v>79.336965</c:v>
                </c:pt>
                <c:pt idx="493">
                  <c:v>79.336965</c:v>
                </c:pt>
                <c:pt idx="494">
                  <c:v>79.336965</c:v>
                </c:pt>
                <c:pt idx="495">
                  <c:v>80.947360</c:v>
                </c:pt>
                <c:pt idx="496">
                  <c:v>80.947384</c:v>
                </c:pt>
                <c:pt idx="497">
                  <c:v>83.216492</c:v>
                </c:pt>
                <c:pt idx="498">
                  <c:v>86.134538</c:v>
                </c:pt>
                <c:pt idx="499">
                  <c:v>88.096377</c:v>
                </c:pt>
                <c:pt idx="500">
                  <c:v>89.230931</c:v>
                </c:pt>
                <c:pt idx="501">
                  <c:v>89.538217</c:v>
                </c:pt>
                <c:pt idx="502">
                  <c:v>90</c:v>
                </c:pt>
                <c:pt idx="503">
                  <c:v>90</c:v>
                </c:pt>
                <c:pt idx="504">
                  <c:v>90</c:v>
                </c:pt>
                <c:pt idx="505">
                  <c:v>90</c:v>
                </c:pt>
                <c:pt idx="506">
                  <c:v>90</c:v>
                </c:pt>
                <c:pt idx="507">
                  <c:v>90</c:v>
                </c:pt>
                <c:pt idx="508">
                  <c:v>88.391446</c:v>
                </c:pt>
                <c:pt idx="509">
                  <c:v>87.822234</c:v>
                </c:pt>
                <c:pt idx="510">
                  <c:v>87.188522</c:v>
                </c:pt>
                <c:pt idx="511">
                  <c:v>87.188522</c:v>
                </c:pt>
                <c:pt idx="512">
                  <c:v>87.064293</c:v>
                </c:pt>
                <c:pt idx="513">
                  <c:v>85.947686</c:v>
                </c:pt>
                <c:pt idx="514">
                  <c:v>84.657655</c:v>
                </c:pt>
                <c:pt idx="515">
                  <c:v>84.241745</c:v>
                </c:pt>
                <c:pt idx="516">
                  <c:v>83.910997</c:v>
                </c:pt>
                <c:pt idx="517">
                  <c:v>82.778258</c:v>
                </c:pt>
                <c:pt idx="518">
                  <c:v>81.726120</c:v>
                </c:pt>
                <c:pt idx="519">
                  <c:v>81.227891</c:v>
                </c:pt>
                <c:pt idx="520">
                  <c:v>80.897329</c:v>
                </c:pt>
                <c:pt idx="521">
                  <c:v>80.619552</c:v>
                </c:pt>
                <c:pt idx="522">
                  <c:v>80.080446</c:v>
                </c:pt>
                <c:pt idx="523">
                  <c:v>79.116547</c:v>
                </c:pt>
                <c:pt idx="524">
                  <c:v>78.436477</c:v>
                </c:pt>
                <c:pt idx="525">
                  <c:v>77.430761</c:v>
                </c:pt>
                <c:pt idx="526">
                  <c:v>76.891452</c:v>
                </c:pt>
                <c:pt idx="527">
                  <c:v>76.399384</c:v>
                </c:pt>
                <c:pt idx="528">
                  <c:v>75.903262</c:v>
                </c:pt>
                <c:pt idx="529">
                  <c:v>74.969743</c:v>
                </c:pt>
                <c:pt idx="530">
                  <c:v>74.723711</c:v>
                </c:pt>
                <c:pt idx="531">
                  <c:v>74.350459</c:v>
                </c:pt>
                <c:pt idx="532">
                  <c:v>74.332213</c:v>
                </c:pt>
                <c:pt idx="533">
                  <c:v>74.148567</c:v>
                </c:pt>
                <c:pt idx="534">
                  <c:v>73.597630</c:v>
                </c:pt>
                <c:pt idx="535">
                  <c:v>72.721815</c:v>
                </c:pt>
                <c:pt idx="536">
                  <c:v>71.611000</c:v>
                </c:pt>
                <c:pt idx="537">
                  <c:v>70.916403</c:v>
                </c:pt>
                <c:pt idx="538">
                  <c:v>70.355551</c:v>
                </c:pt>
                <c:pt idx="539">
                  <c:v>69.751570</c:v>
                </c:pt>
                <c:pt idx="540">
                  <c:v>68.952459</c:v>
                </c:pt>
                <c:pt idx="541">
                  <c:v>68.435665</c:v>
                </c:pt>
                <c:pt idx="542">
                  <c:v>67.918871</c:v>
                </c:pt>
                <c:pt idx="543">
                  <c:v>67.455177</c:v>
                </c:pt>
                <c:pt idx="544">
                  <c:v>66.938383</c:v>
                </c:pt>
                <c:pt idx="545">
                  <c:v>66.938383</c:v>
                </c:pt>
                <c:pt idx="546">
                  <c:v>66.153292</c:v>
                </c:pt>
                <c:pt idx="547">
                  <c:v>65.113788</c:v>
                </c:pt>
                <c:pt idx="548">
                  <c:v>64.386135</c:v>
                </c:pt>
                <c:pt idx="549">
                  <c:v>63.902681</c:v>
                </c:pt>
                <c:pt idx="550">
                  <c:v>63.395283</c:v>
                </c:pt>
                <c:pt idx="551">
                  <c:v>62.508903</c:v>
                </c:pt>
                <c:pt idx="552">
                  <c:v>61.484712</c:v>
                </c:pt>
                <c:pt idx="553">
                  <c:v>60.697306</c:v>
                </c:pt>
                <c:pt idx="554">
                  <c:v>60.014976</c:v>
                </c:pt>
                <c:pt idx="555">
                  <c:v>59.269181</c:v>
                </c:pt>
                <c:pt idx="556">
                  <c:v>58.344618</c:v>
                </c:pt>
                <c:pt idx="557">
                  <c:v>57.914809</c:v>
                </c:pt>
                <c:pt idx="558">
                  <c:v>57.873465</c:v>
                </c:pt>
                <c:pt idx="559">
                  <c:v>57.169173</c:v>
                </c:pt>
                <c:pt idx="560">
                  <c:v>55.999152</c:v>
                </c:pt>
                <c:pt idx="561">
                  <c:v>57.209944</c:v>
                </c:pt>
                <c:pt idx="562">
                  <c:v>57.209944</c:v>
                </c:pt>
                <c:pt idx="563">
                  <c:v>56.855571</c:v>
                </c:pt>
                <c:pt idx="564">
                  <c:v>55.724482</c:v>
                </c:pt>
                <c:pt idx="565">
                  <c:v>54.623385</c:v>
                </c:pt>
                <c:pt idx="566">
                  <c:v>54.446199</c:v>
                </c:pt>
                <c:pt idx="567">
                  <c:v>54.446199</c:v>
                </c:pt>
                <c:pt idx="568">
                  <c:v>53.815402</c:v>
                </c:pt>
                <c:pt idx="569">
                  <c:v>53.087560</c:v>
                </c:pt>
                <c:pt idx="570">
                  <c:v>52.505286</c:v>
                </c:pt>
                <c:pt idx="571">
                  <c:v>51.930468</c:v>
                </c:pt>
                <c:pt idx="572">
                  <c:v>51.115090</c:v>
                </c:pt>
                <c:pt idx="573">
                  <c:v>50.158470</c:v>
                </c:pt>
                <c:pt idx="574">
                  <c:v>54.198535</c:v>
                </c:pt>
                <c:pt idx="575">
                  <c:v>59.871305</c:v>
                </c:pt>
                <c:pt idx="576">
                  <c:v>64.846713</c:v>
                </c:pt>
                <c:pt idx="577">
                  <c:v>65.544076</c:v>
                </c:pt>
                <c:pt idx="578">
                  <c:v>68.154573</c:v>
                </c:pt>
                <c:pt idx="579">
                  <c:v>72.981688</c:v>
                </c:pt>
                <c:pt idx="580">
                  <c:v>76.385350</c:v>
                </c:pt>
                <c:pt idx="581">
                  <c:v>76.385350</c:v>
                </c:pt>
                <c:pt idx="582">
                  <c:v>76.385350</c:v>
                </c:pt>
                <c:pt idx="583">
                  <c:v>76.385350</c:v>
                </c:pt>
                <c:pt idx="584">
                  <c:v>76.385350</c:v>
                </c:pt>
                <c:pt idx="585">
                  <c:v>77.522478</c:v>
                </c:pt>
                <c:pt idx="586">
                  <c:v>77.522478</c:v>
                </c:pt>
                <c:pt idx="587">
                  <c:v>77.522478</c:v>
                </c:pt>
                <c:pt idx="588">
                  <c:v>78.657032</c:v>
                </c:pt>
                <c:pt idx="589">
                  <c:v>79.999968</c:v>
                </c:pt>
                <c:pt idx="590">
                  <c:v>82.730876</c:v>
                </c:pt>
                <c:pt idx="591">
                  <c:v>82.730876</c:v>
                </c:pt>
                <c:pt idx="592">
                  <c:v>82.730876</c:v>
                </c:pt>
                <c:pt idx="593">
                  <c:v>82.730876</c:v>
                </c:pt>
                <c:pt idx="594">
                  <c:v>82.730876</c:v>
                </c:pt>
                <c:pt idx="595">
                  <c:v>82.730876</c:v>
                </c:pt>
                <c:pt idx="596">
                  <c:v>83.865430</c:v>
                </c:pt>
                <c:pt idx="597">
                  <c:v>84.538185</c:v>
                </c:pt>
                <c:pt idx="598">
                  <c:v>86.596338</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c:v>
                </c:pt>
                <c:pt idx="614">
                  <c:v>88.594261</c:v>
                </c:pt>
                <c:pt idx="615">
                  <c:v>88.594261</c:v>
                </c:pt>
                <c:pt idx="616">
                  <c:v>87.091889</c:v>
                </c:pt>
                <c:pt idx="617">
                  <c:v>86.414826</c:v>
                </c:pt>
                <c:pt idx="618">
                  <c:v>85.737764</c:v>
                </c:pt>
                <c:pt idx="619">
                  <c:v>85.647489</c:v>
                </c:pt>
                <c:pt idx="620">
                  <c:v>85.385500</c:v>
                </c:pt>
                <c:pt idx="621">
                  <c:v>84.730529</c:v>
                </c:pt>
                <c:pt idx="622">
                  <c:v>84.457282</c:v>
                </c:pt>
                <c:pt idx="623">
                  <c:v>84.291062</c:v>
                </c:pt>
                <c:pt idx="624">
                  <c:v>83.684527</c:v>
                </c:pt>
                <c:pt idx="625">
                  <c:v>83.077992</c:v>
                </c:pt>
                <c:pt idx="626">
                  <c:v>82.916249</c:v>
                </c:pt>
                <c:pt idx="627">
                  <c:v>82.793442</c:v>
                </c:pt>
                <c:pt idx="628">
                  <c:v>81.827745</c:v>
                </c:pt>
                <c:pt idx="629">
                  <c:v>80.627606</c:v>
                </c:pt>
                <c:pt idx="630">
                  <c:v>79.427467</c:v>
                </c:pt>
                <c:pt idx="631">
                  <c:v>79.114879</c:v>
                </c:pt>
                <c:pt idx="632">
                  <c:v>79.073535</c:v>
                </c:pt>
                <c:pt idx="633">
                  <c:v>78.453383</c:v>
                </c:pt>
                <c:pt idx="634">
                  <c:v>77.83323</c:v>
                </c:pt>
                <c:pt idx="635">
                  <c:v>77.254421</c:v>
                </c:pt>
                <c:pt idx="636">
                  <c:v>76.827420</c:v>
                </c:pt>
                <c:pt idx="637">
                  <c:v>75.776264</c:v>
                </c:pt>
                <c:pt idx="638">
                  <c:v>75.164721</c:v>
                </c:pt>
                <c:pt idx="639">
                  <c:v>74.815357</c:v>
                </c:pt>
                <c:pt idx="640">
                  <c:v>74.815357</c:v>
                </c:pt>
                <c:pt idx="641">
                  <c:v>74.248555</c:v>
                </c:pt>
                <c:pt idx="642">
                  <c:v>73.681753</c:v>
                </c:pt>
                <c:pt idx="643">
                  <c:v>73.114951</c:v>
                </c:pt>
                <c:pt idx="644">
                  <c:v>72.616002</c:v>
                </c:pt>
                <c:pt idx="645">
                  <c:v>72.029899</c:v>
                </c:pt>
                <c:pt idx="646">
                  <c:v>71.443796</c:v>
                </c:pt>
                <c:pt idx="647">
                  <c:v>71.013986</c:v>
                </c:pt>
                <c:pt idx="648">
                  <c:v>71.013986</c:v>
                </c:pt>
                <c:pt idx="649">
                  <c:v>70.180507</c:v>
                </c:pt>
                <c:pt idx="650">
                  <c:v>68.869087</c:v>
                </c:pt>
                <c:pt idx="651">
                  <c:v>67.557667</c:v>
                </c:pt>
                <c:pt idx="652">
                  <c:v>67.212616</c:v>
                </c:pt>
                <c:pt idx="653">
                  <c:v>66.810702</c:v>
                </c:pt>
                <c:pt idx="654">
                  <c:v>66.140845</c:v>
                </c:pt>
                <c:pt idx="655">
                  <c:v>65.470988</c:v>
                </c:pt>
                <c:pt idx="656">
                  <c:v>64.635550</c:v>
                </c:pt>
                <c:pt idx="657">
                  <c:v>63.104210</c:v>
                </c:pt>
                <c:pt idx="658">
                  <c:v>61.878947</c:v>
                </c:pt>
                <c:pt idx="659">
                  <c:v>61.040997</c:v>
                </c:pt>
                <c:pt idx="660">
                  <c:v>59.764032</c:v>
                </c:pt>
                <c:pt idx="661">
                  <c:v>58.346717</c:v>
                </c:pt>
                <c:pt idx="662">
                  <c:v>57.644962</c:v>
                </c:pt>
                <c:pt idx="663">
                  <c:v>56.675401</c:v>
                </c:pt>
                <c:pt idx="664">
                  <c:v>55.963376</c:v>
                </c:pt>
                <c:pt idx="665">
                  <c:v>58.232484</c:v>
                </c:pt>
                <c:pt idx="666">
                  <c:v>60.501592</c:v>
                </c:pt>
                <c:pt idx="667">
                  <c:v>61.465346</c:v>
                </c:pt>
                <c:pt idx="668">
                  <c:v>63.734454</c:v>
                </c:pt>
                <c:pt idx="669">
                  <c:v>66.003562</c:v>
                </c:pt>
                <c:pt idx="670">
                  <c:v>68.272671</c:v>
                </c:pt>
                <c:pt idx="671">
                  <c:v>68.272671</c:v>
                </c:pt>
                <c:pt idx="672">
                  <c:v>68.272671</c:v>
                </c:pt>
                <c:pt idx="673">
                  <c:v>70.250780</c:v>
                </c:pt>
                <c:pt idx="674">
                  <c:v>75.923551</c:v>
                </c:pt>
                <c:pt idx="675">
                  <c:v>78.192659</c:v>
                </c:pt>
                <c:pt idx="676">
                  <c:v>78.192659</c:v>
                </c:pt>
                <c:pt idx="677">
                  <c:v>78.192659</c:v>
                </c:pt>
                <c:pt idx="678">
                  <c:v>78.192659</c:v>
                </c:pt>
                <c:pt idx="679">
                  <c:v>78.192659</c:v>
                </c:pt>
                <c:pt idx="680">
                  <c:v>78.192659</c:v>
                </c:pt>
                <c:pt idx="681">
                  <c:v>80.461771</c:v>
                </c:pt>
                <c:pt idx="682">
                  <c:v>82.058125</c:v>
                </c:pt>
                <c:pt idx="683">
                  <c:v>82.338364</c:v>
                </c:pt>
                <c:pt idx="684">
                  <c:v>83.865430</c:v>
                </c:pt>
                <c:pt idx="685">
                  <c:v>83.865430</c:v>
                </c:pt>
                <c:pt idx="686">
                  <c:v>83.865430</c:v>
                </c:pt>
                <c:pt idx="687">
                  <c:v>84.327213</c:v>
                </c:pt>
                <c:pt idx="688">
                  <c:v>86.596322</c:v>
                </c:pt>
                <c:pt idx="689">
                  <c:v>86.596325</c:v>
                </c:pt>
                <c:pt idx="690">
                  <c:v>89.538201</c:v>
                </c:pt>
                <c:pt idx="691">
                  <c:v>89.999984</c:v>
                </c:pt>
                <c:pt idx="692">
                  <c:v>90</c:v>
                </c:pt>
                <c:pt idx="693">
                  <c:v>90</c:v>
                </c:pt>
                <c:pt idx="694">
                  <c:v>90</c:v>
                </c:pt>
                <c:pt idx="695">
                  <c:v>90</c:v>
                </c:pt>
              </c:numCache>
            </c:numRef>
          </c:yVal>
          <c:smooth val="0"/>
          <c:extLst>
            <c:ext xmlns:c16="http://schemas.microsoft.com/office/drawing/2014/chart" uri="{C3380CC4-5D6E-409C-BE32-E72D297353CC}">
              <c16:uniqueId val="{00000001-2DC6-41FC-993D-0064AB48FFA3}"/>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77.433000</c:v>
                </c:pt>
                <c:pt idx="6">
                  <c:v>80.923567</c:v>
                </c:pt>
                <c:pt idx="7">
                  <c:v>80.923567</c:v>
                </c:pt>
                <c:pt idx="8">
                  <c:v>80.923567</c:v>
                </c:pt>
                <c:pt idx="9">
                  <c:v>80.923567</c:v>
                </c:pt>
                <c:pt idx="10">
                  <c:v>80.923567</c:v>
                </c:pt>
                <c:pt idx="11">
                  <c:v>81.276599</c:v>
                </c:pt>
                <c:pt idx="12">
                  <c:v>81.276599</c:v>
                </c:pt>
                <c:pt idx="13">
                  <c:v>81.276607</c:v>
                </c:pt>
                <c:pt idx="14">
                  <c:v>85.814823</c:v>
                </c:pt>
                <c:pt idx="15">
                  <c:v>89.217579</c:v>
                </c:pt>
                <c:pt idx="16">
                  <c:v>89.217579</c:v>
                </c:pt>
                <c:pt idx="17">
                  <c:v>89.217579</c:v>
                </c:pt>
                <c:pt idx="18">
                  <c:v>89.217579</c:v>
                </c:pt>
                <c:pt idx="19">
                  <c:v>89.217579</c:v>
                </c:pt>
                <c:pt idx="20">
                  <c:v>89.217579</c:v>
                </c:pt>
                <c:pt idx="21">
                  <c:v>89.217579</c:v>
                </c:pt>
                <c:pt idx="22">
                  <c:v>90</c:v>
                </c:pt>
                <c:pt idx="23">
                  <c:v>90</c:v>
                </c:pt>
                <c:pt idx="24">
                  <c:v>90</c:v>
                </c:pt>
                <c:pt idx="25">
                  <c:v>90</c:v>
                </c:pt>
                <c:pt idx="26">
                  <c:v>90</c:v>
                </c:pt>
                <c:pt idx="27">
                  <c:v>90</c:v>
                </c:pt>
                <c:pt idx="28">
                  <c:v>88.92013</c:v>
                </c:pt>
                <c:pt idx="29">
                  <c:v>88.123537</c:v>
                </c:pt>
                <c:pt idx="30">
                  <c:v>88.123537</c:v>
                </c:pt>
                <c:pt idx="31">
                  <c:v>87.914658</c:v>
                </c:pt>
                <c:pt idx="32">
                  <c:v>87.188522</c:v>
                </c:pt>
                <c:pt idx="33">
                  <c:v>87.188522</c:v>
                </c:pt>
                <c:pt idx="34">
                  <c:v>87.188522</c:v>
                </c:pt>
                <c:pt idx="35">
                  <c:v>87.188522</c:v>
                </c:pt>
                <c:pt idx="36">
                  <c:v>87.106891</c:v>
                </c:pt>
                <c:pt idx="37">
                  <c:v>87.106891</c:v>
                </c:pt>
                <c:pt idx="38">
                  <c:v>87.106891</c:v>
                </c:pt>
                <c:pt idx="39">
                  <c:v>87.106891</c:v>
                </c:pt>
                <c:pt idx="40">
                  <c:v>87.106891</c:v>
                </c:pt>
                <c:pt idx="41">
                  <c:v>87.106891</c:v>
                </c:pt>
                <c:pt idx="42">
                  <c:v>87.106891</c:v>
                </c:pt>
                <c:pt idx="43">
                  <c:v>87.106891</c:v>
                </c:pt>
                <c:pt idx="44">
                  <c:v>87.106891</c:v>
                </c:pt>
                <c:pt idx="45">
                  <c:v>86.565072</c:v>
                </c:pt>
                <c:pt idx="46">
                  <c:v>85.210527</c:v>
                </c:pt>
                <c:pt idx="47">
                  <c:v>84.750340</c:v>
                </c:pt>
                <c:pt idx="48">
                  <c:v>84.750340</c:v>
                </c:pt>
                <c:pt idx="49">
                  <c:v>84.750340</c:v>
                </c:pt>
                <c:pt idx="50">
                  <c:v>84.750340</c:v>
                </c:pt>
                <c:pt idx="51">
                  <c:v>86.807278</c:v>
                </c:pt>
                <c:pt idx="52">
                  <c:v>87.730892</c:v>
                </c:pt>
                <c:pt idx="53">
                  <c:v>87.730892</c:v>
                </c:pt>
                <c:pt idx="54">
                  <c:v>87.730892</c:v>
                </c:pt>
                <c:pt idx="55">
                  <c:v>87.730892</c:v>
                </c:pt>
                <c:pt idx="56">
                  <c:v>87.730892</c:v>
                </c:pt>
                <c:pt idx="57">
                  <c:v>87.730892</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87.188522</c:v>
                </c:pt>
                <c:pt idx="255">
                  <c:v>87.188522</c:v>
                </c:pt>
                <c:pt idx="256">
                  <c:v>87.188522</c:v>
                </c:pt>
                <c:pt idx="257">
                  <c:v>87.188522</c:v>
                </c:pt>
                <c:pt idx="258">
                  <c:v>87.188522</c:v>
                </c:pt>
                <c:pt idx="259">
                  <c:v>87.188522</c:v>
                </c:pt>
                <c:pt idx="260">
                  <c:v>87.188522</c:v>
                </c:pt>
                <c:pt idx="261">
                  <c:v>88.785626</c:v>
                </c:pt>
                <c:pt idx="262">
                  <c:v>89.758195</c:v>
                </c:pt>
                <c:pt idx="263">
                  <c:v>89.758202</c:v>
                </c:pt>
                <c:pt idx="264">
                  <c:v>89.999968</c:v>
                </c:pt>
                <c:pt idx="265">
                  <c:v>89.999968</c:v>
                </c:pt>
                <c:pt idx="266">
                  <c:v>89.999968</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88.785626</c:v>
                </c:pt>
                <c:pt idx="346">
                  <c:v>89.999968</c:v>
                </c:pt>
                <c:pt idx="347">
                  <c:v>89.999968</c:v>
                </c:pt>
                <c:pt idx="348">
                  <c:v>89.999968</c:v>
                </c:pt>
                <c:pt idx="349">
                  <c:v>89.999968</c:v>
                </c:pt>
                <c:pt idx="350">
                  <c:v>89.999968</c:v>
                </c:pt>
                <c:pt idx="351">
                  <c:v>89.999968</c:v>
                </c:pt>
                <c:pt idx="352">
                  <c:v>89.999968</c:v>
                </c:pt>
                <c:pt idx="353">
                  <c:v>89.999968</c:v>
                </c:pt>
                <c:pt idx="354">
                  <c:v>89.999968</c:v>
                </c:pt>
                <c:pt idx="355">
                  <c:v>89.999968</c:v>
                </c:pt>
                <c:pt idx="356">
                  <c:v>89.999968</c:v>
                </c:pt>
                <c:pt idx="357">
                  <c:v>89.999968</c:v>
                </c:pt>
                <c:pt idx="358">
                  <c:v>89.999968</c:v>
                </c:pt>
                <c:pt idx="359">
                  <c:v>89.999968</c:v>
                </c:pt>
                <c:pt idx="360">
                  <c:v>89.999968</c:v>
                </c:pt>
                <c:pt idx="361">
                  <c:v>89.999968</c:v>
                </c:pt>
                <c:pt idx="362">
                  <c:v>89.999968</c:v>
                </c:pt>
                <c:pt idx="363">
                  <c:v>89.999968</c:v>
                </c:pt>
                <c:pt idx="364">
                  <c:v>89.999968</c:v>
                </c:pt>
                <c:pt idx="365">
                  <c:v>89.999968</c:v>
                </c:pt>
                <c:pt idx="366">
                  <c:v>89.999968</c:v>
                </c:pt>
                <c:pt idx="367">
                  <c:v>89.999968</c:v>
                </c:pt>
                <c:pt idx="368">
                  <c:v>89.999968</c:v>
                </c:pt>
                <c:pt idx="369">
                  <c:v>89.999968</c:v>
                </c:pt>
                <c:pt idx="370">
                  <c:v>89.999968</c:v>
                </c:pt>
                <c:pt idx="371">
                  <c:v>89.999968</c:v>
                </c:pt>
                <c:pt idx="372">
                  <c:v>89.999968</c:v>
                </c:pt>
                <c:pt idx="373">
                  <c:v>89.999968</c:v>
                </c:pt>
                <c:pt idx="374">
                  <c:v>89.999968</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89.999870</c:v>
                </c:pt>
                <c:pt idx="444">
                  <c:v>89.999877</c:v>
                </c:pt>
                <c:pt idx="445">
                  <c:v>89.999877</c:v>
                </c:pt>
                <c:pt idx="446">
                  <c:v>89.999877</c:v>
                </c:pt>
                <c:pt idx="447">
                  <c:v>89.999877</c:v>
                </c:pt>
                <c:pt idx="448">
                  <c:v>89.999877</c:v>
                </c:pt>
                <c:pt idx="449">
                  <c:v>89.999877</c:v>
                </c:pt>
                <c:pt idx="450">
                  <c:v>89.999877</c:v>
                </c:pt>
                <c:pt idx="451">
                  <c:v>89.999877</c:v>
                </c:pt>
                <c:pt idx="452">
                  <c:v>89.999877</c:v>
                </c:pt>
                <c:pt idx="453">
                  <c:v>89.999885</c:v>
                </c:pt>
                <c:pt idx="454">
                  <c:v>89.999923</c:v>
                </c:pt>
                <c:pt idx="455">
                  <c:v>89.999961</c:v>
                </c:pt>
                <c:pt idx="456">
                  <c:v>89.999961</c:v>
                </c:pt>
                <c:pt idx="457">
                  <c:v>89.999961</c:v>
                </c:pt>
                <c:pt idx="458">
                  <c:v>89.999961</c:v>
                </c:pt>
                <c:pt idx="459">
                  <c:v>89.999961</c:v>
                </c:pt>
                <c:pt idx="460">
                  <c:v>89.999961</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DC6-41FC-993D-0064AB48FFA3}"/>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63.938021</c:v>
                </c:pt>
                <c:pt idx="1">
                  <c:v>63.938021</c:v>
                </c:pt>
                <c:pt idx="2">
                  <c:v>0.000421</c:v>
                </c:pt>
                <c:pt idx="3">
                  <c:v>0.000421</c:v>
                </c:pt>
                <c:pt idx="4">
                  <c:v>0</c:v>
                </c:pt>
                <c:pt idx="5">
                  <c:v>0</c:v>
                </c:pt>
                <c:pt idx="6">
                  <c:v>0</c:v>
                </c:pt>
                <c:pt idx="7">
                  <c:v>0</c:v>
                </c:pt>
                <c:pt idx="8">
                  <c:v>120.0001</c:v>
                </c:pt>
                <c:pt idx="9">
                  <c:v>120.0001</c:v>
                </c:pt>
                <c:pt idx="10">
                  <c:v>180</c:v>
                </c:pt>
                <c:pt idx="11">
                  <c:v>180</c:v>
                </c:pt>
                <c:pt idx="12">
                  <c:v>116.193462</c:v>
                </c:pt>
                <c:pt idx="13">
                  <c:v>116.193462</c:v>
                </c:pt>
                <c:pt idx="14">
                  <c:v>0</c:v>
                </c:pt>
                <c:pt idx="15">
                  <c:v>0</c:v>
                </c:pt>
                <c:pt idx="16">
                  <c:v>455.441641</c:v>
                </c:pt>
                <c:pt idx="17">
                  <c:v>455.441641</c:v>
                </c:pt>
                <c:pt idx="18">
                  <c:v>698.725838</c:v>
                </c:pt>
                <c:pt idx="19">
                  <c:v>698.725838</c:v>
                </c:pt>
                <c:pt idx="20">
                  <c:v>630.000100</c:v>
                </c:pt>
                <c:pt idx="21">
                  <c:v>630.000100</c:v>
                </c:pt>
                <c:pt idx="22">
                  <c:v>436.276323</c:v>
                </c:pt>
                <c:pt idx="23">
                  <c:v>436.276323</c:v>
                </c:pt>
                <c:pt idx="24">
                  <c:v>182.697567</c:v>
                </c:pt>
                <c:pt idx="25">
                  <c:v>182.697567</c:v>
                </c:pt>
                <c:pt idx="26">
                  <c:v>412.165026</c:v>
                </c:pt>
                <c:pt idx="27">
                  <c:v>412.165026</c:v>
                </c:pt>
                <c:pt idx="28">
                  <c:v>360</c:v>
                </c:pt>
                <c:pt idx="29">
                  <c:v>360</c:v>
                </c:pt>
                <c:pt idx="30">
                  <c:v>330</c:v>
                </c:pt>
                <c:pt idx="31">
                  <c:v>330</c:v>
                </c:pt>
                <c:pt idx="32">
                  <c:v>259.399878</c:v>
                </c:pt>
                <c:pt idx="33">
                  <c:v>259.399878</c:v>
                </c:pt>
                <c:pt idx="34">
                  <c:v>294.872524</c:v>
                </c:pt>
                <c:pt idx="35">
                  <c:v>294.872524</c:v>
                </c:pt>
                <c:pt idx="36">
                  <c:v>90</c:v>
                </c:pt>
                <c:pt idx="37">
                  <c:v>90</c:v>
                </c:pt>
                <c:pt idx="38">
                  <c:v>201.703033</c:v>
                </c:pt>
                <c:pt idx="39">
                  <c:v>201.703033</c:v>
                </c:pt>
                <c:pt idx="40">
                  <c:v>410.171000</c:v>
                </c:pt>
                <c:pt idx="41">
                  <c:v>410.171000</c:v>
                </c:pt>
                <c:pt idx="42">
                  <c:v>497.356504</c:v>
                </c:pt>
                <c:pt idx="43">
                  <c:v>497.356504</c:v>
                </c:pt>
                <c:pt idx="44">
                  <c:v>458.953394</c:v>
                </c:pt>
                <c:pt idx="45">
                  <c:v>458.953394</c:v>
                </c:pt>
                <c:pt idx="46">
                  <c:v>559.382459</c:v>
                </c:pt>
                <c:pt idx="47">
                  <c:v>559.382459</c:v>
                </c:pt>
                <c:pt idx="48">
                  <c:v>336.337709</c:v>
                </c:pt>
                <c:pt idx="49">
                  <c:v>336.337709</c:v>
                </c:pt>
                <c:pt idx="50">
                  <c:v>136.444000</c:v>
                </c:pt>
                <c:pt idx="51">
                  <c:v>136.444000</c:v>
                </c:pt>
                <c:pt idx="52">
                  <c:v>165.281000</c:v>
                </c:pt>
                <c:pt idx="53">
                  <c:v>165.281000</c:v>
                </c:pt>
                <c:pt idx="54">
                  <c:v>17.920485</c:v>
                </c:pt>
                <c:pt idx="55">
                  <c:v>17.920485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30</c:v>
                </c:pt>
                <c:pt idx="81">
                  <c:v>30</c:v>
                </c:pt>
                <c:pt idx="82">
                  <c:v>0</c:v>
                </c:pt>
                <c:pt idx="83">
                  <c:v>0</c:v>
                </c:pt>
                <c:pt idx="84">
                  <c:v>0</c:v>
                </c:pt>
                <c:pt idx="85">
                  <c:v>0</c:v>
                </c:pt>
                <c:pt idx="86">
                  <c:v>0</c:v>
                </c:pt>
                <c:pt idx="87">
                  <c:v>0</c:v>
                </c:pt>
                <c:pt idx="88">
                  <c:v>0</c:v>
                </c:pt>
                <c:pt idx="89">
                  <c:v>0</c:v>
                </c:pt>
                <c:pt idx="90">
                  <c:v>60</c:v>
                </c:pt>
                <c:pt idx="91">
                  <c:v>60</c:v>
                </c:pt>
                <c:pt idx="92">
                  <c:v>59.177501</c:v>
                </c:pt>
                <c:pt idx="93">
                  <c:v>59.177501</c:v>
                </c:pt>
                <c:pt idx="94">
                  <c:v>0</c:v>
                </c:pt>
                <c:pt idx="95">
                  <c:v>0</c:v>
                </c:pt>
                <c:pt idx="96">
                  <c:v>30</c:v>
                </c:pt>
                <c:pt idx="97">
                  <c:v>30</c:v>
                </c:pt>
                <c:pt idx="98">
                  <c:v>60</c:v>
                </c:pt>
                <c:pt idx="99">
                  <c:v>60</c:v>
                </c:pt>
                <c:pt idx="100">
                  <c:v>120</c:v>
                </c:pt>
                <c:pt idx="101">
                  <c:v>120</c:v>
                </c:pt>
                <c:pt idx="102">
                  <c:v>90</c:v>
                </c:pt>
                <c:pt idx="103">
                  <c:v>90</c:v>
                </c:pt>
                <c:pt idx="104">
                  <c:v>60</c:v>
                </c:pt>
                <c:pt idx="105">
                  <c:v>60</c:v>
                </c:pt>
                <c:pt idx="106">
                  <c:v>0</c:v>
                </c:pt>
                <c:pt idx="107">
                  <c:v>0</c:v>
                </c:pt>
                <c:pt idx="108">
                  <c:v>60</c:v>
                </c:pt>
                <c:pt idx="109">
                  <c:v>60</c:v>
                </c:pt>
                <c:pt idx="110">
                  <c:v>60</c:v>
                </c:pt>
                <c:pt idx="111">
                  <c:v>60</c:v>
                </c:pt>
                <c:pt idx="112">
                  <c:v>60.000100</c:v>
                </c:pt>
                <c:pt idx="113">
                  <c:v>60.000100</c:v>
                </c:pt>
                <c:pt idx="114">
                  <c:v>90.000200</c:v>
                </c:pt>
                <c:pt idx="115">
                  <c:v>90.000200</c:v>
                </c:pt>
                <c:pt idx="116">
                  <c:v>134.583925</c:v>
                </c:pt>
                <c:pt idx="117">
                  <c:v>134.583925</c:v>
                </c:pt>
                <c:pt idx="118">
                  <c:v>94.497785</c:v>
                </c:pt>
                <c:pt idx="119">
                  <c:v>94.497785</c:v>
                </c:pt>
                <c:pt idx="120">
                  <c:v>107.789574</c:v>
                </c:pt>
                <c:pt idx="121">
                  <c:v>107.789574</c:v>
                </c:pt>
                <c:pt idx="122">
                  <c:v>12.210626</c:v>
                </c:pt>
                <c:pt idx="123">
                  <c:v>12.210626</c:v>
                </c:pt>
                <c:pt idx="124">
                  <c:v>60</c:v>
                </c:pt>
                <c:pt idx="125">
                  <c:v>60</c:v>
                </c:pt>
                <c:pt idx="126">
                  <c:v>0</c:v>
                </c:pt>
                <c:pt idx="127">
                  <c:v>0</c:v>
                </c:pt>
                <c:pt idx="128">
                  <c:v>0</c:v>
                </c:pt>
                <c:pt idx="129">
                  <c:v>0</c:v>
                </c:pt>
                <c:pt idx="130">
                  <c:v>60</c:v>
                </c:pt>
                <c:pt idx="131">
                  <c:v>60</c:v>
                </c:pt>
                <c:pt idx="132">
                  <c:v>0.000521</c:v>
                </c:pt>
                <c:pt idx="133">
                  <c:v>0.000521</c:v>
                </c:pt>
                <c:pt idx="134">
                  <c:v>72.210326</c:v>
                </c:pt>
                <c:pt idx="135">
                  <c:v>72.210326</c:v>
                </c:pt>
                <c:pt idx="136">
                  <c:v>30</c:v>
                </c:pt>
                <c:pt idx="137">
                  <c:v>30</c:v>
                </c:pt>
                <c:pt idx="138">
                  <c:v>0</c:v>
                </c:pt>
                <c:pt idx="139">
                  <c:v>0</c:v>
                </c:pt>
                <c:pt idx="140">
                  <c:v>47.173311</c:v>
                </c:pt>
                <c:pt idx="141">
                  <c:v>47.173311</c:v>
                </c:pt>
                <c:pt idx="142">
                  <c:v>30.001263</c:v>
                </c:pt>
                <c:pt idx="143">
                  <c:v>30.001263</c:v>
                </c:pt>
                <c:pt idx="144">
                  <c:v>32.879000</c:v>
                </c:pt>
                <c:pt idx="145">
                  <c:v>32.879000</c:v>
                </c:pt>
                <c:pt idx="146">
                  <c:v>19.977</c:v>
                </c:pt>
                <c:pt idx="147">
                  <c:v>19.977</c:v>
                </c:pt>
                <c:pt idx="148">
                  <c:v>33.855618</c:v>
                </c:pt>
                <c:pt idx="149">
                  <c:v>33.855618</c:v>
                </c:pt>
                <c:pt idx="150">
                  <c:v>28.741671</c:v>
                </c:pt>
                <c:pt idx="151">
                  <c:v>28.741671</c:v>
                </c:pt>
                <c:pt idx="152">
                  <c:v>0</c:v>
                </c:pt>
                <c:pt idx="153">
                  <c:v>0</c:v>
                </c:pt>
                <c:pt idx="154">
                  <c:v>0</c:v>
                </c:pt>
                <c:pt idx="155">
                  <c:v>0</c:v>
                </c:pt>
                <c:pt idx="156">
                  <c:v>0</c:v>
                </c:pt>
                <c:pt idx="157">
                  <c:v>0</c:v>
                </c:pt>
                <c:pt idx="158">
                  <c:v>0</c:v>
                </c:pt>
                <c:pt idx="159">
                  <c:v>0</c:v>
                </c:pt>
                <c:pt idx="160">
                  <c:v>30</c:v>
                </c:pt>
                <c:pt idx="161">
                  <c:v>30</c:v>
                </c:pt>
                <c:pt idx="162">
                  <c:v>0</c:v>
                </c:pt>
                <c:pt idx="163">
                  <c:v>0</c:v>
                </c:pt>
                <c:pt idx="164">
                  <c:v>60</c:v>
                </c:pt>
                <c:pt idx="165">
                  <c:v>60</c:v>
                </c:pt>
                <c:pt idx="166">
                  <c:v>90</c:v>
                </c:pt>
                <c:pt idx="167">
                  <c:v>90</c:v>
                </c:pt>
                <c:pt idx="168">
                  <c:v>0</c:v>
                </c:pt>
                <c:pt idx="169">
                  <c:v>0</c:v>
                </c:pt>
                <c:pt idx="170">
                  <c:v>0</c:v>
                </c:pt>
                <c:pt idx="171">
                  <c:v>0</c:v>
                </c:pt>
                <c:pt idx="172">
                  <c:v>0</c:v>
                </c:pt>
                <c:pt idx="173">
                  <c:v>0</c:v>
                </c:pt>
                <c:pt idx="174">
                  <c:v>0</c:v>
                </c:pt>
                <c:pt idx="175">
                  <c:v>0</c:v>
                </c:pt>
                <c:pt idx="176">
                  <c:v>120</c:v>
                </c:pt>
                <c:pt idx="177">
                  <c:v>120</c:v>
                </c:pt>
                <c:pt idx="178">
                  <c:v>208.266144</c:v>
                </c:pt>
                <c:pt idx="179">
                  <c:v>208.266144</c:v>
                </c:pt>
                <c:pt idx="180">
                  <c:v>132.210626</c:v>
                </c:pt>
                <c:pt idx="181">
                  <c:v>132.210626</c:v>
                </c:pt>
                <c:pt idx="182">
                  <c:v>210</c:v>
                </c:pt>
                <c:pt idx="183">
                  <c:v>210</c:v>
                </c:pt>
                <c:pt idx="184">
                  <c:v>366.960538</c:v>
                </c:pt>
                <c:pt idx="185">
                  <c:v>366.960538</c:v>
                </c:pt>
                <c:pt idx="186">
                  <c:v>410.796593</c:v>
                </c:pt>
                <c:pt idx="187">
                  <c:v>410.796593</c:v>
                </c:pt>
                <c:pt idx="188">
                  <c:v>329.999579</c:v>
                </c:pt>
                <c:pt idx="189">
                  <c:v>329.999579</c:v>
                </c:pt>
                <c:pt idx="190">
                  <c:v>240</c:v>
                </c:pt>
                <c:pt idx="191">
                  <c:v>240</c:v>
                </c:pt>
                <c:pt idx="192">
                  <c:v>194.163909</c:v>
                </c:pt>
                <c:pt idx="193">
                  <c:v>194.163909</c:v>
                </c:pt>
                <c:pt idx="194">
                  <c:v>450.000100</c:v>
                </c:pt>
                <c:pt idx="195">
                  <c:v>450.000100</c:v>
                </c:pt>
                <c:pt idx="196">
                  <c:v>360</c:v>
                </c:pt>
                <c:pt idx="197">
                  <c:v>360</c:v>
                </c:pt>
                <c:pt idx="198">
                  <c:v>410.603298</c:v>
                </c:pt>
                <c:pt idx="199">
                  <c:v>410.603298</c:v>
                </c:pt>
                <c:pt idx="200">
                  <c:v>329.913831</c:v>
                </c:pt>
                <c:pt idx="201">
                  <c:v>329.913831</c:v>
                </c:pt>
                <c:pt idx="202">
                  <c:v>552.211247</c:v>
                </c:pt>
                <c:pt idx="203">
                  <c:v>552.211247</c:v>
                </c:pt>
                <c:pt idx="204">
                  <c:v>738.244211</c:v>
                </c:pt>
                <c:pt idx="205">
                  <c:v>738.244211</c:v>
                </c:pt>
                <c:pt idx="206">
                  <c:v>604.052906</c:v>
                </c:pt>
                <c:pt idx="207">
                  <c:v>604.052906</c:v>
                </c:pt>
                <c:pt idx="208">
                  <c:v>569.747916</c:v>
                </c:pt>
                <c:pt idx="209">
                  <c:v>569.747916</c:v>
                </c:pt>
                <c:pt idx="210">
                  <c:v>768.227119</c:v>
                </c:pt>
                <c:pt idx="211">
                  <c:v>768.227119</c:v>
                </c:pt>
                <c:pt idx="212">
                  <c:v>811.353406</c:v>
                </c:pt>
                <c:pt idx="213">
                  <c:v>811.353406</c:v>
                </c:pt>
                <c:pt idx="214">
                  <c:v>673.263679</c:v>
                </c:pt>
                <c:pt idx="215">
                  <c:v>673.263679</c:v>
                </c:pt>
                <c:pt idx="216">
                  <c:v>440.417933</c:v>
                </c:pt>
                <c:pt idx="217">
                  <c:v>440.417933</c:v>
                </c:pt>
                <c:pt idx="218">
                  <c:v>569.998558</c:v>
                </c:pt>
                <c:pt idx="219">
                  <c:v>569.998558</c:v>
                </c:pt>
                <c:pt idx="220">
                  <c:v>596.191282</c:v>
                </c:pt>
                <c:pt idx="221">
                  <c:v>596.191282</c:v>
                </c:pt>
                <c:pt idx="222">
                  <c:v>339.793763</c:v>
                </c:pt>
                <c:pt idx="223">
                  <c:v>339.793763</c:v>
                </c:pt>
                <c:pt idx="224">
                  <c:v>410.169474</c:v>
                </c:pt>
                <c:pt idx="225">
                  <c:v>410.169474</c:v>
                </c:pt>
                <c:pt idx="226">
                  <c:v>327.019954</c:v>
                </c:pt>
                <c:pt idx="227">
                  <c:v>327.019954</c:v>
                </c:pt>
                <c:pt idx="228">
                  <c:v>398.106112</c:v>
                </c:pt>
                <c:pt idx="229">
                  <c:v>398.106112</c:v>
                </c:pt>
                <c:pt idx="230">
                  <c:v>552.211047</c:v>
                </c:pt>
                <c:pt idx="231">
                  <c:v>552.211047</c:v>
                </c:pt>
                <c:pt idx="232">
                  <c:v>682.275279</c:v>
                </c:pt>
                <c:pt idx="233">
                  <c:v>682.275279</c:v>
                </c:pt>
                <c:pt idx="234">
                  <c:v>536.330726</c:v>
                </c:pt>
                <c:pt idx="235">
                  <c:v>536.330726</c:v>
                </c:pt>
                <c:pt idx="236">
                  <c:v>352.041995</c:v>
                </c:pt>
                <c:pt idx="237">
                  <c:v>352.041995</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0.000200</c:v>
                </c:pt>
                <c:pt idx="319">
                  <c:v>0.000200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50.622875</c:v>
                </c:pt>
                <c:pt idx="337">
                  <c:v>50.622875</c:v>
                </c:pt>
                <c:pt idx="338">
                  <c:v>1E-4</c:v>
                </c:pt>
                <c:pt idx="339">
                  <c:v>1E-4</c:v>
                </c:pt>
                <c:pt idx="340">
                  <c:v>11.464</c:v>
                </c:pt>
                <c:pt idx="341">
                  <c:v>11.464</c:v>
                </c:pt>
                <c:pt idx="342">
                  <c:v>0</c:v>
                </c:pt>
                <c:pt idx="343">
                  <c:v>0</c:v>
                </c:pt>
                <c:pt idx="344">
                  <c:v>0</c:v>
                </c:pt>
                <c:pt idx="345">
                  <c:v>0</c:v>
                </c:pt>
                <c:pt idx="346">
                  <c:v>0</c:v>
                </c:pt>
                <c:pt idx="347">
                  <c:v>0</c:v>
                </c:pt>
                <c:pt idx="348">
                  <c:v>0</c:v>
                </c:pt>
                <c:pt idx="349">
                  <c:v>0</c:v>
                </c:pt>
                <c:pt idx="350">
                  <c:v>0</c:v>
                </c:pt>
                <c:pt idx="351">
                  <c:v>0</c:v>
                </c:pt>
                <c:pt idx="352">
                  <c:v>13.967901</c:v>
                </c:pt>
                <c:pt idx="353">
                  <c:v>13.967901</c:v>
                </c:pt>
                <c:pt idx="354">
                  <c:v>86.472534</c:v>
                </c:pt>
                <c:pt idx="355">
                  <c:v>86.472534</c:v>
                </c:pt>
                <c:pt idx="356">
                  <c:v>1E-4</c:v>
                </c:pt>
                <c:pt idx="357">
                  <c:v>1E-4</c:v>
                </c:pt>
                <c:pt idx="358">
                  <c:v>0</c:v>
                </c:pt>
                <c:pt idx="359">
                  <c:v>0</c:v>
                </c:pt>
                <c:pt idx="360">
                  <c:v>60</c:v>
                </c:pt>
                <c:pt idx="361">
                  <c:v>60</c:v>
                </c:pt>
                <c:pt idx="362">
                  <c:v>1E-4</c:v>
                </c:pt>
                <c:pt idx="363">
                  <c:v>1E-4</c:v>
                </c:pt>
                <c:pt idx="364">
                  <c:v>1E-4</c:v>
                </c:pt>
                <c:pt idx="365">
                  <c:v>1E-4</c:v>
                </c:pt>
                <c:pt idx="366">
                  <c:v>0</c:v>
                </c:pt>
                <c:pt idx="367">
                  <c:v>0</c:v>
                </c:pt>
                <c:pt idx="368">
                  <c:v>38.878330</c:v>
                </c:pt>
                <c:pt idx="369">
                  <c:v>38.878330</c:v>
                </c:pt>
                <c:pt idx="370">
                  <c:v>166.378333</c:v>
                </c:pt>
                <c:pt idx="371">
                  <c:v>166.378333</c:v>
                </c:pt>
                <c:pt idx="372">
                  <c:v>150</c:v>
                </c:pt>
                <c:pt idx="373">
                  <c:v>150</c:v>
                </c:pt>
                <c:pt idx="374">
                  <c:v>90</c:v>
                </c:pt>
                <c:pt idx="375">
                  <c:v>90</c:v>
                </c:pt>
                <c:pt idx="376">
                  <c:v>180.0001</c:v>
                </c:pt>
                <c:pt idx="377">
                  <c:v>180.0001</c:v>
                </c:pt>
                <c:pt idx="378">
                  <c:v>180</c:v>
                </c:pt>
                <c:pt idx="379">
                  <c:v>180</c:v>
                </c:pt>
                <c:pt idx="380">
                  <c:v>227.394769</c:v>
                </c:pt>
                <c:pt idx="381">
                  <c:v>227.394769</c:v>
                </c:pt>
                <c:pt idx="382">
                  <c:v>163.751423</c:v>
                </c:pt>
                <c:pt idx="383">
                  <c:v>163.751423</c:v>
                </c:pt>
                <c:pt idx="384">
                  <c:v>128.554255</c:v>
                </c:pt>
                <c:pt idx="385">
                  <c:v>128.554255</c:v>
                </c:pt>
                <c:pt idx="386">
                  <c:v>300</c:v>
                </c:pt>
                <c:pt idx="387">
                  <c:v>300</c:v>
                </c:pt>
                <c:pt idx="388">
                  <c:v>180</c:v>
                </c:pt>
                <c:pt idx="389">
                  <c:v>180</c:v>
                </c:pt>
                <c:pt idx="390">
                  <c:v>270</c:v>
                </c:pt>
                <c:pt idx="391">
                  <c:v>270</c:v>
                </c:pt>
                <c:pt idx="392">
                  <c:v>466.005320</c:v>
                </c:pt>
                <c:pt idx="393">
                  <c:v>466.005320</c:v>
                </c:pt>
                <c:pt idx="394">
                  <c:v>486.601003</c:v>
                </c:pt>
                <c:pt idx="395">
                  <c:v>486.601003</c:v>
                </c:pt>
                <c:pt idx="396">
                  <c:v>570.421867</c:v>
                </c:pt>
                <c:pt idx="397">
                  <c:v>570.421867</c:v>
                </c:pt>
                <c:pt idx="398">
                  <c:v>442.678646</c:v>
                </c:pt>
                <c:pt idx="399">
                  <c:v>442.678646</c:v>
                </c:pt>
                <c:pt idx="400">
                  <c:v>452.097588</c:v>
                </c:pt>
                <c:pt idx="401">
                  <c:v>452.097588</c:v>
                </c:pt>
                <c:pt idx="402">
                  <c:v>690.000100</c:v>
                </c:pt>
                <c:pt idx="403">
                  <c:v>690.000100</c:v>
                </c:pt>
                <c:pt idx="404">
                  <c:v>497.659273</c:v>
                </c:pt>
                <c:pt idx="405">
                  <c:v>497.659273</c:v>
                </c:pt>
                <c:pt idx="406">
                  <c:v>530.702367</c:v>
                </c:pt>
                <c:pt idx="407">
                  <c:v>530.702367</c:v>
                </c:pt>
                <c:pt idx="408">
                  <c:v>562.078204</c:v>
                </c:pt>
                <c:pt idx="409">
                  <c:v>562.078204</c:v>
                </c:pt>
                <c:pt idx="410">
                  <c:v>530.537625</c:v>
                </c:pt>
                <c:pt idx="411">
                  <c:v>530.537625</c:v>
                </c:pt>
                <c:pt idx="412">
                  <c:v>669.651574</c:v>
                </c:pt>
                <c:pt idx="413">
                  <c:v>669.651574</c:v>
                </c:pt>
                <c:pt idx="414">
                  <c:v>600.249770</c:v>
                </c:pt>
                <c:pt idx="415">
                  <c:v>600.249770</c:v>
                </c:pt>
                <c:pt idx="416">
                  <c:v>560.348105</c:v>
                </c:pt>
                <c:pt idx="417">
                  <c:v>560.348105</c:v>
                </c:pt>
                <c:pt idx="418">
                  <c:v>270.001062</c:v>
                </c:pt>
                <c:pt idx="419">
                  <c:v>270.001062</c:v>
                </c:pt>
                <c:pt idx="420">
                  <c:v>534.421995</c:v>
                </c:pt>
                <c:pt idx="421">
                  <c:v>534.421995</c:v>
                </c:pt>
                <c:pt idx="422">
                  <c:v>505.284165</c:v>
                </c:pt>
                <c:pt idx="423">
                  <c:v>505.284165</c:v>
                </c:pt>
                <c:pt idx="424">
                  <c:v>534.421995</c:v>
                </c:pt>
                <c:pt idx="425">
                  <c:v>534.421995</c:v>
                </c:pt>
                <c:pt idx="426">
                  <c:v>473.792552</c:v>
                </c:pt>
                <c:pt idx="427">
                  <c:v>473.792552</c:v>
                </c:pt>
                <c:pt idx="428">
                  <c:v>450.000221</c:v>
                </c:pt>
                <c:pt idx="429">
                  <c:v>450.000221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1E-4</c:v>
                </c:pt>
                <c:pt idx="489">
                  <c:v>1E-4</c:v>
                </c:pt>
                <c:pt idx="490">
                  <c:v>1E-4</c:v>
                </c:pt>
                <c:pt idx="491">
                  <c:v>1E-4</c:v>
                </c:pt>
                <c:pt idx="492">
                  <c:v>1E-4</c:v>
                </c:pt>
                <c:pt idx="493">
                  <c:v>1E-4</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53.932982</c:v>
                </c:pt>
                <c:pt idx="521">
                  <c:v>53.932982</c:v>
                </c:pt>
                <c:pt idx="522">
                  <c:v>23.856171</c:v>
                </c:pt>
                <c:pt idx="523">
                  <c:v>23.856171</c:v>
                </c:pt>
                <c:pt idx="524">
                  <c:v>30.0002</c:v>
                </c:pt>
                <c:pt idx="525">
                  <c:v>30.0002</c:v>
                </c:pt>
                <c:pt idx="526">
                  <c:v>0.000200</c:v>
                </c:pt>
                <c:pt idx="527">
                  <c:v>0.000200</c:v>
                </c:pt>
                <c:pt idx="528">
                  <c:v>0</c:v>
                </c:pt>
                <c:pt idx="529">
                  <c:v>0</c:v>
                </c:pt>
                <c:pt idx="530">
                  <c:v>0</c:v>
                </c:pt>
                <c:pt idx="531">
                  <c:v>0</c:v>
                </c:pt>
                <c:pt idx="532">
                  <c:v>0</c:v>
                </c:pt>
                <c:pt idx="533">
                  <c:v>0</c:v>
                </c:pt>
                <c:pt idx="534">
                  <c:v>0</c:v>
                </c:pt>
                <c:pt idx="535">
                  <c:v>0</c:v>
                </c:pt>
                <c:pt idx="536">
                  <c:v>30</c:v>
                </c:pt>
                <c:pt idx="537">
                  <c:v>30</c:v>
                </c:pt>
                <c:pt idx="538">
                  <c:v>0</c:v>
                </c:pt>
                <c:pt idx="539">
                  <c:v>0</c:v>
                </c:pt>
                <c:pt idx="540">
                  <c:v>32.556900</c:v>
                </c:pt>
                <c:pt idx="541">
                  <c:v>32.556900</c:v>
                </c:pt>
                <c:pt idx="542">
                  <c:v>60</c:v>
                </c:pt>
                <c:pt idx="543">
                  <c:v>60</c:v>
                </c:pt>
                <c:pt idx="544">
                  <c:v>0</c:v>
                </c:pt>
                <c:pt idx="545">
                  <c:v>0</c:v>
                </c:pt>
                <c:pt idx="546">
                  <c:v>30</c:v>
                </c:pt>
                <c:pt idx="547">
                  <c:v>30</c:v>
                </c:pt>
                <c:pt idx="548">
                  <c:v>1E-4</c:v>
                </c:pt>
                <c:pt idx="549">
                  <c:v>1E-4</c:v>
                </c:pt>
                <c:pt idx="550">
                  <c:v>90</c:v>
                </c:pt>
                <c:pt idx="551">
                  <c:v>90</c:v>
                </c:pt>
                <c:pt idx="552">
                  <c:v>30</c:v>
                </c:pt>
                <c:pt idx="553">
                  <c:v>30</c:v>
                </c:pt>
                <c:pt idx="554">
                  <c:v>17.002934</c:v>
                </c:pt>
                <c:pt idx="555">
                  <c:v>17.002934</c:v>
                </c:pt>
                <c:pt idx="556">
                  <c:v>12.210947</c:v>
                </c:pt>
                <c:pt idx="557">
                  <c:v>12.210947</c:v>
                </c:pt>
                <c:pt idx="558">
                  <c:v>30</c:v>
                </c:pt>
                <c:pt idx="559">
                  <c:v>30</c:v>
                </c:pt>
                <c:pt idx="560">
                  <c:v>137.441987</c:v>
                </c:pt>
                <c:pt idx="561">
                  <c:v>137.441987</c:v>
                </c:pt>
                <c:pt idx="562">
                  <c:v>99.126391</c:v>
                </c:pt>
                <c:pt idx="563">
                  <c:v>99.126391</c:v>
                </c:pt>
                <c:pt idx="564">
                  <c:v>30.0001</c:v>
                </c:pt>
                <c:pt idx="565">
                  <c:v>30.0001</c:v>
                </c:pt>
                <c:pt idx="566">
                  <c:v>23.201668</c:v>
                </c:pt>
                <c:pt idx="567">
                  <c:v>23.201668</c:v>
                </c:pt>
                <c:pt idx="568">
                  <c:v>92.110456</c:v>
                </c:pt>
                <c:pt idx="569">
                  <c:v>92.110456</c:v>
                </c:pt>
                <c:pt idx="570">
                  <c:v>51.964074</c:v>
                </c:pt>
                <c:pt idx="571">
                  <c:v>51.964074</c:v>
                </c:pt>
                <c:pt idx="572">
                  <c:v>210.000200</c:v>
                </c:pt>
                <c:pt idx="573">
                  <c:v>210.000200</c:v>
                </c:pt>
                <c:pt idx="574">
                  <c:v>280.301178</c:v>
                </c:pt>
                <c:pt idx="575">
                  <c:v>280.301178</c:v>
                </c:pt>
                <c:pt idx="576">
                  <c:v>219.640755</c:v>
                </c:pt>
                <c:pt idx="577">
                  <c:v>219.640755</c:v>
                </c:pt>
                <c:pt idx="578">
                  <c:v>90.000300</c:v>
                </c:pt>
                <c:pt idx="579">
                  <c:v>90.000300</c:v>
                </c:pt>
                <c:pt idx="580">
                  <c:v>180.000421</c:v>
                </c:pt>
                <c:pt idx="581">
                  <c:v>180.000421</c:v>
                </c:pt>
                <c:pt idx="582">
                  <c:v>240.0001</c:v>
                </c:pt>
                <c:pt idx="583">
                  <c:v>240.0001</c:v>
                </c:pt>
                <c:pt idx="584">
                  <c:v>270.000100</c:v>
                </c:pt>
                <c:pt idx="585">
                  <c:v>270.000100</c:v>
                </c:pt>
                <c:pt idx="586">
                  <c:v>227.036541</c:v>
                </c:pt>
                <c:pt idx="587">
                  <c:v>227.036541</c:v>
                </c:pt>
                <c:pt idx="588">
                  <c:v>270</c:v>
                </c:pt>
                <c:pt idx="589">
                  <c:v>270</c:v>
                </c:pt>
                <c:pt idx="590">
                  <c:v>420</c:v>
                </c:pt>
                <c:pt idx="591">
                  <c:v>420</c:v>
                </c:pt>
                <c:pt idx="592">
                  <c:v>583.741398</c:v>
                </c:pt>
                <c:pt idx="593">
                  <c:v>583.741398</c:v>
                </c:pt>
                <c:pt idx="594">
                  <c:v>722.424417</c:v>
                </c:pt>
                <c:pt idx="595">
                  <c:v>722.424417</c:v>
                </c:pt>
                <c:pt idx="596">
                  <c:v>779.640022</c:v>
                </c:pt>
                <c:pt idx="597">
                  <c:v>779.640022</c:v>
                </c:pt>
                <c:pt idx="598">
                  <c:v>546.299173</c:v>
                </c:pt>
                <c:pt idx="599">
                  <c:v>546.299173</c:v>
                </c:pt>
                <c:pt idx="600">
                  <c:v>618.226819</c:v>
                </c:pt>
                <c:pt idx="601">
                  <c:v>618.226819</c:v>
                </c:pt>
                <c:pt idx="602">
                  <c:v>612.210526</c:v>
                </c:pt>
                <c:pt idx="603">
                  <c:v>612.210526</c:v>
                </c:pt>
                <c:pt idx="604">
                  <c:v>560.363271</c:v>
                </c:pt>
                <c:pt idx="605">
                  <c:v>560.363271</c:v>
                </c:pt>
                <c:pt idx="606">
                  <c:v>540.000100</c:v>
                </c:pt>
                <c:pt idx="607">
                  <c:v>540.000100</c:v>
                </c:pt>
                <c:pt idx="608">
                  <c:v>521.724271</c:v>
                </c:pt>
                <c:pt idx="609">
                  <c:v>521.724271</c:v>
                </c:pt>
                <c:pt idx="610">
                  <c:v>522.210626</c:v>
                </c:pt>
                <c:pt idx="611">
                  <c:v>522.210626</c:v>
                </c:pt>
                <c:pt idx="612">
                  <c:v>462.211147</c:v>
                </c:pt>
                <c:pt idx="613">
                  <c:v>462.211147</c:v>
                </c:pt>
                <c:pt idx="614">
                  <c:v>688.416648</c:v>
                </c:pt>
                <c:pt idx="615">
                  <c:v>688.416648</c:v>
                </c:pt>
                <c:pt idx="616">
                  <c:v>592.805458</c:v>
                </c:pt>
                <c:pt idx="617">
                  <c:v>592.805458</c:v>
                </c:pt>
                <c:pt idx="618">
                  <c:v>690.000421</c:v>
                </c:pt>
                <c:pt idx="619">
                  <c:v>690.000421</c:v>
                </c:pt>
                <c:pt idx="620">
                  <c:v>361.054437</c:v>
                </c:pt>
                <c:pt idx="621">
                  <c:v>361.054437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12.124322</c:v>
                </c:pt>
                <c:pt idx="699">
                  <c:v>12.124322</c:v>
                </c:pt>
                <c:pt idx="700">
                  <c:v>0</c:v>
                </c:pt>
                <c:pt idx="701">
                  <c:v>0</c:v>
                </c:pt>
                <c:pt idx="702">
                  <c:v>0</c:v>
                </c:pt>
                <c:pt idx="703">
                  <c:v>0</c:v>
                </c:pt>
                <c:pt idx="704">
                  <c:v>60</c:v>
                </c:pt>
                <c:pt idx="705">
                  <c:v>60</c:v>
                </c:pt>
                <c:pt idx="706">
                  <c:v>17.132729</c:v>
                </c:pt>
                <c:pt idx="707">
                  <c:v>17.132729</c:v>
                </c:pt>
                <c:pt idx="708">
                  <c:v>1E-4</c:v>
                </c:pt>
                <c:pt idx="709">
                  <c:v>1E-4</c:v>
                </c:pt>
                <c:pt idx="710">
                  <c:v>30.0001</c:v>
                </c:pt>
                <c:pt idx="711">
                  <c:v>30.0001</c:v>
                </c:pt>
                <c:pt idx="712">
                  <c:v>3.929954</c:v>
                </c:pt>
                <c:pt idx="713">
                  <c:v>3.929954</c:v>
                </c:pt>
                <c:pt idx="714">
                  <c:v>47.131529</c:v>
                </c:pt>
                <c:pt idx="715">
                  <c:v>47.131529</c:v>
                </c:pt>
                <c:pt idx="716">
                  <c:v>0.000300</c:v>
                </c:pt>
                <c:pt idx="717">
                  <c:v>0.000300</c:v>
                </c:pt>
                <c:pt idx="718">
                  <c:v>0.000300</c:v>
                </c:pt>
                <c:pt idx="719">
                  <c:v>0.000300</c:v>
                </c:pt>
                <c:pt idx="720">
                  <c:v>0</c:v>
                </c:pt>
                <c:pt idx="721">
                  <c:v>0</c:v>
                </c:pt>
                <c:pt idx="722">
                  <c:v>0.005305</c:v>
                </c:pt>
                <c:pt idx="723">
                  <c:v>0.005305</c:v>
                </c:pt>
                <c:pt idx="724">
                  <c:v>2.294690</c:v>
                </c:pt>
                <c:pt idx="725">
                  <c:v>2.294690</c:v>
                </c:pt>
                <c:pt idx="726">
                  <c:v>0</c:v>
                </c:pt>
                <c:pt idx="727">
                  <c:v>0</c:v>
                </c:pt>
                <c:pt idx="728">
                  <c:v>90</c:v>
                </c:pt>
                <c:pt idx="729">
                  <c:v>90</c:v>
                </c:pt>
                <c:pt idx="730">
                  <c:v>54.176560</c:v>
                </c:pt>
                <c:pt idx="731">
                  <c:v>54.176560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60</c:v>
                </c:pt>
                <c:pt idx="755">
                  <c:v>60</c:v>
                </c:pt>
                <c:pt idx="756">
                  <c:v>24.793470</c:v>
                </c:pt>
                <c:pt idx="757">
                  <c:v>24.793470</c:v>
                </c:pt>
                <c:pt idx="758">
                  <c:v>197.134029</c:v>
                </c:pt>
                <c:pt idx="759">
                  <c:v>197.134029</c:v>
                </c:pt>
                <c:pt idx="760">
                  <c:v>209.999579</c:v>
                </c:pt>
                <c:pt idx="761">
                  <c:v>209.999579</c:v>
                </c:pt>
                <c:pt idx="762">
                  <c:v>300</c:v>
                </c:pt>
                <c:pt idx="763">
                  <c:v>300</c:v>
                </c:pt>
                <c:pt idx="764">
                  <c:v>379.256349</c:v>
                </c:pt>
                <c:pt idx="765">
                  <c:v>379.256349</c:v>
                </c:pt>
                <c:pt idx="766">
                  <c:v>337.932706</c:v>
                </c:pt>
                <c:pt idx="767">
                  <c:v>337.932706</c:v>
                </c:pt>
                <c:pt idx="768">
                  <c:v>135.051472</c:v>
                </c:pt>
                <c:pt idx="769">
                  <c:v>135.051472</c:v>
                </c:pt>
                <c:pt idx="770">
                  <c:v>90.000521</c:v>
                </c:pt>
                <c:pt idx="771">
                  <c:v>90.000521</c:v>
                </c:pt>
                <c:pt idx="772">
                  <c:v>89.999900</c:v>
                </c:pt>
                <c:pt idx="773">
                  <c:v>89.999900</c:v>
                </c:pt>
                <c:pt idx="774">
                  <c:v>60</c:v>
                </c:pt>
                <c:pt idx="775">
                  <c:v>60</c:v>
                </c:pt>
                <c:pt idx="776">
                  <c:v>300</c:v>
                </c:pt>
                <c:pt idx="777">
                  <c:v>300</c:v>
                </c:pt>
                <c:pt idx="778">
                  <c:v>330.000521</c:v>
                </c:pt>
                <c:pt idx="779">
                  <c:v>330.000521</c:v>
                </c:pt>
                <c:pt idx="780">
                  <c:v>348.811830</c:v>
                </c:pt>
                <c:pt idx="781">
                  <c:v>348.811830</c:v>
                </c:pt>
                <c:pt idx="782">
                  <c:v>346.605081</c:v>
                </c:pt>
                <c:pt idx="783">
                  <c:v>346.605081</c:v>
                </c:pt>
                <c:pt idx="784">
                  <c:v>557.789153</c:v>
                </c:pt>
                <c:pt idx="785">
                  <c:v>557.789153</c:v>
                </c:pt>
                <c:pt idx="786">
                  <c:v>306.706100</c:v>
                </c:pt>
                <c:pt idx="787">
                  <c:v>306.706100</c:v>
                </c:pt>
                <c:pt idx="788">
                  <c:v>197.789053</c:v>
                </c:pt>
                <c:pt idx="789">
                  <c:v>197.789053</c:v>
                </c:pt>
                <c:pt idx="790">
                  <c:v>384.580825</c:v>
                </c:pt>
                <c:pt idx="791">
                  <c:v>384.580825</c:v>
                </c:pt>
                <c:pt idx="792">
                  <c:v>444.19234</c:v>
                </c:pt>
                <c:pt idx="793">
                  <c:v>444.19234</c:v>
                </c:pt>
                <c:pt idx="794">
                  <c:v>601.371977</c:v>
                </c:pt>
                <c:pt idx="795">
                  <c:v>601.371977</c:v>
                </c:pt>
                <c:pt idx="796">
                  <c:v>522.211268</c:v>
                </c:pt>
                <c:pt idx="797">
                  <c:v>522.211268</c:v>
                </c:pt>
                <c:pt idx="798">
                  <c:v>683.062070</c:v>
                </c:pt>
                <c:pt idx="799">
                  <c:v>683.062070</c:v>
                </c:pt>
                <c:pt idx="800">
                  <c:v>750</c:v>
                </c:pt>
                <c:pt idx="801">
                  <c:v>750</c:v>
                </c:pt>
                <c:pt idx="802">
                  <c:v>785.039295</c:v>
                </c:pt>
                <c:pt idx="803">
                  <c:v>785.039295</c:v>
                </c:pt>
                <c:pt idx="804">
                  <c:v>739.532200</c:v>
                </c:pt>
                <c:pt idx="805">
                  <c:v>739.532200</c:v>
                </c:pt>
                <c:pt idx="806">
                  <c:v>630.737505</c:v>
                </c:pt>
                <c:pt idx="807">
                  <c:v>630.737505</c:v>
                </c:pt>
                <c:pt idx="808">
                  <c:v>677.696662</c:v>
                </c:pt>
                <c:pt idx="809">
                  <c:v>677.696662</c:v>
                </c:pt>
                <c:pt idx="810">
                  <c:v>642.211047</c:v>
                </c:pt>
                <c:pt idx="811">
                  <c:v>642.211047</c:v>
                </c:pt>
                <c:pt idx="812">
                  <c:v>306.633263</c:v>
                </c:pt>
                <c:pt idx="813">
                  <c:v>306.633263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16.055297</c:v>
                </c:pt>
                <c:pt idx="865">
                  <c:v>16.055297</c:v>
                </c:pt>
                <c:pt idx="866">
                  <c:v>0</c:v>
                </c:pt>
                <c:pt idx="867">
                  <c:v>0</c:v>
                </c:pt>
                <c:pt idx="868">
                  <c:v>0</c:v>
                </c:pt>
                <c:pt idx="869">
                  <c:v>0</c:v>
                </c:pt>
                <c:pt idx="870">
                  <c:v>0</c:v>
                </c:pt>
                <c:pt idx="871">
                  <c:v>0</c:v>
                </c:pt>
                <c:pt idx="872">
                  <c:v>47.003355</c:v>
                </c:pt>
                <c:pt idx="873">
                  <c:v>47.003355</c:v>
                </c:pt>
                <c:pt idx="874">
                  <c:v>16.639289</c:v>
                </c:pt>
                <c:pt idx="875">
                  <c:v>16.639289</c:v>
                </c:pt>
                <c:pt idx="876">
                  <c:v>17.132529</c:v>
                </c:pt>
                <c:pt idx="877">
                  <c:v>17.132529</c:v>
                </c:pt>
                <c:pt idx="878">
                  <c:v>16.639361</c:v>
                </c:pt>
                <c:pt idx="879">
                  <c:v>16.639361</c:v>
                </c:pt>
                <c:pt idx="880">
                  <c:v>0</c:v>
                </c:pt>
                <c:pt idx="881">
                  <c:v>0</c:v>
                </c:pt>
                <c:pt idx="882">
                  <c:v>1E-4</c:v>
                </c:pt>
                <c:pt idx="883">
                  <c:v>1E-4</c:v>
                </c:pt>
                <c:pt idx="884">
                  <c:v>60.0015</c:v>
                </c:pt>
                <c:pt idx="885">
                  <c:v>60.0015</c:v>
                </c:pt>
                <c:pt idx="886">
                  <c:v>1E-4</c:v>
                </c:pt>
                <c:pt idx="887">
                  <c:v>1E-4</c:v>
                </c:pt>
                <c:pt idx="888">
                  <c:v>60</c:v>
                </c:pt>
                <c:pt idx="889">
                  <c:v>60</c:v>
                </c:pt>
                <c:pt idx="890">
                  <c:v>0</c:v>
                </c:pt>
                <c:pt idx="891">
                  <c:v>0</c:v>
                </c:pt>
                <c:pt idx="892">
                  <c:v>0</c:v>
                </c:pt>
                <c:pt idx="893">
                  <c:v>0</c:v>
                </c:pt>
                <c:pt idx="894">
                  <c:v>0</c:v>
                </c:pt>
                <c:pt idx="895">
                  <c:v>0</c:v>
                </c:pt>
                <c:pt idx="896">
                  <c:v>46.055076</c:v>
                </c:pt>
                <c:pt idx="897">
                  <c:v>46.055076</c:v>
                </c:pt>
                <c:pt idx="898">
                  <c:v>103.8558</c:v>
                </c:pt>
                <c:pt idx="899">
                  <c:v>103.8558</c:v>
                </c:pt>
                <c:pt idx="900">
                  <c:v>60</c:v>
                </c:pt>
                <c:pt idx="901">
                  <c:v>60</c:v>
                </c:pt>
                <c:pt idx="902">
                  <c:v>1.682426</c:v>
                </c:pt>
                <c:pt idx="903">
                  <c:v>1.682426</c:v>
                </c:pt>
                <c:pt idx="904">
                  <c:v>0</c:v>
                </c:pt>
                <c:pt idx="905">
                  <c:v>0</c:v>
                </c:pt>
                <c:pt idx="906">
                  <c:v>0</c:v>
                </c:pt>
                <c:pt idx="907">
                  <c:v>0</c:v>
                </c:pt>
                <c:pt idx="908">
                  <c:v>59.999479</c:v>
                </c:pt>
                <c:pt idx="909">
                  <c:v>59.999479</c:v>
                </c:pt>
                <c:pt idx="910">
                  <c:v>10.5281</c:v>
                </c:pt>
                <c:pt idx="911">
                  <c:v>10.5281</c:v>
                </c:pt>
                <c:pt idx="912">
                  <c:v>17.135292</c:v>
                </c:pt>
                <c:pt idx="913">
                  <c:v>17.135292</c:v>
                </c:pt>
                <c:pt idx="914">
                  <c:v>0</c:v>
                </c:pt>
                <c:pt idx="915">
                  <c:v>0</c:v>
                </c:pt>
                <c:pt idx="916">
                  <c:v>0.000421</c:v>
                </c:pt>
                <c:pt idx="917">
                  <c:v>0.000421</c:v>
                </c:pt>
                <c:pt idx="918">
                  <c:v>0</c:v>
                </c:pt>
                <c:pt idx="919">
                  <c:v>0</c:v>
                </c:pt>
                <c:pt idx="920">
                  <c:v>0</c:v>
                </c:pt>
                <c:pt idx="921">
                  <c:v>0</c:v>
                </c:pt>
                <c:pt idx="922">
                  <c:v>0</c:v>
                </c:pt>
                <c:pt idx="923">
                  <c:v>0</c:v>
                </c:pt>
                <c:pt idx="924">
                  <c:v>0</c:v>
                </c:pt>
                <c:pt idx="925">
                  <c:v>0</c:v>
                </c:pt>
                <c:pt idx="926">
                  <c:v>0</c:v>
                </c:pt>
                <c:pt idx="927">
                  <c:v>0</c:v>
                </c:pt>
                <c:pt idx="928">
                  <c:v>0</c:v>
                </c:pt>
                <c:pt idx="929">
                  <c:v>0</c:v>
                </c:pt>
                <c:pt idx="930">
                  <c:v>17.133429</c:v>
                </c:pt>
                <c:pt idx="931">
                  <c:v>17.133429</c:v>
                </c:pt>
                <c:pt idx="932">
                  <c:v>0</c:v>
                </c:pt>
                <c:pt idx="933">
                  <c:v>0</c:v>
                </c:pt>
                <c:pt idx="934">
                  <c:v>1E-4</c:v>
                </c:pt>
                <c:pt idx="935">
                  <c:v>1E-4</c:v>
                </c:pt>
                <c:pt idx="936">
                  <c:v>90</c:v>
                </c:pt>
                <c:pt idx="937">
                  <c:v>90</c:v>
                </c:pt>
                <c:pt idx="938">
                  <c:v>0</c:v>
                </c:pt>
                <c:pt idx="939">
                  <c:v>0</c:v>
                </c:pt>
                <c:pt idx="940">
                  <c:v>16.055197</c:v>
                </c:pt>
                <c:pt idx="941">
                  <c:v>16.055197</c:v>
                </c:pt>
                <c:pt idx="942">
                  <c:v>1E-4</c:v>
                </c:pt>
                <c:pt idx="943">
                  <c:v>1E-4</c:v>
                </c:pt>
                <c:pt idx="944">
                  <c:v>60</c:v>
                </c:pt>
                <c:pt idx="945">
                  <c:v>60</c:v>
                </c:pt>
                <c:pt idx="946">
                  <c:v>182.237327</c:v>
                </c:pt>
                <c:pt idx="947">
                  <c:v>182.237327</c:v>
                </c:pt>
                <c:pt idx="948">
                  <c:v>330</c:v>
                </c:pt>
                <c:pt idx="949">
                  <c:v>330</c:v>
                </c:pt>
                <c:pt idx="950">
                  <c:v>480</c:v>
                </c:pt>
                <c:pt idx="951">
                  <c:v>480</c:v>
                </c:pt>
                <c:pt idx="952">
                  <c:v>450.000521</c:v>
                </c:pt>
                <c:pt idx="953">
                  <c:v>450.000521</c:v>
                </c:pt>
                <c:pt idx="954">
                  <c:v>610.433300</c:v>
                </c:pt>
                <c:pt idx="955">
                  <c:v>610.433300</c:v>
                </c:pt>
                <c:pt idx="956">
                  <c:v>603.811770</c:v>
                </c:pt>
                <c:pt idx="957">
                  <c:v>603.811770</c:v>
                </c:pt>
                <c:pt idx="958">
                  <c:v>750</c:v>
                </c:pt>
                <c:pt idx="959">
                  <c:v>750</c:v>
                </c:pt>
                <c:pt idx="960">
                  <c:v>630.000100</c:v>
                </c:pt>
                <c:pt idx="961">
                  <c:v>630.000100</c:v>
                </c:pt>
                <c:pt idx="962">
                  <c:v>621.740672</c:v>
                </c:pt>
                <c:pt idx="963">
                  <c:v>621.740672</c:v>
                </c:pt>
                <c:pt idx="964">
                  <c:v>840</c:v>
                </c:pt>
                <c:pt idx="965">
                  <c:v>840</c:v>
                </c:pt>
                <c:pt idx="966">
                  <c:v>810</c:v>
                </c:pt>
                <c:pt idx="967">
                  <c:v>810</c:v>
                </c:pt>
                <c:pt idx="968">
                  <c:v>660</c:v>
                </c:pt>
                <c:pt idx="969">
                  <c:v>660</c:v>
                </c:pt>
                <c:pt idx="970">
                  <c:v>712.745843</c:v>
                </c:pt>
                <c:pt idx="971">
                  <c:v>712.745843</c:v>
                </c:pt>
                <c:pt idx="972">
                  <c:v>750</c:v>
                </c:pt>
                <c:pt idx="973">
                  <c:v>750</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158.742606</c:v>
                </c:pt>
                <c:pt idx="997">
                  <c:v>158.742606</c:v>
                </c:pt>
                <c:pt idx="998">
                  <c:v>206.2</c:v>
                </c:pt>
                <c:pt idx="999">
                  <c:v>206.2</c:v>
                </c:pt>
                <c:pt idx="1000">
                  <c:v>219.092000</c:v>
                </c:pt>
                <c:pt idx="1001">
                  <c:v>219.092000</c:v>
                </c:pt>
                <c:pt idx="1002">
                  <c:v>234.581000</c:v>
                </c:pt>
                <c:pt idx="1003">
                  <c:v>234.581000</c:v>
                </c:pt>
                <c:pt idx="1004">
                  <c:v>216.327494</c:v>
                </c:pt>
                <c:pt idx="1005">
                  <c:v>216.327494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22.805586</c:v>
                </c:pt>
                <c:pt idx="1115">
                  <c:v>22.805586</c:v>
                </c:pt>
                <c:pt idx="1116">
                  <c:v>90</c:v>
                </c:pt>
                <c:pt idx="1117">
                  <c:v>90</c:v>
                </c:pt>
                <c:pt idx="1118">
                  <c:v>150</c:v>
                </c:pt>
                <c:pt idx="1119">
                  <c:v>150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1E-4</c:v>
                </c:pt>
                <c:pt idx="1137">
                  <c:v>1E-4</c:v>
                </c:pt>
                <c:pt idx="1138">
                  <c:v>0</c:v>
                </c:pt>
                <c:pt idx="1139">
                  <c:v>0</c:v>
                </c:pt>
                <c:pt idx="1140">
                  <c:v>1E-4</c:v>
                </c:pt>
                <c:pt idx="1141">
                  <c:v>1E-4</c:v>
                </c:pt>
                <c:pt idx="1142">
                  <c:v>1E-4</c:v>
                </c:pt>
                <c:pt idx="1143">
                  <c:v>1E-4</c:v>
                </c:pt>
                <c:pt idx="1144">
                  <c:v>407.134550</c:v>
                </c:pt>
                <c:pt idx="1145">
                  <c:v>407.134550</c:v>
                </c:pt>
                <c:pt idx="1146">
                  <c:v>668.389991</c:v>
                </c:pt>
                <c:pt idx="1147">
                  <c:v>668.389991</c:v>
                </c:pt>
                <c:pt idx="1148">
                  <c:v>585.863148</c:v>
                </c:pt>
                <c:pt idx="1149">
                  <c:v>585.863148</c:v>
                </c:pt>
                <c:pt idx="1150">
                  <c:v>346.054876</c:v>
                </c:pt>
                <c:pt idx="1151">
                  <c:v>346.054876</c:v>
                </c:pt>
                <c:pt idx="1152">
                  <c:v>489.167354</c:v>
                </c:pt>
                <c:pt idx="1153">
                  <c:v>489.167354</c:v>
                </c:pt>
                <c:pt idx="1154">
                  <c:v>677.789474</c:v>
                </c:pt>
                <c:pt idx="1155">
                  <c:v>677.789474</c:v>
                </c:pt>
                <c:pt idx="1156">
                  <c:v>695.085474</c:v>
                </c:pt>
                <c:pt idx="1157">
                  <c:v>695.085474</c:v>
                </c:pt>
                <c:pt idx="1158">
                  <c:v>640.873460</c:v>
                </c:pt>
                <c:pt idx="1159">
                  <c:v>640.873460</c:v>
                </c:pt>
                <c:pt idx="1160">
                  <c:v>660</c:v>
                </c:pt>
                <c:pt idx="1161">
                  <c:v>660</c:v>
                </c:pt>
                <c:pt idx="1162">
                  <c:v>708.623216</c:v>
                </c:pt>
                <c:pt idx="1163">
                  <c:v>708.623216</c:v>
                </c:pt>
                <c:pt idx="1164">
                  <c:v>528.45065</c:v>
                </c:pt>
                <c:pt idx="1165">
                  <c:v>528.45065</c:v>
                </c:pt>
                <c:pt idx="1166">
                  <c:v>430.623058</c:v>
                </c:pt>
                <c:pt idx="1167">
                  <c:v>430.623058</c:v>
                </c:pt>
                <c:pt idx="1168">
                  <c:v>371.556445</c:v>
                </c:pt>
                <c:pt idx="1169">
                  <c:v>371.556445</c:v>
                </c:pt>
                <c:pt idx="1170">
                  <c:v>123.881354</c:v>
                </c:pt>
                <c:pt idx="1171">
                  <c:v>123.881354</c:v>
                </c:pt>
                <c:pt idx="1172">
                  <c:v>60</c:v>
                </c:pt>
                <c:pt idx="1173">
                  <c:v>60</c:v>
                </c:pt>
                <c:pt idx="1174">
                  <c:v>0.000421</c:v>
                </c:pt>
                <c:pt idx="1175">
                  <c:v>0.000421</c:v>
                </c:pt>
                <c:pt idx="1176">
                  <c:v>289.454909</c:v>
                </c:pt>
                <c:pt idx="1177">
                  <c:v>289.454909</c:v>
                </c:pt>
                <c:pt idx="1178">
                  <c:v>215.943825</c:v>
                </c:pt>
                <c:pt idx="1179">
                  <c:v>215.943825</c:v>
                </c:pt>
                <c:pt idx="1180">
                  <c:v>110.494874</c:v>
                </c:pt>
                <c:pt idx="1181">
                  <c:v>110.494874</c:v>
                </c:pt>
                <c:pt idx="1182">
                  <c:v>257.788853</c:v>
                </c:pt>
                <c:pt idx="1183">
                  <c:v>257.788853</c:v>
                </c:pt>
                <c:pt idx="1184">
                  <c:v>280.324033</c:v>
                </c:pt>
                <c:pt idx="1185">
                  <c:v>280.324033</c:v>
                </c:pt>
                <c:pt idx="1186">
                  <c:v>120.000200</c:v>
                </c:pt>
                <c:pt idx="1187">
                  <c:v>120.000200</c:v>
                </c:pt>
                <c:pt idx="1188">
                  <c:v>193.281100</c:v>
                </c:pt>
                <c:pt idx="1189">
                  <c:v>193.281100</c:v>
                </c:pt>
                <c:pt idx="1190">
                  <c:v>144.421474</c:v>
                </c:pt>
                <c:pt idx="1191">
                  <c:v>144.421474</c:v>
                </c:pt>
                <c:pt idx="1192">
                  <c:v>82.680621</c:v>
                </c:pt>
                <c:pt idx="1193">
                  <c:v>82.680621</c:v>
                </c:pt>
                <c:pt idx="1194">
                  <c:v>179.9999</c:v>
                </c:pt>
                <c:pt idx="1195">
                  <c:v>179.9999</c:v>
                </c:pt>
                <c:pt idx="1196">
                  <c:v>57.599034</c:v>
                </c:pt>
                <c:pt idx="1197">
                  <c:v>57.599034</c:v>
                </c:pt>
                <c:pt idx="1198">
                  <c:v>215.827231</c:v>
                </c:pt>
                <c:pt idx="1199">
                  <c:v>215.827231</c:v>
                </c:pt>
                <c:pt idx="1200">
                  <c:v>140.444941</c:v>
                </c:pt>
                <c:pt idx="1201">
                  <c:v>140.444941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106.055197</c:v>
                </c:pt>
                <c:pt idx="1321">
                  <c:v>106.055197</c:v>
                </c:pt>
                <c:pt idx="1322">
                  <c:v>23.563235</c:v>
                </c:pt>
                <c:pt idx="1323">
                  <c:v>23.563235</c:v>
                </c:pt>
                <c:pt idx="1324">
                  <c:v>60</c:v>
                </c:pt>
                <c:pt idx="1325">
                  <c:v>60</c:v>
                </c:pt>
                <c:pt idx="1326">
                  <c:v>0</c:v>
                </c:pt>
                <c:pt idx="1327">
                  <c:v>0</c:v>
                </c:pt>
                <c:pt idx="1328">
                  <c:v>0</c:v>
                </c:pt>
                <c:pt idx="1329">
                  <c:v>0</c:v>
                </c:pt>
                <c:pt idx="1330">
                  <c:v>0</c:v>
                </c:pt>
                <c:pt idx="1331">
                  <c:v>0</c:v>
                </c:pt>
                <c:pt idx="1332">
                  <c:v>0</c:v>
                </c:pt>
                <c:pt idx="1333">
                  <c:v>0</c:v>
                </c:pt>
                <c:pt idx="1334">
                  <c:v>0</c:v>
                </c:pt>
                <c:pt idx="1335">
                  <c:v>0</c:v>
                </c:pt>
                <c:pt idx="1336">
                  <c:v>390</c:v>
                </c:pt>
                <c:pt idx="1337">
                  <c:v>390</c:v>
                </c:pt>
                <c:pt idx="1338">
                  <c:v>398.834429</c:v>
                </c:pt>
                <c:pt idx="1339">
                  <c:v>398.834429</c:v>
                </c:pt>
                <c:pt idx="1340">
                  <c:v>207.223193</c:v>
                </c:pt>
                <c:pt idx="1341">
                  <c:v>207.223193</c:v>
                </c:pt>
                <c:pt idx="1342">
                  <c:v>0</c:v>
                </c:pt>
                <c:pt idx="1343">
                  <c:v>0</c:v>
                </c:pt>
                <c:pt idx="1344">
                  <c:v>420</c:v>
                </c:pt>
                <c:pt idx="1345">
                  <c:v>420</c:v>
                </c:pt>
                <c:pt idx="1346">
                  <c:v>390</c:v>
                </c:pt>
                <c:pt idx="1347">
                  <c:v>390</c:v>
                </c:pt>
                <c:pt idx="1348">
                  <c:v>60</c:v>
                </c:pt>
                <c:pt idx="1349">
                  <c:v>60</c:v>
                </c:pt>
                <c:pt idx="1350">
                  <c:v>0</c:v>
                </c:pt>
                <c:pt idx="1351">
                  <c:v>0</c:v>
                </c:pt>
                <c:pt idx="1352">
                  <c:v>330</c:v>
                </c:pt>
                <c:pt idx="1353">
                  <c:v>330</c:v>
                </c:pt>
                <c:pt idx="1354">
                  <c:v>338.652146</c:v>
                </c:pt>
                <c:pt idx="1355">
                  <c:v>338.652146</c:v>
                </c:pt>
                <c:pt idx="1356">
                  <c:v>192.210947</c:v>
                </c:pt>
                <c:pt idx="1357">
                  <c:v>192.210947</c:v>
                </c:pt>
                <c:pt idx="1358">
                  <c:v>90</c:v>
                </c:pt>
                <c:pt idx="1359">
                  <c:v>90</c:v>
                </c:pt>
                <c:pt idx="1360">
                  <c:v>189.275246</c:v>
                </c:pt>
                <c:pt idx="1361">
                  <c:v>189.275246</c:v>
                </c:pt>
                <c:pt idx="1362">
                  <c:v>12.210947</c:v>
                </c:pt>
                <c:pt idx="1363">
                  <c:v>12.210947</c:v>
                </c:pt>
                <c:pt idx="1364">
                  <c:v>88.031571</c:v>
                </c:pt>
                <c:pt idx="1365">
                  <c:v>88.031571</c:v>
                </c:pt>
                <c:pt idx="1366">
                  <c:v>102.210947</c:v>
                </c:pt>
                <c:pt idx="1367">
                  <c:v>102.210947</c:v>
                </c:pt>
                <c:pt idx="1368">
                  <c:v>102.582823</c:v>
                </c:pt>
                <c:pt idx="1369">
                  <c:v>102.582823</c:v>
                </c:pt>
                <c:pt idx="1370">
                  <c:v>345.437738</c:v>
                </c:pt>
                <c:pt idx="1371">
                  <c:v>345.437738</c:v>
                </c:pt>
                <c:pt idx="1372">
                  <c:v>344.918773</c:v>
                </c:pt>
                <c:pt idx="1373">
                  <c:v>344.918773</c:v>
                </c:pt>
                <c:pt idx="1374">
                  <c:v>347.789774</c:v>
                </c:pt>
                <c:pt idx="1375">
                  <c:v>347.789774</c:v>
                </c:pt>
                <c:pt idx="1376">
                  <c:v>384.422495</c:v>
                </c:pt>
                <c:pt idx="1377">
                  <c:v>384.422495</c:v>
                </c:pt>
                <c:pt idx="1378">
                  <c:v>660.717195</c:v>
                </c:pt>
                <c:pt idx="1379">
                  <c:v>660.717195</c:v>
                </c:pt>
                <c:pt idx="1380">
                  <c:v>732.210947</c:v>
                </c:pt>
                <c:pt idx="1381">
                  <c:v>732.210947</c:v>
                </c:pt>
                <c:pt idx="1382">
                  <c:v>810</c:v>
                </c:pt>
                <c:pt idx="1383">
                  <c:v>810</c:v>
                </c:pt>
                <c:pt idx="1384">
                  <c:v>701.493053</c:v>
                </c:pt>
                <c:pt idx="1385">
                  <c:v>701.493053</c:v>
                </c:pt>
                <c:pt idx="1386">
                  <c:v>690.000100</c:v>
                </c:pt>
                <c:pt idx="1387">
                  <c:v>690.000100</c:v>
                </c:pt>
                <c:pt idx="1388">
                  <c:v>342.210847</c:v>
                </c:pt>
                <c:pt idx="1389">
                  <c:v>342.210847</c:v>
                </c:pt>
              </c:numCache>
            </c:numRef>
          </c:yVal>
          <c:smooth val="0"/>
          <c:extLst>
            <c:ext xmlns:c16="http://schemas.microsoft.com/office/drawing/2014/chart" uri="{C3380CC4-5D6E-409C-BE32-E72D297353CC}">
              <c16:uniqueId val="{00000000-B705-48F5-8514-F6248FF9EF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13.065</c:v>
                </c:pt>
                <c:pt idx="49">
                  <c:v>13.065</c:v>
                </c:pt>
                <c:pt idx="50">
                  <c:v>17.444000</c:v>
                </c:pt>
                <c:pt idx="51">
                  <c:v>17.444000</c:v>
                </c:pt>
                <c:pt idx="52">
                  <c:v>29.281000</c:v>
                </c:pt>
                <c:pt idx="53">
                  <c:v>29.281000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117.191780</c:v>
                </c:pt>
                <c:pt idx="237">
                  <c:v>117.191780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75.869350</c:v>
                </c:pt>
                <c:pt idx="973">
                  <c:v>75.869350</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157.892606</c:v>
                </c:pt>
                <c:pt idx="997">
                  <c:v>157.892606</c:v>
                </c:pt>
                <c:pt idx="998">
                  <c:v>197.7</c:v>
                </c:pt>
                <c:pt idx="999">
                  <c:v>197.7</c:v>
                </c:pt>
                <c:pt idx="1000">
                  <c:v>191.042</c:v>
                </c:pt>
                <c:pt idx="1001">
                  <c:v>191.042</c:v>
                </c:pt>
                <c:pt idx="1002">
                  <c:v>178.481000</c:v>
                </c:pt>
                <c:pt idx="1003">
                  <c:v>178.481000</c:v>
                </c:pt>
                <c:pt idx="1004">
                  <c:v>148.327494</c:v>
                </c:pt>
                <c:pt idx="1005">
                  <c:v>148.327494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21.140521</c:v>
                </c:pt>
                <c:pt idx="1195">
                  <c:v>21.140521</c:v>
                </c:pt>
                <c:pt idx="1196">
                  <c:v>0</c:v>
                </c:pt>
                <c:pt idx="1197">
                  <c:v>0</c:v>
                </c:pt>
                <c:pt idx="1198">
                  <c:v>114.391734</c:v>
                </c:pt>
                <c:pt idx="1199">
                  <c:v>114.391734</c:v>
                </c:pt>
                <c:pt idx="1200">
                  <c:v>40.144941</c:v>
                </c:pt>
                <c:pt idx="1201">
                  <c:v>40.144941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705-48F5-8514-F6248FF9EF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8.5</c:v>
                </c:pt>
                <c:pt idx="39">
                  <c:v>8.5</c:v>
                </c:pt>
                <c:pt idx="40">
                  <c:v>12.75</c:v>
                </c:pt>
                <c:pt idx="41">
                  <c:v>12.75</c:v>
                </c:pt>
                <c:pt idx="42">
                  <c:v>22.95</c:v>
                </c:pt>
                <c:pt idx="43">
                  <c:v>22.95</c:v>
                </c:pt>
                <c:pt idx="44">
                  <c:v>33.15</c:v>
                </c:pt>
                <c:pt idx="45">
                  <c:v>33.15</c:v>
                </c:pt>
                <c:pt idx="46">
                  <c:v>68</c:v>
                </c:pt>
                <c:pt idx="47">
                  <c:v>68</c:v>
                </c:pt>
                <c:pt idx="48">
                  <c:v>94.35</c:v>
                </c:pt>
                <c:pt idx="49">
                  <c:v>94.35</c:v>
                </c:pt>
                <c:pt idx="50">
                  <c:v>119</c:v>
                </c:pt>
                <c:pt idx="51">
                  <c:v>119</c:v>
                </c:pt>
                <c:pt idx="52">
                  <c:v>136</c:v>
                </c:pt>
                <c:pt idx="53">
                  <c:v>136</c:v>
                </c:pt>
                <c:pt idx="54">
                  <c:v>150.450000</c:v>
                </c:pt>
                <c:pt idx="55">
                  <c:v>150.450000</c:v>
                </c:pt>
                <c:pt idx="56">
                  <c:v>199.75</c:v>
                </c:pt>
                <c:pt idx="57">
                  <c:v>199.75</c:v>
                </c:pt>
                <c:pt idx="58">
                  <c:v>195.5</c:v>
                </c:pt>
                <c:pt idx="59">
                  <c:v>195.5</c:v>
                </c:pt>
                <c:pt idx="60">
                  <c:v>237.15</c:v>
                </c:pt>
                <c:pt idx="61">
                  <c:v>237.15</c:v>
                </c:pt>
                <c:pt idx="62">
                  <c:v>269.45</c:v>
                </c:pt>
                <c:pt idx="63">
                  <c:v>269.45</c:v>
                </c:pt>
                <c:pt idx="64">
                  <c:v>275.400000</c:v>
                </c:pt>
                <c:pt idx="65">
                  <c:v>275.400000</c:v>
                </c:pt>
                <c:pt idx="66">
                  <c:v>318.75</c:v>
                </c:pt>
                <c:pt idx="67">
                  <c:v>318.75</c:v>
                </c:pt>
                <c:pt idx="68">
                  <c:v>374.85</c:v>
                </c:pt>
                <c:pt idx="69">
                  <c:v>374.85</c:v>
                </c:pt>
                <c:pt idx="70">
                  <c:v>407.15</c:v>
                </c:pt>
                <c:pt idx="71">
                  <c:v>407.15</c:v>
                </c:pt>
                <c:pt idx="72">
                  <c:v>425.85</c:v>
                </c:pt>
                <c:pt idx="73">
                  <c:v>425.85</c:v>
                </c:pt>
                <c:pt idx="74">
                  <c:v>437.75</c:v>
                </c:pt>
                <c:pt idx="75">
                  <c:v>437.75</c:v>
                </c:pt>
                <c:pt idx="76">
                  <c:v>447.95</c:v>
                </c:pt>
                <c:pt idx="77">
                  <c:v>447.95</c:v>
                </c:pt>
                <c:pt idx="78">
                  <c:v>462.4</c:v>
                </c:pt>
                <c:pt idx="79">
                  <c:v>462.4</c:v>
                </c:pt>
                <c:pt idx="80">
                  <c:v>477.7</c:v>
                </c:pt>
                <c:pt idx="81">
                  <c:v>477.7</c:v>
                </c:pt>
                <c:pt idx="82">
                  <c:v>490.45</c:v>
                </c:pt>
                <c:pt idx="83">
                  <c:v>490.45</c:v>
                </c:pt>
                <c:pt idx="84">
                  <c:v>503.2</c:v>
                </c:pt>
                <c:pt idx="85">
                  <c:v>503.2</c:v>
                </c:pt>
                <c:pt idx="86">
                  <c:v>514.25</c:v>
                </c:pt>
                <c:pt idx="87">
                  <c:v>514.25</c:v>
                </c:pt>
                <c:pt idx="88">
                  <c:v>521.9</c:v>
                </c:pt>
                <c:pt idx="89">
                  <c:v>521.9</c:v>
                </c:pt>
                <c:pt idx="90">
                  <c:v>526.15</c:v>
                </c:pt>
                <c:pt idx="91">
                  <c:v>526.15</c:v>
                </c:pt>
                <c:pt idx="92">
                  <c:v>527.85</c:v>
                </c:pt>
                <c:pt idx="93">
                  <c:v>527.85</c:v>
                </c:pt>
                <c:pt idx="94">
                  <c:v>527.85</c:v>
                </c:pt>
                <c:pt idx="95">
                  <c:v>527.85</c:v>
                </c:pt>
                <c:pt idx="96">
                  <c:v>528.700000</c:v>
                </c:pt>
                <c:pt idx="97">
                  <c:v>528.700000</c:v>
                </c:pt>
                <c:pt idx="98">
                  <c:v>530.4</c:v>
                </c:pt>
                <c:pt idx="99">
                  <c:v>530.4</c:v>
                </c:pt>
                <c:pt idx="100">
                  <c:v>522.75</c:v>
                </c:pt>
                <c:pt idx="101">
                  <c:v>522.75</c:v>
                </c:pt>
                <c:pt idx="102">
                  <c:v>512.550000</c:v>
                </c:pt>
                <c:pt idx="103">
                  <c:v>512.550000</c:v>
                </c:pt>
                <c:pt idx="104">
                  <c:v>499.8</c:v>
                </c:pt>
                <c:pt idx="105">
                  <c:v>499.8</c:v>
                </c:pt>
                <c:pt idx="106">
                  <c:v>485.35</c:v>
                </c:pt>
                <c:pt idx="107">
                  <c:v>485.35</c:v>
                </c:pt>
                <c:pt idx="108">
                  <c:v>474.3</c:v>
                </c:pt>
                <c:pt idx="109">
                  <c:v>474.3</c:v>
                </c:pt>
                <c:pt idx="110">
                  <c:v>463.25</c:v>
                </c:pt>
                <c:pt idx="111">
                  <c:v>463.25</c:v>
                </c:pt>
                <c:pt idx="112">
                  <c:v>449.65</c:v>
                </c:pt>
                <c:pt idx="113">
                  <c:v>449.65</c:v>
                </c:pt>
                <c:pt idx="114">
                  <c:v>438.6</c:v>
                </c:pt>
                <c:pt idx="115">
                  <c:v>438.6</c:v>
                </c:pt>
                <c:pt idx="116">
                  <c:v>419.05</c:v>
                </c:pt>
                <c:pt idx="117">
                  <c:v>419.05</c:v>
                </c:pt>
                <c:pt idx="118">
                  <c:v>401.2</c:v>
                </c:pt>
                <c:pt idx="119">
                  <c:v>401.2</c:v>
                </c:pt>
                <c:pt idx="120">
                  <c:v>383.35</c:v>
                </c:pt>
                <c:pt idx="121">
                  <c:v>383.35</c:v>
                </c:pt>
                <c:pt idx="122">
                  <c:v>362.95</c:v>
                </c:pt>
                <c:pt idx="123">
                  <c:v>362.95</c:v>
                </c:pt>
                <c:pt idx="124">
                  <c:v>335.75</c:v>
                </c:pt>
                <c:pt idx="125">
                  <c:v>335.75</c:v>
                </c:pt>
                <c:pt idx="126">
                  <c:v>301.75</c:v>
                </c:pt>
                <c:pt idx="127">
                  <c:v>301.75</c:v>
                </c:pt>
                <c:pt idx="128">
                  <c:v>265.2</c:v>
                </c:pt>
                <c:pt idx="129">
                  <c:v>265.2</c:v>
                </c:pt>
                <c:pt idx="130">
                  <c:v>228.65</c:v>
                </c:pt>
                <c:pt idx="131">
                  <c:v>228.65</c:v>
                </c:pt>
                <c:pt idx="132">
                  <c:v>197.2</c:v>
                </c:pt>
                <c:pt idx="133">
                  <c:v>197.2</c:v>
                </c:pt>
                <c:pt idx="134">
                  <c:v>164.05</c:v>
                </c:pt>
                <c:pt idx="135">
                  <c:v>164.05</c:v>
                </c:pt>
                <c:pt idx="136">
                  <c:v>133.450000</c:v>
                </c:pt>
                <c:pt idx="137">
                  <c:v>133.450000</c:v>
                </c:pt>
                <c:pt idx="138">
                  <c:v>105.4</c:v>
                </c:pt>
                <c:pt idx="139">
                  <c:v>105.4</c:v>
                </c:pt>
                <c:pt idx="140">
                  <c:v>78.2</c:v>
                </c:pt>
                <c:pt idx="141">
                  <c:v>78.2</c:v>
                </c:pt>
                <c:pt idx="142">
                  <c:v>53.55</c:v>
                </c:pt>
                <c:pt idx="143">
                  <c:v>53.55</c:v>
                </c:pt>
                <c:pt idx="144">
                  <c:v>33.15</c:v>
                </c:pt>
                <c:pt idx="145">
                  <c:v>33.15</c:v>
                </c:pt>
                <c:pt idx="146">
                  <c:v>19.55</c:v>
                </c:pt>
                <c:pt idx="147">
                  <c:v>19.55</c:v>
                </c:pt>
                <c:pt idx="148">
                  <c:v>9.35</c:v>
                </c:pt>
                <c:pt idx="149">
                  <c:v>9.35</c:v>
                </c:pt>
                <c:pt idx="150">
                  <c:v>1.7</c:v>
                </c:pt>
                <c:pt idx="151">
                  <c:v>1.7</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0.85</c:v>
                </c:pt>
                <c:pt idx="229">
                  <c:v>0.85</c:v>
                </c:pt>
                <c:pt idx="230">
                  <c:v>11.05</c:v>
                </c:pt>
                <c:pt idx="231">
                  <c:v>11.05</c:v>
                </c:pt>
                <c:pt idx="232">
                  <c:v>24.65</c:v>
                </c:pt>
                <c:pt idx="233">
                  <c:v>24.65</c:v>
                </c:pt>
                <c:pt idx="234">
                  <c:v>44.2</c:v>
                </c:pt>
                <c:pt idx="235">
                  <c:v>44.2</c:v>
                </c:pt>
                <c:pt idx="236">
                  <c:v>71.400000</c:v>
                </c:pt>
                <c:pt idx="237">
                  <c:v>71.400000</c:v>
                </c:pt>
                <c:pt idx="238">
                  <c:v>103.7</c:v>
                </c:pt>
                <c:pt idx="239">
                  <c:v>103.7</c:v>
                </c:pt>
                <c:pt idx="240">
                  <c:v>137.700000</c:v>
                </c:pt>
                <c:pt idx="241">
                  <c:v>137.700000</c:v>
                </c:pt>
                <c:pt idx="242">
                  <c:v>173.4</c:v>
                </c:pt>
                <c:pt idx="243">
                  <c:v>173.4</c:v>
                </c:pt>
                <c:pt idx="244">
                  <c:v>211.65</c:v>
                </c:pt>
                <c:pt idx="245">
                  <c:v>211.65</c:v>
                </c:pt>
                <c:pt idx="246">
                  <c:v>252.45</c:v>
                </c:pt>
                <c:pt idx="247">
                  <c:v>252.45</c:v>
                </c:pt>
                <c:pt idx="248">
                  <c:v>296.650000</c:v>
                </c:pt>
                <c:pt idx="249">
                  <c:v>296.650000</c:v>
                </c:pt>
                <c:pt idx="250">
                  <c:v>342.55</c:v>
                </c:pt>
                <c:pt idx="251">
                  <c:v>342.55</c:v>
                </c:pt>
                <c:pt idx="252">
                  <c:v>392.7</c:v>
                </c:pt>
                <c:pt idx="253">
                  <c:v>392.7</c:v>
                </c:pt>
                <c:pt idx="254">
                  <c:v>435.2</c:v>
                </c:pt>
                <c:pt idx="255">
                  <c:v>435.2</c:v>
                </c:pt>
                <c:pt idx="256">
                  <c:v>474.3</c:v>
                </c:pt>
                <c:pt idx="257">
                  <c:v>474.3</c:v>
                </c:pt>
                <c:pt idx="258">
                  <c:v>511.7</c:v>
                </c:pt>
                <c:pt idx="259">
                  <c:v>511.7</c:v>
                </c:pt>
                <c:pt idx="260">
                  <c:v>544.85</c:v>
                </c:pt>
                <c:pt idx="261">
                  <c:v>544.85</c:v>
                </c:pt>
                <c:pt idx="262">
                  <c:v>581.4</c:v>
                </c:pt>
                <c:pt idx="263">
                  <c:v>581.4</c:v>
                </c:pt>
                <c:pt idx="264">
                  <c:v>595.85</c:v>
                </c:pt>
                <c:pt idx="265">
                  <c:v>595.85</c:v>
                </c:pt>
                <c:pt idx="266">
                  <c:v>602.65</c:v>
                </c:pt>
                <c:pt idx="267">
                  <c:v>602.65</c:v>
                </c:pt>
                <c:pt idx="268">
                  <c:v>595</c:v>
                </c:pt>
                <c:pt idx="269">
                  <c:v>595</c:v>
                </c:pt>
                <c:pt idx="270">
                  <c:v>617.950000</c:v>
                </c:pt>
                <c:pt idx="271">
                  <c:v>617.950000</c:v>
                </c:pt>
                <c:pt idx="272">
                  <c:v>659.6</c:v>
                </c:pt>
                <c:pt idx="273">
                  <c:v>659.6</c:v>
                </c:pt>
                <c:pt idx="274">
                  <c:v>686.8</c:v>
                </c:pt>
                <c:pt idx="275">
                  <c:v>686.8</c:v>
                </c:pt>
                <c:pt idx="276">
                  <c:v>714.85</c:v>
                </c:pt>
                <c:pt idx="277">
                  <c:v>714.85</c:v>
                </c:pt>
                <c:pt idx="278">
                  <c:v>753.95</c:v>
                </c:pt>
                <c:pt idx="279">
                  <c:v>753.95</c:v>
                </c:pt>
                <c:pt idx="280">
                  <c:v>766.7</c:v>
                </c:pt>
                <c:pt idx="281">
                  <c:v>766.7</c:v>
                </c:pt>
                <c:pt idx="282">
                  <c:v>772.65</c:v>
                </c:pt>
                <c:pt idx="283">
                  <c:v>772.65</c:v>
                </c:pt>
                <c:pt idx="284">
                  <c:v>770.1</c:v>
                </c:pt>
                <c:pt idx="285">
                  <c:v>770.1</c:v>
                </c:pt>
                <c:pt idx="286">
                  <c:v>748</c:v>
                </c:pt>
                <c:pt idx="287">
                  <c:v>748</c:v>
                </c:pt>
                <c:pt idx="288">
                  <c:v>714</c:v>
                </c:pt>
                <c:pt idx="289">
                  <c:v>714</c:v>
                </c:pt>
                <c:pt idx="290">
                  <c:v>746.3</c:v>
                </c:pt>
                <c:pt idx="291">
                  <c:v>746.3</c:v>
                </c:pt>
                <c:pt idx="292">
                  <c:v>757.35</c:v>
                </c:pt>
                <c:pt idx="293">
                  <c:v>757.35</c:v>
                </c:pt>
                <c:pt idx="294">
                  <c:v>721.65</c:v>
                </c:pt>
                <c:pt idx="295">
                  <c:v>721.65</c:v>
                </c:pt>
                <c:pt idx="296">
                  <c:v>687.65</c:v>
                </c:pt>
                <c:pt idx="297">
                  <c:v>687.65</c:v>
                </c:pt>
                <c:pt idx="298">
                  <c:v>647.700000</c:v>
                </c:pt>
                <c:pt idx="299">
                  <c:v>647.700000</c:v>
                </c:pt>
                <c:pt idx="300">
                  <c:v>605.200000</c:v>
                </c:pt>
                <c:pt idx="301">
                  <c:v>605.200000</c:v>
                </c:pt>
                <c:pt idx="302">
                  <c:v>520.200000</c:v>
                </c:pt>
                <c:pt idx="303">
                  <c:v>520.200000</c:v>
                </c:pt>
                <c:pt idx="304">
                  <c:v>484.5</c:v>
                </c:pt>
                <c:pt idx="305">
                  <c:v>484.5</c:v>
                </c:pt>
                <c:pt idx="306">
                  <c:v>551.65</c:v>
                </c:pt>
                <c:pt idx="307">
                  <c:v>551.65</c:v>
                </c:pt>
                <c:pt idx="308">
                  <c:v>517.65</c:v>
                </c:pt>
                <c:pt idx="309">
                  <c:v>517.65</c:v>
                </c:pt>
                <c:pt idx="310">
                  <c:v>484.5</c:v>
                </c:pt>
                <c:pt idx="311">
                  <c:v>484.5</c:v>
                </c:pt>
                <c:pt idx="312">
                  <c:v>465.8</c:v>
                </c:pt>
                <c:pt idx="313">
                  <c:v>465.8</c:v>
                </c:pt>
                <c:pt idx="314">
                  <c:v>438.6</c:v>
                </c:pt>
                <c:pt idx="315">
                  <c:v>438.6</c:v>
                </c:pt>
                <c:pt idx="316">
                  <c:v>417.35</c:v>
                </c:pt>
                <c:pt idx="317">
                  <c:v>417.35</c:v>
                </c:pt>
                <c:pt idx="318">
                  <c:v>389.3</c:v>
                </c:pt>
                <c:pt idx="319">
                  <c:v>389.3</c:v>
                </c:pt>
                <c:pt idx="320">
                  <c:v>348.5</c:v>
                </c:pt>
                <c:pt idx="321">
                  <c:v>348.5</c:v>
                </c:pt>
                <c:pt idx="322">
                  <c:v>302.600000</c:v>
                </c:pt>
                <c:pt idx="323">
                  <c:v>302.600000</c:v>
                </c:pt>
                <c:pt idx="324">
                  <c:v>253.3</c:v>
                </c:pt>
                <c:pt idx="325">
                  <c:v>253.3</c:v>
                </c:pt>
                <c:pt idx="326">
                  <c:v>206.55</c:v>
                </c:pt>
                <c:pt idx="327">
                  <c:v>206.55</c:v>
                </c:pt>
                <c:pt idx="328">
                  <c:v>166.6</c:v>
                </c:pt>
                <c:pt idx="329">
                  <c:v>166.6</c:v>
                </c:pt>
                <c:pt idx="330">
                  <c:v>140.25</c:v>
                </c:pt>
                <c:pt idx="331">
                  <c:v>140.25</c:v>
                </c:pt>
                <c:pt idx="332">
                  <c:v>114.75</c:v>
                </c:pt>
                <c:pt idx="333">
                  <c:v>114.75</c:v>
                </c:pt>
                <c:pt idx="334">
                  <c:v>83.3</c:v>
                </c:pt>
                <c:pt idx="335">
                  <c:v>83.3</c:v>
                </c:pt>
                <c:pt idx="336">
                  <c:v>53.55</c:v>
                </c:pt>
                <c:pt idx="337">
                  <c:v>53.55</c:v>
                </c:pt>
                <c:pt idx="338">
                  <c:v>32.300000</c:v>
                </c:pt>
                <c:pt idx="339">
                  <c:v>32.300000</c:v>
                </c:pt>
                <c:pt idx="340">
                  <c:v>10.200000</c:v>
                </c:pt>
                <c:pt idx="341">
                  <c:v>10.200000</c:v>
                </c:pt>
                <c:pt idx="342">
                  <c:v>1.7</c:v>
                </c:pt>
                <c:pt idx="343">
                  <c:v>1.7</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0.85</c:v>
                </c:pt>
                <c:pt idx="421">
                  <c:v>0.85</c:v>
                </c:pt>
                <c:pt idx="422">
                  <c:v>9.35</c:v>
                </c:pt>
                <c:pt idx="423">
                  <c:v>9.35</c:v>
                </c:pt>
                <c:pt idx="424">
                  <c:v>24.65</c:v>
                </c:pt>
                <c:pt idx="425">
                  <c:v>24.65</c:v>
                </c:pt>
                <c:pt idx="426">
                  <c:v>46.75</c:v>
                </c:pt>
                <c:pt idx="427">
                  <c:v>46.75</c:v>
                </c:pt>
                <c:pt idx="428">
                  <c:v>62.9</c:v>
                </c:pt>
                <c:pt idx="429">
                  <c:v>62.9</c:v>
                </c:pt>
                <c:pt idx="430">
                  <c:v>79.05</c:v>
                </c:pt>
                <c:pt idx="431">
                  <c:v>79.05</c:v>
                </c:pt>
                <c:pt idx="432">
                  <c:v>105.4</c:v>
                </c:pt>
                <c:pt idx="433">
                  <c:v>105.4</c:v>
                </c:pt>
                <c:pt idx="434">
                  <c:v>130.050000</c:v>
                </c:pt>
                <c:pt idx="435">
                  <c:v>130.050000</c:v>
                </c:pt>
                <c:pt idx="436">
                  <c:v>178.5</c:v>
                </c:pt>
                <c:pt idx="437">
                  <c:v>178.5</c:v>
                </c:pt>
                <c:pt idx="438">
                  <c:v>226.95</c:v>
                </c:pt>
                <c:pt idx="439">
                  <c:v>226.95</c:v>
                </c:pt>
                <c:pt idx="440">
                  <c:v>275.400000</c:v>
                </c:pt>
                <c:pt idx="441">
                  <c:v>275.400000</c:v>
                </c:pt>
                <c:pt idx="442">
                  <c:v>323</c:v>
                </c:pt>
                <c:pt idx="443">
                  <c:v>323</c:v>
                </c:pt>
                <c:pt idx="444">
                  <c:v>374</c:v>
                </c:pt>
                <c:pt idx="445">
                  <c:v>374</c:v>
                </c:pt>
                <c:pt idx="446">
                  <c:v>415.65</c:v>
                </c:pt>
                <c:pt idx="447">
                  <c:v>415.65</c:v>
                </c:pt>
                <c:pt idx="448">
                  <c:v>453.9</c:v>
                </c:pt>
                <c:pt idx="449">
                  <c:v>453.9</c:v>
                </c:pt>
                <c:pt idx="450">
                  <c:v>490.45</c:v>
                </c:pt>
                <c:pt idx="451">
                  <c:v>490.45</c:v>
                </c:pt>
                <c:pt idx="452">
                  <c:v>526.15</c:v>
                </c:pt>
                <c:pt idx="453">
                  <c:v>526.15</c:v>
                </c:pt>
                <c:pt idx="454">
                  <c:v>560.15</c:v>
                </c:pt>
                <c:pt idx="455">
                  <c:v>560.15</c:v>
                </c:pt>
                <c:pt idx="456">
                  <c:v>592.450000</c:v>
                </c:pt>
                <c:pt idx="457">
                  <c:v>592.450000</c:v>
                </c:pt>
                <c:pt idx="458">
                  <c:v>623.050000</c:v>
                </c:pt>
                <c:pt idx="459">
                  <c:v>623.050000</c:v>
                </c:pt>
                <c:pt idx="460">
                  <c:v>650.25</c:v>
                </c:pt>
                <c:pt idx="461">
                  <c:v>650.25</c:v>
                </c:pt>
                <c:pt idx="462">
                  <c:v>666.4</c:v>
                </c:pt>
                <c:pt idx="463">
                  <c:v>666.4</c:v>
                </c:pt>
                <c:pt idx="464">
                  <c:v>645.15</c:v>
                </c:pt>
                <c:pt idx="465">
                  <c:v>645.15</c:v>
                </c:pt>
                <c:pt idx="466">
                  <c:v>663</c:v>
                </c:pt>
                <c:pt idx="467">
                  <c:v>663</c:v>
                </c:pt>
                <c:pt idx="468">
                  <c:v>727.6</c:v>
                </c:pt>
                <c:pt idx="469">
                  <c:v>727.6</c:v>
                </c:pt>
                <c:pt idx="470">
                  <c:v>708.05</c:v>
                </c:pt>
                <c:pt idx="471">
                  <c:v>708.05</c:v>
                </c:pt>
                <c:pt idx="472">
                  <c:v>732.7</c:v>
                </c:pt>
                <c:pt idx="473">
                  <c:v>732.7</c:v>
                </c:pt>
                <c:pt idx="474">
                  <c:v>749.7</c:v>
                </c:pt>
                <c:pt idx="475">
                  <c:v>749.7</c:v>
                </c:pt>
                <c:pt idx="476">
                  <c:v>759.9</c:v>
                </c:pt>
                <c:pt idx="477">
                  <c:v>759.9</c:v>
                </c:pt>
                <c:pt idx="478">
                  <c:v>759.05</c:v>
                </c:pt>
                <c:pt idx="479">
                  <c:v>759.05</c:v>
                </c:pt>
                <c:pt idx="480">
                  <c:v>755.65</c:v>
                </c:pt>
                <c:pt idx="481">
                  <c:v>755.65</c:v>
                </c:pt>
                <c:pt idx="482">
                  <c:v>748.85</c:v>
                </c:pt>
                <c:pt idx="483">
                  <c:v>748.85</c:v>
                </c:pt>
                <c:pt idx="484">
                  <c:v>740.35</c:v>
                </c:pt>
                <c:pt idx="485">
                  <c:v>740.35</c:v>
                </c:pt>
                <c:pt idx="486">
                  <c:v>728.45</c:v>
                </c:pt>
                <c:pt idx="487">
                  <c:v>728.45</c:v>
                </c:pt>
                <c:pt idx="488">
                  <c:v>714</c:v>
                </c:pt>
                <c:pt idx="489">
                  <c:v>714</c:v>
                </c:pt>
                <c:pt idx="490">
                  <c:v>696.15</c:v>
                </c:pt>
                <c:pt idx="491">
                  <c:v>696.15</c:v>
                </c:pt>
                <c:pt idx="492">
                  <c:v>676.6</c:v>
                </c:pt>
                <c:pt idx="493">
                  <c:v>676.6</c:v>
                </c:pt>
                <c:pt idx="494">
                  <c:v>653.65</c:v>
                </c:pt>
                <c:pt idx="495">
                  <c:v>653.65</c:v>
                </c:pt>
                <c:pt idx="496">
                  <c:v>629</c:v>
                </c:pt>
                <c:pt idx="497">
                  <c:v>629</c:v>
                </c:pt>
                <c:pt idx="498">
                  <c:v>601.800000</c:v>
                </c:pt>
                <c:pt idx="499">
                  <c:v>601.800000</c:v>
                </c:pt>
                <c:pt idx="500">
                  <c:v>569.5</c:v>
                </c:pt>
                <c:pt idx="501">
                  <c:v>569.5</c:v>
                </c:pt>
                <c:pt idx="502">
                  <c:v>531.25</c:v>
                </c:pt>
                <c:pt idx="503">
                  <c:v>531.25</c:v>
                </c:pt>
                <c:pt idx="504">
                  <c:v>492.15</c:v>
                </c:pt>
                <c:pt idx="505">
                  <c:v>492.15</c:v>
                </c:pt>
                <c:pt idx="506">
                  <c:v>450.5</c:v>
                </c:pt>
                <c:pt idx="507">
                  <c:v>450.5</c:v>
                </c:pt>
                <c:pt idx="508">
                  <c:v>412.25</c:v>
                </c:pt>
                <c:pt idx="509">
                  <c:v>412.25</c:v>
                </c:pt>
                <c:pt idx="510">
                  <c:v>376.55</c:v>
                </c:pt>
                <c:pt idx="511">
                  <c:v>376.55</c:v>
                </c:pt>
                <c:pt idx="512">
                  <c:v>339.15</c:v>
                </c:pt>
                <c:pt idx="513">
                  <c:v>339.15</c:v>
                </c:pt>
                <c:pt idx="514">
                  <c:v>301.75</c:v>
                </c:pt>
                <c:pt idx="515">
                  <c:v>301.75</c:v>
                </c:pt>
                <c:pt idx="516">
                  <c:v>264.350000</c:v>
                </c:pt>
                <c:pt idx="517">
                  <c:v>264.350000</c:v>
                </c:pt>
                <c:pt idx="518">
                  <c:v>226.1</c:v>
                </c:pt>
                <c:pt idx="519">
                  <c:v>226.1</c:v>
                </c:pt>
                <c:pt idx="520">
                  <c:v>189.55</c:v>
                </c:pt>
                <c:pt idx="521">
                  <c:v>189.55</c:v>
                </c:pt>
                <c:pt idx="522">
                  <c:v>153.85</c:v>
                </c:pt>
                <c:pt idx="523">
                  <c:v>153.85</c:v>
                </c:pt>
                <c:pt idx="524">
                  <c:v>119.85</c:v>
                </c:pt>
                <c:pt idx="525">
                  <c:v>119.85</c:v>
                </c:pt>
                <c:pt idx="526">
                  <c:v>88.4</c:v>
                </c:pt>
                <c:pt idx="527">
                  <c:v>88.4</c:v>
                </c:pt>
                <c:pt idx="528">
                  <c:v>60.35</c:v>
                </c:pt>
                <c:pt idx="529">
                  <c:v>60.35</c:v>
                </c:pt>
                <c:pt idx="530">
                  <c:v>34</c:v>
                </c:pt>
                <c:pt idx="531">
                  <c:v>34</c:v>
                </c:pt>
                <c:pt idx="532">
                  <c:v>8.5</c:v>
                </c:pt>
                <c:pt idx="533">
                  <c:v>8.5</c:v>
                </c:pt>
                <c:pt idx="534">
                  <c:v>0.85</c:v>
                </c:pt>
                <c:pt idx="535">
                  <c:v>0.85</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0.85</c:v>
                </c:pt>
                <c:pt idx="613">
                  <c:v>0.85</c:v>
                </c:pt>
                <c:pt idx="614">
                  <c:v>10.200000</c:v>
                </c:pt>
                <c:pt idx="615">
                  <c:v>10.200000</c:v>
                </c:pt>
                <c:pt idx="616">
                  <c:v>32.300000</c:v>
                </c:pt>
                <c:pt idx="617">
                  <c:v>32.300000</c:v>
                </c:pt>
                <c:pt idx="618">
                  <c:v>62.05</c:v>
                </c:pt>
                <c:pt idx="619">
                  <c:v>62.05</c:v>
                </c:pt>
                <c:pt idx="620">
                  <c:v>92.65</c:v>
                </c:pt>
                <c:pt idx="621">
                  <c:v>92.65</c:v>
                </c:pt>
                <c:pt idx="622">
                  <c:v>118.15</c:v>
                </c:pt>
                <c:pt idx="623">
                  <c:v>118.15</c:v>
                </c:pt>
                <c:pt idx="624">
                  <c:v>143.65</c:v>
                </c:pt>
                <c:pt idx="625">
                  <c:v>143.65</c:v>
                </c:pt>
                <c:pt idx="626">
                  <c:v>185.3</c:v>
                </c:pt>
                <c:pt idx="627">
                  <c:v>185.3</c:v>
                </c:pt>
                <c:pt idx="628">
                  <c:v>241.4</c:v>
                </c:pt>
                <c:pt idx="629">
                  <c:v>241.4</c:v>
                </c:pt>
                <c:pt idx="630">
                  <c:v>280.5</c:v>
                </c:pt>
                <c:pt idx="631">
                  <c:v>280.5</c:v>
                </c:pt>
                <c:pt idx="632">
                  <c:v>320.45</c:v>
                </c:pt>
                <c:pt idx="633">
                  <c:v>320.45</c:v>
                </c:pt>
                <c:pt idx="634">
                  <c:v>359.55</c:v>
                </c:pt>
                <c:pt idx="635">
                  <c:v>359.55</c:v>
                </c:pt>
                <c:pt idx="636">
                  <c:v>398.65</c:v>
                </c:pt>
                <c:pt idx="637">
                  <c:v>398.65</c:v>
                </c:pt>
                <c:pt idx="638">
                  <c:v>436.9</c:v>
                </c:pt>
                <c:pt idx="639">
                  <c:v>436.9</c:v>
                </c:pt>
                <c:pt idx="640">
                  <c:v>473.45</c:v>
                </c:pt>
                <c:pt idx="641">
                  <c:v>473.45</c:v>
                </c:pt>
                <c:pt idx="642">
                  <c:v>509.15</c:v>
                </c:pt>
                <c:pt idx="643">
                  <c:v>509.15</c:v>
                </c:pt>
                <c:pt idx="644">
                  <c:v>544.85</c:v>
                </c:pt>
                <c:pt idx="645">
                  <c:v>544.85</c:v>
                </c:pt>
                <c:pt idx="646">
                  <c:v>581.4</c:v>
                </c:pt>
                <c:pt idx="647">
                  <c:v>581.4</c:v>
                </c:pt>
                <c:pt idx="648">
                  <c:v>615.4</c:v>
                </c:pt>
                <c:pt idx="649">
                  <c:v>615.4</c:v>
                </c:pt>
                <c:pt idx="650">
                  <c:v>647.700000</c:v>
                </c:pt>
                <c:pt idx="651">
                  <c:v>647.700000</c:v>
                </c:pt>
                <c:pt idx="652">
                  <c:v>674.9</c:v>
                </c:pt>
                <c:pt idx="653">
                  <c:v>674.9</c:v>
                </c:pt>
                <c:pt idx="654">
                  <c:v>665.55</c:v>
                </c:pt>
                <c:pt idx="655">
                  <c:v>665.55</c:v>
                </c:pt>
                <c:pt idx="656">
                  <c:v>616.25</c:v>
                </c:pt>
                <c:pt idx="657">
                  <c:v>616.25</c:v>
                </c:pt>
                <c:pt idx="658">
                  <c:v>634.1</c:v>
                </c:pt>
                <c:pt idx="659">
                  <c:v>634.1</c:v>
                </c:pt>
                <c:pt idx="660">
                  <c:v>649.4</c:v>
                </c:pt>
                <c:pt idx="661">
                  <c:v>649.4</c:v>
                </c:pt>
                <c:pt idx="662">
                  <c:v>693.6</c:v>
                </c:pt>
                <c:pt idx="663">
                  <c:v>693.6</c:v>
                </c:pt>
                <c:pt idx="664">
                  <c:v>648.550000</c:v>
                </c:pt>
                <c:pt idx="665">
                  <c:v>648.550000</c:v>
                </c:pt>
                <c:pt idx="666">
                  <c:v>633.25</c:v>
                </c:pt>
                <c:pt idx="667">
                  <c:v>633.25</c:v>
                </c:pt>
                <c:pt idx="668">
                  <c:v>631.550000</c:v>
                </c:pt>
                <c:pt idx="669">
                  <c:v>631.550000</c:v>
                </c:pt>
                <c:pt idx="670">
                  <c:v>623.050000</c:v>
                </c:pt>
                <c:pt idx="671">
                  <c:v>623.050000</c:v>
                </c:pt>
                <c:pt idx="672">
                  <c:v>640.050000</c:v>
                </c:pt>
                <c:pt idx="673">
                  <c:v>640.050000</c:v>
                </c:pt>
                <c:pt idx="674">
                  <c:v>714.85</c:v>
                </c:pt>
                <c:pt idx="675">
                  <c:v>714.85</c:v>
                </c:pt>
                <c:pt idx="676">
                  <c:v>734.4</c:v>
                </c:pt>
                <c:pt idx="677">
                  <c:v>734.4</c:v>
                </c:pt>
                <c:pt idx="678">
                  <c:v>702.1</c:v>
                </c:pt>
                <c:pt idx="679">
                  <c:v>702.1</c:v>
                </c:pt>
                <c:pt idx="680">
                  <c:v>620.5</c:v>
                </c:pt>
                <c:pt idx="681">
                  <c:v>620.5</c:v>
                </c:pt>
                <c:pt idx="682">
                  <c:v>594.15</c:v>
                </c:pt>
                <c:pt idx="683">
                  <c:v>594.15</c:v>
                </c:pt>
                <c:pt idx="684">
                  <c:v>631.550000</c:v>
                </c:pt>
                <c:pt idx="685">
                  <c:v>631.550000</c:v>
                </c:pt>
                <c:pt idx="686">
                  <c:v>637.5</c:v>
                </c:pt>
                <c:pt idx="687">
                  <c:v>637.5</c:v>
                </c:pt>
                <c:pt idx="688">
                  <c:v>612</c:v>
                </c:pt>
                <c:pt idx="689">
                  <c:v>612</c:v>
                </c:pt>
                <c:pt idx="690">
                  <c:v>600.950000</c:v>
                </c:pt>
                <c:pt idx="691">
                  <c:v>600.950000</c:v>
                </c:pt>
                <c:pt idx="692">
                  <c:v>562.700000</c:v>
                </c:pt>
                <c:pt idx="693">
                  <c:v>562.700000</c:v>
                </c:pt>
                <c:pt idx="694">
                  <c:v>327.25</c:v>
                </c:pt>
                <c:pt idx="695">
                  <c:v>327.25</c:v>
                </c:pt>
                <c:pt idx="696">
                  <c:v>256.7</c:v>
                </c:pt>
                <c:pt idx="697">
                  <c:v>256.7</c:v>
                </c:pt>
                <c:pt idx="698">
                  <c:v>289.850000</c:v>
                </c:pt>
                <c:pt idx="699">
                  <c:v>289.850000</c:v>
                </c:pt>
                <c:pt idx="700">
                  <c:v>332.35</c:v>
                </c:pt>
                <c:pt idx="701">
                  <c:v>332.35</c:v>
                </c:pt>
                <c:pt idx="702">
                  <c:v>226.95</c:v>
                </c:pt>
                <c:pt idx="703">
                  <c:v>226.95</c:v>
                </c:pt>
                <c:pt idx="704">
                  <c:v>179.35</c:v>
                </c:pt>
                <c:pt idx="705">
                  <c:v>179.35</c:v>
                </c:pt>
                <c:pt idx="706">
                  <c:v>193.8</c:v>
                </c:pt>
                <c:pt idx="707">
                  <c:v>193.8</c:v>
                </c:pt>
                <c:pt idx="708">
                  <c:v>203.15</c:v>
                </c:pt>
                <c:pt idx="709">
                  <c:v>203.15</c:v>
                </c:pt>
                <c:pt idx="710">
                  <c:v>151.300000</c:v>
                </c:pt>
                <c:pt idx="711">
                  <c:v>151.300000</c:v>
                </c:pt>
                <c:pt idx="712">
                  <c:v>73.95</c:v>
                </c:pt>
                <c:pt idx="713">
                  <c:v>73.95</c:v>
                </c:pt>
                <c:pt idx="714">
                  <c:v>27.2</c:v>
                </c:pt>
                <c:pt idx="715">
                  <c:v>27.2</c:v>
                </c:pt>
                <c:pt idx="716">
                  <c:v>27.2</c:v>
                </c:pt>
                <c:pt idx="717">
                  <c:v>27.2</c:v>
                </c:pt>
                <c:pt idx="718">
                  <c:v>11.05</c:v>
                </c:pt>
                <c:pt idx="719">
                  <c:v>11.05</c:v>
                </c:pt>
                <c:pt idx="720">
                  <c:v>9.35</c:v>
                </c:pt>
                <c:pt idx="721">
                  <c:v>9.35</c:v>
                </c:pt>
                <c:pt idx="722">
                  <c:v>5.100000</c:v>
                </c:pt>
                <c:pt idx="723">
                  <c:v>5.100000</c:v>
                </c:pt>
                <c:pt idx="724">
                  <c:v>2.550000</c:v>
                </c:pt>
                <c:pt idx="725">
                  <c:v>2.550000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0.85</c:v>
                </c:pt>
                <c:pt idx="805">
                  <c:v>0.85</c:v>
                </c:pt>
                <c:pt idx="806">
                  <c:v>9.35</c:v>
                </c:pt>
                <c:pt idx="807">
                  <c:v>9.35</c:v>
                </c:pt>
                <c:pt idx="808">
                  <c:v>22.1</c:v>
                </c:pt>
                <c:pt idx="809">
                  <c:v>22.1</c:v>
                </c:pt>
                <c:pt idx="810">
                  <c:v>36.550000</c:v>
                </c:pt>
                <c:pt idx="811">
                  <c:v>36.550000</c:v>
                </c:pt>
                <c:pt idx="812">
                  <c:v>41.65</c:v>
                </c:pt>
                <c:pt idx="813">
                  <c:v>41.65</c:v>
                </c:pt>
                <c:pt idx="814">
                  <c:v>56.95</c:v>
                </c:pt>
                <c:pt idx="815">
                  <c:v>56.95</c:v>
                </c:pt>
                <c:pt idx="816">
                  <c:v>72.25</c:v>
                </c:pt>
                <c:pt idx="817">
                  <c:v>72.25</c:v>
                </c:pt>
                <c:pt idx="818">
                  <c:v>90.95</c:v>
                </c:pt>
                <c:pt idx="819">
                  <c:v>90.95</c:v>
                </c:pt>
                <c:pt idx="820">
                  <c:v>104.55</c:v>
                </c:pt>
                <c:pt idx="821">
                  <c:v>104.55</c:v>
                </c:pt>
                <c:pt idx="822">
                  <c:v>107.1</c:v>
                </c:pt>
                <c:pt idx="823">
                  <c:v>107.1</c:v>
                </c:pt>
                <c:pt idx="824">
                  <c:v>103.7</c:v>
                </c:pt>
                <c:pt idx="825">
                  <c:v>103.7</c:v>
                </c:pt>
                <c:pt idx="826">
                  <c:v>134.300000</c:v>
                </c:pt>
                <c:pt idx="827">
                  <c:v>134.300000</c:v>
                </c:pt>
                <c:pt idx="828">
                  <c:v>187</c:v>
                </c:pt>
                <c:pt idx="829">
                  <c:v>187</c:v>
                </c:pt>
                <c:pt idx="830">
                  <c:v>210.8</c:v>
                </c:pt>
                <c:pt idx="831">
                  <c:v>210.8</c:v>
                </c:pt>
                <c:pt idx="832">
                  <c:v>217.6</c:v>
                </c:pt>
                <c:pt idx="833">
                  <c:v>217.6</c:v>
                </c:pt>
                <c:pt idx="834">
                  <c:v>204.85</c:v>
                </c:pt>
                <c:pt idx="835">
                  <c:v>204.85</c:v>
                </c:pt>
                <c:pt idx="836">
                  <c:v>197.2</c:v>
                </c:pt>
                <c:pt idx="837">
                  <c:v>197.2</c:v>
                </c:pt>
                <c:pt idx="838">
                  <c:v>224.4</c:v>
                </c:pt>
                <c:pt idx="839">
                  <c:v>224.4</c:v>
                </c:pt>
                <c:pt idx="840">
                  <c:v>188.7</c:v>
                </c:pt>
                <c:pt idx="841">
                  <c:v>188.7</c:v>
                </c:pt>
                <c:pt idx="842">
                  <c:v>203.15</c:v>
                </c:pt>
                <c:pt idx="843">
                  <c:v>203.15</c:v>
                </c:pt>
                <c:pt idx="844">
                  <c:v>167.45</c:v>
                </c:pt>
                <c:pt idx="845">
                  <c:v>167.45</c:v>
                </c:pt>
                <c:pt idx="846">
                  <c:v>158.950000</c:v>
                </c:pt>
                <c:pt idx="847">
                  <c:v>158.950000</c:v>
                </c:pt>
                <c:pt idx="848">
                  <c:v>210.8</c:v>
                </c:pt>
                <c:pt idx="849">
                  <c:v>210.8</c:v>
                </c:pt>
                <c:pt idx="850">
                  <c:v>210.8</c:v>
                </c:pt>
                <c:pt idx="851">
                  <c:v>210.8</c:v>
                </c:pt>
                <c:pt idx="852">
                  <c:v>172.55</c:v>
                </c:pt>
                <c:pt idx="853">
                  <c:v>172.55</c:v>
                </c:pt>
                <c:pt idx="854">
                  <c:v>238.85</c:v>
                </c:pt>
                <c:pt idx="855">
                  <c:v>238.85</c:v>
                </c:pt>
                <c:pt idx="856">
                  <c:v>324.7</c:v>
                </c:pt>
                <c:pt idx="857">
                  <c:v>324.7</c:v>
                </c:pt>
                <c:pt idx="858">
                  <c:v>272.850000</c:v>
                </c:pt>
                <c:pt idx="859">
                  <c:v>272.850000</c:v>
                </c:pt>
                <c:pt idx="860">
                  <c:v>211.65</c:v>
                </c:pt>
                <c:pt idx="861">
                  <c:v>211.65</c:v>
                </c:pt>
                <c:pt idx="862">
                  <c:v>222.7</c:v>
                </c:pt>
                <c:pt idx="863">
                  <c:v>222.7</c:v>
                </c:pt>
                <c:pt idx="864">
                  <c:v>191.25</c:v>
                </c:pt>
                <c:pt idx="865">
                  <c:v>191.25</c:v>
                </c:pt>
                <c:pt idx="866">
                  <c:v>161.5</c:v>
                </c:pt>
                <c:pt idx="867">
                  <c:v>161.5</c:v>
                </c:pt>
                <c:pt idx="868">
                  <c:v>118.15</c:v>
                </c:pt>
                <c:pt idx="869">
                  <c:v>118.15</c:v>
                </c:pt>
                <c:pt idx="870">
                  <c:v>92.65</c:v>
                </c:pt>
                <c:pt idx="871">
                  <c:v>92.65</c:v>
                </c:pt>
                <c:pt idx="872">
                  <c:v>113.9</c:v>
                </c:pt>
                <c:pt idx="873">
                  <c:v>113.9</c:v>
                </c:pt>
                <c:pt idx="874">
                  <c:v>86.7</c:v>
                </c:pt>
                <c:pt idx="875">
                  <c:v>86.7</c:v>
                </c:pt>
                <c:pt idx="876">
                  <c:v>131.75</c:v>
                </c:pt>
                <c:pt idx="877">
                  <c:v>131.75</c:v>
                </c:pt>
                <c:pt idx="878">
                  <c:v>208.25</c:v>
                </c:pt>
                <c:pt idx="879">
                  <c:v>208.25</c:v>
                </c:pt>
                <c:pt idx="880">
                  <c:v>198.05</c:v>
                </c:pt>
                <c:pt idx="881">
                  <c:v>198.05</c:v>
                </c:pt>
                <c:pt idx="882">
                  <c:v>163.200000</c:v>
                </c:pt>
                <c:pt idx="883">
                  <c:v>163.200000</c:v>
                </c:pt>
                <c:pt idx="884">
                  <c:v>121.55</c:v>
                </c:pt>
                <c:pt idx="885">
                  <c:v>121.55</c:v>
                </c:pt>
                <c:pt idx="886">
                  <c:v>130.9</c:v>
                </c:pt>
                <c:pt idx="887">
                  <c:v>130.9</c:v>
                </c:pt>
                <c:pt idx="888">
                  <c:v>148.75</c:v>
                </c:pt>
                <c:pt idx="889">
                  <c:v>148.75</c:v>
                </c:pt>
                <c:pt idx="890">
                  <c:v>201.45</c:v>
                </c:pt>
                <c:pt idx="891">
                  <c:v>201.45</c:v>
                </c:pt>
                <c:pt idx="892">
                  <c:v>198.9</c:v>
                </c:pt>
                <c:pt idx="893">
                  <c:v>198.9</c:v>
                </c:pt>
                <c:pt idx="894">
                  <c:v>139.4</c:v>
                </c:pt>
                <c:pt idx="895">
                  <c:v>139.4</c:v>
                </c:pt>
                <c:pt idx="896">
                  <c:v>102.85</c:v>
                </c:pt>
                <c:pt idx="897">
                  <c:v>102.85</c:v>
                </c:pt>
                <c:pt idx="898">
                  <c:v>95.2</c:v>
                </c:pt>
                <c:pt idx="899">
                  <c:v>95.2</c:v>
                </c:pt>
                <c:pt idx="900">
                  <c:v>109.65</c:v>
                </c:pt>
                <c:pt idx="901">
                  <c:v>109.65</c:v>
                </c:pt>
                <c:pt idx="902">
                  <c:v>102</c:v>
                </c:pt>
                <c:pt idx="903">
                  <c:v>102</c:v>
                </c:pt>
                <c:pt idx="904">
                  <c:v>73.100000</c:v>
                </c:pt>
                <c:pt idx="905">
                  <c:v>73.100000</c:v>
                </c:pt>
                <c:pt idx="906">
                  <c:v>62.9</c:v>
                </c:pt>
                <c:pt idx="907">
                  <c:v>62.9</c:v>
                </c:pt>
                <c:pt idx="908">
                  <c:v>43.35</c:v>
                </c:pt>
                <c:pt idx="909">
                  <c:v>43.35</c:v>
                </c:pt>
                <c:pt idx="910">
                  <c:v>32.300000</c:v>
                </c:pt>
                <c:pt idx="911">
                  <c:v>32.300000</c:v>
                </c:pt>
                <c:pt idx="912">
                  <c:v>17</c:v>
                </c:pt>
                <c:pt idx="913">
                  <c:v>17</c:v>
                </c:pt>
                <c:pt idx="914">
                  <c:v>8.5</c:v>
                </c:pt>
                <c:pt idx="915">
                  <c:v>8.5</c:v>
                </c:pt>
                <c:pt idx="916">
                  <c:v>2.550000</c:v>
                </c:pt>
                <c:pt idx="917">
                  <c:v>2.550000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8.5</c:v>
                </c:pt>
                <c:pt idx="999">
                  <c:v>8.5</c:v>
                </c:pt>
                <c:pt idx="1000">
                  <c:v>28.05</c:v>
                </c:pt>
                <c:pt idx="1001">
                  <c:v>28.05</c:v>
                </c:pt>
                <c:pt idx="1002">
                  <c:v>56.1</c:v>
                </c:pt>
                <c:pt idx="1003">
                  <c:v>56.1</c:v>
                </c:pt>
                <c:pt idx="1004">
                  <c:v>68</c:v>
                </c:pt>
                <c:pt idx="1005">
                  <c:v>68</c:v>
                </c:pt>
                <c:pt idx="1006">
                  <c:v>78.2</c:v>
                </c:pt>
                <c:pt idx="1007">
                  <c:v>78.2</c:v>
                </c:pt>
                <c:pt idx="1008">
                  <c:v>98.6</c:v>
                </c:pt>
                <c:pt idx="1009">
                  <c:v>98.6</c:v>
                </c:pt>
                <c:pt idx="1010">
                  <c:v>122.4</c:v>
                </c:pt>
                <c:pt idx="1011">
                  <c:v>122.4</c:v>
                </c:pt>
                <c:pt idx="1012">
                  <c:v>133.450000</c:v>
                </c:pt>
                <c:pt idx="1013">
                  <c:v>133.450000</c:v>
                </c:pt>
                <c:pt idx="1014">
                  <c:v>163.200000</c:v>
                </c:pt>
                <c:pt idx="1015">
                  <c:v>163.200000</c:v>
                </c:pt>
                <c:pt idx="1016">
                  <c:v>193.8</c:v>
                </c:pt>
                <c:pt idx="1017">
                  <c:v>193.8</c:v>
                </c:pt>
                <c:pt idx="1018">
                  <c:v>197.2</c:v>
                </c:pt>
                <c:pt idx="1019">
                  <c:v>197.2</c:v>
                </c:pt>
                <c:pt idx="1020">
                  <c:v>198.9</c:v>
                </c:pt>
                <c:pt idx="1021">
                  <c:v>198.9</c:v>
                </c:pt>
                <c:pt idx="1022">
                  <c:v>249.9</c:v>
                </c:pt>
                <c:pt idx="1023">
                  <c:v>249.9</c:v>
                </c:pt>
                <c:pt idx="1024">
                  <c:v>298.350000</c:v>
                </c:pt>
                <c:pt idx="1025">
                  <c:v>298.350000</c:v>
                </c:pt>
                <c:pt idx="1026">
                  <c:v>293.25</c:v>
                </c:pt>
                <c:pt idx="1027">
                  <c:v>293.25</c:v>
                </c:pt>
                <c:pt idx="1028">
                  <c:v>263.5</c:v>
                </c:pt>
                <c:pt idx="1029">
                  <c:v>263.5</c:v>
                </c:pt>
                <c:pt idx="1030">
                  <c:v>289.850000</c:v>
                </c:pt>
                <c:pt idx="1031">
                  <c:v>289.850000</c:v>
                </c:pt>
                <c:pt idx="1032">
                  <c:v>270.3</c:v>
                </c:pt>
                <c:pt idx="1033">
                  <c:v>270.3</c:v>
                </c:pt>
                <c:pt idx="1034">
                  <c:v>279.650000</c:v>
                </c:pt>
                <c:pt idx="1035">
                  <c:v>279.650000</c:v>
                </c:pt>
                <c:pt idx="1036">
                  <c:v>257.55</c:v>
                </c:pt>
                <c:pt idx="1037">
                  <c:v>257.55</c:v>
                </c:pt>
                <c:pt idx="1038">
                  <c:v>256.7</c:v>
                </c:pt>
                <c:pt idx="1039">
                  <c:v>256.7</c:v>
                </c:pt>
                <c:pt idx="1040">
                  <c:v>243.1</c:v>
                </c:pt>
                <c:pt idx="1041">
                  <c:v>243.1</c:v>
                </c:pt>
                <c:pt idx="1042">
                  <c:v>239.7</c:v>
                </c:pt>
                <c:pt idx="1043">
                  <c:v>239.7</c:v>
                </c:pt>
                <c:pt idx="1044">
                  <c:v>233.75</c:v>
                </c:pt>
                <c:pt idx="1045">
                  <c:v>233.75</c:v>
                </c:pt>
                <c:pt idx="1046">
                  <c:v>232.05</c:v>
                </c:pt>
                <c:pt idx="1047">
                  <c:v>232.05</c:v>
                </c:pt>
                <c:pt idx="1048">
                  <c:v>228.65</c:v>
                </c:pt>
                <c:pt idx="1049">
                  <c:v>228.65</c:v>
                </c:pt>
                <c:pt idx="1050">
                  <c:v>248.2</c:v>
                </c:pt>
                <c:pt idx="1051">
                  <c:v>248.2</c:v>
                </c:pt>
                <c:pt idx="1052">
                  <c:v>271.150000</c:v>
                </c:pt>
                <c:pt idx="1053">
                  <c:v>271.150000</c:v>
                </c:pt>
                <c:pt idx="1054">
                  <c:v>293.25</c:v>
                </c:pt>
                <c:pt idx="1055">
                  <c:v>293.25</c:v>
                </c:pt>
                <c:pt idx="1056">
                  <c:v>304.3</c:v>
                </c:pt>
                <c:pt idx="1057">
                  <c:v>304.3</c:v>
                </c:pt>
                <c:pt idx="1058">
                  <c:v>291.55</c:v>
                </c:pt>
                <c:pt idx="1059">
                  <c:v>291.55</c:v>
                </c:pt>
                <c:pt idx="1060">
                  <c:v>306.850000</c:v>
                </c:pt>
                <c:pt idx="1061">
                  <c:v>306.850000</c:v>
                </c:pt>
                <c:pt idx="1062">
                  <c:v>300.900000</c:v>
                </c:pt>
                <c:pt idx="1063">
                  <c:v>300.900000</c:v>
                </c:pt>
                <c:pt idx="1064">
                  <c:v>316.2</c:v>
                </c:pt>
                <c:pt idx="1065">
                  <c:v>316.2</c:v>
                </c:pt>
                <c:pt idx="1066">
                  <c:v>321.3</c:v>
                </c:pt>
                <c:pt idx="1067">
                  <c:v>321.3</c:v>
                </c:pt>
                <c:pt idx="1068">
                  <c:v>314.5</c:v>
                </c:pt>
                <c:pt idx="1069">
                  <c:v>314.5</c:v>
                </c:pt>
                <c:pt idx="1070">
                  <c:v>272.850000</c:v>
                </c:pt>
                <c:pt idx="1071">
                  <c:v>272.850000</c:v>
                </c:pt>
                <c:pt idx="1072">
                  <c:v>308.55</c:v>
                </c:pt>
                <c:pt idx="1073">
                  <c:v>308.55</c:v>
                </c:pt>
                <c:pt idx="1074">
                  <c:v>324.7</c:v>
                </c:pt>
                <c:pt idx="1075">
                  <c:v>324.7</c:v>
                </c:pt>
                <c:pt idx="1076">
                  <c:v>257.55</c:v>
                </c:pt>
                <c:pt idx="1077">
                  <c:v>257.55</c:v>
                </c:pt>
                <c:pt idx="1078">
                  <c:v>198.9</c:v>
                </c:pt>
                <c:pt idx="1079">
                  <c:v>198.9</c:v>
                </c:pt>
                <c:pt idx="1080">
                  <c:v>196.35</c:v>
                </c:pt>
                <c:pt idx="1081">
                  <c:v>196.35</c:v>
                </c:pt>
                <c:pt idx="1082">
                  <c:v>203.15</c:v>
                </c:pt>
                <c:pt idx="1083">
                  <c:v>203.15</c:v>
                </c:pt>
                <c:pt idx="1084">
                  <c:v>184.45</c:v>
                </c:pt>
                <c:pt idx="1085">
                  <c:v>184.45</c:v>
                </c:pt>
                <c:pt idx="1086">
                  <c:v>139.4</c:v>
                </c:pt>
                <c:pt idx="1087">
                  <c:v>139.4</c:v>
                </c:pt>
                <c:pt idx="1088">
                  <c:v>115.6</c:v>
                </c:pt>
                <c:pt idx="1089">
                  <c:v>115.6</c:v>
                </c:pt>
                <c:pt idx="1090">
                  <c:v>85.85</c:v>
                </c:pt>
                <c:pt idx="1091">
                  <c:v>85.85</c:v>
                </c:pt>
                <c:pt idx="1092">
                  <c:v>90.95</c:v>
                </c:pt>
                <c:pt idx="1093">
                  <c:v>90.95</c:v>
                </c:pt>
                <c:pt idx="1094">
                  <c:v>127.5</c:v>
                </c:pt>
                <c:pt idx="1095">
                  <c:v>127.5</c:v>
                </c:pt>
                <c:pt idx="1096">
                  <c:v>73.95</c:v>
                </c:pt>
                <c:pt idx="1097">
                  <c:v>73.95</c:v>
                </c:pt>
                <c:pt idx="1098">
                  <c:v>58.65</c:v>
                </c:pt>
                <c:pt idx="1099">
                  <c:v>58.65</c:v>
                </c:pt>
                <c:pt idx="1100">
                  <c:v>39.950000</c:v>
                </c:pt>
                <c:pt idx="1101">
                  <c:v>39.950000</c:v>
                </c:pt>
                <c:pt idx="1102">
                  <c:v>27.2</c:v>
                </c:pt>
                <c:pt idx="1103">
                  <c:v>27.2</c:v>
                </c:pt>
                <c:pt idx="1104">
                  <c:v>22.1</c:v>
                </c:pt>
                <c:pt idx="1105">
                  <c:v>22.1</c:v>
                </c:pt>
                <c:pt idx="1106">
                  <c:v>12.75</c:v>
                </c:pt>
                <c:pt idx="1107">
                  <c:v>12.75</c:v>
                </c:pt>
                <c:pt idx="1108">
                  <c:v>5.95</c:v>
                </c:pt>
                <c:pt idx="1109">
                  <c:v>5.95</c:v>
                </c:pt>
                <c:pt idx="1110">
                  <c:v>0.85</c:v>
                </c:pt>
                <c:pt idx="1111">
                  <c:v>0.85</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5.100000</c:v>
                </c:pt>
                <c:pt idx="1191">
                  <c:v>5.100000</c:v>
                </c:pt>
                <c:pt idx="1192">
                  <c:v>19.55</c:v>
                </c:pt>
                <c:pt idx="1193">
                  <c:v>19.55</c:v>
                </c:pt>
                <c:pt idx="1194">
                  <c:v>34.85</c:v>
                </c:pt>
                <c:pt idx="1195">
                  <c:v>34.85</c:v>
                </c:pt>
                <c:pt idx="1196">
                  <c:v>65.45</c:v>
                </c:pt>
                <c:pt idx="1197">
                  <c:v>65.45</c:v>
                </c:pt>
                <c:pt idx="1198">
                  <c:v>94.35</c:v>
                </c:pt>
                <c:pt idx="1199">
                  <c:v>94.35</c:v>
                </c:pt>
                <c:pt idx="1200">
                  <c:v>100.3</c:v>
                </c:pt>
                <c:pt idx="1201">
                  <c:v>100.3</c:v>
                </c:pt>
                <c:pt idx="1202">
                  <c:v>123.25</c:v>
                </c:pt>
                <c:pt idx="1203">
                  <c:v>123.25</c:v>
                </c:pt>
                <c:pt idx="1204">
                  <c:v>168.3</c:v>
                </c:pt>
                <c:pt idx="1205">
                  <c:v>168.3</c:v>
                </c:pt>
                <c:pt idx="1206">
                  <c:v>190.4</c:v>
                </c:pt>
                <c:pt idx="1207">
                  <c:v>190.4</c:v>
                </c:pt>
                <c:pt idx="1208">
                  <c:v>220.15</c:v>
                </c:pt>
                <c:pt idx="1209">
                  <c:v>220.15</c:v>
                </c:pt>
                <c:pt idx="1210">
                  <c:v>268.600000</c:v>
                </c:pt>
                <c:pt idx="1211">
                  <c:v>268.600000</c:v>
                </c:pt>
                <c:pt idx="1212">
                  <c:v>317.05</c:v>
                </c:pt>
                <c:pt idx="1213">
                  <c:v>317.05</c:v>
                </c:pt>
                <c:pt idx="1214">
                  <c:v>372.3</c:v>
                </c:pt>
                <c:pt idx="1215">
                  <c:v>372.3</c:v>
                </c:pt>
                <c:pt idx="1216">
                  <c:v>407.15</c:v>
                </c:pt>
                <c:pt idx="1217">
                  <c:v>407.15</c:v>
                </c:pt>
                <c:pt idx="1218">
                  <c:v>428.4</c:v>
                </c:pt>
                <c:pt idx="1219">
                  <c:v>428.4</c:v>
                </c:pt>
                <c:pt idx="1220">
                  <c:v>408</c:v>
                </c:pt>
                <c:pt idx="1221">
                  <c:v>408</c:v>
                </c:pt>
                <c:pt idx="1222">
                  <c:v>464.95</c:v>
                </c:pt>
                <c:pt idx="1223">
                  <c:v>464.95</c:v>
                </c:pt>
                <c:pt idx="1224">
                  <c:v>548.25</c:v>
                </c:pt>
                <c:pt idx="1225">
                  <c:v>548.25</c:v>
                </c:pt>
                <c:pt idx="1226">
                  <c:v>594.15</c:v>
                </c:pt>
                <c:pt idx="1227">
                  <c:v>594.15</c:v>
                </c:pt>
                <c:pt idx="1228">
                  <c:v>588.200000</c:v>
                </c:pt>
                <c:pt idx="1229">
                  <c:v>588.200000</c:v>
                </c:pt>
                <c:pt idx="1230">
                  <c:v>564.4</c:v>
                </c:pt>
                <c:pt idx="1231">
                  <c:v>564.4</c:v>
                </c:pt>
                <c:pt idx="1232">
                  <c:v>593.300000</c:v>
                </c:pt>
                <c:pt idx="1233">
                  <c:v>593.300000</c:v>
                </c:pt>
                <c:pt idx="1234">
                  <c:v>644.300000</c:v>
                </c:pt>
                <c:pt idx="1235">
                  <c:v>644.300000</c:v>
                </c:pt>
                <c:pt idx="1236">
                  <c:v>680</c:v>
                </c:pt>
                <c:pt idx="1237">
                  <c:v>680</c:v>
                </c:pt>
                <c:pt idx="1238">
                  <c:v>677.45</c:v>
                </c:pt>
                <c:pt idx="1239">
                  <c:v>677.45</c:v>
                </c:pt>
                <c:pt idx="1240">
                  <c:v>625.6</c:v>
                </c:pt>
                <c:pt idx="1241">
                  <c:v>625.6</c:v>
                </c:pt>
                <c:pt idx="1242">
                  <c:v>651.950000</c:v>
                </c:pt>
                <c:pt idx="1243">
                  <c:v>651.950000</c:v>
                </c:pt>
                <c:pt idx="1244">
                  <c:v>691.9</c:v>
                </c:pt>
                <c:pt idx="1245">
                  <c:v>691.9</c:v>
                </c:pt>
                <c:pt idx="1246">
                  <c:v>702.95</c:v>
                </c:pt>
                <c:pt idx="1247">
                  <c:v>702.95</c:v>
                </c:pt>
                <c:pt idx="1248">
                  <c:v>714</c:v>
                </c:pt>
                <c:pt idx="1249">
                  <c:v>714</c:v>
                </c:pt>
                <c:pt idx="1250">
                  <c:v>650.25</c:v>
                </c:pt>
                <c:pt idx="1251">
                  <c:v>650.25</c:v>
                </c:pt>
                <c:pt idx="1252">
                  <c:v>671.5</c:v>
                </c:pt>
                <c:pt idx="1253">
                  <c:v>671.5</c:v>
                </c:pt>
                <c:pt idx="1254">
                  <c:v>710.6</c:v>
                </c:pt>
                <c:pt idx="1255">
                  <c:v>710.6</c:v>
                </c:pt>
                <c:pt idx="1256">
                  <c:v>719.95</c:v>
                </c:pt>
                <c:pt idx="1257">
                  <c:v>719.95</c:v>
                </c:pt>
                <c:pt idx="1258">
                  <c:v>682.55</c:v>
                </c:pt>
                <c:pt idx="1259">
                  <c:v>682.55</c:v>
                </c:pt>
                <c:pt idx="1260">
                  <c:v>675.75</c:v>
                </c:pt>
                <c:pt idx="1261">
                  <c:v>675.75</c:v>
                </c:pt>
                <c:pt idx="1262">
                  <c:v>677.45</c:v>
                </c:pt>
                <c:pt idx="1263">
                  <c:v>677.45</c:v>
                </c:pt>
                <c:pt idx="1264">
                  <c:v>635.800000</c:v>
                </c:pt>
                <c:pt idx="1265">
                  <c:v>635.800000</c:v>
                </c:pt>
                <c:pt idx="1266">
                  <c:v>634.950000</c:v>
                </c:pt>
                <c:pt idx="1267">
                  <c:v>634.950000</c:v>
                </c:pt>
                <c:pt idx="1268">
                  <c:v>612</c:v>
                </c:pt>
                <c:pt idx="1269">
                  <c:v>612</c:v>
                </c:pt>
                <c:pt idx="1270">
                  <c:v>584.800000</c:v>
                </c:pt>
                <c:pt idx="1271">
                  <c:v>584.800000</c:v>
                </c:pt>
                <c:pt idx="1272">
                  <c:v>550.800000</c:v>
                </c:pt>
                <c:pt idx="1273">
                  <c:v>550.800000</c:v>
                </c:pt>
                <c:pt idx="1274">
                  <c:v>514.25</c:v>
                </c:pt>
                <c:pt idx="1275">
                  <c:v>514.25</c:v>
                </c:pt>
                <c:pt idx="1276">
                  <c:v>476.85</c:v>
                </c:pt>
                <c:pt idx="1277">
                  <c:v>476.85</c:v>
                </c:pt>
                <c:pt idx="1278">
                  <c:v>436.05</c:v>
                </c:pt>
                <c:pt idx="1279">
                  <c:v>436.05</c:v>
                </c:pt>
                <c:pt idx="1280">
                  <c:v>375.7</c:v>
                </c:pt>
                <c:pt idx="1281">
                  <c:v>375.7</c:v>
                </c:pt>
                <c:pt idx="1282">
                  <c:v>312.8</c:v>
                </c:pt>
                <c:pt idx="1283">
                  <c:v>312.8</c:v>
                </c:pt>
                <c:pt idx="1284">
                  <c:v>255</c:v>
                </c:pt>
                <c:pt idx="1285">
                  <c:v>255</c:v>
                </c:pt>
                <c:pt idx="1286">
                  <c:v>179.35</c:v>
                </c:pt>
                <c:pt idx="1287">
                  <c:v>179.35</c:v>
                </c:pt>
                <c:pt idx="1288">
                  <c:v>113.9</c:v>
                </c:pt>
                <c:pt idx="1289">
                  <c:v>113.9</c:v>
                </c:pt>
                <c:pt idx="1290">
                  <c:v>100.3</c:v>
                </c:pt>
                <c:pt idx="1291">
                  <c:v>100.3</c:v>
                </c:pt>
                <c:pt idx="1292">
                  <c:v>90.1</c:v>
                </c:pt>
                <c:pt idx="1293">
                  <c:v>90.1</c:v>
                </c:pt>
                <c:pt idx="1294">
                  <c:v>74.8</c:v>
                </c:pt>
                <c:pt idx="1295">
                  <c:v>74.8</c:v>
                </c:pt>
                <c:pt idx="1296">
                  <c:v>49.3</c:v>
                </c:pt>
                <c:pt idx="1297">
                  <c:v>49.3</c:v>
                </c:pt>
                <c:pt idx="1298">
                  <c:v>27.2</c:v>
                </c:pt>
                <c:pt idx="1299">
                  <c:v>27.2</c:v>
                </c:pt>
                <c:pt idx="1300">
                  <c:v>7.65</c:v>
                </c:pt>
                <c:pt idx="1301">
                  <c:v>7.65</c:v>
                </c:pt>
                <c:pt idx="1302">
                  <c:v>0.85</c:v>
                </c:pt>
                <c:pt idx="1303">
                  <c:v>0.85</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3.4</c:v>
                </c:pt>
                <c:pt idx="1383">
                  <c:v>3.4</c:v>
                </c:pt>
                <c:pt idx="1384">
                  <c:v>21.25</c:v>
                </c:pt>
                <c:pt idx="1385">
                  <c:v>21.25</c:v>
                </c:pt>
                <c:pt idx="1386">
                  <c:v>37.4</c:v>
                </c:pt>
                <c:pt idx="1387">
                  <c:v>37.4</c:v>
                </c:pt>
                <c:pt idx="1388">
                  <c:v>52.7</c:v>
                </c:pt>
                <c:pt idx="1389">
                  <c:v>52.7</c:v>
                </c:pt>
              </c:numCache>
            </c:numRef>
          </c:yVal>
          <c:smooth val="0"/>
          <c:extLst>
            <c:ext xmlns:c16="http://schemas.microsoft.com/office/drawing/2014/chart" uri="{C3380CC4-5D6E-409C-BE32-E72D297353CC}">
              <c16:uniqueId val="{00000002-B705-48F5-8514-F6248FF9EF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38.112900</c:v>
                </c:pt>
                <c:pt idx="6">
                  <c:v>38.112900</c:v>
                </c:pt>
                <c:pt idx="7">
                  <c:v>38.112900</c:v>
                </c:pt>
                <c:pt idx="8">
                  <c:v>38.112900</c:v>
                </c:pt>
                <c:pt idx="9">
                  <c:v>42.651117</c:v>
                </c:pt>
                <c:pt idx="10">
                  <c:v>46.353300</c:v>
                </c:pt>
                <c:pt idx="11">
                  <c:v>47.213633</c:v>
                </c:pt>
                <c:pt idx="12">
                  <c:v>49.073408</c:v>
                </c:pt>
                <c:pt idx="13">
                  <c:v>50.694237</c:v>
                </c:pt>
                <c:pt idx="14">
                  <c:v>50.694237</c:v>
                </c:pt>
                <c:pt idx="15">
                  <c:v>50.694237</c:v>
                </c:pt>
                <c:pt idx="16">
                  <c:v>53.215516</c:v>
                </c:pt>
                <c:pt idx="17">
                  <c:v>53.215516</c:v>
                </c:pt>
                <c:pt idx="18">
                  <c:v>53.215516</c:v>
                </c:pt>
                <c:pt idx="19">
                  <c:v>53.215516</c:v>
                </c:pt>
                <c:pt idx="20">
                  <c:v>55.003667</c:v>
                </c:pt>
                <c:pt idx="21">
                  <c:v>57.753732</c:v>
                </c:pt>
                <c:pt idx="22">
                  <c:v>57.753732</c:v>
                </c:pt>
                <c:pt idx="23">
                  <c:v>57.753732</c:v>
                </c:pt>
                <c:pt idx="24">
                  <c:v>57.753732</c:v>
                </c:pt>
                <c:pt idx="25">
                  <c:v>57.753732</c:v>
                </c:pt>
                <c:pt idx="26">
                  <c:v>57.753732</c:v>
                </c:pt>
                <c:pt idx="27">
                  <c:v>57.753732</c:v>
                </c:pt>
                <c:pt idx="28">
                  <c:v>57.753732</c:v>
                </c:pt>
                <c:pt idx="29">
                  <c:v>54.018456</c:v>
                </c:pt>
                <c:pt idx="30">
                  <c:v>52.749962</c:v>
                </c:pt>
                <c:pt idx="31">
                  <c:v>51.481468</c:v>
                </c:pt>
                <c:pt idx="32">
                  <c:v>50.889504</c:v>
                </c:pt>
                <c:pt idx="33">
                  <c:v>50.601432</c:v>
                </c:pt>
                <c:pt idx="34">
                  <c:v>49.521164</c:v>
                </c:pt>
                <c:pt idx="35">
                  <c:v>48.440895</c:v>
                </c:pt>
                <c:pt idx="36">
                  <c:v>47.360626</c:v>
                </c:pt>
                <c:pt idx="37">
                  <c:v>47.216590</c:v>
                </c:pt>
                <c:pt idx="38">
                  <c:v>46.084138</c:v>
                </c:pt>
                <c:pt idx="39">
                  <c:v>44.870795</c:v>
                </c:pt>
                <c:pt idx="40">
                  <c:v>43.657453</c:v>
                </c:pt>
                <c:pt idx="41">
                  <c:v>43.495674</c:v>
                </c:pt>
                <c:pt idx="42">
                  <c:v>42.557909</c:v>
                </c:pt>
                <c:pt idx="43">
                  <c:v>41.385702</c:v>
                </c:pt>
                <c:pt idx="44">
                  <c:v>40.213496</c:v>
                </c:pt>
                <c:pt idx="45">
                  <c:v>39.822760</c:v>
                </c:pt>
                <c:pt idx="46">
                  <c:v>39.822760</c:v>
                </c:pt>
                <c:pt idx="47">
                  <c:v>39.822760</c:v>
                </c:pt>
                <c:pt idx="48">
                  <c:v>39.822760</c:v>
                </c:pt>
                <c:pt idx="49">
                  <c:v>39.822760</c:v>
                </c:pt>
                <c:pt idx="50">
                  <c:v>39.822760</c:v>
                </c:pt>
                <c:pt idx="51">
                  <c:v>39.822760</c:v>
                </c:pt>
                <c:pt idx="52">
                  <c:v>39.822760</c:v>
                </c:pt>
                <c:pt idx="53">
                  <c:v>39.822760</c:v>
                </c:pt>
                <c:pt idx="54">
                  <c:v>38.659974</c:v>
                </c:pt>
                <c:pt idx="55">
                  <c:v>37.497188</c:v>
                </c:pt>
                <c:pt idx="56">
                  <c:v>36.334402</c:v>
                </c:pt>
                <c:pt idx="57">
                  <c:v>36.101844</c:v>
                </c:pt>
                <c:pt idx="58">
                  <c:v>35.350566</c:v>
                </c:pt>
                <c:pt idx="59">
                  <c:v>34.098437</c:v>
                </c:pt>
                <c:pt idx="60">
                  <c:v>32.846307</c:v>
                </c:pt>
                <c:pt idx="61">
                  <c:v>32.428931</c:v>
                </c:pt>
                <c:pt idx="62">
                  <c:v>31.334543</c:v>
                </c:pt>
                <c:pt idx="63">
                  <c:v>30.240156</c:v>
                </c:pt>
                <c:pt idx="64">
                  <c:v>29.145769</c:v>
                </c:pt>
                <c:pt idx="65">
                  <c:v>28.708014</c:v>
                </c:pt>
                <c:pt idx="66">
                  <c:v>28.395426</c:v>
                </c:pt>
                <c:pt idx="67">
                  <c:v>27.223219</c:v>
                </c:pt>
                <c:pt idx="68">
                  <c:v>26.051013</c:v>
                </c:pt>
                <c:pt idx="69">
                  <c:v>25.035101</c:v>
                </c:pt>
                <c:pt idx="70">
                  <c:v>25.035101</c:v>
                </c:pt>
                <c:pt idx="71">
                  <c:v>25.035101</c:v>
                </c:pt>
                <c:pt idx="72">
                  <c:v>21.891789</c:v>
                </c:pt>
                <c:pt idx="73">
                  <c:v>24.378656</c:v>
                </c:pt>
                <c:pt idx="74">
                  <c:v>25.889655</c:v>
                </c:pt>
                <c:pt idx="75">
                  <c:v>28.450390</c:v>
                </c:pt>
                <c:pt idx="76">
                  <c:v>28.134051</c:v>
                </c:pt>
                <c:pt idx="77">
                  <c:v>27.477419</c:v>
                </c:pt>
                <c:pt idx="78">
                  <c:v>26.327782</c:v>
                </c:pt>
                <c:pt idx="79">
                  <c:v>26.327782</c:v>
                </c:pt>
                <c:pt idx="80">
                  <c:v>25.321922</c:v>
                </c:pt>
                <c:pt idx="81">
                  <c:v>25.321922</c:v>
                </c:pt>
                <c:pt idx="82">
                  <c:v>24.517175</c:v>
                </c:pt>
                <c:pt idx="83">
                  <c:v>24.172284</c:v>
                </c:pt>
                <c:pt idx="84">
                  <c:v>23.669354</c:v>
                </c:pt>
                <c:pt idx="85">
                  <c:v>23.669354</c:v>
                </c:pt>
                <c:pt idx="86">
                  <c:v>23.669354</c:v>
                </c:pt>
                <c:pt idx="87">
                  <c:v>23.669354</c:v>
                </c:pt>
                <c:pt idx="88">
                  <c:v>23.669354</c:v>
                </c:pt>
                <c:pt idx="89">
                  <c:v>23.669354</c:v>
                </c:pt>
                <c:pt idx="90">
                  <c:v>22.412348</c:v>
                </c:pt>
                <c:pt idx="91">
                  <c:v>21.003145</c:v>
                </c:pt>
                <c:pt idx="92">
                  <c:v>20.546808</c:v>
                </c:pt>
                <c:pt idx="93">
                  <c:v>21.007103</c:v>
                </c:pt>
                <c:pt idx="94">
                  <c:v>21.007103</c:v>
                </c:pt>
                <c:pt idx="95">
                  <c:v>21.007103</c:v>
                </c:pt>
                <c:pt idx="96">
                  <c:v>21.007103</c:v>
                </c:pt>
                <c:pt idx="97">
                  <c:v>21.007103</c:v>
                </c:pt>
                <c:pt idx="98">
                  <c:v>21.007103</c:v>
                </c:pt>
                <c:pt idx="99">
                  <c:v>21.007103</c:v>
                </c:pt>
                <c:pt idx="100">
                  <c:v>21.007103</c:v>
                </c:pt>
                <c:pt idx="101">
                  <c:v>25.54532</c:v>
                </c:pt>
                <c:pt idx="102">
                  <c:v>27.993336</c:v>
                </c:pt>
                <c:pt idx="103">
                  <c:v>27.993336</c:v>
                </c:pt>
                <c:pt idx="104">
                  <c:v>27.993336</c:v>
                </c:pt>
                <c:pt idx="105">
                  <c:v>32.531553</c:v>
                </c:pt>
                <c:pt idx="106">
                  <c:v>39.338878</c:v>
                </c:pt>
                <c:pt idx="107">
                  <c:v>44.004736</c:v>
                </c:pt>
                <c:pt idx="108">
                  <c:v>44.004736</c:v>
                </c:pt>
                <c:pt idx="109">
                  <c:v>48.542952</c:v>
                </c:pt>
                <c:pt idx="110">
                  <c:v>55.350277</c:v>
                </c:pt>
                <c:pt idx="111">
                  <c:v>56.188800</c:v>
                </c:pt>
                <c:pt idx="112">
                  <c:v>56.188800</c:v>
                </c:pt>
                <c:pt idx="113">
                  <c:v>60.727017</c:v>
                </c:pt>
                <c:pt idx="114">
                  <c:v>65.039809</c:v>
                </c:pt>
                <c:pt idx="115">
                  <c:v>68.412532</c:v>
                </c:pt>
                <c:pt idx="116">
                  <c:v>72.189513</c:v>
                </c:pt>
                <c:pt idx="117">
                  <c:v>78.654459</c:v>
                </c:pt>
                <c:pt idx="118">
                  <c:v>85.461783</c:v>
                </c:pt>
                <c:pt idx="119">
                  <c:v>90</c:v>
                </c:pt>
                <c:pt idx="120">
                  <c:v>88.784985</c:v>
                </c:pt>
                <c:pt idx="121">
                  <c:v>87.914658</c:v>
                </c:pt>
                <c:pt idx="122">
                  <c:v>86.634155</c:v>
                </c:pt>
                <c:pt idx="123">
                  <c:v>85.280031</c:v>
                </c:pt>
                <c:pt idx="124">
                  <c:v>84.049669</c:v>
                </c:pt>
                <c:pt idx="125">
                  <c:v>82.926861</c:v>
                </c:pt>
                <c:pt idx="126">
                  <c:v>82.109739</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71.233385</c:v>
                </c:pt>
                <c:pt idx="141">
                  <c:v>70.451238</c:v>
                </c:pt>
                <c:pt idx="142">
                  <c:v>69.226665</c:v>
                </c:pt>
                <c:pt idx="143">
                  <c:v>67.972465</c:v>
                </c:pt>
                <c:pt idx="144">
                  <c:v>67.303558</c:v>
                </c:pt>
                <c:pt idx="145">
                  <c:v>66.527193</c:v>
                </c:pt>
                <c:pt idx="146">
                  <c:v>65.362646</c:v>
                </c:pt>
                <c:pt idx="147">
                  <c:v>64.198098</c:v>
                </c:pt>
                <c:pt idx="148">
                  <c:v>63.421733</c:v>
                </c:pt>
                <c:pt idx="149">
                  <c:v>62.680257</c:v>
                </c:pt>
                <c:pt idx="150">
                  <c:v>61.531886</c:v>
                </c:pt>
                <c:pt idx="151">
                  <c:v>60.455826</c:v>
                </c:pt>
                <c:pt idx="152">
                  <c:v>59.491906</c:v>
                </c:pt>
                <c:pt idx="153">
                  <c:v>58.913762</c:v>
                </c:pt>
                <c:pt idx="154">
                  <c:v>57.674882</c:v>
                </c:pt>
                <c:pt idx="155">
                  <c:v>56.436002</c:v>
                </c:pt>
                <c:pt idx="156">
                  <c:v>55.610082</c:v>
                </c:pt>
                <c:pt idx="157">
                  <c:v>54.908327</c:v>
                </c:pt>
                <c:pt idx="158">
                  <c:v>53.855695</c:v>
                </c:pt>
                <c:pt idx="159">
                  <c:v>52.803062</c:v>
                </c:pt>
                <c:pt idx="160">
                  <c:v>51.750430</c:v>
                </c:pt>
                <c:pt idx="161">
                  <c:v>51.680255</c:v>
                </c:pt>
                <c:pt idx="162">
                  <c:v>51.680255</c:v>
                </c:pt>
                <c:pt idx="163">
                  <c:v>50.965112</c:v>
                </c:pt>
                <c:pt idx="164">
                  <c:v>49.912479</c:v>
                </c:pt>
                <c:pt idx="165">
                  <c:v>48.930023</c:v>
                </c:pt>
                <c:pt idx="166">
                  <c:v>48.697113</c:v>
                </c:pt>
                <c:pt idx="167">
                  <c:v>47.532566</c:v>
                </c:pt>
                <c:pt idx="168">
                  <c:v>46.368018</c:v>
                </c:pt>
                <c:pt idx="169">
                  <c:v>45.203471</c:v>
                </c:pt>
                <c:pt idx="170">
                  <c:v>44.837672</c:v>
                </c:pt>
                <c:pt idx="171">
                  <c:v>43.785039</c:v>
                </c:pt>
                <c:pt idx="172">
                  <c:v>42.732407</c:v>
                </c:pt>
                <c:pt idx="173">
                  <c:v>41.679775</c:v>
                </c:pt>
                <c:pt idx="174">
                  <c:v>41.118371</c:v>
                </c:pt>
                <c:pt idx="175">
                  <c:v>41.044749</c:v>
                </c:pt>
                <c:pt idx="176">
                  <c:v>39.785985</c:v>
                </c:pt>
                <c:pt idx="177">
                  <c:v>38.487991</c:v>
                </c:pt>
                <c:pt idx="178">
                  <c:v>37.363063</c:v>
                </c:pt>
                <c:pt idx="179">
                  <c:v>37.236547</c:v>
                </c:pt>
                <c:pt idx="180">
                  <c:v>36.087187</c:v>
                </c:pt>
                <c:pt idx="181">
                  <c:v>34.554888</c:v>
                </c:pt>
                <c:pt idx="182">
                  <c:v>33.961691</c:v>
                </c:pt>
                <c:pt idx="183">
                  <c:v>32.720776</c:v>
                </c:pt>
                <c:pt idx="184">
                  <c:v>31.39743</c:v>
                </c:pt>
                <c:pt idx="185">
                  <c:v>30.162307</c:v>
                </c:pt>
                <c:pt idx="186">
                  <c:v>30.162307</c:v>
                </c:pt>
                <c:pt idx="187">
                  <c:v>29.326277</c:v>
                </c:pt>
                <c:pt idx="188">
                  <c:v>28.803759</c:v>
                </c:pt>
                <c:pt idx="189">
                  <c:v>26.281583</c:v>
                </c:pt>
                <c:pt idx="190">
                  <c:v>28.300829</c:v>
                </c:pt>
                <c:pt idx="191">
                  <c:v>28.300829</c:v>
                </c:pt>
                <c:pt idx="192">
                  <c:v>28.300829</c:v>
                </c:pt>
                <c:pt idx="193">
                  <c:v>28.550691</c:v>
                </c:pt>
                <c:pt idx="194">
                  <c:v>28.550691</c:v>
                </c:pt>
                <c:pt idx="195">
                  <c:v>28.550691</c:v>
                </c:pt>
                <c:pt idx="196">
                  <c:v>28.550691</c:v>
                </c:pt>
                <c:pt idx="197">
                  <c:v>28.550691</c:v>
                </c:pt>
                <c:pt idx="198">
                  <c:v>28.550691</c:v>
                </c:pt>
                <c:pt idx="199">
                  <c:v>30.373388</c:v>
                </c:pt>
                <c:pt idx="200">
                  <c:v>30.373388</c:v>
                </c:pt>
                <c:pt idx="201">
                  <c:v>33.272285</c:v>
                </c:pt>
                <c:pt idx="202">
                  <c:v>40.079610</c:v>
                </c:pt>
                <c:pt idx="203">
                  <c:v>45.963344</c:v>
                </c:pt>
                <c:pt idx="204">
                  <c:v>49.156051</c:v>
                </c:pt>
                <c:pt idx="205">
                  <c:v>49.156051</c:v>
                </c:pt>
                <c:pt idx="206">
                  <c:v>49.156051</c:v>
                </c:pt>
                <c:pt idx="207">
                  <c:v>53.694268</c:v>
                </c:pt>
                <c:pt idx="208">
                  <c:v>58.232492</c:v>
                </c:pt>
                <c:pt idx="209">
                  <c:v>58.232492</c:v>
                </c:pt>
                <c:pt idx="210">
                  <c:v>62.770708</c:v>
                </c:pt>
                <c:pt idx="211">
                  <c:v>69.578025</c:v>
                </c:pt>
                <c:pt idx="212">
                  <c:v>71.847134</c:v>
                </c:pt>
                <c:pt idx="213">
                  <c:v>78.654459</c:v>
                </c:pt>
                <c:pt idx="214">
                  <c:v>85.461783</c:v>
                </c:pt>
                <c:pt idx="215">
                  <c:v>90</c:v>
                </c:pt>
                <c:pt idx="216">
                  <c:v>88.784985</c:v>
                </c:pt>
                <c:pt idx="217">
                  <c:v>87.914658</c:v>
                </c:pt>
                <c:pt idx="218">
                  <c:v>86.634155</c:v>
                </c:pt>
                <c:pt idx="219">
                  <c:v>85.280031</c:v>
                </c:pt>
                <c:pt idx="220">
                  <c:v>84.045210</c:v>
                </c:pt>
                <c:pt idx="221">
                  <c:v>82.926861</c:v>
                </c:pt>
                <c:pt idx="222">
                  <c:v>82.109739</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70.812247</c:v>
                </c:pt>
                <c:pt idx="236">
                  <c:v>69.6477</c:v>
                </c:pt>
                <c:pt idx="237">
                  <c:v>68.483153</c:v>
                </c:pt>
                <c:pt idx="238">
                  <c:v>67.554398</c:v>
                </c:pt>
                <c:pt idx="239">
                  <c:v>67.303558</c:v>
                </c:pt>
                <c:pt idx="240">
                  <c:v>66.139010</c:v>
                </c:pt>
                <c:pt idx="241">
                  <c:v>64.974463</c:v>
                </c:pt>
                <c:pt idx="242">
                  <c:v>63.809916</c:v>
                </c:pt>
                <c:pt idx="243">
                  <c:v>63.421733</c:v>
                </c:pt>
                <c:pt idx="244">
                  <c:v>62.309518</c:v>
                </c:pt>
                <c:pt idx="245">
                  <c:v>61.197303</c:v>
                </c:pt>
                <c:pt idx="246">
                  <c:v>60.085088</c:v>
                </c:pt>
                <c:pt idx="247">
                  <c:v>59.491906</c:v>
                </c:pt>
                <c:pt idx="248">
                  <c:v>58.500802</c:v>
                </c:pt>
                <c:pt idx="249">
                  <c:v>57.261922</c:v>
                </c:pt>
                <c:pt idx="250">
                  <c:v>56.023042</c:v>
                </c:pt>
                <c:pt idx="251">
                  <c:v>55.610082</c:v>
                </c:pt>
                <c:pt idx="252">
                  <c:v>54.476478</c:v>
                </c:pt>
                <c:pt idx="253">
                  <c:v>53.342874</c:v>
                </c:pt>
                <c:pt idx="254">
                  <c:v>52.209270</c:v>
                </c:pt>
                <c:pt idx="255">
                  <c:v>51.680255</c:v>
                </c:pt>
                <c:pt idx="256">
                  <c:v>51.059163</c:v>
                </c:pt>
                <c:pt idx="257">
                  <c:v>49.894615</c:v>
                </c:pt>
                <c:pt idx="258">
                  <c:v>48.730068</c:v>
                </c:pt>
                <c:pt idx="259">
                  <c:v>47.798430</c:v>
                </c:pt>
                <c:pt idx="260">
                  <c:v>47.517728</c:v>
                </c:pt>
                <c:pt idx="261">
                  <c:v>46.465096</c:v>
                </c:pt>
                <c:pt idx="262">
                  <c:v>45.412464</c:v>
                </c:pt>
                <c:pt idx="263">
                  <c:v>44.359832</c:v>
                </c:pt>
                <c:pt idx="264">
                  <c:v>43.868603</c:v>
                </c:pt>
                <c:pt idx="265">
                  <c:v>43.868603</c:v>
                </c:pt>
                <c:pt idx="266">
                  <c:v>43.868603</c:v>
                </c:pt>
                <c:pt idx="267">
                  <c:v>43.868603</c:v>
                </c:pt>
                <c:pt idx="268">
                  <c:v>43.868603</c:v>
                </c:pt>
                <c:pt idx="269">
                  <c:v>42.667086</c:v>
                </c:pt>
                <c:pt idx="270">
                  <c:v>41.280720</c:v>
                </c:pt>
                <c:pt idx="271">
                  <c:v>39.986779</c:v>
                </c:pt>
                <c:pt idx="272">
                  <c:v>39.505575</c:v>
                </c:pt>
                <c:pt idx="273">
                  <c:v>38.302567</c:v>
                </c:pt>
                <c:pt idx="274">
                  <c:v>37.099559</c:v>
                </c:pt>
                <c:pt idx="275">
                  <c:v>36.056952</c:v>
                </c:pt>
                <c:pt idx="276">
                  <c:v>36.056952</c:v>
                </c:pt>
                <c:pt idx="277">
                  <c:v>34.728959</c:v>
                </c:pt>
                <c:pt idx="278">
                  <c:v>33.196660</c:v>
                </c:pt>
                <c:pt idx="279">
                  <c:v>32.175127</c:v>
                </c:pt>
                <c:pt idx="280">
                  <c:v>31.292897</c:v>
                </c:pt>
                <c:pt idx="281">
                  <c:v>29.969551</c:v>
                </c:pt>
                <c:pt idx="282">
                  <c:v>28.646205</c:v>
                </c:pt>
                <c:pt idx="283">
                  <c:v>28.293312</c:v>
                </c:pt>
                <c:pt idx="284">
                  <c:v>28.188809</c:v>
                </c:pt>
                <c:pt idx="285">
                  <c:v>26.281583</c:v>
                </c:pt>
                <c:pt idx="286">
                  <c:v>26.281583</c:v>
                </c:pt>
                <c:pt idx="287">
                  <c:v>26.281583</c:v>
                </c:pt>
                <c:pt idx="288">
                  <c:v>26.281583</c:v>
                </c:pt>
                <c:pt idx="289">
                  <c:v>26.281583</c:v>
                </c:pt>
                <c:pt idx="290">
                  <c:v>26.281583</c:v>
                </c:pt>
                <c:pt idx="291">
                  <c:v>26.281583</c:v>
                </c:pt>
                <c:pt idx="292">
                  <c:v>26.281583</c:v>
                </c:pt>
                <c:pt idx="293">
                  <c:v>28.550701</c:v>
                </c:pt>
                <c:pt idx="294">
                  <c:v>28.550701</c:v>
                </c:pt>
                <c:pt idx="295">
                  <c:v>28.550701</c:v>
                </c:pt>
                <c:pt idx="296">
                  <c:v>28.550701</c:v>
                </c:pt>
                <c:pt idx="297">
                  <c:v>28.550701</c:v>
                </c:pt>
                <c:pt idx="298">
                  <c:v>28.734076</c:v>
                </c:pt>
                <c:pt idx="299">
                  <c:v>35.358024</c:v>
                </c:pt>
                <c:pt idx="300">
                  <c:v>36.886911</c:v>
                </c:pt>
                <c:pt idx="301">
                  <c:v>43.694236</c:v>
                </c:pt>
                <c:pt idx="302">
                  <c:v>50.501561</c:v>
                </c:pt>
                <c:pt idx="303">
                  <c:v>57.308885</c:v>
                </c:pt>
                <c:pt idx="304">
                  <c:v>60.501592</c:v>
                </c:pt>
                <c:pt idx="305">
                  <c:v>64.116210</c:v>
                </c:pt>
                <c:pt idx="306">
                  <c:v>64.116210</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59.491906</c:v>
                </c:pt>
                <c:pt idx="345">
                  <c:v>59.491906</c:v>
                </c:pt>
                <c:pt idx="346">
                  <c:v>58.817809</c:v>
                </c:pt>
                <c:pt idx="347">
                  <c:v>57.705594</c:v>
                </c:pt>
                <c:pt idx="348">
                  <c:v>56.741674</c:v>
                </c:pt>
                <c:pt idx="349">
                  <c:v>56.741674</c:v>
                </c:pt>
                <c:pt idx="350">
                  <c:v>56.353410</c:v>
                </c:pt>
                <c:pt idx="351">
                  <c:v>55.610082</c:v>
                </c:pt>
                <c:pt idx="352">
                  <c:v>54.645489</c:v>
                </c:pt>
                <c:pt idx="353">
                  <c:v>53.480942</c:v>
                </c:pt>
                <c:pt idx="354">
                  <c:v>52.859850</c:v>
                </c:pt>
                <c:pt idx="355">
                  <c:v>52.298446</c:v>
                </c:pt>
                <c:pt idx="356">
                  <c:v>51.245814</c:v>
                </c:pt>
                <c:pt idx="357">
                  <c:v>50.193181</c:v>
                </c:pt>
                <c:pt idx="358">
                  <c:v>49.140549</c:v>
                </c:pt>
                <c:pt idx="359">
                  <c:v>48.930023</c:v>
                </c:pt>
                <c:pt idx="360">
                  <c:v>48.856401</c:v>
                </c:pt>
                <c:pt idx="361">
                  <c:v>47.953703</c:v>
                </c:pt>
                <c:pt idx="362">
                  <c:v>46.853698</c:v>
                </c:pt>
                <c:pt idx="363">
                  <c:v>45.499573</c:v>
                </c:pt>
                <c:pt idx="364">
                  <c:v>45.048198</c:v>
                </c:pt>
                <c:pt idx="365">
                  <c:v>43.914594</c:v>
                </c:pt>
                <c:pt idx="366">
                  <c:v>42.780990</c:v>
                </c:pt>
                <c:pt idx="367">
                  <c:v>41.647386</c:v>
                </c:pt>
                <c:pt idx="368">
                  <c:v>41.118371</c:v>
                </c:pt>
                <c:pt idx="369">
                  <c:v>40.171562</c:v>
                </c:pt>
                <c:pt idx="370">
                  <c:v>38.968553</c:v>
                </c:pt>
                <c:pt idx="371">
                  <c:v>37.925946</c:v>
                </c:pt>
                <c:pt idx="372">
                  <c:v>37.162925</c:v>
                </c:pt>
                <c:pt idx="373">
                  <c:v>37.162925</c:v>
                </c:pt>
                <c:pt idx="374">
                  <c:v>36.617295</c:v>
                </c:pt>
                <c:pt idx="375">
                  <c:v>35.913201</c:v>
                </c:pt>
                <c:pt idx="376">
                  <c:v>34.589855</c:v>
                </c:pt>
                <c:pt idx="377">
                  <c:v>33.354732</c:v>
                </c:pt>
                <c:pt idx="378">
                  <c:v>32.944381</c:v>
                </c:pt>
                <c:pt idx="379">
                  <c:v>32.175127</c:v>
                </c:pt>
                <c:pt idx="380">
                  <c:v>31.996183</c:v>
                </c:pt>
                <c:pt idx="381">
                  <c:v>29.031815</c:v>
                </c:pt>
                <c:pt idx="382">
                  <c:v>31.493254</c:v>
                </c:pt>
                <c:pt idx="383">
                  <c:v>31.419632</c:v>
                </c:pt>
                <c:pt idx="384">
                  <c:v>31.419632</c:v>
                </c:pt>
                <c:pt idx="385">
                  <c:v>31.419632</c:v>
                </c:pt>
                <c:pt idx="386">
                  <c:v>31.419632</c:v>
                </c:pt>
                <c:pt idx="387">
                  <c:v>31.419632</c:v>
                </c:pt>
                <c:pt idx="388">
                  <c:v>31.419632</c:v>
                </c:pt>
                <c:pt idx="389">
                  <c:v>31.419632</c:v>
                </c:pt>
                <c:pt idx="390">
                  <c:v>31.419632</c:v>
                </c:pt>
                <c:pt idx="391">
                  <c:v>31.419632</c:v>
                </c:pt>
                <c:pt idx="392">
                  <c:v>31.419632</c:v>
                </c:pt>
                <c:pt idx="393">
                  <c:v>35.957848</c:v>
                </c:pt>
                <c:pt idx="394">
                  <c:v>37.810510</c:v>
                </c:pt>
                <c:pt idx="395">
                  <c:v>38.335273</c:v>
                </c:pt>
                <c:pt idx="396">
                  <c:v>38.335273</c:v>
                </c:pt>
                <c:pt idx="397">
                  <c:v>38.335273</c:v>
                </c:pt>
                <c:pt idx="398">
                  <c:v>42.873490</c:v>
                </c:pt>
                <c:pt idx="399">
                  <c:v>49.680815</c:v>
                </c:pt>
                <c:pt idx="400">
                  <c:v>51.425159</c:v>
                </c:pt>
                <c:pt idx="401">
                  <c:v>55.039777</c:v>
                </c:pt>
                <c:pt idx="402">
                  <c:v>59.577994</c:v>
                </c:pt>
                <c:pt idx="403">
                  <c:v>65.039809</c:v>
                </c:pt>
                <c:pt idx="404">
                  <c:v>71.847134</c:v>
                </c:pt>
                <c:pt idx="405">
                  <c:v>78.654459</c:v>
                </c:pt>
                <c:pt idx="406">
                  <c:v>85.461783</c:v>
                </c:pt>
                <c:pt idx="407">
                  <c:v>90</c:v>
                </c:pt>
                <c:pt idx="408">
                  <c:v>88.784985</c:v>
                </c:pt>
                <c:pt idx="409">
                  <c:v>87.914658</c:v>
                </c:pt>
                <c:pt idx="410">
                  <c:v>86.634155</c:v>
                </c:pt>
                <c:pt idx="411">
                  <c:v>85.280031</c:v>
                </c:pt>
                <c:pt idx="412">
                  <c:v>84.045210</c:v>
                </c:pt>
                <c:pt idx="413">
                  <c:v>82.926861</c:v>
                </c:pt>
                <c:pt idx="414">
                  <c:v>82.133066</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64.394718</c:v>
                </c:pt>
                <c:pt idx="436">
                  <c:v>63.562222</c:v>
                </c:pt>
                <c:pt idx="437">
                  <c:v>62.323341</c:v>
                </c:pt>
                <c:pt idx="438">
                  <c:v>61.084461</c:v>
                </c:pt>
                <c:pt idx="439">
                  <c:v>60.671501</c:v>
                </c:pt>
                <c:pt idx="440">
                  <c:v>59.559286</c:v>
                </c:pt>
                <c:pt idx="441">
                  <c:v>58.447071</c:v>
                </c:pt>
                <c:pt idx="442">
                  <c:v>57.334856</c:v>
                </c:pt>
                <c:pt idx="443">
                  <c:v>56.741674</c:v>
                </c:pt>
                <c:pt idx="444">
                  <c:v>56.741674</c:v>
                </c:pt>
                <c:pt idx="445">
                  <c:v>56.664038</c:v>
                </c:pt>
                <c:pt idx="446">
                  <c:v>55.499490</c:v>
                </c:pt>
                <c:pt idx="447">
                  <c:v>54.334943</c:v>
                </c:pt>
                <c:pt idx="448">
                  <c:v>53.170396</c:v>
                </c:pt>
                <c:pt idx="449">
                  <c:v>52.859850</c:v>
                </c:pt>
                <c:pt idx="450">
                  <c:v>52.017744</c:v>
                </c:pt>
                <c:pt idx="451">
                  <c:v>50.965112</c:v>
                </c:pt>
                <c:pt idx="452">
                  <c:v>49.912479</c:v>
                </c:pt>
                <c:pt idx="453">
                  <c:v>48.930023</c:v>
                </c:pt>
                <c:pt idx="454">
                  <c:v>48.930023</c:v>
                </c:pt>
                <c:pt idx="455">
                  <c:v>48.885341</c:v>
                </c:pt>
                <c:pt idx="456">
                  <c:v>47.765475</c:v>
                </c:pt>
                <c:pt idx="457">
                  <c:v>46.600928</c:v>
                </c:pt>
                <c:pt idx="458">
                  <c:v>45.436381</c:v>
                </c:pt>
                <c:pt idx="459">
                  <c:v>45.048198</c:v>
                </c:pt>
                <c:pt idx="460">
                  <c:v>43.935983</c:v>
                </c:pt>
                <c:pt idx="461">
                  <c:v>42.823768</c:v>
                </c:pt>
                <c:pt idx="462">
                  <c:v>41.711553</c:v>
                </c:pt>
                <c:pt idx="463">
                  <c:v>41.118371</c:v>
                </c:pt>
                <c:pt idx="464">
                  <c:v>40.083824</c:v>
                </c:pt>
                <c:pt idx="465">
                  <c:v>39.73715</c:v>
                </c:pt>
                <c:pt idx="466">
                  <c:v>38.513094</c:v>
                </c:pt>
                <c:pt idx="467">
                  <c:v>37.285023</c:v>
                </c:pt>
                <c:pt idx="468">
                  <c:v>36.056952</c:v>
                </c:pt>
                <c:pt idx="469">
                  <c:v>36.016234</c:v>
                </c:pt>
                <c:pt idx="470">
                  <c:v>35.584711</c:v>
                </c:pt>
                <c:pt idx="471">
                  <c:v>34.337188</c:v>
                </c:pt>
                <c:pt idx="472">
                  <c:v>32.763082</c:v>
                </c:pt>
                <c:pt idx="473">
                  <c:v>32.175127</c:v>
                </c:pt>
                <c:pt idx="474">
                  <c:v>31.996183</c:v>
                </c:pt>
                <c:pt idx="475">
                  <c:v>29.200008</c:v>
                </c:pt>
                <c:pt idx="476">
                  <c:v>29.031815</c:v>
                </c:pt>
                <c:pt idx="477">
                  <c:v>31.419632</c:v>
                </c:pt>
                <c:pt idx="478">
                  <c:v>31.419632</c:v>
                </c:pt>
                <c:pt idx="479">
                  <c:v>31.419632</c:v>
                </c:pt>
                <c:pt idx="480">
                  <c:v>33.688740</c:v>
                </c:pt>
                <c:pt idx="481">
                  <c:v>33.688740</c:v>
                </c:pt>
                <c:pt idx="482">
                  <c:v>33.688740</c:v>
                </c:pt>
                <c:pt idx="483">
                  <c:v>35.957848</c:v>
                </c:pt>
                <c:pt idx="484">
                  <c:v>35.957848</c:v>
                </c:pt>
                <c:pt idx="485">
                  <c:v>40.496065</c:v>
                </c:pt>
                <c:pt idx="486">
                  <c:v>47.30339</c:v>
                </c:pt>
                <c:pt idx="487">
                  <c:v>54.110715</c:v>
                </c:pt>
                <c:pt idx="488">
                  <c:v>54.110722</c:v>
                </c:pt>
                <c:pt idx="489">
                  <c:v>56.132871</c:v>
                </c:pt>
                <c:pt idx="490">
                  <c:v>56.132871</c:v>
                </c:pt>
                <c:pt idx="491">
                  <c:v>60.671087</c:v>
                </c:pt>
                <c:pt idx="492">
                  <c:v>61.188243</c:v>
                </c:pt>
                <c:pt idx="493">
                  <c:v>61.188243</c:v>
                </c:pt>
                <c:pt idx="494">
                  <c:v>61.188243</c:v>
                </c:pt>
                <c:pt idx="495">
                  <c:v>61.650636</c:v>
                </c:pt>
                <c:pt idx="496">
                  <c:v>63.243543</c:v>
                </c:pt>
                <c:pt idx="497">
                  <c:v>65.645158</c:v>
                </c:pt>
                <c:pt idx="498">
                  <c:v>65.645166</c:v>
                </c:pt>
                <c:pt idx="499">
                  <c:v>67.781759</c:v>
                </c:pt>
                <c:pt idx="500">
                  <c:v>72.319976</c:v>
                </c:pt>
                <c:pt idx="501">
                  <c:v>79.127301</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75.115209</c:v>
                </c:pt>
                <c:pt idx="520">
                  <c:v>75.115209</c:v>
                </c:pt>
                <c:pt idx="521">
                  <c:v>73.902736</c:v>
                </c:pt>
                <c:pt idx="522">
                  <c:v>72.621270</c:v>
                </c:pt>
                <c:pt idx="523">
                  <c:v>72.364977</c:v>
                </c:pt>
                <c:pt idx="524">
                  <c:v>72.364977</c:v>
                </c:pt>
                <c:pt idx="525">
                  <c:v>72.364977</c:v>
                </c:pt>
                <c:pt idx="526">
                  <c:v>71.606637</c:v>
                </c:pt>
                <c:pt idx="527">
                  <c:v>70.947647</c:v>
                </c:pt>
                <c:pt idx="528">
                  <c:v>69.827890</c:v>
                </c:pt>
                <c:pt idx="529">
                  <c:v>68.708133</c:v>
                </c:pt>
                <c:pt idx="530">
                  <c:v>68.409531</c:v>
                </c:pt>
                <c:pt idx="531">
                  <c:v>67.387171</c:v>
                </c:pt>
                <c:pt idx="532">
                  <c:v>67.017717</c:v>
                </c:pt>
                <c:pt idx="533">
                  <c:v>65.789646</c:v>
                </c:pt>
                <c:pt idx="534">
                  <c:v>64.561575</c:v>
                </c:pt>
                <c:pt idx="535">
                  <c:v>64.479704</c:v>
                </c:pt>
                <c:pt idx="536">
                  <c:v>64.479704</c:v>
                </c:pt>
                <c:pt idx="537">
                  <c:v>64.479704</c:v>
                </c:pt>
                <c:pt idx="538">
                  <c:v>64.067702</c:v>
                </c:pt>
                <c:pt idx="539">
                  <c:v>62.928646</c:v>
                </c:pt>
                <c:pt idx="540">
                  <c:v>61.789590</c:v>
                </c:pt>
                <c:pt idx="541">
                  <c:v>60.891227</c:v>
                </c:pt>
                <c:pt idx="542">
                  <c:v>60.671501</c:v>
                </c:pt>
                <c:pt idx="543">
                  <c:v>60.278518</c:v>
                </c:pt>
                <c:pt idx="544">
                  <c:v>59.296062</c:v>
                </c:pt>
                <c:pt idx="545">
                  <c:v>58.313605</c:v>
                </c:pt>
                <c:pt idx="546">
                  <c:v>57.331148</c:v>
                </c:pt>
                <c:pt idx="547">
                  <c:v>56.741674</c:v>
                </c:pt>
                <c:pt idx="548">
                  <c:v>56.733549</c:v>
                </c:pt>
                <c:pt idx="549">
                  <c:v>56.456316</c:v>
                </c:pt>
                <c:pt idx="550">
                  <c:v>55.397637</c:v>
                </c:pt>
                <c:pt idx="551">
                  <c:v>54.338958</c:v>
                </c:pt>
                <c:pt idx="552">
                  <c:v>53.280278</c:v>
                </c:pt>
                <c:pt idx="553">
                  <c:v>52.786228</c:v>
                </c:pt>
                <c:pt idx="554">
                  <c:v>52.786228</c:v>
                </c:pt>
                <c:pt idx="555">
                  <c:v>51.919363</c:v>
                </c:pt>
                <c:pt idx="556">
                  <c:v>50.747156</c:v>
                </c:pt>
                <c:pt idx="557">
                  <c:v>49.887538</c:v>
                </c:pt>
                <c:pt idx="558">
                  <c:v>48.856401</c:v>
                </c:pt>
                <c:pt idx="559">
                  <c:v>48.564546</c:v>
                </c:pt>
                <c:pt idx="560">
                  <c:v>47.285186</c:v>
                </c:pt>
                <c:pt idx="561">
                  <c:v>45.898820</c:v>
                </c:pt>
                <c:pt idx="562">
                  <c:v>44.974576</c:v>
                </c:pt>
                <c:pt idx="563">
                  <c:v>44.974576</c:v>
                </c:pt>
                <c:pt idx="564">
                  <c:v>44.013952</c:v>
                </c:pt>
                <c:pt idx="565">
                  <c:v>42.704010</c:v>
                </c:pt>
                <c:pt idx="566">
                  <c:v>41.394067</c:v>
                </c:pt>
                <c:pt idx="567">
                  <c:v>41.044749</c:v>
                </c:pt>
                <c:pt idx="568">
                  <c:v>40.947710</c:v>
                </c:pt>
                <c:pt idx="569">
                  <c:v>39.686201</c:v>
                </c:pt>
                <c:pt idx="570">
                  <c:v>39.686201</c:v>
                </c:pt>
                <c:pt idx="571">
                  <c:v>37.925946</c:v>
                </c:pt>
                <c:pt idx="572">
                  <c:v>36.944364</c:v>
                </c:pt>
                <c:pt idx="573">
                  <c:v>36.567398</c:v>
                </c:pt>
                <c:pt idx="574">
                  <c:v>36.064468</c:v>
                </c:pt>
                <c:pt idx="575">
                  <c:v>36.944364</c:v>
                </c:pt>
                <c:pt idx="576">
                  <c:v>36.944364</c:v>
                </c:pt>
                <c:pt idx="577">
                  <c:v>39.350396</c:v>
                </c:pt>
                <c:pt idx="578">
                  <c:v>43.888613</c:v>
                </c:pt>
                <c:pt idx="579">
                  <c:v>50.500205</c:v>
                </c:pt>
                <c:pt idx="580">
                  <c:v>52.769313</c:v>
                </c:pt>
                <c:pt idx="581">
                  <c:v>55.038422</c:v>
                </c:pt>
                <c:pt idx="582">
                  <c:v>55.038422</c:v>
                </c:pt>
                <c:pt idx="583">
                  <c:v>55.038422</c:v>
                </c:pt>
                <c:pt idx="584">
                  <c:v>59.576638</c:v>
                </c:pt>
                <c:pt idx="585">
                  <c:v>59.576638</c:v>
                </c:pt>
                <c:pt idx="586">
                  <c:v>59.576638</c:v>
                </c:pt>
                <c:pt idx="587">
                  <c:v>59.576638</c:v>
                </c:pt>
                <c:pt idx="588">
                  <c:v>59.576638</c:v>
                </c:pt>
                <c:pt idx="589">
                  <c:v>59.576638</c:v>
                </c:pt>
                <c:pt idx="590">
                  <c:v>64.114855</c:v>
                </c:pt>
                <c:pt idx="591">
                  <c:v>66.385311</c:v>
                </c:pt>
                <c:pt idx="592">
                  <c:v>73.192636</c:v>
                </c:pt>
                <c:pt idx="593">
                  <c:v>73.192636</c:v>
                </c:pt>
                <c:pt idx="594">
                  <c:v>77.730852</c:v>
                </c:pt>
                <c:pt idx="595">
                  <c:v>78.836068</c:v>
                </c:pt>
                <c:pt idx="596">
                  <c:v>80.923567</c:v>
                </c:pt>
                <c:pt idx="597">
                  <c:v>80.923574</c:v>
                </c:pt>
                <c:pt idx="598">
                  <c:v>80.923574</c:v>
                </c:pt>
                <c:pt idx="599">
                  <c:v>80.923574</c:v>
                </c:pt>
                <c:pt idx="600">
                  <c:v>85.461791</c:v>
                </c:pt>
                <c:pt idx="601">
                  <c:v>89.497070</c:v>
                </c:pt>
                <c:pt idx="602">
                  <c:v>87.914658</c:v>
                </c:pt>
                <c:pt idx="603">
                  <c:v>86.649855</c:v>
                </c:pt>
                <c:pt idx="604">
                  <c:v>85.098607</c:v>
                </c:pt>
                <c:pt idx="605">
                  <c:v>83.547360</c:v>
                </c:pt>
                <c:pt idx="606">
                  <c:v>82.926861</c:v>
                </c:pt>
                <c:pt idx="607">
                  <c:v>82.926861</c:v>
                </c:pt>
                <c:pt idx="608">
                  <c:v>81.624460</c:v>
                </c:pt>
                <c:pt idx="609">
                  <c:v>80.176629</c:v>
                </c:pt>
                <c:pt idx="610">
                  <c:v>79.462858</c:v>
                </c:pt>
                <c:pt idx="611">
                  <c:v>78.429808</c:v>
                </c:pt>
                <c:pt idx="612">
                  <c:v>76.974124</c:v>
                </c:pt>
                <c:pt idx="613">
                  <c:v>76.294804</c:v>
                </c:pt>
                <c:pt idx="614">
                  <c:v>75.741942</c:v>
                </c:pt>
                <c:pt idx="615">
                  <c:v>75.198108</c:v>
                </c:pt>
                <c:pt idx="616">
                  <c:v>73.827238</c:v>
                </c:pt>
                <c:pt idx="617">
                  <c:v>72.456369</c:v>
                </c:pt>
                <c:pt idx="618">
                  <c:v>72.069028</c:v>
                </c:pt>
                <c:pt idx="619">
                  <c:v>70.898510</c:v>
                </c:pt>
                <c:pt idx="620">
                  <c:v>69.604569</c:v>
                </c:pt>
                <c:pt idx="621">
                  <c:v>68.483153</c:v>
                </c:pt>
                <c:pt idx="622">
                  <c:v>68.348112</c:v>
                </c:pt>
                <c:pt idx="623">
                  <c:v>67.746310</c:v>
                </c:pt>
                <c:pt idx="624">
                  <c:v>66.518239</c:v>
                </c:pt>
                <c:pt idx="625">
                  <c:v>65.290168</c:v>
                </c:pt>
                <c:pt idx="626">
                  <c:v>64.553326</c:v>
                </c:pt>
                <c:pt idx="627">
                  <c:v>63.932234</c:v>
                </c:pt>
                <c:pt idx="628">
                  <c:v>62.767686</c:v>
                </c:pt>
                <c:pt idx="629">
                  <c:v>61.603139</c:v>
                </c:pt>
                <c:pt idx="630">
                  <c:v>60.671501</c:v>
                </c:pt>
                <c:pt idx="631">
                  <c:v>60.671501</c:v>
                </c:pt>
                <c:pt idx="632">
                  <c:v>59.689044</c:v>
                </c:pt>
                <c:pt idx="633">
                  <c:v>58.460973</c:v>
                </c:pt>
                <c:pt idx="634">
                  <c:v>57.232903</c:v>
                </c:pt>
                <c:pt idx="635">
                  <c:v>56.741674</c:v>
                </c:pt>
                <c:pt idx="636">
                  <c:v>55.887673</c:v>
                </c:pt>
                <c:pt idx="637">
                  <c:v>54.723125</c:v>
                </c:pt>
                <c:pt idx="638">
                  <c:v>53.558578</c:v>
                </c:pt>
                <c:pt idx="639">
                  <c:v>52.859850</c:v>
                </c:pt>
                <c:pt idx="640">
                  <c:v>52.859850</c:v>
                </c:pt>
                <c:pt idx="641">
                  <c:v>51.726246</c:v>
                </c:pt>
                <c:pt idx="642">
                  <c:v>50.592642</c:v>
                </c:pt>
                <c:pt idx="643">
                  <c:v>49.459038</c:v>
                </c:pt>
                <c:pt idx="644">
                  <c:v>48.930023</c:v>
                </c:pt>
                <c:pt idx="645">
                  <c:v>47.920748</c:v>
                </c:pt>
                <c:pt idx="646">
                  <c:v>46.756201</c:v>
                </c:pt>
                <c:pt idx="647">
                  <c:v>45.591654</c:v>
                </c:pt>
                <c:pt idx="648">
                  <c:v>45.048198</c:v>
                </c:pt>
                <c:pt idx="649">
                  <c:v>44.960869</c:v>
                </c:pt>
                <c:pt idx="650">
                  <c:v>43.650926</c:v>
                </c:pt>
                <c:pt idx="651">
                  <c:v>42.340984</c:v>
                </c:pt>
                <c:pt idx="652">
                  <c:v>41.118371</c:v>
                </c:pt>
                <c:pt idx="653">
                  <c:v>41.118371</c:v>
                </c:pt>
                <c:pt idx="654">
                  <c:v>41.118371</c:v>
                </c:pt>
                <c:pt idx="655">
                  <c:v>39.759733</c:v>
                </c:pt>
                <c:pt idx="656">
                  <c:v>38.304048</c:v>
                </c:pt>
                <c:pt idx="657">
                  <c:v>37.236547</c:v>
                </c:pt>
                <c:pt idx="658">
                  <c:v>36.675143</c:v>
                </c:pt>
                <c:pt idx="659">
                  <c:v>35.271633</c:v>
                </c:pt>
                <c:pt idx="660">
                  <c:v>33.868123</c:v>
                </c:pt>
                <c:pt idx="661">
                  <c:v>33.306720</c:v>
                </c:pt>
                <c:pt idx="662">
                  <c:v>33.306720</c:v>
                </c:pt>
                <c:pt idx="663">
                  <c:v>33.306720</c:v>
                </c:pt>
                <c:pt idx="664">
                  <c:v>33.209680</c:v>
                </c:pt>
                <c:pt idx="665">
                  <c:v>31.948171</c:v>
                </c:pt>
                <c:pt idx="666">
                  <c:v>31.445241</c:v>
                </c:pt>
                <c:pt idx="667">
                  <c:v>31.445241</c:v>
                </c:pt>
                <c:pt idx="668">
                  <c:v>29.031815</c:v>
                </c:pt>
                <c:pt idx="669">
                  <c:v>33.570032</c:v>
                </c:pt>
                <c:pt idx="670">
                  <c:v>34.243486</c:v>
                </c:pt>
                <c:pt idx="671">
                  <c:v>34.243486</c:v>
                </c:pt>
                <c:pt idx="672">
                  <c:v>34.243486</c:v>
                </c:pt>
                <c:pt idx="673">
                  <c:v>34.243486</c:v>
                </c:pt>
                <c:pt idx="674">
                  <c:v>34.243486</c:v>
                </c:pt>
                <c:pt idx="675">
                  <c:v>34.243486</c:v>
                </c:pt>
                <c:pt idx="676">
                  <c:v>34.243486</c:v>
                </c:pt>
                <c:pt idx="677">
                  <c:v>34.243486</c:v>
                </c:pt>
                <c:pt idx="678">
                  <c:v>34.243486</c:v>
                </c:pt>
                <c:pt idx="679">
                  <c:v>34.243486</c:v>
                </c:pt>
                <c:pt idx="680">
                  <c:v>35.758508</c:v>
                </c:pt>
                <c:pt idx="681">
                  <c:v>35.758508</c:v>
                </c:pt>
                <c:pt idx="682">
                  <c:v>35.758508</c:v>
                </c:pt>
                <c:pt idx="683">
                  <c:v>35.758508</c:v>
                </c:pt>
                <c:pt idx="684">
                  <c:v>35.758508</c:v>
                </c:pt>
                <c:pt idx="685">
                  <c:v>35.758516</c:v>
                </c:pt>
                <c:pt idx="686">
                  <c:v>35.758523</c:v>
                </c:pt>
                <c:pt idx="687">
                  <c:v>37.810510</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2FC2-490D-80C6-48711495EE89}"/>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60.452200</c:v>
                </c:pt>
                <c:pt idx="6">
                  <c:v>62.327617</c:v>
                </c:pt>
                <c:pt idx="7">
                  <c:v>62.327617</c:v>
                </c:pt>
                <c:pt idx="8">
                  <c:v>62.327617</c:v>
                </c:pt>
                <c:pt idx="9">
                  <c:v>62.327620</c:v>
                </c:pt>
                <c:pt idx="10">
                  <c:v>64.220131</c:v>
                </c:pt>
                <c:pt idx="11">
                  <c:v>65.697015</c:v>
                </c:pt>
                <c:pt idx="12">
                  <c:v>67.6875</c:v>
                </c:pt>
                <c:pt idx="13">
                  <c:v>69.064213</c:v>
                </c:pt>
                <c:pt idx="14">
                  <c:v>69.512974</c:v>
                </c:pt>
                <c:pt idx="15">
                  <c:v>69.512974</c:v>
                </c:pt>
                <c:pt idx="16">
                  <c:v>70.983199</c:v>
                </c:pt>
                <c:pt idx="17">
                  <c:v>72.359592</c:v>
                </c:pt>
                <c:pt idx="18">
                  <c:v>73.132743</c:v>
                </c:pt>
                <c:pt idx="19">
                  <c:v>73.132743</c:v>
                </c:pt>
                <c:pt idx="20">
                  <c:v>73.433304</c:v>
                </c:pt>
                <c:pt idx="21">
                  <c:v>75.273840</c:v>
                </c:pt>
                <c:pt idx="22">
                  <c:v>76.100653</c:v>
                </c:pt>
                <c:pt idx="23">
                  <c:v>77.529241</c:v>
                </c:pt>
                <c:pt idx="24">
                  <c:v>79.999964</c:v>
                </c:pt>
                <c:pt idx="25">
                  <c:v>81.976502</c:v>
                </c:pt>
                <c:pt idx="26">
                  <c:v>81.419943</c:v>
                </c:pt>
                <c:pt idx="27">
                  <c:v>80.822518</c:v>
                </c:pt>
                <c:pt idx="28">
                  <c:v>80.541590</c:v>
                </c:pt>
                <c:pt idx="29">
                  <c:v>79.264469</c:v>
                </c:pt>
                <c:pt idx="30">
                  <c:v>78.011953</c:v>
                </c:pt>
                <c:pt idx="31">
                  <c:v>77.117964</c:v>
                </c:pt>
                <c:pt idx="32">
                  <c:v>76.767681</c:v>
                </c:pt>
                <c:pt idx="33">
                  <c:v>76.393867</c:v>
                </c:pt>
                <c:pt idx="34">
                  <c:v>75.787195</c:v>
                </c:pt>
                <c:pt idx="35">
                  <c:v>75.327015</c:v>
                </c:pt>
                <c:pt idx="36">
                  <c:v>74.442255</c:v>
                </c:pt>
                <c:pt idx="37">
                  <c:v>73.692253</c:v>
                </c:pt>
                <c:pt idx="38">
                  <c:v>73.152118</c:v>
                </c:pt>
                <c:pt idx="39">
                  <c:v>72.575414</c:v>
                </c:pt>
                <c:pt idx="40">
                  <c:v>71.879630</c:v>
                </c:pt>
                <c:pt idx="41">
                  <c:v>71.148714</c:v>
                </c:pt>
                <c:pt idx="42">
                  <c:v>70.521614</c:v>
                </c:pt>
                <c:pt idx="43">
                  <c:v>70.354387</c:v>
                </c:pt>
                <c:pt idx="44">
                  <c:v>69.840269</c:v>
                </c:pt>
                <c:pt idx="45">
                  <c:v>69.014205</c:v>
                </c:pt>
                <c:pt idx="46">
                  <c:v>67.804831</c:v>
                </c:pt>
                <c:pt idx="47">
                  <c:v>67.019047</c:v>
                </c:pt>
                <c:pt idx="48">
                  <c:v>66.126681</c:v>
                </c:pt>
                <c:pt idx="49">
                  <c:v>65.478655</c:v>
                </c:pt>
                <c:pt idx="50">
                  <c:v>64.811653</c:v>
                </c:pt>
                <c:pt idx="51">
                  <c:v>64.632270</c:v>
                </c:pt>
                <c:pt idx="52">
                  <c:v>63.534096</c:v>
                </c:pt>
                <c:pt idx="53">
                  <c:v>63.691202</c:v>
                </c:pt>
                <c:pt idx="54">
                  <c:v>63.220360</c:v>
                </c:pt>
                <c:pt idx="55">
                  <c:v>62.600920</c:v>
                </c:pt>
                <c:pt idx="56">
                  <c:v>61.981480</c:v>
                </c:pt>
                <c:pt idx="57">
                  <c:v>61.36204</c:v>
                </c:pt>
                <c:pt idx="58">
                  <c:v>61.174348</c:v>
                </c:pt>
                <c:pt idx="59">
                  <c:v>59.998800</c:v>
                </c:pt>
                <c:pt idx="60">
                  <c:v>59.027209</c:v>
                </c:pt>
                <c:pt idx="61">
                  <c:v>57.826376</c:v>
                </c:pt>
                <c:pt idx="62">
                  <c:v>57.536484</c:v>
                </c:pt>
                <c:pt idx="63">
                  <c:v>57.035577</c:v>
                </c:pt>
                <c:pt idx="64">
                  <c:v>56.179704</c:v>
                </c:pt>
                <c:pt idx="65">
                  <c:v>55.301726</c:v>
                </c:pt>
                <c:pt idx="66">
                  <c:v>54.189307</c:v>
                </c:pt>
                <c:pt idx="67">
                  <c:v>53.349956</c:v>
                </c:pt>
                <c:pt idx="68">
                  <c:v>52.668010</c:v>
                </c:pt>
                <c:pt idx="69">
                  <c:v>51.781930</c:v>
                </c:pt>
                <c:pt idx="70">
                  <c:v>51.199657</c:v>
                </c:pt>
                <c:pt idx="71">
                  <c:v>50.658540</c:v>
                </c:pt>
                <c:pt idx="72">
                  <c:v>49.865732</c:v>
                </c:pt>
                <c:pt idx="73">
                  <c:v>48.792222</c:v>
                </c:pt>
                <c:pt idx="74">
                  <c:v>47.897600</c:v>
                </c:pt>
                <c:pt idx="75">
                  <c:v>47.437145</c:v>
                </c:pt>
                <c:pt idx="76">
                  <c:v>47.230933</c:v>
                </c:pt>
                <c:pt idx="77">
                  <c:v>46.630175</c:v>
                </c:pt>
                <c:pt idx="78">
                  <c:v>45.936992</c:v>
                </c:pt>
                <c:pt idx="79">
                  <c:v>45.600688</c:v>
                </c:pt>
                <c:pt idx="80">
                  <c:v>45.600688</c:v>
                </c:pt>
                <c:pt idx="81">
                  <c:v>44.325108</c:v>
                </c:pt>
                <c:pt idx="82">
                  <c:v>43.307194</c:v>
                </c:pt>
                <c:pt idx="83">
                  <c:v>42.678154</c:v>
                </c:pt>
                <c:pt idx="84">
                  <c:v>44.053788</c:v>
                </c:pt>
                <c:pt idx="85">
                  <c:v>43.792528</c:v>
                </c:pt>
                <c:pt idx="86">
                  <c:v>42.869048</c:v>
                </c:pt>
                <c:pt idx="87">
                  <c:v>42.541563</c:v>
                </c:pt>
                <c:pt idx="88">
                  <c:v>41.416352</c:v>
                </c:pt>
                <c:pt idx="89">
                  <c:v>42.742025</c:v>
                </c:pt>
                <c:pt idx="90">
                  <c:v>41.975875</c:v>
                </c:pt>
                <c:pt idx="91">
                  <c:v>43.734217</c:v>
                </c:pt>
                <c:pt idx="92">
                  <c:v>44.013656</c:v>
                </c:pt>
                <c:pt idx="93">
                  <c:v>44.656659</c:v>
                </c:pt>
                <c:pt idx="94">
                  <c:v>46.925767</c:v>
                </c:pt>
                <c:pt idx="95">
                  <c:v>46.960384</c:v>
                </c:pt>
                <c:pt idx="96">
                  <c:v>49.229492</c:v>
                </c:pt>
                <c:pt idx="97">
                  <c:v>49.229492</c:v>
                </c:pt>
                <c:pt idx="98">
                  <c:v>51.515151</c:v>
                </c:pt>
                <c:pt idx="99">
                  <c:v>54.918814</c:v>
                </c:pt>
                <c:pt idx="100">
                  <c:v>57.187938</c:v>
                </c:pt>
                <c:pt idx="101">
                  <c:v>60.485009</c:v>
                </c:pt>
                <c:pt idx="102">
                  <c:v>63.888672</c:v>
                </c:pt>
                <c:pt idx="103">
                  <c:v>66.157780</c:v>
                </c:pt>
                <c:pt idx="104">
                  <c:v>66.157780</c:v>
                </c:pt>
                <c:pt idx="105">
                  <c:v>68.426888</c:v>
                </c:pt>
                <c:pt idx="106">
                  <c:v>68.443459</c:v>
                </c:pt>
                <c:pt idx="107">
                  <c:v>72.081182</c:v>
                </c:pt>
                <c:pt idx="108">
                  <c:v>77.420489</c:v>
                </c:pt>
                <c:pt idx="109">
                  <c:v>78.798495</c:v>
                </c:pt>
                <c:pt idx="110">
                  <c:v>79.999961</c:v>
                </c:pt>
                <c:pt idx="111">
                  <c:v>80.461780</c:v>
                </c:pt>
                <c:pt idx="112">
                  <c:v>80.923559</c:v>
                </c:pt>
                <c:pt idx="113">
                  <c:v>83.865422</c:v>
                </c:pt>
                <c:pt idx="114">
                  <c:v>86.596338</c:v>
                </c:pt>
                <c:pt idx="115">
                  <c:v>87.730892</c:v>
                </c:pt>
                <c:pt idx="116">
                  <c:v>87.730892</c:v>
                </c:pt>
                <c:pt idx="117">
                  <c:v>89.076397</c:v>
                </c:pt>
                <c:pt idx="118">
                  <c:v>90</c:v>
                </c:pt>
                <c:pt idx="119">
                  <c:v>90</c:v>
                </c:pt>
                <c:pt idx="120">
                  <c:v>90</c:v>
                </c:pt>
                <c:pt idx="121">
                  <c:v>90</c:v>
                </c:pt>
                <c:pt idx="122">
                  <c:v>90</c:v>
                </c:pt>
                <c:pt idx="123">
                  <c:v>88.083554</c:v>
                </c:pt>
                <c:pt idx="124">
                  <c:v>87.188522</c:v>
                </c:pt>
                <c:pt idx="125">
                  <c:v>86.053308</c:v>
                </c:pt>
                <c:pt idx="126">
                  <c:v>84.784814</c:v>
                </c:pt>
                <c:pt idx="127">
                  <c:v>83.587638</c:v>
                </c:pt>
                <c:pt idx="128">
                  <c:v>82.903253</c:v>
                </c:pt>
                <c:pt idx="129">
                  <c:v>81.862394</c:v>
                </c:pt>
                <c:pt idx="130">
                  <c:v>81.746737</c:v>
                </c:pt>
                <c:pt idx="131">
                  <c:v>80.851870</c:v>
                </c:pt>
                <c:pt idx="132">
                  <c:v>79.820531</c:v>
                </c:pt>
                <c:pt idx="133">
                  <c:v>79.462858</c:v>
                </c:pt>
                <c:pt idx="134">
                  <c:v>79.057833</c:v>
                </c:pt>
                <c:pt idx="135">
                  <c:v>78.015739</c:v>
                </c:pt>
                <c:pt idx="136">
                  <c:v>76.973644</c:v>
                </c:pt>
                <c:pt idx="137">
                  <c:v>76.881563</c:v>
                </c:pt>
                <c:pt idx="138">
                  <c:v>76.749902</c:v>
                </c:pt>
                <c:pt idx="139">
                  <c:v>76.035381</c:v>
                </c:pt>
                <c:pt idx="140">
                  <c:v>75.350563</c:v>
                </c:pt>
                <c:pt idx="141">
                  <c:v>74.157788</c:v>
                </c:pt>
                <c:pt idx="142">
                  <c:v>73.288572</c:v>
                </c:pt>
                <c:pt idx="143">
                  <c:v>72.428954</c:v>
                </c:pt>
                <c:pt idx="144">
                  <c:v>72.069028</c:v>
                </c:pt>
                <c:pt idx="145">
                  <c:v>72.069028</c:v>
                </c:pt>
                <c:pt idx="146">
                  <c:v>71.732187</c:v>
                </c:pt>
                <c:pt idx="147">
                  <c:v>71.732187</c:v>
                </c:pt>
                <c:pt idx="148">
                  <c:v>71.457409</c:v>
                </c:pt>
                <c:pt idx="149">
                  <c:v>70.876016</c:v>
                </c:pt>
                <c:pt idx="150">
                  <c:v>70.294622</c:v>
                </c:pt>
                <c:pt idx="151">
                  <c:v>69.790748</c:v>
                </c:pt>
                <c:pt idx="152">
                  <c:v>69.790748</c:v>
                </c:pt>
                <c:pt idx="153">
                  <c:v>68.849052</c:v>
                </c:pt>
                <c:pt idx="154">
                  <c:v>67.641594</c:v>
                </c:pt>
                <c:pt idx="155">
                  <c:v>66.511655</c:v>
                </c:pt>
                <c:pt idx="156">
                  <c:v>66.511655</c:v>
                </c:pt>
                <c:pt idx="157">
                  <c:v>66.010803</c:v>
                </c:pt>
                <c:pt idx="158">
                  <c:v>65.384738</c:v>
                </c:pt>
                <c:pt idx="159">
                  <c:v>64.758673</c:v>
                </c:pt>
                <c:pt idx="160">
                  <c:v>64.383362</c:v>
                </c:pt>
                <c:pt idx="161">
                  <c:v>63.617291</c:v>
                </c:pt>
                <c:pt idx="162">
                  <c:v>62.522903</c:v>
                </c:pt>
                <c:pt idx="163">
                  <c:v>61.790281</c:v>
                </c:pt>
                <c:pt idx="164">
                  <c:v>61.243088</c:v>
                </c:pt>
                <c:pt idx="165">
                  <c:v>61.243088</c:v>
                </c:pt>
                <c:pt idx="166">
                  <c:v>60.813279</c:v>
                </c:pt>
                <c:pt idx="167">
                  <c:v>60.227175</c:v>
                </c:pt>
                <c:pt idx="168">
                  <c:v>58.262789</c:v>
                </c:pt>
                <c:pt idx="169">
                  <c:v>58.028348</c:v>
                </c:pt>
                <c:pt idx="170">
                  <c:v>57.590593</c:v>
                </c:pt>
                <c:pt idx="171">
                  <c:v>57.043400</c:v>
                </c:pt>
                <c:pt idx="172">
                  <c:v>56.496206</c:v>
                </c:pt>
                <c:pt idx="173">
                  <c:v>55.925421</c:v>
                </c:pt>
                <c:pt idx="174">
                  <c:v>54.657419</c:v>
                </c:pt>
                <c:pt idx="175">
                  <c:v>54.010448</c:v>
                </c:pt>
                <c:pt idx="176">
                  <c:v>53.004566</c:v>
                </c:pt>
                <c:pt idx="177">
                  <c:v>51.616009</c:v>
                </c:pt>
                <c:pt idx="178">
                  <c:v>50.260646</c:v>
                </c:pt>
                <c:pt idx="179">
                  <c:v>49.484665</c:v>
                </c:pt>
                <c:pt idx="180">
                  <c:v>48.820215</c:v>
                </c:pt>
                <c:pt idx="181">
                  <c:v>48.97045</c:v>
                </c:pt>
                <c:pt idx="182">
                  <c:v>48.552435</c:v>
                </c:pt>
                <c:pt idx="183">
                  <c:v>48.552435</c:v>
                </c:pt>
                <c:pt idx="184">
                  <c:v>46.917912</c:v>
                </c:pt>
                <c:pt idx="185">
                  <c:v>46.785578</c:v>
                </c:pt>
                <c:pt idx="186">
                  <c:v>46.664252</c:v>
                </c:pt>
                <c:pt idx="187">
                  <c:v>50.067915</c:v>
                </c:pt>
                <c:pt idx="188">
                  <c:v>53.471577</c:v>
                </c:pt>
                <c:pt idx="189">
                  <c:v>54.776932</c:v>
                </c:pt>
                <c:pt idx="190">
                  <c:v>54.776932</c:v>
                </c:pt>
                <c:pt idx="191">
                  <c:v>54.776932</c:v>
                </c:pt>
                <c:pt idx="192">
                  <c:v>57.566090</c:v>
                </c:pt>
                <c:pt idx="193">
                  <c:v>59.315148</c:v>
                </c:pt>
                <c:pt idx="194">
                  <c:v>61.584257</c:v>
                </c:pt>
                <c:pt idx="195">
                  <c:v>61.584257</c:v>
                </c:pt>
                <c:pt idx="196">
                  <c:v>63.910170</c:v>
                </c:pt>
                <c:pt idx="197">
                  <c:v>66.179279</c:v>
                </c:pt>
                <c:pt idx="198">
                  <c:v>66.179279</c:v>
                </c:pt>
                <c:pt idx="199">
                  <c:v>69.578010</c:v>
                </c:pt>
                <c:pt idx="200">
                  <c:v>74.116226</c:v>
                </c:pt>
                <c:pt idx="201">
                  <c:v>74.116230</c:v>
                </c:pt>
                <c:pt idx="202">
                  <c:v>74.121161</c:v>
                </c:pt>
                <c:pt idx="203">
                  <c:v>78.192643</c:v>
                </c:pt>
                <c:pt idx="204">
                  <c:v>78.192643</c:v>
                </c:pt>
                <c:pt idx="205">
                  <c:v>79.999968</c:v>
                </c:pt>
                <c:pt idx="206">
                  <c:v>79.999968</c:v>
                </c:pt>
                <c:pt idx="207">
                  <c:v>79.999968</c:v>
                </c:pt>
                <c:pt idx="208">
                  <c:v>79.999968</c:v>
                </c:pt>
                <c:pt idx="209">
                  <c:v>83.865425</c:v>
                </c:pt>
                <c:pt idx="210">
                  <c:v>86.134538</c:v>
                </c:pt>
                <c:pt idx="211">
                  <c:v>87.730892</c:v>
                </c:pt>
                <c:pt idx="212">
                  <c:v>87.730896</c:v>
                </c:pt>
                <c:pt idx="213">
                  <c:v>88.865434</c:v>
                </c:pt>
                <c:pt idx="214">
                  <c:v>90</c:v>
                </c:pt>
                <c:pt idx="215">
                  <c:v>90</c:v>
                </c:pt>
                <c:pt idx="216">
                  <c:v>90</c:v>
                </c:pt>
                <c:pt idx="217">
                  <c:v>90</c:v>
                </c:pt>
                <c:pt idx="218">
                  <c:v>90</c:v>
                </c:pt>
                <c:pt idx="219">
                  <c:v>88.019114</c:v>
                </c:pt>
                <c:pt idx="220">
                  <c:v>87.147706</c:v>
                </c:pt>
                <c:pt idx="221">
                  <c:v>86.053308</c:v>
                </c:pt>
                <c:pt idx="222">
                  <c:v>84.784814</c:v>
                </c:pt>
                <c:pt idx="223">
                  <c:v>83.880285</c:v>
                </c:pt>
                <c:pt idx="224">
                  <c:v>83.010441</c:v>
                </c:pt>
                <c:pt idx="225">
                  <c:v>81.875108</c:v>
                </c:pt>
                <c:pt idx="226">
                  <c:v>81.746737</c:v>
                </c:pt>
                <c:pt idx="227">
                  <c:v>81.037499</c:v>
                </c:pt>
                <c:pt idx="228">
                  <c:v>79.881021</c:v>
                </c:pt>
                <c:pt idx="229">
                  <c:v>79.682540</c:v>
                </c:pt>
                <c:pt idx="230">
                  <c:v>79.164664</c:v>
                </c:pt>
                <c:pt idx="231">
                  <c:v>78.591065</c:v>
                </c:pt>
                <c:pt idx="232">
                  <c:v>77.507444</c:v>
                </c:pt>
                <c:pt idx="233">
                  <c:v>76.881563</c:v>
                </c:pt>
                <c:pt idx="234">
                  <c:v>76.477115</c:v>
                </c:pt>
                <c:pt idx="235">
                  <c:v>75.915068</c:v>
                </c:pt>
                <c:pt idx="236">
                  <c:v>75.836921</c:v>
                </c:pt>
                <c:pt idx="237">
                  <c:v>75.250817</c:v>
                </c:pt>
                <c:pt idx="238">
                  <c:v>74.367096</c:v>
                </c:pt>
                <c:pt idx="239">
                  <c:v>73.174322</c:v>
                </c:pt>
                <c:pt idx="240">
                  <c:v>72.567651</c:v>
                </c:pt>
                <c:pt idx="241">
                  <c:v>72.527206</c:v>
                </c:pt>
                <c:pt idx="242">
                  <c:v>71.640502</c:v>
                </c:pt>
                <c:pt idx="243">
                  <c:v>71.054398</c:v>
                </c:pt>
                <c:pt idx="244">
                  <c:v>70.752544</c:v>
                </c:pt>
                <c:pt idx="245">
                  <c:v>70.272927</c:v>
                </c:pt>
                <c:pt idx="246">
                  <c:v>70.272927</c:v>
                </c:pt>
                <c:pt idx="247">
                  <c:v>70.079550</c:v>
                </c:pt>
                <c:pt idx="248">
                  <c:v>70.079550</c:v>
                </c:pt>
                <c:pt idx="249">
                  <c:v>70.079550</c:v>
                </c:pt>
                <c:pt idx="250">
                  <c:v>69.639197</c:v>
                </c:pt>
                <c:pt idx="251">
                  <c:v>69.083089</c:v>
                </c:pt>
                <c:pt idx="252">
                  <c:v>68.428606</c:v>
                </c:pt>
                <c:pt idx="253">
                  <c:v>68.312327</c:v>
                </c:pt>
                <c:pt idx="254">
                  <c:v>68.156033</c:v>
                </c:pt>
                <c:pt idx="255">
                  <c:v>67.104111</c:v>
                </c:pt>
                <c:pt idx="256">
                  <c:v>65.935734</c:v>
                </c:pt>
                <c:pt idx="257">
                  <c:v>64.845504</c:v>
                </c:pt>
                <c:pt idx="258">
                  <c:v>64.602239</c:v>
                </c:pt>
                <c:pt idx="259">
                  <c:v>64.254256</c:v>
                </c:pt>
                <c:pt idx="260">
                  <c:v>63.727940</c:v>
                </c:pt>
                <c:pt idx="261">
                  <c:v>63.201624</c:v>
                </c:pt>
                <c:pt idx="262">
                  <c:v>62.81474</c:v>
                </c:pt>
                <c:pt idx="263">
                  <c:v>62.497022</c:v>
                </c:pt>
                <c:pt idx="264">
                  <c:v>61.943312</c:v>
                </c:pt>
                <c:pt idx="265">
                  <c:v>61.406773</c:v>
                </c:pt>
                <c:pt idx="266">
                  <c:v>60.203395</c:v>
                </c:pt>
                <c:pt idx="267">
                  <c:v>59.000016</c:v>
                </c:pt>
                <c:pt idx="268">
                  <c:v>58.248013</c:v>
                </c:pt>
                <c:pt idx="269">
                  <c:v>57.470684</c:v>
                </c:pt>
                <c:pt idx="270">
                  <c:v>56.467177</c:v>
                </c:pt>
                <c:pt idx="271">
                  <c:v>55.172533</c:v>
                </c:pt>
                <c:pt idx="272">
                  <c:v>54.180183</c:v>
                </c:pt>
                <c:pt idx="273">
                  <c:v>54.008853</c:v>
                </c:pt>
                <c:pt idx="274">
                  <c:v>52.986205</c:v>
                </c:pt>
                <c:pt idx="275">
                  <c:v>51.606020</c:v>
                </c:pt>
                <c:pt idx="276">
                  <c:v>50.225835</c:v>
                </c:pt>
                <c:pt idx="277">
                  <c:v>49.964576</c:v>
                </c:pt>
                <c:pt idx="278">
                  <c:v>49.546561</c:v>
                </c:pt>
                <c:pt idx="279">
                  <c:v>48.884888</c:v>
                </c:pt>
                <c:pt idx="280">
                  <c:v>46.588692</c:v>
                </c:pt>
                <c:pt idx="281">
                  <c:v>45.838796</c:v>
                </c:pt>
                <c:pt idx="282">
                  <c:v>45.414900</c:v>
                </c:pt>
                <c:pt idx="283">
                  <c:v>44.753231</c:v>
                </c:pt>
                <c:pt idx="284">
                  <c:v>44.448107</c:v>
                </c:pt>
                <c:pt idx="285">
                  <c:v>44.196642</c:v>
                </c:pt>
                <c:pt idx="286">
                  <c:v>44.529695</c:v>
                </c:pt>
                <c:pt idx="287">
                  <c:v>44.529699</c:v>
                </c:pt>
                <c:pt idx="288">
                  <c:v>44.529699</c:v>
                </c:pt>
                <c:pt idx="289">
                  <c:v>44.991498</c:v>
                </c:pt>
                <c:pt idx="290">
                  <c:v>48.395160</c:v>
                </c:pt>
                <c:pt idx="291">
                  <c:v>53.349133</c:v>
                </c:pt>
                <c:pt idx="292">
                  <c:v>59.021903</c:v>
                </c:pt>
                <c:pt idx="293">
                  <c:v>62.235853</c:v>
                </c:pt>
                <c:pt idx="294">
                  <c:v>62.235853</c:v>
                </c:pt>
                <c:pt idx="295">
                  <c:v>64.504961</c:v>
                </c:pt>
                <c:pt idx="296">
                  <c:v>70.367445</c:v>
                </c:pt>
                <c:pt idx="297">
                  <c:v>72.636553</c:v>
                </c:pt>
                <c:pt idx="298">
                  <c:v>72.636553</c:v>
                </c:pt>
                <c:pt idx="299">
                  <c:v>72.636553</c:v>
                </c:pt>
                <c:pt idx="300">
                  <c:v>73.041560</c:v>
                </c:pt>
                <c:pt idx="301">
                  <c:v>73.714315</c:v>
                </c:pt>
                <c:pt idx="302">
                  <c:v>75.983423</c:v>
                </c:pt>
                <c:pt idx="303">
                  <c:v>77.234642</c:v>
                </c:pt>
                <c:pt idx="304">
                  <c:v>77.234646</c:v>
                </c:pt>
                <c:pt idx="305">
                  <c:v>82.117997</c:v>
                </c:pt>
                <c:pt idx="306">
                  <c:v>86.134538</c:v>
                </c:pt>
                <c:pt idx="307">
                  <c:v>86.656214</c:v>
                </c:pt>
                <c:pt idx="308">
                  <c:v>89.076405</c:v>
                </c:pt>
                <c:pt idx="309">
                  <c:v>89.538188</c:v>
                </c:pt>
                <c:pt idx="310">
                  <c:v>90</c:v>
                </c:pt>
                <c:pt idx="311">
                  <c:v>90</c:v>
                </c:pt>
                <c:pt idx="312">
                  <c:v>90</c:v>
                </c:pt>
                <c:pt idx="313">
                  <c:v>90</c:v>
                </c:pt>
                <c:pt idx="314">
                  <c:v>90</c:v>
                </c:pt>
                <c:pt idx="315">
                  <c:v>88.233380</c:v>
                </c:pt>
                <c:pt idx="316">
                  <c:v>87.188522</c:v>
                </c:pt>
                <c:pt idx="317">
                  <c:v>87.106891</c:v>
                </c:pt>
                <c:pt idx="318">
                  <c:v>85.778427</c:v>
                </c:pt>
                <c:pt idx="319">
                  <c:v>84.382581</c:v>
                </c:pt>
                <c:pt idx="320">
                  <c:v>83.318245</c:v>
                </c:pt>
                <c:pt idx="321">
                  <c:v>82.615690</c:v>
                </c:pt>
                <c:pt idx="322">
                  <c:v>81.862394</c:v>
                </c:pt>
                <c:pt idx="323">
                  <c:v>81.367031</c:v>
                </c:pt>
                <c:pt idx="324">
                  <c:v>80.416373</c:v>
                </c:pt>
                <c:pt idx="325">
                  <c:v>80.009054</c:v>
                </c:pt>
                <c:pt idx="326">
                  <c:v>79.340111</c:v>
                </c:pt>
                <c:pt idx="327">
                  <c:v>78.930389</c:v>
                </c:pt>
                <c:pt idx="328">
                  <c:v>78.005596</c:v>
                </c:pt>
                <c:pt idx="329">
                  <c:v>77.092835</c:v>
                </c:pt>
                <c:pt idx="330">
                  <c:v>76.749902</c:v>
                </c:pt>
                <c:pt idx="331">
                  <c:v>76.035381</c:v>
                </c:pt>
                <c:pt idx="332">
                  <c:v>75.350563</c:v>
                </c:pt>
                <c:pt idx="333">
                  <c:v>74.376143</c:v>
                </c:pt>
                <c:pt idx="334">
                  <c:v>73.288572</c:v>
                </c:pt>
                <c:pt idx="335">
                  <c:v>72.428954</c:v>
                </c:pt>
                <c:pt idx="336">
                  <c:v>71.875230</c:v>
                </c:pt>
                <c:pt idx="337">
                  <c:v>71.732187</c:v>
                </c:pt>
                <c:pt idx="338">
                  <c:v>71.651206</c:v>
                </c:pt>
                <c:pt idx="339">
                  <c:v>71.651206</c:v>
                </c:pt>
                <c:pt idx="340">
                  <c:v>71.651206</c:v>
                </c:pt>
                <c:pt idx="341">
                  <c:v>71.280468</c:v>
                </c:pt>
                <c:pt idx="342">
                  <c:v>70.284619</c:v>
                </c:pt>
                <c:pt idx="343">
                  <c:v>69.315630</c:v>
                </c:pt>
                <c:pt idx="344">
                  <c:v>68.152844</c:v>
                </c:pt>
                <c:pt idx="345">
                  <c:v>67.930816</c:v>
                </c:pt>
                <c:pt idx="346">
                  <c:v>67.555178</c:v>
                </c:pt>
                <c:pt idx="347">
                  <c:v>66.665801</c:v>
                </c:pt>
                <c:pt idx="348">
                  <c:v>65.458343</c:v>
                </c:pt>
                <c:pt idx="349">
                  <c:v>65.133376</c:v>
                </c:pt>
                <c:pt idx="350">
                  <c:v>64.977082</c:v>
                </c:pt>
                <c:pt idx="351">
                  <c:v>64.390978</c:v>
                </c:pt>
                <c:pt idx="352">
                  <c:v>63.804875</c:v>
                </c:pt>
                <c:pt idx="353">
                  <c:v>63.136956</c:v>
                </c:pt>
                <c:pt idx="354">
                  <c:v>62.926430</c:v>
                </c:pt>
                <c:pt idx="355">
                  <c:v>62.460611</c:v>
                </c:pt>
                <c:pt idx="356">
                  <c:v>61.878337</c:v>
                </c:pt>
                <c:pt idx="357">
                  <c:v>61.296064</c:v>
                </c:pt>
                <c:pt idx="358">
                  <c:v>60.985518</c:v>
                </c:pt>
                <c:pt idx="359">
                  <c:v>60.414953</c:v>
                </c:pt>
                <c:pt idx="360">
                  <c:v>59.450882</c:v>
                </c:pt>
                <c:pt idx="361">
                  <c:v>58.924566</c:v>
                </c:pt>
                <c:pt idx="362">
                  <c:v>57.860750</c:v>
                </c:pt>
                <c:pt idx="363">
                  <c:v>57.107576</c:v>
                </c:pt>
                <c:pt idx="364">
                  <c:v>55.787310</c:v>
                </c:pt>
                <c:pt idx="365">
                  <c:v>54.851459</c:v>
                </c:pt>
                <c:pt idx="366">
                  <c:v>53.736454</c:v>
                </c:pt>
                <c:pt idx="367">
                  <c:v>52.871571</c:v>
                </c:pt>
                <c:pt idx="368">
                  <c:v>51.762928</c:v>
                </c:pt>
                <c:pt idx="369">
                  <c:v>51.161424</c:v>
                </c:pt>
                <c:pt idx="370">
                  <c:v>50.760421</c:v>
                </c:pt>
                <c:pt idx="371">
                  <c:v>50.235720</c:v>
                </c:pt>
                <c:pt idx="372">
                  <c:v>49.448667</c:v>
                </c:pt>
                <c:pt idx="373">
                  <c:v>48.315882</c:v>
                </c:pt>
                <c:pt idx="374">
                  <c:v>47.878632</c:v>
                </c:pt>
                <c:pt idx="375">
                  <c:v>47.222756</c:v>
                </c:pt>
                <c:pt idx="376">
                  <c:v>46.566880</c:v>
                </c:pt>
                <c:pt idx="377">
                  <c:v>46.479430</c:v>
                </c:pt>
                <c:pt idx="378">
                  <c:v>46.134539</c:v>
                </c:pt>
                <c:pt idx="379">
                  <c:v>45.904612</c:v>
                </c:pt>
                <c:pt idx="380">
                  <c:v>45.653147</c:v>
                </c:pt>
                <c:pt idx="381">
                  <c:v>47.077122</c:v>
                </c:pt>
                <c:pt idx="382">
                  <c:v>49.346230</c:v>
                </c:pt>
                <c:pt idx="383">
                  <c:v>50.552142</c:v>
                </c:pt>
                <c:pt idx="384">
                  <c:v>50.552142</c:v>
                </c:pt>
                <c:pt idx="385">
                  <c:v>53.622909</c:v>
                </c:pt>
                <c:pt idx="386">
                  <c:v>55.721217</c:v>
                </c:pt>
                <c:pt idx="387">
                  <c:v>55.721217</c:v>
                </c:pt>
                <c:pt idx="388">
                  <c:v>57.188667</c:v>
                </c:pt>
                <c:pt idx="389">
                  <c:v>59.457775</c:v>
                </c:pt>
                <c:pt idx="390">
                  <c:v>63.995991</c:v>
                </c:pt>
                <c:pt idx="391">
                  <c:v>67.399654</c:v>
                </c:pt>
                <c:pt idx="392">
                  <c:v>70.541775</c:v>
                </c:pt>
                <c:pt idx="393">
                  <c:v>76.214546</c:v>
                </c:pt>
                <c:pt idx="394">
                  <c:v>78.859404</c:v>
                </c:pt>
                <c:pt idx="395">
                  <c:v>79.532155</c:v>
                </c:pt>
                <c:pt idx="396">
                  <c:v>80.461764</c:v>
                </c:pt>
                <c:pt idx="397">
                  <c:v>82.058121</c:v>
                </c:pt>
                <c:pt idx="398">
                  <c:v>83.192675</c:v>
                </c:pt>
                <c:pt idx="399">
                  <c:v>83.192675</c:v>
                </c:pt>
                <c:pt idx="400">
                  <c:v>84.327229</c:v>
                </c:pt>
                <c:pt idx="401">
                  <c:v>85.461783</c:v>
                </c:pt>
                <c:pt idx="402">
                  <c:v>87.730892</c:v>
                </c:pt>
                <c:pt idx="403">
                  <c:v>88.931010</c:v>
                </c:pt>
                <c:pt idx="404">
                  <c:v>88.931010</c:v>
                </c:pt>
                <c:pt idx="405">
                  <c:v>90</c:v>
                </c:pt>
                <c:pt idx="406">
                  <c:v>90</c:v>
                </c:pt>
                <c:pt idx="407">
                  <c:v>90</c:v>
                </c:pt>
                <c:pt idx="408">
                  <c:v>90</c:v>
                </c:pt>
                <c:pt idx="409">
                  <c:v>90</c:v>
                </c:pt>
                <c:pt idx="410">
                  <c:v>90</c:v>
                </c:pt>
                <c:pt idx="411">
                  <c:v>88.233380</c:v>
                </c:pt>
                <c:pt idx="412">
                  <c:v>87.188522</c:v>
                </c:pt>
                <c:pt idx="413">
                  <c:v>87.106891</c:v>
                </c:pt>
                <c:pt idx="414">
                  <c:v>85.333182</c:v>
                </c:pt>
                <c:pt idx="415">
                  <c:v>84.242724</c:v>
                </c:pt>
                <c:pt idx="416">
                  <c:v>83.432323</c:v>
                </c:pt>
                <c:pt idx="417">
                  <c:v>82.615690</c:v>
                </c:pt>
                <c:pt idx="418">
                  <c:v>81.814913</c:v>
                </c:pt>
                <c:pt idx="419">
                  <c:v>81.367031</c:v>
                </c:pt>
                <c:pt idx="420">
                  <c:v>80.416373</c:v>
                </c:pt>
                <c:pt idx="421">
                  <c:v>80.009054</c:v>
                </c:pt>
                <c:pt idx="422">
                  <c:v>79.164406</c:v>
                </c:pt>
                <c:pt idx="423">
                  <c:v>78.425506</c:v>
                </c:pt>
                <c:pt idx="424">
                  <c:v>77.706430</c:v>
                </c:pt>
                <c:pt idx="425">
                  <c:v>76.705081</c:v>
                </c:pt>
                <c:pt idx="426">
                  <c:v>75.933874</c:v>
                </c:pt>
                <c:pt idx="427">
                  <c:v>75.155061</c:v>
                </c:pt>
                <c:pt idx="428">
                  <c:v>74.645564</c:v>
                </c:pt>
                <c:pt idx="429">
                  <c:v>73.452924</c:v>
                </c:pt>
                <c:pt idx="430">
                  <c:v>72.732826</c:v>
                </c:pt>
                <c:pt idx="431">
                  <c:v>72.180192</c:v>
                </c:pt>
                <c:pt idx="432">
                  <c:v>72.069028</c:v>
                </c:pt>
                <c:pt idx="433">
                  <c:v>71.761200</c:v>
                </c:pt>
                <c:pt idx="434">
                  <c:v>71.034294</c:v>
                </c:pt>
                <c:pt idx="435">
                  <c:v>70.448190</c:v>
                </c:pt>
                <c:pt idx="436">
                  <c:v>69.892083</c:v>
                </c:pt>
                <c:pt idx="437">
                  <c:v>68.988609</c:v>
                </c:pt>
                <c:pt idx="438">
                  <c:v>68.122426</c:v>
                </c:pt>
                <c:pt idx="439">
                  <c:v>67.320490</c:v>
                </c:pt>
                <c:pt idx="440">
                  <c:v>66.468359</c:v>
                </c:pt>
                <c:pt idx="441">
                  <c:v>65.726015</c:v>
                </c:pt>
                <c:pt idx="442">
                  <c:v>64.933000</c:v>
                </c:pt>
                <c:pt idx="443">
                  <c:v>64.321186</c:v>
                </c:pt>
                <c:pt idx="444">
                  <c:v>63.908226</c:v>
                </c:pt>
                <c:pt idx="445">
                  <c:v>63.557348</c:v>
                </c:pt>
                <c:pt idx="446">
                  <c:v>62.924988</c:v>
                </c:pt>
                <c:pt idx="447">
                  <c:v>62.012999</c:v>
                </c:pt>
                <c:pt idx="448">
                  <c:v>60.918612</c:v>
                </c:pt>
                <c:pt idx="449">
                  <c:v>60.223094</c:v>
                </c:pt>
                <c:pt idx="450">
                  <c:v>60.066800</c:v>
                </c:pt>
                <c:pt idx="451">
                  <c:v>59.014878</c:v>
                </c:pt>
                <c:pt idx="452">
                  <c:v>57.875735</c:v>
                </c:pt>
                <c:pt idx="453">
                  <c:v>56.781676</c:v>
                </c:pt>
                <c:pt idx="454">
                  <c:v>56.263327</c:v>
                </c:pt>
                <c:pt idx="455">
                  <c:v>55.365256</c:v>
                </c:pt>
                <c:pt idx="456">
                  <c:v>54.291747</c:v>
                </c:pt>
                <c:pt idx="457">
                  <c:v>53.218237</c:v>
                </c:pt>
                <c:pt idx="458">
                  <c:v>52.655441</c:v>
                </c:pt>
                <c:pt idx="459">
                  <c:v>52.217229</c:v>
                </c:pt>
                <c:pt idx="460">
                  <c:v>51.545354</c:v>
                </c:pt>
                <c:pt idx="461">
                  <c:v>50.873480</c:v>
                </c:pt>
                <c:pt idx="462">
                  <c:v>50.662562</c:v>
                </c:pt>
                <c:pt idx="463">
                  <c:v>50.055891</c:v>
                </c:pt>
                <c:pt idx="464">
                  <c:v>48.953858</c:v>
                </c:pt>
                <c:pt idx="465">
                  <c:v>48.381844</c:v>
                </c:pt>
                <c:pt idx="466">
                  <c:v>48.126460</c:v>
                </c:pt>
                <c:pt idx="467">
                  <c:v>47.267084</c:v>
                </c:pt>
                <c:pt idx="468">
                  <c:v>46.315546</c:v>
                </c:pt>
                <c:pt idx="469">
                  <c:v>45.087475</c:v>
                </c:pt>
                <c:pt idx="470">
                  <c:v>44.426356</c:v>
                </c:pt>
                <c:pt idx="471">
                  <c:v>43.909863</c:v>
                </c:pt>
                <c:pt idx="472">
                  <c:v>43.147218</c:v>
                </c:pt>
                <c:pt idx="473">
                  <c:v>42.387476</c:v>
                </c:pt>
                <c:pt idx="474">
                  <c:v>43.393477</c:v>
                </c:pt>
                <c:pt idx="475">
                  <c:v>46.797140</c:v>
                </c:pt>
                <c:pt idx="476">
                  <c:v>53.559715</c:v>
                </c:pt>
                <c:pt idx="477">
                  <c:v>59.232486</c:v>
                </c:pt>
                <c:pt idx="478">
                  <c:v>62.636148</c:v>
                </c:pt>
                <c:pt idx="479">
                  <c:v>66.039811</c:v>
                </c:pt>
                <c:pt idx="480">
                  <c:v>66.245161</c:v>
                </c:pt>
                <c:pt idx="481">
                  <c:v>68.978404</c:v>
                </c:pt>
                <c:pt idx="482">
                  <c:v>73.654415</c:v>
                </c:pt>
                <c:pt idx="483">
                  <c:v>77.058078</c:v>
                </c:pt>
                <c:pt idx="484">
                  <c:v>77.058101</c:v>
                </c:pt>
                <c:pt idx="485">
                  <c:v>78.811873</c:v>
                </c:pt>
                <c:pt idx="486">
                  <c:v>79.546356</c:v>
                </c:pt>
                <c:pt idx="487">
                  <c:v>82.237435</c:v>
                </c:pt>
                <c:pt idx="488">
                  <c:v>82.237443</c:v>
                </c:pt>
                <c:pt idx="489">
                  <c:v>83.627078</c:v>
                </c:pt>
                <c:pt idx="490">
                  <c:v>84.733510</c:v>
                </c:pt>
                <c:pt idx="491">
                  <c:v>86.558332</c:v>
                </c:pt>
                <c:pt idx="492">
                  <c:v>86.984721</c:v>
                </c:pt>
                <c:pt idx="493">
                  <c:v>86.984724</c:v>
                </c:pt>
                <c:pt idx="494">
                  <c:v>87.421127</c:v>
                </c:pt>
                <c:pt idx="495">
                  <c:v>87.730892</c:v>
                </c:pt>
                <c:pt idx="496">
                  <c:v>87.888310</c:v>
                </c:pt>
                <c:pt idx="497">
                  <c:v>88.764587</c:v>
                </c:pt>
                <c:pt idx="498">
                  <c:v>90</c:v>
                </c:pt>
                <c:pt idx="499">
                  <c:v>90</c:v>
                </c:pt>
                <c:pt idx="500">
                  <c:v>90</c:v>
                </c:pt>
                <c:pt idx="501">
                  <c:v>90</c:v>
                </c:pt>
                <c:pt idx="502">
                  <c:v>90</c:v>
                </c:pt>
                <c:pt idx="503">
                  <c:v>90</c:v>
                </c:pt>
                <c:pt idx="504">
                  <c:v>90</c:v>
                </c:pt>
                <c:pt idx="505">
                  <c:v>90</c:v>
                </c:pt>
                <c:pt idx="506">
                  <c:v>90</c:v>
                </c:pt>
                <c:pt idx="507">
                  <c:v>90</c:v>
                </c:pt>
                <c:pt idx="508">
                  <c:v>88.072557</c:v>
                </c:pt>
                <c:pt idx="509">
                  <c:v>87.822234</c:v>
                </c:pt>
                <c:pt idx="510">
                  <c:v>87.188522</c:v>
                </c:pt>
                <c:pt idx="511">
                  <c:v>87.147706</c:v>
                </c:pt>
                <c:pt idx="512">
                  <c:v>87.106891</c:v>
                </c:pt>
                <c:pt idx="513">
                  <c:v>86.873773</c:v>
                </c:pt>
                <c:pt idx="514">
                  <c:v>86.151469</c:v>
                </c:pt>
                <c:pt idx="515">
                  <c:v>85.489794</c:v>
                </c:pt>
                <c:pt idx="516">
                  <c:v>84.497372</c:v>
                </c:pt>
                <c:pt idx="517">
                  <c:v>83.788996</c:v>
                </c:pt>
                <c:pt idx="518">
                  <c:v>83.266270</c:v>
                </c:pt>
                <c:pt idx="519">
                  <c:v>82.603937</c:v>
                </c:pt>
                <c:pt idx="520">
                  <c:v>81.726043</c:v>
                </c:pt>
                <c:pt idx="521">
                  <c:v>81.726043</c:v>
                </c:pt>
                <c:pt idx="522">
                  <c:v>81.169369</c:v>
                </c:pt>
                <c:pt idx="523">
                  <c:v>80.225128</c:v>
                </c:pt>
                <c:pt idx="524">
                  <c:v>79.574022</c:v>
                </c:pt>
                <c:pt idx="525">
                  <c:v>79.200769</c:v>
                </c:pt>
                <c:pt idx="526">
                  <c:v>78.013791</c:v>
                </c:pt>
                <c:pt idx="527">
                  <c:v>76.826812</c:v>
                </c:pt>
                <c:pt idx="528">
                  <c:v>75.981562</c:v>
                </c:pt>
                <c:pt idx="529">
                  <c:v>75.981562</c:v>
                </c:pt>
                <c:pt idx="530">
                  <c:v>75.613141</c:v>
                </c:pt>
                <c:pt idx="531">
                  <c:v>75.428576</c:v>
                </c:pt>
                <c:pt idx="532">
                  <c:v>75.316600</c:v>
                </c:pt>
                <c:pt idx="533">
                  <c:v>74.245655</c:v>
                </c:pt>
                <c:pt idx="534">
                  <c:v>73.491978</c:v>
                </c:pt>
                <c:pt idx="535">
                  <c:v>73.162483</c:v>
                </c:pt>
                <c:pt idx="536">
                  <c:v>72.599153</c:v>
                </c:pt>
                <c:pt idx="537">
                  <c:v>71.907865</c:v>
                </c:pt>
                <c:pt idx="538">
                  <c:v>70.830612</c:v>
                </c:pt>
                <c:pt idx="539">
                  <c:v>69.753359</c:v>
                </c:pt>
                <c:pt idx="540">
                  <c:v>69.358976</c:v>
                </c:pt>
                <c:pt idx="541">
                  <c:v>68.671352</c:v>
                </c:pt>
                <c:pt idx="542">
                  <c:v>68.154558</c:v>
                </c:pt>
                <c:pt idx="543">
                  <c:v>67.637764</c:v>
                </c:pt>
                <c:pt idx="544">
                  <c:v>66.681519</c:v>
                </c:pt>
                <c:pt idx="545">
                  <c:v>66.132204</c:v>
                </c:pt>
                <c:pt idx="546">
                  <c:v>65.257313</c:v>
                </c:pt>
                <c:pt idx="547">
                  <c:v>64.279155</c:v>
                </c:pt>
                <c:pt idx="548">
                  <c:v>63.759403</c:v>
                </c:pt>
                <c:pt idx="549">
                  <c:v>62.929935</c:v>
                </c:pt>
                <c:pt idx="550">
                  <c:v>62.412853</c:v>
                </c:pt>
                <c:pt idx="551">
                  <c:v>61.730893</c:v>
                </c:pt>
                <c:pt idx="552">
                  <c:v>60.736621</c:v>
                </c:pt>
                <c:pt idx="553">
                  <c:v>59.992441</c:v>
                </c:pt>
                <c:pt idx="554">
                  <c:v>59.544553</c:v>
                </c:pt>
                <c:pt idx="555">
                  <c:v>59.518230</c:v>
                </c:pt>
                <c:pt idx="556">
                  <c:v>59.173179</c:v>
                </c:pt>
                <c:pt idx="557">
                  <c:v>58.212666</c:v>
                </c:pt>
                <c:pt idx="558">
                  <c:v>56.893821</c:v>
                </c:pt>
                <c:pt idx="559">
                  <c:v>56.050806</c:v>
                </c:pt>
                <c:pt idx="560">
                  <c:v>55.740861</c:v>
                </c:pt>
                <c:pt idx="561">
                  <c:v>55.040961</c:v>
                </c:pt>
                <c:pt idx="562">
                  <c:v>53.721540</c:v>
                </c:pt>
                <c:pt idx="563">
                  <c:v>52.911442</c:v>
                </c:pt>
                <c:pt idx="564">
                  <c:v>52.468475</c:v>
                </c:pt>
                <c:pt idx="565">
                  <c:v>52.37182</c:v>
                </c:pt>
                <c:pt idx="566">
                  <c:v>52.233241</c:v>
                </c:pt>
                <c:pt idx="567">
                  <c:v>52.233241</c:v>
                </c:pt>
                <c:pt idx="568">
                  <c:v>51.602445</c:v>
                </c:pt>
                <c:pt idx="569">
                  <c:v>50.784328</c:v>
                </c:pt>
                <c:pt idx="570">
                  <c:v>49.524994</c:v>
                </c:pt>
                <c:pt idx="571">
                  <c:v>48.847933</c:v>
                </c:pt>
                <c:pt idx="572">
                  <c:v>48.351422</c:v>
                </c:pt>
                <c:pt idx="573">
                  <c:v>49.486499</c:v>
                </c:pt>
                <c:pt idx="574">
                  <c:v>56.293824</c:v>
                </c:pt>
                <c:pt idx="575">
                  <c:v>61.966594</c:v>
                </c:pt>
                <c:pt idx="576">
                  <c:v>64.235702</c:v>
                </c:pt>
                <c:pt idx="577">
                  <c:v>65.014800</c:v>
                </c:pt>
                <c:pt idx="578">
                  <c:v>67.368994</c:v>
                </c:pt>
                <c:pt idx="579">
                  <c:v>71.788300</c:v>
                </c:pt>
                <c:pt idx="580">
                  <c:v>77.146066</c:v>
                </c:pt>
                <c:pt idx="581">
                  <c:v>77.146066</c:v>
                </c:pt>
                <c:pt idx="582">
                  <c:v>79.415174</c:v>
                </c:pt>
                <c:pt idx="583">
                  <c:v>80.461764</c:v>
                </c:pt>
                <c:pt idx="584">
                  <c:v>82.366257</c:v>
                </c:pt>
                <c:pt idx="585">
                  <c:v>84.061572</c:v>
                </c:pt>
                <c:pt idx="586">
                  <c:v>84.376007</c:v>
                </c:pt>
                <c:pt idx="587">
                  <c:v>84.376007</c:v>
                </c:pt>
                <c:pt idx="588">
                  <c:v>84.376007</c:v>
                </c:pt>
                <c:pt idx="589">
                  <c:v>85.461764</c:v>
                </c:pt>
                <c:pt idx="590">
                  <c:v>85.972345</c:v>
                </c:pt>
                <c:pt idx="591">
                  <c:v>87.075570</c:v>
                </c:pt>
                <c:pt idx="592">
                  <c:v>87.237756</c:v>
                </c:pt>
                <c:pt idx="593">
                  <c:v>87.730892</c:v>
                </c:pt>
                <c:pt idx="594">
                  <c:v>87.730892</c:v>
                </c:pt>
                <c:pt idx="595">
                  <c:v>89.317816</c:v>
                </c:pt>
                <c:pt idx="596">
                  <c:v>89.999984</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89.061785</c:v>
                </c:pt>
                <c:pt idx="615">
                  <c:v>89.061785</c:v>
                </c:pt>
                <c:pt idx="616">
                  <c:v>87.656046</c:v>
                </c:pt>
                <c:pt idx="617">
                  <c:v>87.013286</c:v>
                </c:pt>
                <c:pt idx="618">
                  <c:v>86.324614</c:v>
                </c:pt>
                <c:pt idx="619">
                  <c:v>85.819589</c:v>
                </c:pt>
                <c:pt idx="620">
                  <c:v>85.819589</c:v>
                </c:pt>
                <c:pt idx="621">
                  <c:v>85.343658</c:v>
                </c:pt>
                <c:pt idx="622">
                  <c:v>84.285826</c:v>
                </c:pt>
                <c:pt idx="623">
                  <c:v>83.030294</c:v>
                </c:pt>
                <c:pt idx="624">
                  <c:v>82.418098</c:v>
                </c:pt>
                <c:pt idx="625">
                  <c:v>82.418098</c:v>
                </c:pt>
                <c:pt idx="626">
                  <c:v>82.008741</c:v>
                </c:pt>
                <c:pt idx="627">
                  <c:v>81.394705</c:v>
                </c:pt>
                <c:pt idx="628">
                  <c:v>80.780670</c:v>
                </c:pt>
                <c:pt idx="629">
                  <c:v>80.375037</c:v>
                </c:pt>
                <c:pt idx="630">
                  <c:v>79.788934</c:v>
                </c:pt>
                <c:pt idx="631">
                  <c:v>79.125194</c:v>
                </c:pt>
                <c:pt idx="632">
                  <c:v>77.956817</c:v>
                </c:pt>
                <c:pt idx="633">
                  <c:v>77.374543</c:v>
                </c:pt>
                <c:pt idx="634">
                  <c:v>76.420178</c:v>
                </c:pt>
                <c:pt idx="635">
                  <c:v>75.683571</c:v>
                </c:pt>
                <c:pt idx="636">
                  <c:v>74.817804</c:v>
                </c:pt>
                <c:pt idx="637">
                  <c:v>73.955707</c:v>
                </c:pt>
                <c:pt idx="638">
                  <c:v>73.341672</c:v>
                </c:pt>
                <c:pt idx="639">
                  <c:v>72.850443</c:v>
                </c:pt>
                <c:pt idx="640">
                  <c:v>72.342487</c:v>
                </c:pt>
                <c:pt idx="641">
                  <c:v>71.756384</c:v>
                </c:pt>
                <c:pt idx="642">
                  <c:v>71.170281</c:v>
                </c:pt>
                <c:pt idx="643">
                  <c:v>71.013986</c:v>
                </c:pt>
                <c:pt idx="644">
                  <c:v>70.824144</c:v>
                </c:pt>
                <c:pt idx="645">
                  <c:v>70.254616</c:v>
                </c:pt>
                <c:pt idx="646">
                  <c:v>69.452178</c:v>
                </c:pt>
                <c:pt idx="647">
                  <c:v>68.338345</c:v>
                </c:pt>
                <c:pt idx="648">
                  <c:v>67.756072</c:v>
                </c:pt>
                <c:pt idx="649">
                  <c:v>67.212616</c:v>
                </c:pt>
                <c:pt idx="650">
                  <c:v>66.870950</c:v>
                </c:pt>
                <c:pt idx="651">
                  <c:v>65.837343</c:v>
                </c:pt>
                <c:pt idx="652">
                  <c:v>64.541747</c:v>
                </c:pt>
                <c:pt idx="653">
                  <c:v>63.673234</c:v>
                </c:pt>
                <c:pt idx="654">
                  <c:v>62.886501</c:v>
                </c:pt>
                <c:pt idx="655">
                  <c:v>62.170940</c:v>
                </c:pt>
                <c:pt idx="656">
                  <c:v>61.550788</c:v>
                </c:pt>
                <c:pt idx="657">
                  <c:v>61.550788</c:v>
                </c:pt>
                <c:pt idx="658">
                  <c:v>61.222656</c:v>
                </c:pt>
                <c:pt idx="659">
                  <c:v>61.222656</c:v>
                </c:pt>
                <c:pt idx="660">
                  <c:v>61.222656</c:v>
                </c:pt>
                <c:pt idx="661">
                  <c:v>61.222656</c:v>
                </c:pt>
                <c:pt idx="662">
                  <c:v>60.558659</c:v>
                </c:pt>
                <c:pt idx="663">
                  <c:v>61.097313</c:v>
                </c:pt>
                <c:pt idx="664">
                  <c:v>60.586547</c:v>
                </c:pt>
                <c:pt idx="665">
                  <c:v>60.246888</c:v>
                </c:pt>
                <c:pt idx="666">
                  <c:v>59.519048</c:v>
                </c:pt>
                <c:pt idx="667">
                  <c:v>59.196789</c:v>
                </c:pt>
                <c:pt idx="668">
                  <c:v>59.196789</c:v>
                </c:pt>
                <c:pt idx="669">
                  <c:v>61.465897</c:v>
                </c:pt>
                <c:pt idx="670">
                  <c:v>61.465901</c:v>
                </c:pt>
                <c:pt idx="671">
                  <c:v>61.465901</c:v>
                </c:pt>
                <c:pt idx="672">
                  <c:v>61.465901</c:v>
                </c:pt>
                <c:pt idx="673">
                  <c:v>63.905255</c:v>
                </c:pt>
                <c:pt idx="674">
                  <c:v>68.497461</c:v>
                </c:pt>
                <c:pt idx="675">
                  <c:v>70.766570</c:v>
                </c:pt>
                <c:pt idx="676">
                  <c:v>70.766570</c:v>
                </c:pt>
                <c:pt idx="677">
                  <c:v>74.170232</c:v>
                </c:pt>
                <c:pt idx="678">
                  <c:v>78.192659</c:v>
                </c:pt>
                <c:pt idx="679">
                  <c:v>78.654459</c:v>
                </c:pt>
                <c:pt idx="680">
                  <c:v>78.654459</c:v>
                </c:pt>
                <c:pt idx="681">
                  <c:v>80.461768</c:v>
                </c:pt>
                <c:pt idx="682">
                  <c:v>80.923567</c:v>
                </c:pt>
                <c:pt idx="683">
                  <c:v>83.192675</c:v>
                </c:pt>
                <c:pt idx="684">
                  <c:v>83.192675</c:v>
                </c:pt>
                <c:pt idx="685">
                  <c:v>83.192679</c:v>
                </c:pt>
                <c:pt idx="686">
                  <c:v>85.461745</c:v>
                </c:pt>
                <c:pt idx="687">
                  <c:v>85.461749</c:v>
                </c:pt>
                <c:pt idx="688">
                  <c:v>85.461752</c:v>
                </c:pt>
                <c:pt idx="689">
                  <c:v>87.730892</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2FC2-490D-80C6-48711495EE89}"/>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79.999968</c:v>
                </c:pt>
                <c:pt idx="2">
                  <c:v>80</c:v>
                </c:pt>
                <c:pt idx="3">
                  <c:v>80</c:v>
                </c:pt>
                <c:pt idx="4">
                  <c:v>80</c:v>
                </c:pt>
                <c:pt idx="5">
                  <c:v>80</c:v>
                </c:pt>
                <c:pt idx="6">
                  <c:v>80</c:v>
                </c:pt>
                <c:pt idx="7">
                  <c:v>80</c:v>
                </c:pt>
                <c:pt idx="8">
                  <c:v>80</c:v>
                </c:pt>
                <c:pt idx="9">
                  <c:v>80</c:v>
                </c:pt>
                <c:pt idx="10">
                  <c:v>82.190619</c:v>
                </c:pt>
                <c:pt idx="11">
                  <c:v>82.190619</c:v>
                </c:pt>
                <c:pt idx="12">
                  <c:v>82.190619</c:v>
                </c:pt>
                <c:pt idx="13">
                  <c:v>82.190619</c:v>
                </c:pt>
                <c:pt idx="14">
                  <c:v>82.190619</c:v>
                </c:pt>
                <c:pt idx="15">
                  <c:v>82.190619</c:v>
                </c:pt>
                <c:pt idx="16">
                  <c:v>82.190619</c:v>
                </c:pt>
                <c:pt idx="17">
                  <c:v>82.190619</c:v>
                </c:pt>
                <c:pt idx="18">
                  <c:v>84.768902</c:v>
                </c:pt>
                <c:pt idx="19">
                  <c:v>84.768902</c:v>
                </c:pt>
                <c:pt idx="20">
                  <c:v>84.768902</c:v>
                </c:pt>
                <c:pt idx="21">
                  <c:v>84.768902</c:v>
                </c:pt>
                <c:pt idx="22">
                  <c:v>84.768902</c:v>
                </c:pt>
                <c:pt idx="23">
                  <c:v>87.704821</c:v>
                </c:pt>
                <c:pt idx="24">
                  <c:v>90</c:v>
                </c:pt>
                <c:pt idx="25">
                  <c:v>90</c:v>
                </c:pt>
                <c:pt idx="26">
                  <c:v>90</c:v>
                </c:pt>
                <c:pt idx="27">
                  <c:v>90</c:v>
                </c:pt>
                <c:pt idx="28">
                  <c:v>90</c:v>
                </c:pt>
                <c:pt idx="29">
                  <c:v>90</c:v>
                </c:pt>
                <c:pt idx="30">
                  <c:v>87.188522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87.188522</c:v>
                </c:pt>
                <c:pt idx="60">
                  <c:v>87.188522</c:v>
                </c:pt>
                <c:pt idx="61">
                  <c:v>87.188522</c:v>
                </c:pt>
                <c:pt idx="62">
                  <c:v>87.188522</c:v>
                </c:pt>
                <c:pt idx="63">
                  <c:v>87.188522</c:v>
                </c:pt>
                <c:pt idx="64">
                  <c:v>87.188522</c:v>
                </c:pt>
                <c:pt idx="65">
                  <c:v>87.188522</c:v>
                </c:pt>
                <c:pt idx="66">
                  <c:v>89.999961</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87.188522</c:v>
                </c:pt>
                <c:pt idx="162">
                  <c:v>87.188522</c:v>
                </c:pt>
                <c:pt idx="163">
                  <c:v>87.188522</c:v>
                </c:pt>
                <c:pt idx="164">
                  <c:v>87.188522</c:v>
                </c:pt>
                <c:pt idx="165">
                  <c:v>87.188522</c:v>
                </c:pt>
                <c:pt idx="166">
                  <c:v>87.188522</c:v>
                </c:pt>
                <c:pt idx="167">
                  <c:v>87.188522</c:v>
                </c:pt>
                <c:pt idx="168">
                  <c:v>87.188522</c:v>
                </c:pt>
                <c:pt idx="169">
                  <c:v>88.076377</c:v>
                </c:pt>
                <c:pt idx="170">
                  <c:v>88.076384</c:v>
                </c:pt>
                <c:pt idx="171">
                  <c:v>88.943486</c:v>
                </c:pt>
                <c:pt idx="172">
                  <c:v>88.943486</c:v>
                </c:pt>
                <c:pt idx="173">
                  <c:v>88.943486</c:v>
                </c:pt>
                <c:pt idx="174">
                  <c:v>88.943486</c:v>
                </c:pt>
                <c:pt idx="175">
                  <c:v>88.943486</c:v>
                </c:pt>
                <c:pt idx="176">
                  <c:v>88.943486</c:v>
                </c:pt>
                <c:pt idx="177">
                  <c:v>89.999968</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87.106891</c:v>
                </c:pt>
                <c:pt idx="234">
                  <c:v>87.106891</c:v>
                </c:pt>
                <c:pt idx="235">
                  <c:v>85.932951</c:v>
                </c:pt>
                <c:pt idx="236">
                  <c:v>84.750340</c:v>
                </c:pt>
                <c:pt idx="237">
                  <c:v>84.750340</c:v>
                </c:pt>
                <c:pt idx="238">
                  <c:v>84.750340</c:v>
                </c:pt>
                <c:pt idx="239">
                  <c:v>84.750340</c:v>
                </c:pt>
                <c:pt idx="240">
                  <c:v>84.750340</c:v>
                </c:pt>
                <c:pt idx="241">
                  <c:v>84.750340</c:v>
                </c:pt>
                <c:pt idx="242">
                  <c:v>84.750340</c:v>
                </c:pt>
                <c:pt idx="243">
                  <c:v>84.750340</c:v>
                </c:pt>
                <c:pt idx="244">
                  <c:v>84.750340</c:v>
                </c:pt>
                <c:pt idx="245">
                  <c:v>84.750340</c:v>
                </c:pt>
                <c:pt idx="246">
                  <c:v>84.750340</c:v>
                </c:pt>
                <c:pt idx="247">
                  <c:v>84.750340</c:v>
                </c:pt>
                <c:pt idx="248">
                  <c:v>84.750340</c:v>
                </c:pt>
                <c:pt idx="249">
                  <c:v>84.750340</c:v>
                </c:pt>
                <c:pt idx="250">
                  <c:v>84.750340</c:v>
                </c:pt>
                <c:pt idx="251">
                  <c:v>84.750340</c:v>
                </c:pt>
                <c:pt idx="252">
                  <c:v>84.750340</c:v>
                </c:pt>
                <c:pt idx="253">
                  <c:v>84.247440</c:v>
                </c:pt>
                <c:pt idx="254">
                  <c:v>84.247440</c:v>
                </c:pt>
                <c:pt idx="255">
                  <c:v>84.247440</c:v>
                </c:pt>
                <c:pt idx="256">
                  <c:v>84.247440</c:v>
                </c:pt>
                <c:pt idx="257">
                  <c:v>84.247440</c:v>
                </c:pt>
                <c:pt idx="258">
                  <c:v>84.247440</c:v>
                </c:pt>
                <c:pt idx="259">
                  <c:v>84.247440</c:v>
                </c:pt>
                <c:pt idx="260">
                  <c:v>84.247440</c:v>
                </c:pt>
                <c:pt idx="261">
                  <c:v>86.516536</c:v>
                </c:pt>
                <c:pt idx="262">
                  <c:v>86.516536</c:v>
                </c:pt>
                <c:pt idx="263">
                  <c:v>88.785644</c:v>
                </c:pt>
                <c:pt idx="264">
                  <c:v>88.785644</c:v>
                </c:pt>
                <c:pt idx="265">
                  <c:v>88.785644</c:v>
                </c:pt>
                <c:pt idx="266">
                  <c:v>88.785644</c:v>
                </c:pt>
                <c:pt idx="267">
                  <c:v>88.785644</c:v>
                </c:pt>
                <c:pt idx="268">
                  <c:v>88.785644</c:v>
                </c:pt>
                <c:pt idx="269">
                  <c:v>88.785644</c:v>
                </c:pt>
                <c:pt idx="270">
                  <c:v>88.785644</c:v>
                </c:pt>
                <c:pt idx="271">
                  <c:v>88.785644</c:v>
                </c:pt>
                <c:pt idx="272">
                  <c:v>88.785644</c:v>
                </c:pt>
                <c:pt idx="273">
                  <c:v>88.785644</c:v>
                </c:pt>
                <c:pt idx="274">
                  <c:v>88.785644</c:v>
                </c:pt>
                <c:pt idx="275">
                  <c:v>88.785644</c:v>
                </c:pt>
                <c:pt idx="276">
                  <c:v>88.785644</c:v>
                </c:pt>
                <c:pt idx="277">
                  <c:v>88.785644</c:v>
                </c:pt>
                <c:pt idx="278">
                  <c:v>88.785644</c:v>
                </c:pt>
                <c:pt idx="279">
                  <c:v>88.785644</c:v>
                </c:pt>
                <c:pt idx="280">
                  <c:v>88.785644</c:v>
                </c:pt>
                <c:pt idx="281">
                  <c:v>88.785644</c:v>
                </c:pt>
                <c:pt idx="282">
                  <c:v>88.785644</c:v>
                </c:pt>
                <c:pt idx="283">
                  <c:v>88.785644</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87.188522</c:v>
                </c:pt>
                <c:pt idx="350">
                  <c:v>87.188522</c:v>
                </c:pt>
                <c:pt idx="351">
                  <c:v>87.188522</c:v>
                </c:pt>
                <c:pt idx="352">
                  <c:v>87.188522</c:v>
                </c:pt>
                <c:pt idx="353">
                  <c:v>88.703995</c:v>
                </c:pt>
                <c:pt idx="354">
                  <c:v>89.999862</c:v>
                </c:pt>
                <c:pt idx="355">
                  <c:v>89.999870</c:v>
                </c:pt>
                <c:pt idx="356">
                  <c:v>89.999877</c:v>
                </c:pt>
                <c:pt idx="357">
                  <c:v>89.999877</c:v>
                </c:pt>
                <c:pt idx="358">
                  <c:v>89.999877</c:v>
                </c:pt>
                <c:pt idx="359">
                  <c:v>89.999885</c:v>
                </c:pt>
                <c:pt idx="360">
                  <c:v>89.999893</c:v>
                </c:pt>
                <c:pt idx="361">
                  <c:v>89.999893</c:v>
                </c:pt>
                <c:pt idx="362">
                  <c:v>89.999968</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88.704003</c:v>
                </c:pt>
                <c:pt idx="446">
                  <c:v>88.704003</c:v>
                </c:pt>
                <c:pt idx="447">
                  <c:v>88.704003</c:v>
                </c:pt>
                <c:pt idx="448">
                  <c:v>88.704003</c:v>
                </c:pt>
                <c:pt idx="449">
                  <c:v>89.999961</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FC2-490D-80C6-48711495EE8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211.767496</c:v>
                </c:pt>
                <c:pt idx="1">
                  <c:v>211.767496</c:v>
                </c:pt>
                <c:pt idx="2">
                  <c:v>125.107474</c:v>
                </c:pt>
                <c:pt idx="3">
                  <c:v>125.107474</c:v>
                </c:pt>
                <c:pt idx="4">
                  <c:v>131.349939</c:v>
                </c:pt>
                <c:pt idx="5">
                  <c:v>131.349939</c:v>
                </c:pt>
                <c:pt idx="6">
                  <c:v>150</c:v>
                </c:pt>
                <c:pt idx="7">
                  <c:v>150</c:v>
                </c:pt>
                <c:pt idx="8">
                  <c:v>90</c:v>
                </c:pt>
                <c:pt idx="9">
                  <c:v>90</c:v>
                </c:pt>
                <c:pt idx="10">
                  <c:v>90</c:v>
                </c:pt>
                <c:pt idx="11">
                  <c:v>90</c:v>
                </c:pt>
                <c:pt idx="12">
                  <c:v>60</c:v>
                </c:pt>
                <c:pt idx="13">
                  <c:v>60</c:v>
                </c:pt>
                <c:pt idx="14">
                  <c:v>0</c:v>
                </c:pt>
                <c:pt idx="15">
                  <c:v>0</c:v>
                </c:pt>
                <c:pt idx="16">
                  <c:v>125.72767</c:v>
                </c:pt>
                <c:pt idx="17">
                  <c:v>125.72767</c:v>
                </c:pt>
                <c:pt idx="18">
                  <c:v>389.131787</c:v>
                </c:pt>
                <c:pt idx="19">
                  <c:v>389.131787</c:v>
                </c:pt>
                <c:pt idx="20">
                  <c:v>553.121592</c:v>
                </c:pt>
                <c:pt idx="21">
                  <c:v>553.121592</c:v>
                </c:pt>
                <c:pt idx="22">
                  <c:v>573.903865</c:v>
                </c:pt>
                <c:pt idx="23">
                  <c:v>573.903865</c:v>
                </c:pt>
                <c:pt idx="24">
                  <c:v>90</c:v>
                </c:pt>
                <c:pt idx="25">
                  <c:v>90</c:v>
                </c:pt>
                <c:pt idx="26">
                  <c:v>90.000100</c:v>
                </c:pt>
                <c:pt idx="27">
                  <c:v>90.000100</c:v>
                </c:pt>
                <c:pt idx="28">
                  <c:v>90.000100</c:v>
                </c:pt>
                <c:pt idx="29">
                  <c:v>90.000100</c:v>
                </c:pt>
                <c:pt idx="30">
                  <c:v>50.306496</c:v>
                </c:pt>
                <c:pt idx="31">
                  <c:v>50.306496</c:v>
                </c:pt>
                <c:pt idx="32">
                  <c:v>179.218034</c:v>
                </c:pt>
                <c:pt idx="33">
                  <c:v>179.218034</c:v>
                </c:pt>
                <c:pt idx="34">
                  <c:v>430.72744</c:v>
                </c:pt>
                <c:pt idx="35">
                  <c:v>430.72744</c:v>
                </c:pt>
                <c:pt idx="36">
                  <c:v>237.230753</c:v>
                </c:pt>
                <c:pt idx="37">
                  <c:v>237.230753</c:v>
                </c:pt>
                <c:pt idx="38">
                  <c:v>342.211047</c:v>
                </c:pt>
                <c:pt idx="39">
                  <c:v>342.211047</c:v>
                </c:pt>
                <c:pt idx="40">
                  <c:v>445.314079</c:v>
                </c:pt>
                <c:pt idx="41">
                  <c:v>445.314079</c:v>
                </c:pt>
                <c:pt idx="42">
                  <c:v>650.207486</c:v>
                </c:pt>
                <c:pt idx="43">
                  <c:v>650.207486</c:v>
                </c:pt>
                <c:pt idx="44">
                  <c:v>535.473884</c:v>
                </c:pt>
                <c:pt idx="45">
                  <c:v>535.473884</c:v>
                </c:pt>
                <c:pt idx="46">
                  <c:v>565.858226</c:v>
                </c:pt>
                <c:pt idx="47">
                  <c:v>565.858226</c:v>
                </c:pt>
                <c:pt idx="48">
                  <c:v>419.999779</c:v>
                </c:pt>
                <c:pt idx="49">
                  <c:v>419.999779</c:v>
                </c:pt>
                <c:pt idx="50">
                  <c:v>229.146261</c:v>
                </c:pt>
                <c:pt idx="51">
                  <c:v>229.146261</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49.166278</c:v>
                </c:pt>
                <c:pt idx="81">
                  <c:v>49.166278</c:v>
                </c:pt>
                <c:pt idx="82">
                  <c:v>90</c:v>
                </c:pt>
                <c:pt idx="83">
                  <c:v>90</c:v>
                </c:pt>
                <c:pt idx="84">
                  <c:v>90</c:v>
                </c:pt>
                <c:pt idx="85">
                  <c:v>90</c:v>
                </c:pt>
                <c:pt idx="86">
                  <c:v>60.000100</c:v>
                </c:pt>
                <c:pt idx="87">
                  <c:v>60.000100</c:v>
                </c:pt>
                <c:pt idx="88">
                  <c:v>60.0002</c:v>
                </c:pt>
                <c:pt idx="89">
                  <c:v>60.0002</c:v>
                </c:pt>
                <c:pt idx="90">
                  <c:v>1.294467</c:v>
                </c:pt>
                <c:pt idx="91">
                  <c:v>1.294467</c:v>
                </c:pt>
                <c:pt idx="92">
                  <c:v>90</c:v>
                </c:pt>
                <c:pt idx="93">
                  <c:v>90</c:v>
                </c:pt>
                <c:pt idx="94">
                  <c:v>60.000100</c:v>
                </c:pt>
                <c:pt idx="95">
                  <c:v>60.000100</c:v>
                </c:pt>
                <c:pt idx="96">
                  <c:v>14.609278</c:v>
                </c:pt>
                <c:pt idx="97">
                  <c:v>14.609278</c:v>
                </c:pt>
                <c:pt idx="98">
                  <c:v>0.000200</c:v>
                </c:pt>
                <c:pt idx="99">
                  <c:v>0.000200</c:v>
                </c:pt>
                <c:pt idx="100">
                  <c:v>21.105558</c:v>
                </c:pt>
                <c:pt idx="101">
                  <c:v>21.105558</c:v>
                </c:pt>
                <c:pt idx="102">
                  <c:v>90.000100</c:v>
                </c:pt>
                <c:pt idx="103">
                  <c:v>90.000100</c:v>
                </c:pt>
                <c:pt idx="104">
                  <c:v>41.422039</c:v>
                </c:pt>
                <c:pt idx="105">
                  <c:v>41.422039</c:v>
                </c:pt>
                <c:pt idx="106">
                  <c:v>240</c:v>
                </c:pt>
                <c:pt idx="107">
                  <c:v>240</c:v>
                </c:pt>
                <c:pt idx="108">
                  <c:v>195.917761</c:v>
                </c:pt>
                <c:pt idx="109">
                  <c:v>195.917761</c:v>
                </c:pt>
                <c:pt idx="110">
                  <c:v>0.000521</c:v>
                </c:pt>
                <c:pt idx="111">
                  <c:v>0.000521</c:v>
                </c:pt>
                <c:pt idx="112">
                  <c:v>148.208395</c:v>
                </c:pt>
                <c:pt idx="113">
                  <c:v>148.208395</c:v>
                </c:pt>
                <c:pt idx="114">
                  <c:v>60</c:v>
                </c:pt>
                <c:pt idx="115">
                  <c:v>60</c:v>
                </c:pt>
                <c:pt idx="116">
                  <c:v>30</c:v>
                </c:pt>
                <c:pt idx="117">
                  <c:v>30</c:v>
                </c:pt>
                <c:pt idx="118">
                  <c:v>0</c:v>
                </c:pt>
                <c:pt idx="119">
                  <c:v>0</c:v>
                </c:pt>
                <c:pt idx="120">
                  <c:v>57.599328</c:v>
                </c:pt>
                <c:pt idx="121">
                  <c:v>57.599328</c:v>
                </c:pt>
                <c:pt idx="122">
                  <c:v>72.210326</c:v>
                </c:pt>
                <c:pt idx="123">
                  <c:v>72.210326</c:v>
                </c:pt>
                <c:pt idx="124">
                  <c:v>119.999479</c:v>
                </c:pt>
                <c:pt idx="125">
                  <c:v>119.999479</c:v>
                </c:pt>
                <c:pt idx="126">
                  <c:v>0.000200</c:v>
                </c:pt>
                <c:pt idx="127">
                  <c:v>0.000200</c:v>
                </c:pt>
                <c:pt idx="128">
                  <c:v>120</c:v>
                </c:pt>
                <c:pt idx="129">
                  <c:v>120</c:v>
                </c:pt>
                <c:pt idx="130">
                  <c:v>70.280558</c:v>
                </c:pt>
                <c:pt idx="131">
                  <c:v>70.280558</c:v>
                </c:pt>
                <c:pt idx="132">
                  <c:v>90</c:v>
                </c:pt>
                <c:pt idx="133">
                  <c:v>90</c:v>
                </c:pt>
                <c:pt idx="134">
                  <c:v>90</c:v>
                </c:pt>
                <c:pt idx="135">
                  <c:v>90</c:v>
                </c:pt>
                <c:pt idx="136">
                  <c:v>31.930168</c:v>
                </c:pt>
                <c:pt idx="137">
                  <c:v>31.930168</c:v>
                </c:pt>
                <c:pt idx="138">
                  <c:v>52.050857</c:v>
                </c:pt>
                <c:pt idx="139">
                  <c:v>52.050857</c:v>
                </c:pt>
                <c:pt idx="140">
                  <c:v>54.974000</c:v>
                </c:pt>
                <c:pt idx="141">
                  <c:v>54.974000</c:v>
                </c:pt>
                <c:pt idx="142">
                  <c:v>35.438000</c:v>
                </c:pt>
                <c:pt idx="143">
                  <c:v>35.438000</c:v>
                </c:pt>
                <c:pt idx="144">
                  <c:v>60</c:v>
                </c:pt>
                <c:pt idx="145">
                  <c:v>60</c:v>
                </c:pt>
                <c:pt idx="146">
                  <c:v>6.655000</c:v>
                </c:pt>
                <c:pt idx="147">
                  <c:v>6.655000</c:v>
                </c:pt>
                <c:pt idx="148">
                  <c:v>0.000621</c:v>
                </c:pt>
                <c:pt idx="149">
                  <c:v>0.000621</c:v>
                </c:pt>
                <c:pt idx="150">
                  <c:v>0</c:v>
                </c:pt>
                <c:pt idx="151">
                  <c:v>0</c:v>
                </c:pt>
                <c:pt idx="152">
                  <c:v>3.752543</c:v>
                </c:pt>
                <c:pt idx="153">
                  <c:v>3.752543</c:v>
                </c:pt>
                <c:pt idx="154">
                  <c:v>60</c:v>
                </c:pt>
                <c:pt idx="155">
                  <c:v>60</c:v>
                </c:pt>
                <c:pt idx="156">
                  <c:v>0</c:v>
                </c:pt>
                <c:pt idx="157">
                  <c:v>0</c:v>
                </c:pt>
                <c:pt idx="158">
                  <c:v>0</c:v>
                </c:pt>
                <c:pt idx="159">
                  <c:v>0</c:v>
                </c:pt>
                <c:pt idx="160">
                  <c:v>0.000421</c:v>
                </c:pt>
                <c:pt idx="161">
                  <c:v>0.000421</c:v>
                </c:pt>
                <c:pt idx="162">
                  <c:v>0</c:v>
                </c:pt>
                <c:pt idx="163">
                  <c:v>0</c:v>
                </c:pt>
                <c:pt idx="164">
                  <c:v>0</c:v>
                </c:pt>
                <c:pt idx="165">
                  <c:v>0</c:v>
                </c:pt>
                <c:pt idx="166">
                  <c:v>0</c:v>
                </c:pt>
                <c:pt idx="167">
                  <c:v>0</c:v>
                </c:pt>
                <c:pt idx="168">
                  <c:v>60</c:v>
                </c:pt>
                <c:pt idx="169">
                  <c:v>60</c:v>
                </c:pt>
                <c:pt idx="170">
                  <c:v>113.344179</c:v>
                </c:pt>
                <c:pt idx="171">
                  <c:v>113.344179</c:v>
                </c:pt>
                <c:pt idx="172">
                  <c:v>90.000100</c:v>
                </c:pt>
                <c:pt idx="173">
                  <c:v>90.000100</c:v>
                </c:pt>
                <c:pt idx="174">
                  <c:v>120</c:v>
                </c:pt>
                <c:pt idx="175">
                  <c:v>120</c:v>
                </c:pt>
                <c:pt idx="176">
                  <c:v>197.430623</c:v>
                </c:pt>
                <c:pt idx="177">
                  <c:v>197.430623</c:v>
                </c:pt>
                <c:pt idx="178">
                  <c:v>300</c:v>
                </c:pt>
                <c:pt idx="179">
                  <c:v>300</c:v>
                </c:pt>
                <c:pt idx="180">
                  <c:v>330</c:v>
                </c:pt>
                <c:pt idx="181">
                  <c:v>330</c:v>
                </c:pt>
                <c:pt idx="182">
                  <c:v>453.902915</c:v>
                </c:pt>
                <c:pt idx="183">
                  <c:v>453.902915</c:v>
                </c:pt>
                <c:pt idx="184">
                  <c:v>415.473684</c:v>
                </c:pt>
                <c:pt idx="185">
                  <c:v>415.473684</c:v>
                </c:pt>
                <c:pt idx="186">
                  <c:v>360</c:v>
                </c:pt>
                <c:pt idx="187">
                  <c:v>360</c:v>
                </c:pt>
                <c:pt idx="188">
                  <c:v>312.963244</c:v>
                </c:pt>
                <c:pt idx="189">
                  <c:v>312.963244</c:v>
                </c:pt>
                <c:pt idx="190">
                  <c:v>120</c:v>
                </c:pt>
                <c:pt idx="191">
                  <c:v>120</c:v>
                </c:pt>
                <c:pt idx="192">
                  <c:v>391.260214</c:v>
                </c:pt>
                <c:pt idx="193">
                  <c:v>391.260214</c:v>
                </c:pt>
                <c:pt idx="194">
                  <c:v>660.000100</c:v>
                </c:pt>
                <c:pt idx="195">
                  <c:v>660.000100</c:v>
                </c:pt>
                <c:pt idx="196">
                  <c:v>720</c:v>
                </c:pt>
                <c:pt idx="197">
                  <c:v>720</c:v>
                </c:pt>
                <c:pt idx="198">
                  <c:v>590.773768</c:v>
                </c:pt>
                <c:pt idx="199">
                  <c:v>590.773768</c:v>
                </c:pt>
                <c:pt idx="200">
                  <c:v>510</c:v>
                </c:pt>
                <c:pt idx="201">
                  <c:v>510</c:v>
                </c:pt>
                <c:pt idx="202">
                  <c:v>582.211047</c:v>
                </c:pt>
                <c:pt idx="203">
                  <c:v>582.211047</c:v>
                </c:pt>
                <c:pt idx="204">
                  <c:v>630</c:v>
                </c:pt>
                <c:pt idx="205">
                  <c:v>630</c:v>
                </c:pt>
                <c:pt idx="206">
                  <c:v>530.841476</c:v>
                </c:pt>
                <c:pt idx="207">
                  <c:v>530.841476</c:v>
                </c:pt>
                <c:pt idx="208">
                  <c:v>171.925597</c:v>
                </c:pt>
                <c:pt idx="209">
                  <c:v>171.925597</c:v>
                </c:pt>
                <c:pt idx="210">
                  <c:v>109.010177</c:v>
                </c:pt>
                <c:pt idx="211">
                  <c:v>109.010177</c:v>
                </c:pt>
                <c:pt idx="212">
                  <c:v>150.0001</c:v>
                </c:pt>
                <c:pt idx="213">
                  <c:v>150.0001</c:v>
                </c:pt>
                <c:pt idx="214">
                  <c:v>138.12141</c:v>
                </c:pt>
                <c:pt idx="215">
                  <c:v>138.12141</c:v>
                </c:pt>
                <c:pt idx="216">
                  <c:v>402.210526</c:v>
                </c:pt>
                <c:pt idx="217">
                  <c:v>402.210526</c:v>
                </c:pt>
                <c:pt idx="218">
                  <c:v>655.473584</c:v>
                </c:pt>
                <c:pt idx="219">
                  <c:v>655.473584</c:v>
                </c:pt>
                <c:pt idx="220">
                  <c:v>439.210900</c:v>
                </c:pt>
                <c:pt idx="221">
                  <c:v>439.210900</c:v>
                </c:pt>
                <c:pt idx="222">
                  <c:v>582.210626</c:v>
                </c:pt>
                <c:pt idx="223">
                  <c:v>582.210626</c:v>
                </c:pt>
                <c:pt idx="224">
                  <c:v>626.170052</c:v>
                </c:pt>
                <c:pt idx="225">
                  <c:v>626.170052</c:v>
                </c:pt>
                <c:pt idx="226">
                  <c:v>434.946108</c:v>
                </c:pt>
                <c:pt idx="227">
                  <c:v>434.946108</c:v>
                </c:pt>
                <c:pt idx="228">
                  <c:v>587.794161</c:v>
                </c:pt>
                <c:pt idx="229">
                  <c:v>587.794161</c:v>
                </c:pt>
                <c:pt idx="230">
                  <c:v>540.000521</c:v>
                </c:pt>
                <c:pt idx="231">
                  <c:v>540.000521</c:v>
                </c:pt>
                <c:pt idx="232">
                  <c:v>671.817406</c:v>
                </c:pt>
                <c:pt idx="233">
                  <c:v>671.817406</c:v>
                </c:pt>
                <c:pt idx="234">
                  <c:v>444.421574</c:v>
                </c:pt>
                <c:pt idx="235">
                  <c:v>444.421574</c:v>
                </c:pt>
                <c:pt idx="236">
                  <c:v>189.380458</c:v>
                </c:pt>
                <c:pt idx="237">
                  <c:v>189.380458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18.658956</c:v>
                </c:pt>
                <c:pt idx="271">
                  <c:v>18.658956</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1E-4</c:v>
                </c:pt>
                <c:pt idx="299">
                  <c:v>1E-4</c:v>
                </c:pt>
                <c:pt idx="300">
                  <c:v>1E-4</c:v>
                </c:pt>
                <c:pt idx="301">
                  <c:v>1E-4</c:v>
                </c:pt>
                <c:pt idx="302">
                  <c:v>1E-4</c:v>
                </c:pt>
                <c:pt idx="303">
                  <c:v>1E-4</c:v>
                </c:pt>
                <c:pt idx="304">
                  <c:v>0</c:v>
                </c:pt>
                <c:pt idx="305">
                  <c:v>0</c:v>
                </c:pt>
                <c:pt idx="306">
                  <c:v>0</c:v>
                </c:pt>
                <c:pt idx="307">
                  <c:v>0</c:v>
                </c:pt>
                <c:pt idx="308">
                  <c:v>0</c:v>
                </c:pt>
                <c:pt idx="309">
                  <c:v>0</c:v>
                </c:pt>
                <c:pt idx="310">
                  <c:v>23.271781</c:v>
                </c:pt>
                <c:pt idx="311">
                  <c:v>23.271781</c:v>
                </c:pt>
                <c:pt idx="312">
                  <c:v>14.261265</c:v>
                </c:pt>
                <c:pt idx="313">
                  <c:v>14.261265</c:v>
                </c:pt>
                <c:pt idx="314">
                  <c:v>0</c:v>
                </c:pt>
                <c:pt idx="315">
                  <c:v>0</c:v>
                </c:pt>
                <c:pt idx="316">
                  <c:v>0</c:v>
                </c:pt>
                <c:pt idx="317">
                  <c:v>0</c:v>
                </c:pt>
                <c:pt idx="318">
                  <c:v>0</c:v>
                </c:pt>
                <c:pt idx="319">
                  <c:v>0</c:v>
                </c:pt>
                <c:pt idx="320">
                  <c:v>60</c:v>
                </c:pt>
                <c:pt idx="321">
                  <c:v>60</c:v>
                </c:pt>
                <c:pt idx="322">
                  <c:v>30.0001</c:v>
                </c:pt>
                <c:pt idx="323">
                  <c:v>30.0001</c:v>
                </c:pt>
                <c:pt idx="324">
                  <c:v>1E-4</c:v>
                </c:pt>
                <c:pt idx="325">
                  <c:v>1E-4</c:v>
                </c:pt>
                <c:pt idx="326">
                  <c:v>1E-4</c:v>
                </c:pt>
                <c:pt idx="327">
                  <c:v>1E-4</c:v>
                </c:pt>
                <c:pt idx="328">
                  <c:v>65.941900</c:v>
                </c:pt>
                <c:pt idx="329">
                  <c:v>65.941900</c:v>
                </c:pt>
                <c:pt idx="330">
                  <c:v>0.000200</c:v>
                </c:pt>
                <c:pt idx="331">
                  <c:v>0.000200</c:v>
                </c:pt>
                <c:pt idx="332">
                  <c:v>1E-4</c:v>
                </c:pt>
                <c:pt idx="333">
                  <c:v>1E-4</c:v>
                </c:pt>
                <c:pt idx="334">
                  <c:v>0</c:v>
                </c:pt>
                <c:pt idx="335">
                  <c:v>0</c:v>
                </c:pt>
                <c:pt idx="336">
                  <c:v>119.999679</c:v>
                </c:pt>
                <c:pt idx="337">
                  <c:v>119.999679</c:v>
                </c:pt>
                <c:pt idx="338">
                  <c:v>102.211047</c:v>
                </c:pt>
                <c:pt idx="339">
                  <c:v>102.211047</c:v>
                </c:pt>
                <c:pt idx="340">
                  <c:v>0</c:v>
                </c:pt>
                <c:pt idx="341">
                  <c:v>0</c:v>
                </c:pt>
                <c:pt idx="342">
                  <c:v>0</c:v>
                </c:pt>
                <c:pt idx="343">
                  <c:v>0</c:v>
                </c:pt>
                <c:pt idx="344">
                  <c:v>0</c:v>
                </c:pt>
                <c:pt idx="345">
                  <c:v>0</c:v>
                </c:pt>
                <c:pt idx="346">
                  <c:v>0</c:v>
                </c:pt>
                <c:pt idx="347">
                  <c:v>0</c:v>
                </c:pt>
                <c:pt idx="348">
                  <c:v>0</c:v>
                </c:pt>
                <c:pt idx="349">
                  <c:v>0</c:v>
                </c:pt>
                <c:pt idx="350">
                  <c:v>0</c:v>
                </c:pt>
                <c:pt idx="351">
                  <c:v>0</c:v>
                </c:pt>
                <c:pt idx="352">
                  <c:v>30</c:v>
                </c:pt>
                <c:pt idx="353">
                  <c:v>30</c:v>
                </c:pt>
                <c:pt idx="354">
                  <c:v>0</c:v>
                </c:pt>
                <c:pt idx="355">
                  <c:v>0</c:v>
                </c:pt>
                <c:pt idx="356">
                  <c:v>0</c:v>
                </c:pt>
                <c:pt idx="357">
                  <c:v>0</c:v>
                </c:pt>
                <c:pt idx="358">
                  <c:v>0</c:v>
                </c:pt>
                <c:pt idx="359">
                  <c:v>0</c:v>
                </c:pt>
                <c:pt idx="360">
                  <c:v>150</c:v>
                </c:pt>
                <c:pt idx="361">
                  <c:v>150</c:v>
                </c:pt>
                <c:pt idx="362">
                  <c:v>72.526350</c:v>
                </c:pt>
                <c:pt idx="363">
                  <c:v>72.526350</c:v>
                </c:pt>
                <c:pt idx="364">
                  <c:v>60.000421</c:v>
                </c:pt>
                <c:pt idx="365">
                  <c:v>60.000421</c:v>
                </c:pt>
                <c:pt idx="366">
                  <c:v>0</c:v>
                </c:pt>
                <c:pt idx="367">
                  <c:v>0</c:v>
                </c:pt>
                <c:pt idx="368">
                  <c:v>180.000421</c:v>
                </c:pt>
                <c:pt idx="369">
                  <c:v>180.000421</c:v>
                </c:pt>
                <c:pt idx="370">
                  <c:v>240</c:v>
                </c:pt>
                <c:pt idx="371">
                  <c:v>240</c:v>
                </c:pt>
                <c:pt idx="372">
                  <c:v>240</c:v>
                </c:pt>
                <c:pt idx="373">
                  <c:v>240</c:v>
                </c:pt>
                <c:pt idx="374">
                  <c:v>360</c:v>
                </c:pt>
                <c:pt idx="375">
                  <c:v>360</c:v>
                </c:pt>
                <c:pt idx="376">
                  <c:v>222.210947</c:v>
                </c:pt>
                <c:pt idx="377">
                  <c:v>222.210947</c:v>
                </c:pt>
                <c:pt idx="378">
                  <c:v>360</c:v>
                </c:pt>
                <c:pt idx="379">
                  <c:v>360</c:v>
                </c:pt>
                <c:pt idx="380">
                  <c:v>347.343517</c:v>
                </c:pt>
                <c:pt idx="381">
                  <c:v>347.343517</c:v>
                </c:pt>
                <c:pt idx="382">
                  <c:v>406.924674</c:v>
                </c:pt>
                <c:pt idx="383">
                  <c:v>406.924674</c:v>
                </c:pt>
                <c:pt idx="384">
                  <c:v>513.324938</c:v>
                </c:pt>
                <c:pt idx="385">
                  <c:v>513.324938</c:v>
                </c:pt>
                <c:pt idx="386">
                  <c:v>239.999800</c:v>
                </c:pt>
                <c:pt idx="387">
                  <c:v>239.999800</c:v>
                </c:pt>
                <c:pt idx="388">
                  <c:v>90</c:v>
                </c:pt>
                <c:pt idx="389">
                  <c:v>90</c:v>
                </c:pt>
                <c:pt idx="390">
                  <c:v>180.0001</c:v>
                </c:pt>
                <c:pt idx="391">
                  <c:v>180.0001</c:v>
                </c:pt>
                <c:pt idx="392">
                  <c:v>150.0001</c:v>
                </c:pt>
                <c:pt idx="393">
                  <c:v>150.0001</c:v>
                </c:pt>
                <c:pt idx="394">
                  <c:v>180.0001</c:v>
                </c:pt>
                <c:pt idx="395">
                  <c:v>180.0001</c:v>
                </c:pt>
                <c:pt idx="396">
                  <c:v>300.000200</c:v>
                </c:pt>
                <c:pt idx="397">
                  <c:v>300.000200</c:v>
                </c:pt>
                <c:pt idx="398">
                  <c:v>89.999800</c:v>
                </c:pt>
                <c:pt idx="399">
                  <c:v>89.999800</c:v>
                </c:pt>
                <c:pt idx="400">
                  <c:v>301.467075</c:v>
                </c:pt>
                <c:pt idx="401">
                  <c:v>301.467075</c:v>
                </c:pt>
                <c:pt idx="402">
                  <c:v>270.000421</c:v>
                </c:pt>
                <c:pt idx="403">
                  <c:v>270.000421</c:v>
                </c:pt>
                <c:pt idx="404">
                  <c:v>360.000100</c:v>
                </c:pt>
                <c:pt idx="405">
                  <c:v>360.000100</c:v>
                </c:pt>
                <c:pt idx="406">
                  <c:v>98.491519</c:v>
                </c:pt>
                <c:pt idx="407">
                  <c:v>98.491519</c:v>
                </c:pt>
                <c:pt idx="408">
                  <c:v>209.962604</c:v>
                </c:pt>
                <c:pt idx="409">
                  <c:v>209.962604</c:v>
                </c:pt>
                <c:pt idx="410">
                  <c:v>737.097605</c:v>
                </c:pt>
                <c:pt idx="411">
                  <c:v>737.097605</c:v>
                </c:pt>
                <c:pt idx="412">
                  <c:v>713.822316</c:v>
                </c:pt>
                <c:pt idx="413">
                  <c:v>713.822316</c:v>
                </c:pt>
                <c:pt idx="414">
                  <c:v>760.297810</c:v>
                </c:pt>
                <c:pt idx="415">
                  <c:v>760.297810</c:v>
                </c:pt>
                <c:pt idx="416">
                  <c:v>690</c:v>
                </c:pt>
                <c:pt idx="417">
                  <c:v>690</c:v>
                </c:pt>
                <c:pt idx="418">
                  <c:v>555.893655</c:v>
                </c:pt>
                <c:pt idx="419">
                  <c:v>555.893655</c:v>
                </c:pt>
                <c:pt idx="420">
                  <c:v>527.794482</c:v>
                </c:pt>
                <c:pt idx="421">
                  <c:v>527.794482</c:v>
                </c:pt>
                <c:pt idx="422">
                  <c:v>630</c:v>
                </c:pt>
                <c:pt idx="423">
                  <c:v>630</c:v>
                </c:pt>
                <c:pt idx="424">
                  <c:v>629.999900</c:v>
                </c:pt>
                <c:pt idx="425">
                  <c:v>629.999900</c:v>
                </c:pt>
                <c:pt idx="426">
                  <c:v>582.210526</c:v>
                </c:pt>
                <c:pt idx="427">
                  <c:v>582.210526</c:v>
                </c:pt>
                <c:pt idx="428">
                  <c:v>317.301526</c:v>
                </c:pt>
                <c:pt idx="429">
                  <c:v>317.301526</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60</c:v>
                </c:pt>
                <c:pt idx="513">
                  <c:v>60</c:v>
                </c:pt>
                <c:pt idx="514">
                  <c:v>0</c:v>
                </c:pt>
                <c:pt idx="515">
                  <c:v>0</c:v>
                </c:pt>
                <c:pt idx="516">
                  <c:v>0</c:v>
                </c:pt>
                <c:pt idx="517">
                  <c:v>0</c:v>
                </c:pt>
                <c:pt idx="518">
                  <c:v>0</c:v>
                </c:pt>
                <c:pt idx="519">
                  <c:v>0</c:v>
                </c:pt>
                <c:pt idx="520">
                  <c:v>7.185576</c:v>
                </c:pt>
                <c:pt idx="521">
                  <c:v>7.185576</c:v>
                </c:pt>
                <c:pt idx="522">
                  <c:v>1E-4</c:v>
                </c:pt>
                <c:pt idx="523">
                  <c:v>1E-4</c:v>
                </c:pt>
                <c:pt idx="524">
                  <c:v>1E-4</c:v>
                </c:pt>
                <c:pt idx="525">
                  <c:v>1E-4</c:v>
                </c:pt>
                <c:pt idx="526">
                  <c:v>33.636000</c:v>
                </c:pt>
                <c:pt idx="527">
                  <c:v>33.636000</c:v>
                </c:pt>
                <c:pt idx="528">
                  <c:v>17.654</c:v>
                </c:pt>
                <c:pt idx="529">
                  <c:v>17.654</c:v>
                </c:pt>
                <c:pt idx="530">
                  <c:v>0</c:v>
                </c:pt>
                <c:pt idx="531">
                  <c:v>0</c:v>
                </c:pt>
                <c:pt idx="532">
                  <c:v>0</c:v>
                </c:pt>
                <c:pt idx="533">
                  <c:v>0</c:v>
                </c:pt>
                <c:pt idx="534">
                  <c:v>0</c:v>
                </c:pt>
                <c:pt idx="535">
                  <c:v>0</c:v>
                </c:pt>
                <c:pt idx="536">
                  <c:v>77.134550</c:v>
                </c:pt>
                <c:pt idx="537">
                  <c:v>77.134550</c:v>
                </c:pt>
                <c:pt idx="538">
                  <c:v>60</c:v>
                </c:pt>
                <c:pt idx="539">
                  <c:v>60</c:v>
                </c:pt>
                <c:pt idx="540">
                  <c:v>0</c:v>
                </c:pt>
                <c:pt idx="541">
                  <c:v>0</c:v>
                </c:pt>
                <c:pt idx="542">
                  <c:v>46.054876</c:v>
                </c:pt>
                <c:pt idx="543">
                  <c:v>46.054876</c:v>
                </c:pt>
                <c:pt idx="544">
                  <c:v>0</c:v>
                </c:pt>
                <c:pt idx="545">
                  <c:v>0</c:v>
                </c:pt>
                <c:pt idx="546">
                  <c:v>0.000421</c:v>
                </c:pt>
                <c:pt idx="547">
                  <c:v>0.000421</c:v>
                </c:pt>
                <c:pt idx="548">
                  <c:v>0</c:v>
                </c:pt>
                <c:pt idx="549">
                  <c:v>0</c:v>
                </c:pt>
                <c:pt idx="550">
                  <c:v>0</c:v>
                </c:pt>
                <c:pt idx="551">
                  <c:v>0</c:v>
                </c:pt>
                <c:pt idx="552">
                  <c:v>120</c:v>
                </c:pt>
                <c:pt idx="553">
                  <c:v>120</c:v>
                </c:pt>
                <c:pt idx="554">
                  <c:v>90.000100</c:v>
                </c:pt>
                <c:pt idx="555">
                  <c:v>90.000100</c:v>
                </c:pt>
                <c:pt idx="556">
                  <c:v>30.0001</c:v>
                </c:pt>
                <c:pt idx="557">
                  <c:v>30.0001</c:v>
                </c:pt>
                <c:pt idx="558">
                  <c:v>0</c:v>
                </c:pt>
                <c:pt idx="559">
                  <c:v>0</c:v>
                </c:pt>
                <c:pt idx="560">
                  <c:v>28.401397</c:v>
                </c:pt>
                <c:pt idx="561">
                  <c:v>28.401397</c:v>
                </c:pt>
                <c:pt idx="562">
                  <c:v>55.605530</c:v>
                </c:pt>
                <c:pt idx="563">
                  <c:v>55.605530</c:v>
                </c:pt>
                <c:pt idx="564">
                  <c:v>0</c:v>
                </c:pt>
                <c:pt idx="565">
                  <c:v>0</c:v>
                </c:pt>
                <c:pt idx="566">
                  <c:v>0</c:v>
                </c:pt>
                <c:pt idx="567">
                  <c:v>0</c:v>
                </c:pt>
                <c:pt idx="568">
                  <c:v>171.733299</c:v>
                </c:pt>
                <c:pt idx="569">
                  <c:v>171.733299</c:v>
                </c:pt>
                <c:pt idx="570">
                  <c:v>0.308236</c:v>
                </c:pt>
                <c:pt idx="571">
                  <c:v>0.308236</c:v>
                </c:pt>
                <c:pt idx="572">
                  <c:v>30</c:v>
                </c:pt>
                <c:pt idx="573">
                  <c:v>30</c:v>
                </c:pt>
                <c:pt idx="574">
                  <c:v>76.245734</c:v>
                </c:pt>
                <c:pt idx="575">
                  <c:v>76.245734</c:v>
                </c:pt>
                <c:pt idx="576">
                  <c:v>330</c:v>
                </c:pt>
                <c:pt idx="577">
                  <c:v>330</c:v>
                </c:pt>
                <c:pt idx="578">
                  <c:v>438.177058</c:v>
                </c:pt>
                <c:pt idx="579">
                  <c:v>438.177058</c:v>
                </c:pt>
                <c:pt idx="580">
                  <c:v>244.948863</c:v>
                </c:pt>
                <c:pt idx="581">
                  <c:v>244.948863</c:v>
                </c:pt>
                <c:pt idx="582">
                  <c:v>390</c:v>
                </c:pt>
                <c:pt idx="583">
                  <c:v>390</c:v>
                </c:pt>
                <c:pt idx="584">
                  <c:v>570.000100</c:v>
                </c:pt>
                <c:pt idx="585">
                  <c:v>570.000100</c:v>
                </c:pt>
                <c:pt idx="586">
                  <c:v>660.862347</c:v>
                </c:pt>
                <c:pt idx="587">
                  <c:v>660.862347</c:v>
                </c:pt>
                <c:pt idx="588">
                  <c:v>714.421895</c:v>
                </c:pt>
                <c:pt idx="589">
                  <c:v>714.421895</c:v>
                </c:pt>
                <c:pt idx="590">
                  <c:v>733.941963</c:v>
                </c:pt>
                <c:pt idx="591">
                  <c:v>733.941963</c:v>
                </c:pt>
                <c:pt idx="592">
                  <c:v>465.805852</c:v>
                </c:pt>
                <c:pt idx="593">
                  <c:v>465.805852</c:v>
                </c:pt>
                <c:pt idx="594">
                  <c:v>561.143510</c:v>
                </c:pt>
                <c:pt idx="595">
                  <c:v>561.143510</c:v>
                </c:pt>
                <c:pt idx="596">
                  <c:v>695.583635</c:v>
                </c:pt>
                <c:pt idx="597">
                  <c:v>695.583635</c:v>
                </c:pt>
                <c:pt idx="598">
                  <c:v>659.385692</c:v>
                </c:pt>
                <c:pt idx="599">
                  <c:v>659.385692</c:v>
                </c:pt>
                <c:pt idx="600">
                  <c:v>275.578105</c:v>
                </c:pt>
                <c:pt idx="601">
                  <c:v>275.578105</c:v>
                </c:pt>
                <c:pt idx="602">
                  <c:v>196.055297</c:v>
                </c:pt>
                <c:pt idx="603">
                  <c:v>196.055297</c:v>
                </c:pt>
                <c:pt idx="604">
                  <c:v>192.210947</c:v>
                </c:pt>
                <c:pt idx="605">
                  <c:v>192.210947</c:v>
                </c:pt>
                <c:pt idx="606">
                  <c:v>270</c:v>
                </c:pt>
                <c:pt idx="607">
                  <c:v>270</c:v>
                </c:pt>
                <c:pt idx="608">
                  <c:v>474.421795</c:v>
                </c:pt>
                <c:pt idx="609">
                  <c:v>474.421795</c:v>
                </c:pt>
                <c:pt idx="610">
                  <c:v>527.789153</c:v>
                </c:pt>
                <c:pt idx="611">
                  <c:v>527.789153</c:v>
                </c:pt>
                <c:pt idx="612">
                  <c:v>587.574186</c:v>
                </c:pt>
                <c:pt idx="613">
                  <c:v>587.574186</c:v>
                </c:pt>
                <c:pt idx="614">
                  <c:v>762.210947</c:v>
                </c:pt>
                <c:pt idx="615">
                  <c:v>762.210947</c:v>
                </c:pt>
                <c:pt idx="616">
                  <c:v>630</c:v>
                </c:pt>
                <c:pt idx="617">
                  <c:v>630</c:v>
                </c:pt>
                <c:pt idx="618">
                  <c:v>426.633042</c:v>
                </c:pt>
                <c:pt idx="619">
                  <c:v>426.633042</c:v>
                </c:pt>
                <c:pt idx="620">
                  <c:v>479.999900</c:v>
                </c:pt>
                <c:pt idx="621">
                  <c:v>479.999900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1E-4</c:v>
                </c:pt>
                <c:pt idx="679">
                  <c:v>1E-4</c:v>
                </c:pt>
                <c:pt idx="680">
                  <c:v>1E-4</c:v>
                </c:pt>
                <c:pt idx="681">
                  <c:v>1E-4</c:v>
                </c:pt>
                <c:pt idx="682">
                  <c:v>0</c:v>
                </c:pt>
                <c:pt idx="683">
                  <c:v>0</c:v>
                </c:pt>
                <c:pt idx="684">
                  <c:v>1E-4</c:v>
                </c:pt>
                <c:pt idx="685">
                  <c:v>1E-4</c:v>
                </c:pt>
                <c:pt idx="686">
                  <c:v>0</c:v>
                </c:pt>
                <c:pt idx="687">
                  <c:v>0</c:v>
                </c:pt>
                <c:pt idx="688">
                  <c:v>1E-4</c:v>
                </c:pt>
                <c:pt idx="689">
                  <c:v>1E-4</c:v>
                </c:pt>
                <c:pt idx="690">
                  <c:v>1E-4</c:v>
                </c:pt>
                <c:pt idx="691">
                  <c:v>1E-4</c:v>
                </c:pt>
                <c:pt idx="692">
                  <c:v>1E-4</c:v>
                </c:pt>
                <c:pt idx="693">
                  <c:v>1E-4</c:v>
                </c:pt>
                <c:pt idx="694">
                  <c:v>17.133529</c:v>
                </c:pt>
                <c:pt idx="695">
                  <c:v>17.133529</c:v>
                </c:pt>
                <c:pt idx="696">
                  <c:v>60</c:v>
                </c:pt>
                <c:pt idx="697">
                  <c:v>60</c:v>
                </c:pt>
                <c:pt idx="698">
                  <c:v>0.000200</c:v>
                </c:pt>
                <c:pt idx="699">
                  <c:v>0.000200</c:v>
                </c:pt>
                <c:pt idx="700">
                  <c:v>0.000200</c:v>
                </c:pt>
                <c:pt idx="701">
                  <c:v>0.000200</c:v>
                </c:pt>
                <c:pt idx="702">
                  <c:v>0.000200</c:v>
                </c:pt>
                <c:pt idx="703">
                  <c:v>0.000200</c:v>
                </c:pt>
                <c:pt idx="704">
                  <c:v>0</c:v>
                </c:pt>
                <c:pt idx="705">
                  <c:v>0</c:v>
                </c:pt>
                <c:pt idx="706">
                  <c:v>0</c:v>
                </c:pt>
                <c:pt idx="707">
                  <c:v>0</c:v>
                </c:pt>
                <c:pt idx="708">
                  <c:v>0</c:v>
                </c:pt>
                <c:pt idx="709">
                  <c:v>0</c:v>
                </c:pt>
                <c:pt idx="710">
                  <c:v>0</c:v>
                </c:pt>
                <c:pt idx="711">
                  <c:v>0</c:v>
                </c:pt>
                <c:pt idx="712">
                  <c:v>102.579000</c:v>
                </c:pt>
                <c:pt idx="713">
                  <c:v>102.579000</c:v>
                </c:pt>
                <c:pt idx="714">
                  <c:v>41.020003</c:v>
                </c:pt>
                <c:pt idx="715">
                  <c:v>41.020003</c:v>
                </c:pt>
                <c:pt idx="716">
                  <c:v>60.0002</c:v>
                </c:pt>
                <c:pt idx="717">
                  <c:v>60.0002</c:v>
                </c:pt>
                <c:pt idx="718">
                  <c:v>0.000200</c:v>
                </c:pt>
                <c:pt idx="719">
                  <c:v>0.000200</c:v>
                </c:pt>
                <c:pt idx="720">
                  <c:v>90</c:v>
                </c:pt>
                <c:pt idx="721">
                  <c:v>90</c:v>
                </c:pt>
                <c:pt idx="722">
                  <c:v>4.533000</c:v>
                </c:pt>
                <c:pt idx="723">
                  <c:v>4.533000</c:v>
                </c:pt>
                <c:pt idx="724">
                  <c:v>0</c:v>
                </c:pt>
                <c:pt idx="725">
                  <c:v>0</c:v>
                </c:pt>
                <c:pt idx="726">
                  <c:v>0</c:v>
                </c:pt>
                <c:pt idx="727">
                  <c:v>0</c:v>
                </c:pt>
                <c:pt idx="728">
                  <c:v>77.134150</c:v>
                </c:pt>
                <c:pt idx="729">
                  <c:v>77.134150</c:v>
                </c:pt>
                <c:pt idx="730">
                  <c:v>0</c:v>
                </c:pt>
                <c:pt idx="731">
                  <c:v>0</c:v>
                </c:pt>
                <c:pt idx="732">
                  <c:v>0</c:v>
                </c:pt>
                <c:pt idx="733">
                  <c:v>0</c:v>
                </c:pt>
                <c:pt idx="734">
                  <c:v>0</c:v>
                </c:pt>
                <c:pt idx="735">
                  <c:v>0</c:v>
                </c:pt>
                <c:pt idx="736">
                  <c:v>16.055418</c:v>
                </c:pt>
                <c:pt idx="737">
                  <c:v>16.055418</c:v>
                </c:pt>
                <c:pt idx="738">
                  <c:v>0</c:v>
                </c:pt>
                <c:pt idx="739">
                  <c:v>0</c:v>
                </c:pt>
                <c:pt idx="740">
                  <c:v>0</c:v>
                </c:pt>
                <c:pt idx="741">
                  <c:v>0</c:v>
                </c:pt>
                <c:pt idx="742">
                  <c:v>0</c:v>
                </c:pt>
                <c:pt idx="743">
                  <c:v>0</c:v>
                </c:pt>
                <c:pt idx="744">
                  <c:v>45.340418</c:v>
                </c:pt>
                <c:pt idx="745">
                  <c:v>45.340418</c:v>
                </c:pt>
                <c:pt idx="746">
                  <c:v>60</c:v>
                </c:pt>
                <c:pt idx="747">
                  <c:v>60</c:v>
                </c:pt>
                <c:pt idx="748">
                  <c:v>0</c:v>
                </c:pt>
                <c:pt idx="749">
                  <c:v>0</c:v>
                </c:pt>
                <c:pt idx="750">
                  <c:v>1E-4</c:v>
                </c:pt>
                <c:pt idx="751">
                  <c:v>1E-4</c:v>
                </c:pt>
                <c:pt idx="752">
                  <c:v>180.0001</c:v>
                </c:pt>
                <c:pt idx="753">
                  <c:v>180.0001</c:v>
                </c:pt>
                <c:pt idx="754">
                  <c:v>300</c:v>
                </c:pt>
                <c:pt idx="755">
                  <c:v>300</c:v>
                </c:pt>
                <c:pt idx="756">
                  <c:v>211.372077</c:v>
                </c:pt>
                <c:pt idx="757">
                  <c:v>211.372077</c:v>
                </c:pt>
                <c:pt idx="758">
                  <c:v>90.000200</c:v>
                </c:pt>
                <c:pt idx="759">
                  <c:v>90.000200</c:v>
                </c:pt>
                <c:pt idx="760">
                  <c:v>180</c:v>
                </c:pt>
                <c:pt idx="761">
                  <c:v>180</c:v>
                </c:pt>
                <c:pt idx="762">
                  <c:v>210.000821</c:v>
                </c:pt>
                <c:pt idx="763">
                  <c:v>210.000821</c:v>
                </c:pt>
                <c:pt idx="764">
                  <c:v>90</c:v>
                </c:pt>
                <c:pt idx="765">
                  <c:v>90</c:v>
                </c:pt>
                <c:pt idx="766">
                  <c:v>295.837541</c:v>
                </c:pt>
                <c:pt idx="767">
                  <c:v>295.837541</c:v>
                </c:pt>
                <c:pt idx="768">
                  <c:v>435.4452</c:v>
                </c:pt>
                <c:pt idx="769">
                  <c:v>435.4452</c:v>
                </c:pt>
                <c:pt idx="770">
                  <c:v>708.793274</c:v>
                </c:pt>
                <c:pt idx="771">
                  <c:v>708.793274</c:v>
                </c:pt>
                <c:pt idx="772">
                  <c:v>810</c:v>
                </c:pt>
                <c:pt idx="773">
                  <c:v>810</c:v>
                </c:pt>
                <c:pt idx="774">
                  <c:v>827.789053</c:v>
                </c:pt>
                <c:pt idx="775">
                  <c:v>827.789053</c:v>
                </c:pt>
                <c:pt idx="776">
                  <c:v>192.254561</c:v>
                </c:pt>
                <c:pt idx="777">
                  <c:v>192.254561</c:v>
                </c:pt>
                <c:pt idx="778">
                  <c:v>173.516944</c:v>
                </c:pt>
                <c:pt idx="779">
                  <c:v>173.516944</c:v>
                </c:pt>
                <c:pt idx="780">
                  <c:v>180</c:v>
                </c:pt>
                <c:pt idx="781">
                  <c:v>180</c:v>
                </c:pt>
                <c:pt idx="782">
                  <c:v>150</c:v>
                </c:pt>
                <c:pt idx="783">
                  <c:v>150</c:v>
                </c:pt>
                <c:pt idx="784">
                  <c:v>394.890802</c:v>
                </c:pt>
                <c:pt idx="785">
                  <c:v>394.890802</c:v>
                </c:pt>
                <c:pt idx="786">
                  <c:v>294.421995</c:v>
                </c:pt>
                <c:pt idx="787">
                  <c:v>294.421995</c:v>
                </c:pt>
                <c:pt idx="788">
                  <c:v>40.815492</c:v>
                </c:pt>
                <c:pt idx="789">
                  <c:v>40.815492</c:v>
                </c:pt>
                <c:pt idx="790">
                  <c:v>60</c:v>
                </c:pt>
                <c:pt idx="791">
                  <c:v>60</c:v>
                </c:pt>
                <c:pt idx="792">
                  <c:v>264.155446</c:v>
                </c:pt>
                <c:pt idx="793">
                  <c:v>264.155446</c:v>
                </c:pt>
                <c:pt idx="794">
                  <c:v>416.480683</c:v>
                </c:pt>
                <c:pt idx="795">
                  <c:v>416.480683</c:v>
                </c:pt>
                <c:pt idx="796">
                  <c:v>480.000100</c:v>
                </c:pt>
                <c:pt idx="797">
                  <c:v>480.000100</c:v>
                </c:pt>
                <c:pt idx="798">
                  <c:v>492.210947</c:v>
                </c:pt>
                <c:pt idx="799">
                  <c:v>492.210947</c:v>
                </c:pt>
                <c:pt idx="800">
                  <c:v>329.999379</c:v>
                </c:pt>
                <c:pt idx="801">
                  <c:v>329.999379</c:v>
                </c:pt>
                <c:pt idx="802">
                  <c:v>454.948863</c:v>
                </c:pt>
                <c:pt idx="803">
                  <c:v>454.948863</c:v>
                </c:pt>
                <c:pt idx="804">
                  <c:v>543.193225</c:v>
                </c:pt>
                <c:pt idx="805">
                  <c:v>543.193225</c:v>
                </c:pt>
                <c:pt idx="806">
                  <c:v>596.518667</c:v>
                </c:pt>
                <c:pt idx="807">
                  <c:v>596.518667</c:v>
                </c:pt>
                <c:pt idx="808">
                  <c:v>597.430328</c:v>
                </c:pt>
                <c:pt idx="809">
                  <c:v>597.430328</c:v>
                </c:pt>
                <c:pt idx="810">
                  <c:v>662.673437</c:v>
                </c:pt>
                <c:pt idx="811">
                  <c:v>662.673437</c:v>
                </c:pt>
                <c:pt idx="812">
                  <c:v>427.498267</c:v>
                </c:pt>
                <c:pt idx="813">
                  <c:v>427.498267</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30</c:v>
                </c:pt>
                <c:pt idx="841">
                  <c:v>30</c:v>
                </c:pt>
                <c:pt idx="842">
                  <c:v>0</c:v>
                </c:pt>
                <c:pt idx="843">
                  <c:v>0</c:v>
                </c:pt>
                <c:pt idx="844">
                  <c:v>0</c:v>
                </c:pt>
                <c:pt idx="845">
                  <c:v>0</c:v>
                </c:pt>
                <c:pt idx="846">
                  <c:v>0</c:v>
                </c:pt>
                <c:pt idx="847">
                  <c:v>0</c:v>
                </c:pt>
                <c:pt idx="848">
                  <c:v>1E-4</c:v>
                </c:pt>
                <c:pt idx="849">
                  <c:v>1E-4</c:v>
                </c:pt>
                <c:pt idx="850">
                  <c:v>0</c:v>
                </c:pt>
                <c:pt idx="851">
                  <c:v>0</c:v>
                </c:pt>
                <c:pt idx="852">
                  <c:v>0</c:v>
                </c:pt>
                <c:pt idx="853">
                  <c:v>0</c:v>
                </c:pt>
                <c:pt idx="854">
                  <c:v>1E-4</c:v>
                </c:pt>
                <c:pt idx="855">
                  <c:v>1E-4</c:v>
                </c:pt>
                <c:pt idx="856">
                  <c:v>0</c:v>
                </c:pt>
                <c:pt idx="857">
                  <c:v>0</c:v>
                </c:pt>
                <c:pt idx="858">
                  <c:v>0</c:v>
                </c:pt>
                <c:pt idx="859">
                  <c:v>0</c:v>
                </c:pt>
                <c:pt idx="860">
                  <c:v>0</c:v>
                </c:pt>
                <c:pt idx="861">
                  <c:v>0</c:v>
                </c:pt>
                <c:pt idx="862">
                  <c:v>0</c:v>
                </c:pt>
                <c:pt idx="863">
                  <c:v>0</c:v>
                </c:pt>
                <c:pt idx="864">
                  <c:v>30</c:v>
                </c:pt>
                <c:pt idx="865">
                  <c:v>30</c:v>
                </c:pt>
                <c:pt idx="866">
                  <c:v>0</c:v>
                </c:pt>
                <c:pt idx="867">
                  <c:v>0</c:v>
                </c:pt>
                <c:pt idx="868">
                  <c:v>1E-4</c:v>
                </c:pt>
                <c:pt idx="869">
                  <c:v>1E-4</c:v>
                </c:pt>
                <c:pt idx="870">
                  <c:v>0</c:v>
                </c:pt>
                <c:pt idx="871">
                  <c:v>0</c:v>
                </c:pt>
                <c:pt idx="872">
                  <c:v>1E-4</c:v>
                </c:pt>
                <c:pt idx="873">
                  <c:v>1E-4</c:v>
                </c:pt>
                <c:pt idx="874">
                  <c:v>1E-4</c:v>
                </c:pt>
                <c:pt idx="875">
                  <c:v>1E-4</c:v>
                </c:pt>
                <c:pt idx="876">
                  <c:v>16.054576</c:v>
                </c:pt>
                <c:pt idx="877">
                  <c:v>16.054576</c:v>
                </c:pt>
                <c:pt idx="878">
                  <c:v>0</c:v>
                </c:pt>
                <c:pt idx="879">
                  <c:v>0</c:v>
                </c:pt>
                <c:pt idx="880">
                  <c:v>0</c:v>
                </c:pt>
                <c:pt idx="881">
                  <c:v>0</c:v>
                </c:pt>
                <c:pt idx="882">
                  <c:v>1E-4</c:v>
                </c:pt>
                <c:pt idx="883">
                  <c:v>1E-4</c:v>
                </c:pt>
                <c:pt idx="884">
                  <c:v>1E-4</c:v>
                </c:pt>
                <c:pt idx="885">
                  <c:v>1E-4</c:v>
                </c:pt>
                <c:pt idx="886">
                  <c:v>0</c:v>
                </c:pt>
                <c:pt idx="887">
                  <c:v>0</c:v>
                </c:pt>
                <c:pt idx="888">
                  <c:v>60</c:v>
                </c:pt>
                <c:pt idx="889">
                  <c:v>60</c:v>
                </c:pt>
                <c:pt idx="890">
                  <c:v>84.552397</c:v>
                </c:pt>
                <c:pt idx="891">
                  <c:v>84.552397</c:v>
                </c:pt>
                <c:pt idx="892">
                  <c:v>105.268979</c:v>
                </c:pt>
                <c:pt idx="893">
                  <c:v>105.268979</c:v>
                </c:pt>
                <c:pt idx="894">
                  <c:v>0</c:v>
                </c:pt>
                <c:pt idx="895">
                  <c:v>0</c:v>
                </c:pt>
                <c:pt idx="896">
                  <c:v>59.999400</c:v>
                </c:pt>
                <c:pt idx="897">
                  <c:v>59.999400</c:v>
                </c:pt>
                <c:pt idx="898">
                  <c:v>1E-4</c:v>
                </c:pt>
                <c:pt idx="899">
                  <c:v>1E-4</c:v>
                </c:pt>
                <c:pt idx="900">
                  <c:v>1E-4</c:v>
                </c:pt>
                <c:pt idx="901">
                  <c:v>1E-4</c:v>
                </c:pt>
                <c:pt idx="902">
                  <c:v>1E-4</c:v>
                </c:pt>
                <c:pt idx="903">
                  <c:v>1E-4</c:v>
                </c:pt>
                <c:pt idx="904">
                  <c:v>0.000200</c:v>
                </c:pt>
                <c:pt idx="905">
                  <c:v>0.000200</c:v>
                </c:pt>
                <c:pt idx="906">
                  <c:v>0.000200</c:v>
                </c:pt>
                <c:pt idx="907">
                  <c:v>0.000200</c:v>
                </c:pt>
                <c:pt idx="908">
                  <c:v>0.000200</c:v>
                </c:pt>
                <c:pt idx="909">
                  <c:v>0.000200</c:v>
                </c:pt>
                <c:pt idx="910">
                  <c:v>0.000200</c:v>
                </c:pt>
                <c:pt idx="911">
                  <c:v>0.000200</c:v>
                </c:pt>
                <c:pt idx="912">
                  <c:v>120.000421</c:v>
                </c:pt>
                <c:pt idx="913">
                  <c:v>120.000421</c:v>
                </c:pt>
                <c:pt idx="914">
                  <c:v>55.392821</c:v>
                </c:pt>
                <c:pt idx="915">
                  <c:v>55.392821</c:v>
                </c:pt>
                <c:pt idx="916">
                  <c:v>0</c:v>
                </c:pt>
                <c:pt idx="917">
                  <c:v>0</c:v>
                </c:pt>
                <c:pt idx="918">
                  <c:v>0</c:v>
                </c:pt>
                <c:pt idx="919">
                  <c:v>0</c:v>
                </c:pt>
                <c:pt idx="920">
                  <c:v>46.054476</c:v>
                </c:pt>
                <c:pt idx="921">
                  <c:v>46.054476</c:v>
                </c:pt>
                <c:pt idx="922">
                  <c:v>0.000421</c:v>
                </c:pt>
                <c:pt idx="923">
                  <c:v>0.000421</c:v>
                </c:pt>
                <c:pt idx="924">
                  <c:v>0</c:v>
                </c:pt>
                <c:pt idx="925">
                  <c:v>0</c:v>
                </c:pt>
                <c:pt idx="926">
                  <c:v>0</c:v>
                </c:pt>
                <c:pt idx="927">
                  <c:v>0</c:v>
                </c:pt>
                <c:pt idx="928">
                  <c:v>0</c:v>
                </c:pt>
                <c:pt idx="929">
                  <c:v>0</c:v>
                </c:pt>
                <c:pt idx="930">
                  <c:v>0</c:v>
                </c:pt>
                <c:pt idx="931">
                  <c:v>0</c:v>
                </c:pt>
                <c:pt idx="932">
                  <c:v>0</c:v>
                </c:pt>
                <c:pt idx="933">
                  <c:v>0</c:v>
                </c:pt>
                <c:pt idx="934">
                  <c:v>0</c:v>
                </c:pt>
                <c:pt idx="935">
                  <c:v>0</c:v>
                </c:pt>
                <c:pt idx="936">
                  <c:v>217.558297</c:v>
                </c:pt>
                <c:pt idx="937">
                  <c:v>217.558297</c:v>
                </c:pt>
                <c:pt idx="938">
                  <c:v>270</c:v>
                </c:pt>
                <c:pt idx="939">
                  <c:v>270</c:v>
                </c:pt>
                <c:pt idx="940">
                  <c:v>240</c:v>
                </c:pt>
                <c:pt idx="941">
                  <c:v>240</c:v>
                </c:pt>
                <c:pt idx="942">
                  <c:v>180</c:v>
                </c:pt>
                <c:pt idx="943">
                  <c:v>180</c:v>
                </c:pt>
                <c:pt idx="944">
                  <c:v>0</c:v>
                </c:pt>
                <c:pt idx="945">
                  <c:v>0</c:v>
                </c:pt>
                <c:pt idx="946">
                  <c:v>0</c:v>
                </c:pt>
                <c:pt idx="947">
                  <c:v>0</c:v>
                </c:pt>
                <c:pt idx="948">
                  <c:v>60</c:v>
                </c:pt>
                <c:pt idx="949">
                  <c:v>60</c:v>
                </c:pt>
                <c:pt idx="950">
                  <c:v>210</c:v>
                </c:pt>
                <c:pt idx="951">
                  <c:v>210</c:v>
                </c:pt>
                <c:pt idx="952">
                  <c:v>506.914944</c:v>
                </c:pt>
                <c:pt idx="953">
                  <c:v>506.914944</c:v>
                </c:pt>
                <c:pt idx="954">
                  <c:v>619.765370</c:v>
                </c:pt>
                <c:pt idx="955">
                  <c:v>619.765370</c:v>
                </c:pt>
                <c:pt idx="956">
                  <c:v>753.881133</c:v>
                </c:pt>
                <c:pt idx="957">
                  <c:v>753.881133</c:v>
                </c:pt>
                <c:pt idx="958">
                  <c:v>750</c:v>
                </c:pt>
                <c:pt idx="959">
                  <c:v>750</c:v>
                </c:pt>
                <c:pt idx="960">
                  <c:v>390</c:v>
                </c:pt>
                <c:pt idx="961">
                  <c:v>390</c:v>
                </c:pt>
                <c:pt idx="962">
                  <c:v>420.000100</c:v>
                </c:pt>
                <c:pt idx="963">
                  <c:v>420.000100</c:v>
                </c:pt>
                <c:pt idx="964">
                  <c:v>264.092576</c:v>
                </c:pt>
                <c:pt idx="965">
                  <c:v>264.092576</c:v>
                </c:pt>
                <c:pt idx="966">
                  <c:v>390.000400</c:v>
                </c:pt>
                <c:pt idx="967">
                  <c:v>390.000400</c:v>
                </c:pt>
                <c:pt idx="968">
                  <c:v>254.391991</c:v>
                </c:pt>
                <c:pt idx="969">
                  <c:v>254.391991</c:v>
                </c:pt>
                <c:pt idx="970">
                  <c:v>107.15971</c:v>
                </c:pt>
                <c:pt idx="971">
                  <c:v>107.15971</c:v>
                </c:pt>
                <c:pt idx="972">
                  <c:v>90.000100</c:v>
                </c:pt>
                <c:pt idx="973">
                  <c:v>90.000100</c:v>
                </c:pt>
                <c:pt idx="974">
                  <c:v>161.685299</c:v>
                </c:pt>
                <c:pt idx="975">
                  <c:v>161.685299</c:v>
                </c:pt>
                <c:pt idx="976">
                  <c:v>360</c:v>
                </c:pt>
                <c:pt idx="977">
                  <c:v>360</c:v>
                </c:pt>
                <c:pt idx="978">
                  <c:v>390.000421</c:v>
                </c:pt>
                <c:pt idx="979">
                  <c:v>390.000421</c:v>
                </c:pt>
                <c:pt idx="980">
                  <c:v>377.789153</c:v>
                </c:pt>
                <c:pt idx="981">
                  <c:v>377.789153</c:v>
                </c:pt>
                <c:pt idx="982">
                  <c:v>192.211247</c:v>
                </c:pt>
                <c:pt idx="983">
                  <c:v>192.211247</c:v>
                </c:pt>
                <c:pt idx="984">
                  <c:v>445.837441</c:v>
                </c:pt>
                <c:pt idx="985">
                  <c:v>445.837441</c:v>
                </c:pt>
                <c:pt idx="986">
                  <c:v>727.624135</c:v>
                </c:pt>
                <c:pt idx="987">
                  <c:v>727.624135</c:v>
                </c:pt>
                <c:pt idx="988">
                  <c:v>662.330594</c:v>
                </c:pt>
                <c:pt idx="989">
                  <c:v>662.330594</c:v>
                </c:pt>
                <c:pt idx="990">
                  <c:v>660</c:v>
                </c:pt>
                <c:pt idx="991">
                  <c:v>660</c:v>
                </c:pt>
                <c:pt idx="992">
                  <c:v>506.851020</c:v>
                </c:pt>
                <c:pt idx="993">
                  <c:v>506.851020</c:v>
                </c:pt>
                <c:pt idx="994">
                  <c:v>287.159710</c:v>
                </c:pt>
                <c:pt idx="995">
                  <c:v>287.159710</c:v>
                </c:pt>
                <c:pt idx="996">
                  <c:v>330</c:v>
                </c:pt>
                <c:pt idx="997">
                  <c:v>330</c:v>
                </c:pt>
                <c:pt idx="998">
                  <c:v>267.545321</c:v>
                </c:pt>
                <c:pt idx="999">
                  <c:v>267.545321</c:v>
                </c:pt>
                <c:pt idx="1000">
                  <c:v>330.000721</c:v>
                </c:pt>
                <c:pt idx="1001">
                  <c:v>330.000721</c:v>
                </c:pt>
                <c:pt idx="1002">
                  <c:v>347.141349</c:v>
                </c:pt>
                <c:pt idx="1003">
                  <c:v>347.141349</c:v>
                </c:pt>
                <c:pt idx="1004">
                  <c:v>44.665626</c:v>
                </c:pt>
                <c:pt idx="1005">
                  <c:v>44.665626</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17.134350</c:v>
                </c:pt>
                <c:pt idx="1125">
                  <c:v>17.134350</c:v>
                </c:pt>
                <c:pt idx="1126">
                  <c:v>0</c:v>
                </c:pt>
                <c:pt idx="1127">
                  <c:v>0</c:v>
                </c:pt>
                <c:pt idx="1128">
                  <c:v>60</c:v>
                </c:pt>
                <c:pt idx="1129">
                  <c:v>60</c:v>
                </c:pt>
                <c:pt idx="1130">
                  <c:v>0</c:v>
                </c:pt>
                <c:pt idx="1131">
                  <c:v>0</c:v>
                </c:pt>
                <c:pt idx="1132">
                  <c:v>0</c:v>
                </c:pt>
                <c:pt idx="1133">
                  <c:v>0</c:v>
                </c:pt>
                <c:pt idx="1134">
                  <c:v>0</c:v>
                </c:pt>
                <c:pt idx="1135">
                  <c:v>0</c:v>
                </c:pt>
                <c:pt idx="1136">
                  <c:v>76.055697</c:v>
                </c:pt>
                <c:pt idx="1137">
                  <c:v>76.055697</c:v>
                </c:pt>
                <c:pt idx="1138">
                  <c:v>302.110394</c:v>
                </c:pt>
                <c:pt idx="1139">
                  <c:v>302.110394</c:v>
                </c:pt>
                <c:pt idx="1140">
                  <c:v>213.671658</c:v>
                </c:pt>
                <c:pt idx="1141">
                  <c:v>213.671658</c:v>
                </c:pt>
                <c:pt idx="1142">
                  <c:v>477.315004</c:v>
                </c:pt>
                <c:pt idx="1143">
                  <c:v>477.315004</c:v>
                </c:pt>
                <c:pt idx="1144">
                  <c:v>76.499357</c:v>
                </c:pt>
                <c:pt idx="1145">
                  <c:v>76.499357</c:v>
                </c:pt>
                <c:pt idx="1146">
                  <c:v>240</c:v>
                </c:pt>
                <c:pt idx="1147">
                  <c:v>240</c:v>
                </c:pt>
                <c:pt idx="1148">
                  <c:v>300</c:v>
                </c:pt>
                <c:pt idx="1149">
                  <c:v>300</c:v>
                </c:pt>
                <c:pt idx="1150">
                  <c:v>360</c:v>
                </c:pt>
                <c:pt idx="1151">
                  <c:v>360</c:v>
                </c:pt>
                <c:pt idx="1152">
                  <c:v>90.000100</c:v>
                </c:pt>
                <c:pt idx="1153">
                  <c:v>90.000100</c:v>
                </c:pt>
                <c:pt idx="1154">
                  <c:v>30.0001</c:v>
                </c:pt>
                <c:pt idx="1155">
                  <c:v>30.0001</c:v>
                </c:pt>
                <c:pt idx="1156">
                  <c:v>93.881875</c:v>
                </c:pt>
                <c:pt idx="1157">
                  <c:v>93.881875</c:v>
                </c:pt>
                <c:pt idx="1158">
                  <c:v>150.0001</c:v>
                </c:pt>
                <c:pt idx="1159">
                  <c:v>150.0001</c:v>
                </c:pt>
                <c:pt idx="1160">
                  <c:v>480.000200</c:v>
                </c:pt>
                <c:pt idx="1161">
                  <c:v>480.000200</c:v>
                </c:pt>
                <c:pt idx="1162">
                  <c:v>737.758897</c:v>
                </c:pt>
                <c:pt idx="1163">
                  <c:v>737.758897</c:v>
                </c:pt>
                <c:pt idx="1164">
                  <c:v>780</c:v>
                </c:pt>
                <c:pt idx="1165">
                  <c:v>780</c:v>
                </c:pt>
                <c:pt idx="1166">
                  <c:v>737.789053</c:v>
                </c:pt>
                <c:pt idx="1167">
                  <c:v>737.789053</c:v>
                </c:pt>
                <c:pt idx="1168">
                  <c:v>60.000100</c:v>
                </c:pt>
                <c:pt idx="1169">
                  <c:v>60.000100</c:v>
                </c:pt>
                <c:pt idx="1170">
                  <c:v>180</c:v>
                </c:pt>
                <c:pt idx="1171">
                  <c:v>180</c:v>
                </c:pt>
                <c:pt idx="1172">
                  <c:v>149.999479</c:v>
                </c:pt>
                <c:pt idx="1173">
                  <c:v>149.999479</c:v>
                </c:pt>
                <c:pt idx="1174">
                  <c:v>0.000200</c:v>
                </c:pt>
                <c:pt idx="1175">
                  <c:v>0.000200</c:v>
                </c:pt>
                <c:pt idx="1176">
                  <c:v>230.525062</c:v>
                </c:pt>
                <c:pt idx="1177">
                  <c:v>230.525062</c:v>
                </c:pt>
                <c:pt idx="1178">
                  <c:v>120.0001</c:v>
                </c:pt>
                <c:pt idx="1179">
                  <c:v>120.0001</c:v>
                </c:pt>
                <c:pt idx="1180">
                  <c:v>94.146854</c:v>
                </c:pt>
                <c:pt idx="1181">
                  <c:v>94.146854</c:v>
                </c:pt>
                <c:pt idx="1182">
                  <c:v>282.210947</c:v>
                </c:pt>
                <c:pt idx="1183">
                  <c:v>282.210947</c:v>
                </c:pt>
                <c:pt idx="1184">
                  <c:v>494.349197</c:v>
                </c:pt>
                <c:pt idx="1185">
                  <c:v>494.349197</c:v>
                </c:pt>
                <c:pt idx="1186">
                  <c:v>395.846640</c:v>
                </c:pt>
                <c:pt idx="1187">
                  <c:v>395.846640</c:v>
                </c:pt>
                <c:pt idx="1188">
                  <c:v>286.487250</c:v>
                </c:pt>
                <c:pt idx="1189">
                  <c:v>286.487250</c:v>
                </c:pt>
                <c:pt idx="1190">
                  <c:v>386.470931</c:v>
                </c:pt>
                <c:pt idx="1191">
                  <c:v>386.470931</c:v>
                </c:pt>
                <c:pt idx="1192">
                  <c:v>270.000424</c:v>
                </c:pt>
                <c:pt idx="1193">
                  <c:v>270.000424</c:v>
                </c:pt>
                <c:pt idx="1194">
                  <c:v>605.796060</c:v>
                </c:pt>
                <c:pt idx="1195">
                  <c:v>605.796060</c:v>
                </c:pt>
                <c:pt idx="1196">
                  <c:v>342.210747</c:v>
                </c:pt>
                <c:pt idx="1197">
                  <c:v>342.210747</c:v>
                </c:pt>
                <c:pt idx="1198">
                  <c:v>570</c:v>
                </c:pt>
                <c:pt idx="1199">
                  <c:v>570</c:v>
                </c:pt>
                <c:pt idx="1200">
                  <c:v>270.000111</c:v>
                </c:pt>
                <c:pt idx="1201">
                  <c:v>270.000111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136.054276</c:v>
                </c:pt>
                <c:pt idx="1313">
                  <c:v>136.054276</c:v>
                </c:pt>
                <c:pt idx="1314">
                  <c:v>166.361345</c:v>
                </c:pt>
                <c:pt idx="1315">
                  <c:v>166.361345</c:v>
                </c:pt>
                <c:pt idx="1316">
                  <c:v>159.3109</c:v>
                </c:pt>
                <c:pt idx="1317">
                  <c:v>159.3109</c:v>
                </c:pt>
                <c:pt idx="1318">
                  <c:v>180</c:v>
                </c:pt>
                <c:pt idx="1319">
                  <c:v>180</c:v>
                </c:pt>
                <c:pt idx="1320">
                  <c:v>120.0001</c:v>
                </c:pt>
                <c:pt idx="1321">
                  <c:v>120.0001</c:v>
                </c:pt>
                <c:pt idx="1322">
                  <c:v>60.0002</c:v>
                </c:pt>
                <c:pt idx="1323">
                  <c:v>60.0002</c:v>
                </c:pt>
                <c:pt idx="1324">
                  <c:v>95.015812</c:v>
                </c:pt>
                <c:pt idx="1325">
                  <c:v>95.015812</c:v>
                </c:pt>
                <c:pt idx="1326">
                  <c:v>150</c:v>
                </c:pt>
                <c:pt idx="1327">
                  <c:v>150</c:v>
                </c:pt>
                <c:pt idx="1328">
                  <c:v>120.000621</c:v>
                </c:pt>
                <c:pt idx="1329">
                  <c:v>120.000621</c:v>
                </c:pt>
                <c:pt idx="1330">
                  <c:v>0.000200</c:v>
                </c:pt>
                <c:pt idx="1331">
                  <c:v>0.000200</c:v>
                </c:pt>
                <c:pt idx="1332">
                  <c:v>120.0001</c:v>
                </c:pt>
                <c:pt idx="1333">
                  <c:v>120.0001</c:v>
                </c:pt>
                <c:pt idx="1334">
                  <c:v>179.196589</c:v>
                </c:pt>
                <c:pt idx="1335">
                  <c:v>179.196589</c:v>
                </c:pt>
                <c:pt idx="1336">
                  <c:v>0</c:v>
                </c:pt>
                <c:pt idx="1337">
                  <c:v>0</c:v>
                </c:pt>
                <c:pt idx="1338">
                  <c:v>0.000200</c:v>
                </c:pt>
                <c:pt idx="1339">
                  <c:v>0.000200</c:v>
                </c:pt>
                <c:pt idx="1340">
                  <c:v>1E-4</c:v>
                </c:pt>
                <c:pt idx="1341">
                  <c:v>1E-4</c:v>
                </c:pt>
                <c:pt idx="1342">
                  <c:v>59.999200</c:v>
                </c:pt>
                <c:pt idx="1343">
                  <c:v>59.999200</c:v>
                </c:pt>
                <c:pt idx="1344">
                  <c:v>53.152886</c:v>
                </c:pt>
                <c:pt idx="1345">
                  <c:v>53.152886</c:v>
                </c:pt>
                <c:pt idx="1346">
                  <c:v>180.000200</c:v>
                </c:pt>
                <c:pt idx="1347">
                  <c:v>180.000200</c:v>
                </c:pt>
                <c:pt idx="1348">
                  <c:v>510</c:v>
                </c:pt>
                <c:pt idx="1349">
                  <c:v>510</c:v>
                </c:pt>
                <c:pt idx="1350">
                  <c:v>90.000500</c:v>
                </c:pt>
                <c:pt idx="1351">
                  <c:v>90.000500</c:v>
                </c:pt>
                <c:pt idx="1352">
                  <c:v>166.010529</c:v>
                </c:pt>
                <c:pt idx="1353">
                  <c:v>166.010529</c:v>
                </c:pt>
                <c:pt idx="1354">
                  <c:v>137.870624</c:v>
                </c:pt>
                <c:pt idx="1355">
                  <c:v>137.870624</c:v>
                </c:pt>
                <c:pt idx="1356">
                  <c:v>206.805936</c:v>
                </c:pt>
                <c:pt idx="1357">
                  <c:v>206.805936</c:v>
                </c:pt>
                <c:pt idx="1358">
                  <c:v>309.541131</c:v>
                </c:pt>
                <c:pt idx="1359">
                  <c:v>309.541131</c:v>
                </c:pt>
                <c:pt idx="1360">
                  <c:v>450</c:v>
                </c:pt>
                <c:pt idx="1361">
                  <c:v>450</c:v>
                </c:pt>
                <c:pt idx="1362">
                  <c:v>473.657085</c:v>
                </c:pt>
                <c:pt idx="1363">
                  <c:v>473.657085</c:v>
                </c:pt>
                <c:pt idx="1364">
                  <c:v>558.157041</c:v>
                </c:pt>
                <c:pt idx="1365">
                  <c:v>558.157041</c:v>
                </c:pt>
                <c:pt idx="1366">
                  <c:v>629.468644</c:v>
                </c:pt>
                <c:pt idx="1367">
                  <c:v>629.468644</c:v>
                </c:pt>
                <c:pt idx="1368">
                  <c:v>450.000721</c:v>
                </c:pt>
                <c:pt idx="1369">
                  <c:v>450.000721</c:v>
                </c:pt>
                <c:pt idx="1370">
                  <c:v>571.664525</c:v>
                </c:pt>
                <c:pt idx="1371">
                  <c:v>571.664525</c:v>
                </c:pt>
                <c:pt idx="1372">
                  <c:v>659.127842</c:v>
                </c:pt>
                <c:pt idx="1373">
                  <c:v>659.127842</c:v>
                </c:pt>
                <c:pt idx="1374">
                  <c:v>318.244111</c:v>
                </c:pt>
                <c:pt idx="1375">
                  <c:v>318.244111</c:v>
                </c:pt>
                <c:pt idx="1376">
                  <c:v>181.156811</c:v>
                </c:pt>
                <c:pt idx="1377">
                  <c:v>181.156811</c:v>
                </c:pt>
                <c:pt idx="1378">
                  <c:v>119.3663</c:v>
                </c:pt>
                <c:pt idx="1379">
                  <c:v>119.3663</c:v>
                </c:pt>
                <c:pt idx="1380">
                  <c:v>170.097833</c:v>
                </c:pt>
                <c:pt idx="1381">
                  <c:v>170.097833</c:v>
                </c:pt>
                <c:pt idx="1382">
                  <c:v>102.210826</c:v>
                </c:pt>
                <c:pt idx="1383">
                  <c:v>102.210826</c:v>
                </c:pt>
                <c:pt idx="1384">
                  <c:v>5.349414</c:v>
                </c:pt>
                <c:pt idx="1385">
                  <c:v>5.349414</c:v>
                </c:pt>
                <c:pt idx="1386">
                  <c:v>212.26</c:v>
                </c:pt>
                <c:pt idx="1387">
                  <c:v>212.26</c:v>
                </c:pt>
                <c:pt idx="1388">
                  <c:v>230.693000</c:v>
                </c:pt>
                <c:pt idx="1389">
                  <c:v>230.693000</c:v>
                </c:pt>
                <c:pt idx="1390">
                  <c:v>251.771000</c:v>
                </c:pt>
                <c:pt idx="1391">
                  <c:v>251.771000</c:v>
                </c:pt>
                <c:pt idx="1392">
                  <c:v>277.505</c:v>
                </c:pt>
                <c:pt idx="1393">
                  <c:v>277.505</c:v>
                </c:pt>
              </c:numCache>
            </c:numRef>
          </c:yVal>
          <c:smooth val="0"/>
          <c:extLst>
            <c:ext xmlns:c16="http://schemas.microsoft.com/office/drawing/2014/chart" uri="{C3380CC4-5D6E-409C-BE32-E72D297353CC}">
              <c16:uniqueId val="{00000000-7175-4F91-B21D-6D492854FF16}"/>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66.576368</c:v>
                </c:pt>
                <c:pt idx="1377">
                  <c:v>66.576368</c:v>
                </c:pt>
                <c:pt idx="1378">
                  <c:v>119.3663</c:v>
                </c:pt>
                <c:pt idx="1379">
                  <c:v>119.3663</c:v>
                </c:pt>
                <c:pt idx="1380">
                  <c:v>170.097833</c:v>
                </c:pt>
                <c:pt idx="1381">
                  <c:v>170.097833</c:v>
                </c:pt>
                <c:pt idx="1382">
                  <c:v>102.210826</c:v>
                </c:pt>
                <c:pt idx="1383">
                  <c:v>102.210826</c:v>
                </c:pt>
                <c:pt idx="1384">
                  <c:v>5.349414</c:v>
                </c:pt>
                <c:pt idx="1385">
                  <c:v>5.349414</c:v>
                </c:pt>
                <c:pt idx="1386">
                  <c:v>203.76</c:v>
                </c:pt>
                <c:pt idx="1387">
                  <c:v>203.76</c:v>
                </c:pt>
                <c:pt idx="1388">
                  <c:v>214.543000</c:v>
                </c:pt>
                <c:pt idx="1389">
                  <c:v>214.543000</c:v>
                </c:pt>
                <c:pt idx="1390">
                  <c:v>227.971</c:v>
                </c:pt>
                <c:pt idx="1391">
                  <c:v>227.971</c:v>
                </c:pt>
                <c:pt idx="1392">
                  <c:v>239.255</c:v>
                </c:pt>
                <c:pt idx="1393">
                  <c:v>239.255</c:v>
                </c:pt>
              </c:numCache>
            </c:numRef>
          </c:yVal>
          <c:smooth val="0"/>
          <c:extLst>
            <c:ext xmlns:c16="http://schemas.microsoft.com/office/drawing/2014/chart" uri="{C3380CC4-5D6E-409C-BE32-E72D297353CC}">
              <c16:uniqueId val="{00000001-7175-4F91-B21D-6D492854FF16}"/>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5.95</c:v>
                </c:pt>
                <c:pt idx="41">
                  <c:v>5.95</c:v>
                </c:pt>
                <c:pt idx="42">
                  <c:v>28.05</c:v>
                </c:pt>
                <c:pt idx="43">
                  <c:v>28.05</c:v>
                </c:pt>
                <c:pt idx="44">
                  <c:v>45.05</c:v>
                </c:pt>
                <c:pt idx="45">
                  <c:v>45.05</c:v>
                </c:pt>
                <c:pt idx="46">
                  <c:v>82.45</c:v>
                </c:pt>
                <c:pt idx="47">
                  <c:v>82.45</c:v>
                </c:pt>
                <c:pt idx="48">
                  <c:v>107.95</c:v>
                </c:pt>
                <c:pt idx="49">
                  <c:v>107.95</c:v>
                </c:pt>
                <c:pt idx="50">
                  <c:v>150.450000</c:v>
                </c:pt>
                <c:pt idx="51">
                  <c:v>150.450000</c:v>
                </c:pt>
                <c:pt idx="52">
                  <c:v>179.35</c:v>
                </c:pt>
                <c:pt idx="53">
                  <c:v>179.35</c:v>
                </c:pt>
                <c:pt idx="54">
                  <c:v>212.5</c:v>
                </c:pt>
                <c:pt idx="55">
                  <c:v>212.5</c:v>
                </c:pt>
                <c:pt idx="56">
                  <c:v>259.25</c:v>
                </c:pt>
                <c:pt idx="57">
                  <c:v>259.25</c:v>
                </c:pt>
                <c:pt idx="58">
                  <c:v>328.95</c:v>
                </c:pt>
                <c:pt idx="59">
                  <c:v>328.95</c:v>
                </c:pt>
                <c:pt idx="60">
                  <c:v>373.15</c:v>
                </c:pt>
                <c:pt idx="61">
                  <c:v>373.15</c:v>
                </c:pt>
                <c:pt idx="62">
                  <c:v>413.95</c:v>
                </c:pt>
                <c:pt idx="63">
                  <c:v>413.95</c:v>
                </c:pt>
                <c:pt idx="64">
                  <c:v>453.9</c:v>
                </c:pt>
                <c:pt idx="65">
                  <c:v>453.9</c:v>
                </c:pt>
                <c:pt idx="66">
                  <c:v>492.15</c:v>
                </c:pt>
                <c:pt idx="67">
                  <c:v>492.15</c:v>
                </c:pt>
                <c:pt idx="68">
                  <c:v>529.550000</c:v>
                </c:pt>
                <c:pt idx="69">
                  <c:v>529.550000</c:v>
                </c:pt>
                <c:pt idx="70">
                  <c:v>564.4</c:v>
                </c:pt>
                <c:pt idx="71">
                  <c:v>564.4</c:v>
                </c:pt>
                <c:pt idx="72">
                  <c:v>598.4</c:v>
                </c:pt>
                <c:pt idx="73">
                  <c:v>598.4</c:v>
                </c:pt>
                <c:pt idx="74">
                  <c:v>629</c:v>
                </c:pt>
                <c:pt idx="75">
                  <c:v>629</c:v>
                </c:pt>
                <c:pt idx="76">
                  <c:v>657.9</c:v>
                </c:pt>
                <c:pt idx="77">
                  <c:v>657.9</c:v>
                </c:pt>
                <c:pt idx="78">
                  <c:v>683.4</c:v>
                </c:pt>
                <c:pt idx="79">
                  <c:v>683.4</c:v>
                </c:pt>
                <c:pt idx="80">
                  <c:v>705.5</c:v>
                </c:pt>
                <c:pt idx="81">
                  <c:v>705.5</c:v>
                </c:pt>
                <c:pt idx="82">
                  <c:v>725.9</c:v>
                </c:pt>
                <c:pt idx="83">
                  <c:v>725.9</c:v>
                </c:pt>
                <c:pt idx="84">
                  <c:v>742.05</c:v>
                </c:pt>
                <c:pt idx="85">
                  <c:v>742.05</c:v>
                </c:pt>
                <c:pt idx="86">
                  <c:v>755.65</c:v>
                </c:pt>
                <c:pt idx="87">
                  <c:v>755.65</c:v>
                </c:pt>
                <c:pt idx="88">
                  <c:v>765.85</c:v>
                </c:pt>
                <c:pt idx="89">
                  <c:v>765.85</c:v>
                </c:pt>
                <c:pt idx="90">
                  <c:v>773.5</c:v>
                </c:pt>
                <c:pt idx="91">
                  <c:v>773.5</c:v>
                </c:pt>
                <c:pt idx="92">
                  <c:v>776.9</c:v>
                </c:pt>
                <c:pt idx="93">
                  <c:v>776.9</c:v>
                </c:pt>
                <c:pt idx="94">
                  <c:v>777.75</c:v>
                </c:pt>
                <c:pt idx="95">
                  <c:v>777.75</c:v>
                </c:pt>
                <c:pt idx="96">
                  <c:v>775.2</c:v>
                </c:pt>
                <c:pt idx="97">
                  <c:v>775.2</c:v>
                </c:pt>
                <c:pt idx="98">
                  <c:v>769.25</c:v>
                </c:pt>
                <c:pt idx="99">
                  <c:v>769.25</c:v>
                </c:pt>
                <c:pt idx="100">
                  <c:v>759.9</c:v>
                </c:pt>
                <c:pt idx="101">
                  <c:v>759.9</c:v>
                </c:pt>
                <c:pt idx="102">
                  <c:v>747.15</c:v>
                </c:pt>
                <c:pt idx="103">
                  <c:v>747.15</c:v>
                </c:pt>
                <c:pt idx="104">
                  <c:v>731.85</c:v>
                </c:pt>
                <c:pt idx="105">
                  <c:v>731.85</c:v>
                </c:pt>
                <c:pt idx="106">
                  <c:v>713.15</c:v>
                </c:pt>
                <c:pt idx="107">
                  <c:v>713.15</c:v>
                </c:pt>
                <c:pt idx="108">
                  <c:v>691.05</c:v>
                </c:pt>
                <c:pt idx="109">
                  <c:v>691.05</c:v>
                </c:pt>
                <c:pt idx="110">
                  <c:v>666.4</c:v>
                </c:pt>
                <c:pt idx="111">
                  <c:v>666.4</c:v>
                </c:pt>
                <c:pt idx="112">
                  <c:v>638.35</c:v>
                </c:pt>
                <c:pt idx="113">
                  <c:v>638.35</c:v>
                </c:pt>
                <c:pt idx="114">
                  <c:v>608.6</c:v>
                </c:pt>
                <c:pt idx="115">
                  <c:v>608.6</c:v>
                </c:pt>
                <c:pt idx="116">
                  <c:v>578</c:v>
                </c:pt>
                <c:pt idx="117">
                  <c:v>578</c:v>
                </c:pt>
                <c:pt idx="118">
                  <c:v>547.4</c:v>
                </c:pt>
                <c:pt idx="119">
                  <c:v>547.4</c:v>
                </c:pt>
                <c:pt idx="120">
                  <c:v>515.1</c:v>
                </c:pt>
                <c:pt idx="121">
                  <c:v>515.1</c:v>
                </c:pt>
                <c:pt idx="122">
                  <c:v>471.75</c:v>
                </c:pt>
                <c:pt idx="123">
                  <c:v>471.75</c:v>
                </c:pt>
                <c:pt idx="124">
                  <c:v>436.05</c:v>
                </c:pt>
                <c:pt idx="125">
                  <c:v>436.05</c:v>
                </c:pt>
                <c:pt idx="126">
                  <c:v>402.9</c:v>
                </c:pt>
                <c:pt idx="127">
                  <c:v>402.9</c:v>
                </c:pt>
                <c:pt idx="128">
                  <c:v>362.95</c:v>
                </c:pt>
                <c:pt idx="129">
                  <c:v>362.95</c:v>
                </c:pt>
                <c:pt idx="130">
                  <c:v>317.05</c:v>
                </c:pt>
                <c:pt idx="131">
                  <c:v>317.05</c:v>
                </c:pt>
                <c:pt idx="132">
                  <c:v>256.7</c:v>
                </c:pt>
                <c:pt idx="133">
                  <c:v>256.7</c:v>
                </c:pt>
                <c:pt idx="134">
                  <c:v>204.85</c:v>
                </c:pt>
                <c:pt idx="135">
                  <c:v>204.85</c:v>
                </c:pt>
                <c:pt idx="136">
                  <c:v>163.200000</c:v>
                </c:pt>
                <c:pt idx="137">
                  <c:v>163.200000</c:v>
                </c:pt>
                <c:pt idx="138">
                  <c:v>129.200000</c:v>
                </c:pt>
                <c:pt idx="139">
                  <c:v>129.200000</c:v>
                </c:pt>
                <c:pt idx="140">
                  <c:v>90.95</c:v>
                </c:pt>
                <c:pt idx="141">
                  <c:v>90.95</c:v>
                </c:pt>
                <c:pt idx="142">
                  <c:v>56.1</c:v>
                </c:pt>
                <c:pt idx="143">
                  <c:v>56.1</c:v>
                </c:pt>
                <c:pt idx="144">
                  <c:v>36.550000</c:v>
                </c:pt>
                <c:pt idx="145">
                  <c:v>36.550000</c:v>
                </c:pt>
                <c:pt idx="146">
                  <c:v>14.45</c:v>
                </c:pt>
                <c:pt idx="147">
                  <c:v>14.45</c:v>
                </c:pt>
                <c:pt idx="148">
                  <c:v>1.7</c:v>
                </c:pt>
                <c:pt idx="149">
                  <c:v>1.7</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30.6</c:v>
                </c:pt>
                <c:pt idx="235">
                  <c:v>30.6</c:v>
                </c:pt>
                <c:pt idx="236">
                  <c:v>58.65</c:v>
                </c:pt>
                <c:pt idx="237">
                  <c:v>58.65</c:v>
                </c:pt>
                <c:pt idx="238">
                  <c:v>72.25</c:v>
                </c:pt>
                <c:pt idx="239">
                  <c:v>72.25</c:v>
                </c:pt>
                <c:pt idx="240">
                  <c:v>114.75</c:v>
                </c:pt>
                <c:pt idx="241">
                  <c:v>114.75</c:v>
                </c:pt>
                <c:pt idx="242">
                  <c:v>155.550000</c:v>
                </c:pt>
                <c:pt idx="243">
                  <c:v>155.550000</c:v>
                </c:pt>
                <c:pt idx="244">
                  <c:v>199.75</c:v>
                </c:pt>
                <c:pt idx="245">
                  <c:v>199.75</c:v>
                </c:pt>
                <c:pt idx="246">
                  <c:v>241.4</c:v>
                </c:pt>
                <c:pt idx="247">
                  <c:v>241.4</c:v>
                </c:pt>
                <c:pt idx="248">
                  <c:v>278.8</c:v>
                </c:pt>
                <c:pt idx="249">
                  <c:v>278.8</c:v>
                </c:pt>
                <c:pt idx="250">
                  <c:v>328.1</c:v>
                </c:pt>
                <c:pt idx="251">
                  <c:v>328.1</c:v>
                </c:pt>
                <c:pt idx="252">
                  <c:v>370.6</c:v>
                </c:pt>
                <c:pt idx="253">
                  <c:v>370.6</c:v>
                </c:pt>
                <c:pt idx="254">
                  <c:v>411.4</c:v>
                </c:pt>
                <c:pt idx="255">
                  <c:v>411.4</c:v>
                </c:pt>
                <c:pt idx="256">
                  <c:v>450.5</c:v>
                </c:pt>
                <c:pt idx="257">
                  <c:v>450.5</c:v>
                </c:pt>
                <c:pt idx="258">
                  <c:v>487.9</c:v>
                </c:pt>
                <c:pt idx="259">
                  <c:v>487.9</c:v>
                </c:pt>
                <c:pt idx="260">
                  <c:v>525.300000</c:v>
                </c:pt>
                <c:pt idx="261">
                  <c:v>525.300000</c:v>
                </c:pt>
                <c:pt idx="262">
                  <c:v>562.700000</c:v>
                </c:pt>
                <c:pt idx="263">
                  <c:v>562.700000</c:v>
                </c:pt>
                <c:pt idx="264">
                  <c:v>598.4</c:v>
                </c:pt>
                <c:pt idx="265">
                  <c:v>598.4</c:v>
                </c:pt>
                <c:pt idx="266">
                  <c:v>631.550000</c:v>
                </c:pt>
                <c:pt idx="267">
                  <c:v>631.550000</c:v>
                </c:pt>
                <c:pt idx="268">
                  <c:v>655.35</c:v>
                </c:pt>
                <c:pt idx="269">
                  <c:v>655.35</c:v>
                </c:pt>
                <c:pt idx="270">
                  <c:v>683.4</c:v>
                </c:pt>
                <c:pt idx="271">
                  <c:v>683.4</c:v>
                </c:pt>
                <c:pt idx="272">
                  <c:v>689.35</c:v>
                </c:pt>
                <c:pt idx="273">
                  <c:v>689.35</c:v>
                </c:pt>
                <c:pt idx="274">
                  <c:v>714</c:v>
                </c:pt>
                <c:pt idx="275">
                  <c:v>714</c:v>
                </c:pt>
                <c:pt idx="276">
                  <c:v>737.8</c:v>
                </c:pt>
                <c:pt idx="277">
                  <c:v>737.8</c:v>
                </c:pt>
                <c:pt idx="278">
                  <c:v>749.7</c:v>
                </c:pt>
                <c:pt idx="279">
                  <c:v>749.7</c:v>
                </c:pt>
                <c:pt idx="280">
                  <c:v>758.2</c:v>
                </c:pt>
                <c:pt idx="281">
                  <c:v>758.2</c:v>
                </c:pt>
                <c:pt idx="282">
                  <c:v>764.15</c:v>
                </c:pt>
                <c:pt idx="283">
                  <c:v>764.15</c:v>
                </c:pt>
                <c:pt idx="284">
                  <c:v>766.7</c:v>
                </c:pt>
                <c:pt idx="285">
                  <c:v>766.7</c:v>
                </c:pt>
                <c:pt idx="286">
                  <c:v>765.85</c:v>
                </c:pt>
                <c:pt idx="287">
                  <c:v>765.85</c:v>
                </c:pt>
                <c:pt idx="288">
                  <c:v>762.45</c:v>
                </c:pt>
                <c:pt idx="289">
                  <c:v>762.45</c:v>
                </c:pt>
                <c:pt idx="290">
                  <c:v>755.65</c:v>
                </c:pt>
                <c:pt idx="291">
                  <c:v>755.65</c:v>
                </c:pt>
                <c:pt idx="292">
                  <c:v>745.45</c:v>
                </c:pt>
                <c:pt idx="293">
                  <c:v>745.45</c:v>
                </c:pt>
                <c:pt idx="294">
                  <c:v>731.85</c:v>
                </c:pt>
                <c:pt idx="295">
                  <c:v>731.85</c:v>
                </c:pt>
                <c:pt idx="296">
                  <c:v>715.7</c:v>
                </c:pt>
                <c:pt idx="297">
                  <c:v>715.7</c:v>
                </c:pt>
                <c:pt idx="298">
                  <c:v>696.15</c:v>
                </c:pt>
                <c:pt idx="299">
                  <c:v>696.15</c:v>
                </c:pt>
                <c:pt idx="300">
                  <c:v>674.05</c:v>
                </c:pt>
                <c:pt idx="301">
                  <c:v>674.05</c:v>
                </c:pt>
                <c:pt idx="302">
                  <c:v>648.550000</c:v>
                </c:pt>
                <c:pt idx="303">
                  <c:v>648.550000</c:v>
                </c:pt>
                <c:pt idx="304">
                  <c:v>620.5</c:v>
                </c:pt>
                <c:pt idx="305">
                  <c:v>620.5</c:v>
                </c:pt>
                <c:pt idx="306">
                  <c:v>589.9</c:v>
                </c:pt>
                <c:pt idx="307">
                  <c:v>589.9</c:v>
                </c:pt>
                <c:pt idx="308">
                  <c:v>559.300000</c:v>
                </c:pt>
                <c:pt idx="309">
                  <c:v>559.300000</c:v>
                </c:pt>
                <c:pt idx="310">
                  <c:v>529.550000</c:v>
                </c:pt>
                <c:pt idx="311">
                  <c:v>529.550000</c:v>
                </c:pt>
                <c:pt idx="312">
                  <c:v>476.85</c:v>
                </c:pt>
                <c:pt idx="313">
                  <c:v>476.85</c:v>
                </c:pt>
                <c:pt idx="314">
                  <c:v>431.8</c:v>
                </c:pt>
                <c:pt idx="315">
                  <c:v>431.8</c:v>
                </c:pt>
                <c:pt idx="316">
                  <c:v>422.45</c:v>
                </c:pt>
                <c:pt idx="317">
                  <c:v>422.45</c:v>
                </c:pt>
                <c:pt idx="318">
                  <c:v>384.2</c:v>
                </c:pt>
                <c:pt idx="319">
                  <c:v>384.2</c:v>
                </c:pt>
                <c:pt idx="320">
                  <c:v>340.85</c:v>
                </c:pt>
                <c:pt idx="321">
                  <c:v>340.85</c:v>
                </c:pt>
                <c:pt idx="322">
                  <c:v>297.5</c:v>
                </c:pt>
                <c:pt idx="323">
                  <c:v>297.5</c:v>
                </c:pt>
                <c:pt idx="324">
                  <c:v>187</c:v>
                </c:pt>
                <c:pt idx="325">
                  <c:v>187</c:v>
                </c:pt>
                <c:pt idx="326">
                  <c:v>162.35</c:v>
                </c:pt>
                <c:pt idx="327">
                  <c:v>162.35</c:v>
                </c:pt>
                <c:pt idx="328">
                  <c:v>119.85</c:v>
                </c:pt>
                <c:pt idx="329">
                  <c:v>119.85</c:v>
                </c:pt>
                <c:pt idx="330">
                  <c:v>99.45</c:v>
                </c:pt>
                <c:pt idx="331">
                  <c:v>99.45</c:v>
                </c:pt>
                <c:pt idx="332">
                  <c:v>64.600000</c:v>
                </c:pt>
                <c:pt idx="333">
                  <c:v>64.600000</c:v>
                </c:pt>
                <c:pt idx="334">
                  <c:v>29.75</c:v>
                </c:pt>
                <c:pt idx="335">
                  <c:v>29.75</c:v>
                </c:pt>
                <c:pt idx="336">
                  <c:v>29.75</c:v>
                </c:pt>
                <c:pt idx="337">
                  <c:v>29.75</c:v>
                </c:pt>
                <c:pt idx="338">
                  <c:v>7.65</c:v>
                </c:pt>
                <c:pt idx="339">
                  <c:v>7.65</c:v>
                </c:pt>
                <c:pt idx="340">
                  <c:v>0.85</c:v>
                </c:pt>
                <c:pt idx="341">
                  <c:v>0.85</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5.100000</c:v>
                </c:pt>
                <c:pt idx="425">
                  <c:v>5.100000</c:v>
                </c:pt>
                <c:pt idx="426">
                  <c:v>17.850000</c:v>
                </c:pt>
                <c:pt idx="427">
                  <c:v>17.850000</c:v>
                </c:pt>
                <c:pt idx="428">
                  <c:v>51</c:v>
                </c:pt>
                <c:pt idx="429">
                  <c:v>51</c:v>
                </c:pt>
                <c:pt idx="430">
                  <c:v>82.45</c:v>
                </c:pt>
                <c:pt idx="431">
                  <c:v>82.45</c:v>
                </c:pt>
                <c:pt idx="432">
                  <c:v>104.55</c:v>
                </c:pt>
                <c:pt idx="433">
                  <c:v>104.55</c:v>
                </c:pt>
                <c:pt idx="434">
                  <c:v>121.55</c:v>
                </c:pt>
                <c:pt idx="435">
                  <c:v>121.55</c:v>
                </c:pt>
                <c:pt idx="436">
                  <c:v>143.65</c:v>
                </c:pt>
                <c:pt idx="437">
                  <c:v>143.65</c:v>
                </c:pt>
                <c:pt idx="438">
                  <c:v>184.45</c:v>
                </c:pt>
                <c:pt idx="439">
                  <c:v>184.45</c:v>
                </c:pt>
                <c:pt idx="440">
                  <c:v>208.25</c:v>
                </c:pt>
                <c:pt idx="441">
                  <c:v>208.25</c:v>
                </c:pt>
                <c:pt idx="442">
                  <c:v>198.9</c:v>
                </c:pt>
                <c:pt idx="443">
                  <c:v>198.9</c:v>
                </c:pt>
                <c:pt idx="444">
                  <c:v>236.3</c:v>
                </c:pt>
                <c:pt idx="445">
                  <c:v>236.3</c:v>
                </c:pt>
                <c:pt idx="446">
                  <c:v>387.6</c:v>
                </c:pt>
                <c:pt idx="447">
                  <c:v>387.6</c:v>
                </c:pt>
                <c:pt idx="448">
                  <c:v>442</c:v>
                </c:pt>
                <c:pt idx="449">
                  <c:v>442</c:v>
                </c:pt>
                <c:pt idx="450">
                  <c:v>482.8</c:v>
                </c:pt>
                <c:pt idx="451">
                  <c:v>482.8</c:v>
                </c:pt>
                <c:pt idx="452">
                  <c:v>518.5</c:v>
                </c:pt>
                <c:pt idx="453">
                  <c:v>518.5</c:v>
                </c:pt>
                <c:pt idx="454">
                  <c:v>554.200000</c:v>
                </c:pt>
                <c:pt idx="455">
                  <c:v>554.200000</c:v>
                </c:pt>
                <c:pt idx="456">
                  <c:v>587.35</c:v>
                </c:pt>
                <c:pt idx="457">
                  <c:v>587.35</c:v>
                </c:pt>
                <c:pt idx="458">
                  <c:v>617.950000</c:v>
                </c:pt>
                <c:pt idx="459">
                  <c:v>617.950000</c:v>
                </c:pt>
                <c:pt idx="460">
                  <c:v>645.15</c:v>
                </c:pt>
                <c:pt idx="461">
                  <c:v>645.15</c:v>
                </c:pt>
                <c:pt idx="462">
                  <c:v>657.05</c:v>
                </c:pt>
                <c:pt idx="463">
                  <c:v>657.05</c:v>
                </c:pt>
                <c:pt idx="464">
                  <c:v>613.700000</c:v>
                </c:pt>
                <c:pt idx="465">
                  <c:v>613.700000</c:v>
                </c:pt>
                <c:pt idx="466">
                  <c:v>591.6</c:v>
                </c:pt>
                <c:pt idx="467">
                  <c:v>591.6</c:v>
                </c:pt>
                <c:pt idx="468">
                  <c:v>572.9</c:v>
                </c:pt>
                <c:pt idx="469">
                  <c:v>572.9</c:v>
                </c:pt>
                <c:pt idx="470">
                  <c:v>586.5</c:v>
                </c:pt>
                <c:pt idx="471">
                  <c:v>586.5</c:v>
                </c:pt>
                <c:pt idx="472">
                  <c:v>583.1</c:v>
                </c:pt>
                <c:pt idx="473">
                  <c:v>583.1</c:v>
                </c:pt>
                <c:pt idx="474">
                  <c:v>585.65</c:v>
                </c:pt>
                <c:pt idx="475">
                  <c:v>585.65</c:v>
                </c:pt>
                <c:pt idx="476">
                  <c:v>613.700000</c:v>
                </c:pt>
                <c:pt idx="477">
                  <c:v>613.700000</c:v>
                </c:pt>
                <c:pt idx="478">
                  <c:v>609.450000</c:v>
                </c:pt>
                <c:pt idx="479">
                  <c:v>609.450000</c:v>
                </c:pt>
                <c:pt idx="480">
                  <c:v>676.6</c:v>
                </c:pt>
                <c:pt idx="481">
                  <c:v>676.6</c:v>
                </c:pt>
                <c:pt idx="482">
                  <c:v>690.2</c:v>
                </c:pt>
                <c:pt idx="483">
                  <c:v>690.2</c:v>
                </c:pt>
                <c:pt idx="484">
                  <c:v>659.6</c:v>
                </c:pt>
                <c:pt idx="485">
                  <c:v>659.6</c:v>
                </c:pt>
                <c:pt idx="486">
                  <c:v>675.75</c:v>
                </c:pt>
                <c:pt idx="487">
                  <c:v>675.75</c:v>
                </c:pt>
                <c:pt idx="488">
                  <c:v>645.15</c:v>
                </c:pt>
                <c:pt idx="489">
                  <c:v>645.15</c:v>
                </c:pt>
                <c:pt idx="490">
                  <c:v>663</c:v>
                </c:pt>
                <c:pt idx="491">
                  <c:v>663</c:v>
                </c:pt>
                <c:pt idx="492">
                  <c:v>623.050000</c:v>
                </c:pt>
                <c:pt idx="493">
                  <c:v>623.050000</c:v>
                </c:pt>
                <c:pt idx="494">
                  <c:v>493</c:v>
                </c:pt>
                <c:pt idx="495">
                  <c:v>493</c:v>
                </c:pt>
                <c:pt idx="496">
                  <c:v>431.8</c:v>
                </c:pt>
                <c:pt idx="497">
                  <c:v>431.8</c:v>
                </c:pt>
                <c:pt idx="498">
                  <c:v>461.55</c:v>
                </c:pt>
                <c:pt idx="499">
                  <c:v>461.55</c:v>
                </c:pt>
                <c:pt idx="500">
                  <c:v>456.45</c:v>
                </c:pt>
                <c:pt idx="501">
                  <c:v>456.45</c:v>
                </c:pt>
                <c:pt idx="502">
                  <c:v>367.2</c:v>
                </c:pt>
                <c:pt idx="503">
                  <c:v>367.2</c:v>
                </c:pt>
                <c:pt idx="504">
                  <c:v>277.95</c:v>
                </c:pt>
                <c:pt idx="505">
                  <c:v>277.95</c:v>
                </c:pt>
                <c:pt idx="506">
                  <c:v>293.25</c:v>
                </c:pt>
                <c:pt idx="507">
                  <c:v>293.25</c:v>
                </c:pt>
                <c:pt idx="508">
                  <c:v>337.45</c:v>
                </c:pt>
                <c:pt idx="509">
                  <c:v>337.45</c:v>
                </c:pt>
                <c:pt idx="510">
                  <c:v>334.9</c:v>
                </c:pt>
                <c:pt idx="511">
                  <c:v>334.9</c:v>
                </c:pt>
                <c:pt idx="512">
                  <c:v>304.3</c:v>
                </c:pt>
                <c:pt idx="513">
                  <c:v>304.3</c:v>
                </c:pt>
                <c:pt idx="514">
                  <c:v>243.1</c:v>
                </c:pt>
                <c:pt idx="515">
                  <c:v>243.1</c:v>
                </c:pt>
                <c:pt idx="516">
                  <c:v>192.1</c:v>
                </c:pt>
                <c:pt idx="517">
                  <c:v>192.1</c:v>
                </c:pt>
                <c:pt idx="518">
                  <c:v>171.7</c:v>
                </c:pt>
                <c:pt idx="519">
                  <c:v>171.7</c:v>
                </c:pt>
                <c:pt idx="520">
                  <c:v>135.15</c:v>
                </c:pt>
                <c:pt idx="521">
                  <c:v>135.15</c:v>
                </c:pt>
                <c:pt idx="522">
                  <c:v>86.7</c:v>
                </c:pt>
                <c:pt idx="523">
                  <c:v>86.7</c:v>
                </c:pt>
                <c:pt idx="524">
                  <c:v>68.850000</c:v>
                </c:pt>
                <c:pt idx="525">
                  <c:v>68.850000</c:v>
                </c:pt>
                <c:pt idx="526">
                  <c:v>19.55</c:v>
                </c:pt>
                <c:pt idx="527">
                  <c:v>19.55</c:v>
                </c:pt>
                <c:pt idx="528">
                  <c:v>7.65</c:v>
                </c:pt>
                <c:pt idx="529">
                  <c:v>7.65</c:v>
                </c:pt>
                <c:pt idx="530">
                  <c:v>4.25</c:v>
                </c:pt>
                <c:pt idx="531">
                  <c:v>4.25</c:v>
                </c:pt>
                <c:pt idx="532">
                  <c:v>0.85</c:v>
                </c:pt>
                <c:pt idx="533">
                  <c:v>0.85</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0.85</c:v>
                </c:pt>
                <c:pt idx="617">
                  <c:v>0.85</c:v>
                </c:pt>
                <c:pt idx="618">
                  <c:v>13.6</c:v>
                </c:pt>
                <c:pt idx="619">
                  <c:v>13.6</c:v>
                </c:pt>
                <c:pt idx="620">
                  <c:v>28.05</c:v>
                </c:pt>
                <c:pt idx="621">
                  <c:v>28.05</c:v>
                </c:pt>
                <c:pt idx="622">
                  <c:v>34.85</c:v>
                </c:pt>
                <c:pt idx="623">
                  <c:v>34.85</c:v>
                </c:pt>
                <c:pt idx="624">
                  <c:v>56.1</c:v>
                </c:pt>
                <c:pt idx="625">
                  <c:v>56.1</c:v>
                </c:pt>
                <c:pt idx="626">
                  <c:v>58.65</c:v>
                </c:pt>
                <c:pt idx="627">
                  <c:v>58.65</c:v>
                </c:pt>
                <c:pt idx="628">
                  <c:v>89.25</c:v>
                </c:pt>
                <c:pt idx="629">
                  <c:v>89.25</c:v>
                </c:pt>
                <c:pt idx="630">
                  <c:v>138.550000</c:v>
                </c:pt>
                <c:pt idx="631">
                  <c:v>138.550000</c:v>
                </c:pt>
                <c:pt idx="632">
                  <c:v>212.5</c:v>
                </c:pt>
                <c:pt idx="633">
                  <c:v>212.5</c:v>
                </c:pt>
                <c:pt idx="634">
                  <c:v>314.5</c:v>
                </c:pt>
                <c:pt idx="635">
                  <c:v>314.5</c:v>
                </c:pt>
                <c:pt idx="636">
                  <c:v>375.7</c:v>
                </c:pt>
                <c:pt idx="637">
                  <c:v>375.7</c:v>
                </c:pt>
                <c:pt idx="638">
                  <c:v>381.65</c:v>
                </c:pt>
                <c:pt idx="639">
                  <c:v>381.65</c:v>
                </c:pt>
                <c:pt idx="640">
                  <c:v>256.7</c:v>
                </c:pt>
                <c:pt idx="641">
                  <c:v>256.7</c:v>
                </c:pt>
                <c:pt idx="642">
                  <c:v>186.15</c:v>
                </c:pt>
                <c:pt idx="643">
                  <c:v>186.15</c:v>
                </c:pt>
                <c:pt idx="644">
                  <c:v>153.85</c:v>
                </c:pt>
                <c:pt idx="645">
                  <c:v>153.85</c:v>
                </c:pt>
                <c:pt idx="646">
                  <c:v>315.350000</c:v>
                </c:pt>
                <c:pt idx="647">
                  <c:v>315.350000</c:v>
                </c:pt>
                <c:pt idx="648">
                  <c:v>385.05</c:v>
                </c:pt>
                <c:pt idx="649">
                  <c:v>385.05</c:v>
                </c:pt>
                <c:pt idx="650">
                  <c:v>118.15</c:v>
                </c:pt>
                <c:pt idx="651">
                  <c:v>118.15</c:v>
                </c:pt>
                <c:pt idx="652">
                  <c:v>61.2</c:v>
                </c:pt>
                <c:pt idx="653">
                  <c:v>61.2</c:v>
                </c:pt>
                <c:pt idx="654">
                  <c:v>90.1</c:v>
                </c:pt>
                <c:pt idx="655">
                  <c:v>90.1</c:v>
                </c:pt>
                <c:pt idx="656">
                  <c:v>74.8</c:v>
                </c:pt>
                <c:pt idx="657">
                  <c:v>74.8</c:v>
                </c:pt>
                <c:pt idx="658">
                  <c:v>327.25</c:v>
                </c:pt>
                <c:pt idx="659">
                  <c:v>327.25</c:v>
                </c:pt>
                <c:pt idx="660">
                  <c:v>353.6</c:v>
                </c:pt>
                <c:pt idx="661">
                  <c:v>353.6</c:v>
                </c:pt>
                <c:pt idx="662">
                  <c:v>176.8</c:v>
                </c:pt>
                <c:pt idx="663">
                  <c:v>176.8</c:v>
                </c:pt>
                <c:pt idx="664">
                  <c:v>153.85</c:v>
                </c:pt>
                <c:pt idx="665">
                  <c:v>153.85</c:v>
                </c:pt>
                <c:pt idx="666">
                  <c:v>138.550000</c:v>
                </c:pt>
                <c:pt idx="667">
                  <c:v>138.550000</c:v>
                </c:pt>
                <c:pt idx="668">
                  <c:v>134.300000</c:v>
                </c:pt>
                <c:pt idx="669">
                  <c:v>134.300000</c:v>
                </c:pt>
                <c:pt idx="670">
                  <c:v>209.95</c:v>
                </c:pt>
                <c:pt idx="671">
                  <c:v>209.95</c:v>
                </c:pt>
                <c:pt idx="672">
                  <c:v>329.8</c:v>
                </c:pt>
                <c:pt idx="673">
                  <c:v>329.8</c:v>
                </c:pt>
                <c:pt idx="674">
                  <c:v>445.4</c:v>
                </c:pt>
                <c:pt idx="675">
                  <c:v>445.4</c:v>
                </c:pt>
                <c:pt idx="676">
                  <c:v>506.6</c:v>
                </c:pt>
                <c:pt idx="677">
                  <c:v>506.6</c:v>
                </c:pt>
                <c:pt idx="678">
                  <c:v>366.35</c:v>
                </c:pt>
                <c:pt idx="679">
                  <c:v>366.35</c:v>
                </c:pt>
                <c:pt idx="680">
                  <c:v>309.400000</c:v>
                </c:pt>
                <c:pt idx="681">
                  <c:v>309.400000</c:v>
                </c:pt>
                <c:pt idx="682">
                  <c:v>483.65</c:v>
                </c:pt>
                <c:pt idx="683">
                  <c:v>483.65</c:v>
                </c:pt>
                <c:pt idx="684">
                  <c:v>549.1</c:v>
                </c:pt>
                <c:pt idx="685">
                  <c:v>549.1</c:v>
                </c:pt>
                <c:pt idx="686">
                  <c:v>563.550000</c:v>
                </c:pt>
                <c:pt idx="687">
                  <c:v>563.550000</c:v>
                </c:pt>
                <c:pt idx="688">
                  <c:v>300.05</c:v>
                </c:pt>
                <c:pt idx="689">
                  <c:v>300.05</c:v>
                </c:pt>
                <c:pt idx="690">
                  <c:v>305.150000</c:v>
                </c:pt>
                <c:pt idx="691">
                  <c:v>305.150000</c:v>
                </c:pt>
                <c:pt idx="692">
                  <c:v>424.15</c:v>
                </c:pt>
                <c:pt idx="693">
                  <c:v>424.15</c:v>
                </c:pt>
                <c:pt idx="694">
                  <c:v>476.85</c:v>
                </c:pt>
                <c:pt idx="695">
                  <c:v>476.85</c:v>
                </c:pt>
                <c:pt idx="696">
                  <c:v>374.85</c:v>
                </c:pt>
                <c:pt idx="697">
                  <c:v>374.85</c:v>
                </c:pt>
                <c:pt idx="698">
                  <c:v>359.55</c:v>
                </c:pt>
                <c:pt idx="699">
                  <c:v>359.55</c:v>
                </c:pt>
                <c:pt idx="700">
                  <c:v>340.85</c:v>
                </c:pt>
                <c:pt idx="701">
                  <c:v>340.85</c:v>
                </c:pt>
                <c:pt idx="702">
                  <c:v>338.3</c:v>
                </c:pt>
                <c:pt idx="703">
                  <c:v>338.3</c:v>
                </c:pt>
                <c:pt idx="704">
                  <c:v>311.95</c:v>
                </c:pt>
                <c:pt idx="705">
                  <c:v>311.95</c:v>
                </c:pt>
                <c:pt idx="706">
                  <c:v>251.6</c:v>
                </c:pt>
                <c:pt idx="707">
                  <c:v>251.6</c:v>
                </c:pt>
                <c:pt idx="708">
                  <c:v>187.85</c:v>
                </c:pt>
                <c:pt idx="709">
                  <c:v>187.85</c:v>
                </c:pt>
                <c:pt idx="710">
                  <c:v>174.25</c:v>
                </c:pt>
                <c:pt idx="711">
                  <c:v>174.25</c:v>
                </c:pt>
                <c:pt idx="712">
                  <c:v>116.45</c:v>
                </c:pt>
                <c:pt idx="713">
                  <c:v>116.45</c:v>
                </c:pt>
                <c:pt idx="714">
                  <c:v>62.9</c:v>
                </c:pt>
                <c:pt idx="715">
                  <c:v>62.9</c:v>
                </c:pt>
                <c:pt idx="716">
                  <c:v>36.550000</c:v>
                </c:pt>
                <c:pt idx="717">
                  <c:v>36.550000</c:v>
                </c:pt>
                <c:pt idx="718">
                  <c:v>41.65</c:v>
                </c:pt>
                <c:pt idx="719">
                  <c:v>41.65</c:v>
                </c:pt>
                <c:pt idx="720">
                  <c:v>22.1</c:v>
                </c:pt>
                <c:pt idx="721">
                  <c:v>22.1</c:v>
                </c:pt>
                <c:pt idx="722">
                  <c:v>5.100000</c:v>
                </c:pt>
                <c:pt idx="723">
                  <c:v>5.100000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5.95</c:v>
                </c:pt>
                <c:pt idx="809">
                  <c:v>5.95</c:v>
                </c:pt>
                <c:pt idx="810">
                  <c:v>25.5</c:v>
                </c:pt>
                <c:pt idx="811">
                  <c:v>25.5</c:v>
                </c:pt>
                <c:pt idx="812">
                  <c:v>39.1</c:v>
                </c:pt>
                <c:pt idx="813">
                  <c:v>39.1</c:v>
                </c:pt>
                <c:pt idx="814">
                  <c:v>82.45</c:v>
                </c:pt>
                <c:pt idx="815">
                  <c:v>82.45</c:v>
                </c:pt>
                <c:pt idx="816">
                  <c:v>123.25</c:v>
                </c:pt>
                <c:pt idx="817">
                  <c:v>123.25</c:v>
                </c:pt>
                <c:pt idx="818">
                  <c:v>171.7</c:v>
                </c:pt>
                <c:pt idx="819">
                  <c:v>171.7</c:v>
                </c:pt>
                <c:pt idx="820">
                  <c:v>220.15</c:v>
                </c:pt>
                <c:pt idx="821">
                  <c:v>220.15</c:v>
                </c:pt>
                <c:pt idx="822">
                  <c:v>246.5</c:v>
                </c:pt>
                <c:pt idx="823">
                  <c:v>246.5</c:v>
                </c:pt>
                <c:pt idx="824">
                  <c:v>305.150000</c:v>
                </c:pt>
                <c:pt idx="825">
                  <c:v>305.150000</c:v>
                </c:pt>
                <c:pt idx="826">
                  <c:v>340.85</c:v>
                </c:pt>
                <c:pt idx="827">
                  <c:v>340.85</c:v>
                </c:pt>
                <c:pt idx="828">
                  <c:v>359.55</c:v>
                </c:pt>
                <c:pt idx="829">
                  <c:v>359.55</c:v>
                </c:pt>
                <c:pt idx="830">
                  <c:v>429.25</c:v>
                </c:pt>
                <c:pt idx="831">
                  <c:v>429.25</c:v>
                </c:pt>
                <c:pt idx="832">
                  <c:v>469.2</c:v>
                </c:pt>
                <c:pt idx="833">
                  <c:v>469.2</c:v>
                </c:pt>
                <c:pt idx="834">
                  <c:v>506.6</c:v>
                </c:pt>
                <c:pt idx="835">
                  <c:v>506.6</c:v>
                </c:pt>
                <c:pt idx="836">
                  <c:v>536.35</c:v>
                </c:pt>
                <c:pt idx="837">
                  <c:v>536.35</c:v>
                </c:pt>
                <c:pt idx="838">
                  <c:v>556.75</c:v>
                </c:pt>
                <c:pt idx="839">
                  <c:v>556.75</c:v>
                </c:pt>
                <c:pt idx="840">
                  <c:v>574.6</c:v>
                </c:pt>
                <c:pt idx="841">
                  <c:v>574.6</c:v>
                </c:pt>
                <c:pt idx="842">
                  <c:v>640.9</c:v>
                </c:pt>
                <c:pt idx="843">
                  <c:v>640.9</c:v>
                </c:pt>
                <c:pt idx="844">
                  <c:v>668.1</c:v>
                </c:pt>
                <c:pt idx="845">
                  <c:v>668.1</c:v>
                </c:pt>
                <c:pt idx="846">
                  <c:v>691.9</c:v>
                </c:pt>
                <c:pt idx="847">
                  <c:v>691.9</c:v>
                </c:pt>
                <c:pt idx="848">
                  <c:v>661.3</c:v>
                </c:pt>
                <c:pt idx="849">
                  <c:v>661.3</c:v>
                </c:pt>
                <c:pt idx="850">
                  <c:v>628.15</c:v>
                </c:pt>
                <c:pt idx="851">
                  <c:v>628.15</c:v>
                </c:pt>
                <c:pt idx="852">
                  <c:v>597.550000</c:v>
                </c:pt>
                <c:pt idx="853">
                  <c:v>597.550000</c:v>
                </c:pt>
                <c:pt idx="854">
                  <c:v>578.85</c:v>
                </c:pt>
                <c:pt idx="855">
                  <c:v>578.85</c:v>
                </c:pt>
                <c:pt idx="856">
                  <c:v>548.25</c:v>
                </c:pt>
                <c:pt idx="857">
                  <c:v>548.25</c:v>
                </c:pt>
                <c:pt idx="858">
                  <c:v>473.45</c:v>
                </c:pt>
                <c:pt idx="859">
                  <c:v>473.45</c:v>
                </c:pt>
                <c:pt idx="860">
                  <c:v>538.050000</c:v>
                </c:pt>
                <c:pt idx="861">
                  <c:v>538.050000</c:v>
                </c:pt>
                <c:pt idx="862">
                  <c:v>663</c:v>
                </c:pt>
                <c:pt idx="863">
                  <c:v>663</c:v>
                </c:pt>
                <c:pt idx="864">
                  <c:v>697.85</c:v>
                </c:pt>
                <c:pt idx="865">
                  <c:v>697.85</c:v>
                </c:pt>
                <c:pt idx="866">
                  <c:v>702.1</c:v>
                </c:pt>
                <c:pt idx="867">
                  <c:v>702.1</c:v>
                </c:pt>
                <c:pt idx="868">
                  <c:v>653.65</c:v>
                </c:pt>
                <c:pt idx="869">
                  <c:v>653.65</c:v>
                </c:pt>
                <c:pt idx="870">
                  <c:v>694.45</c:v>
                </c:pt>
                <c:pt idx="871">
                  <c:v>694.45</c:v>
                </c:pt>
                <c:pt idx="872">
                  <c:v>697.85</c:v>
                </c:pt>
                <c:pt idx="873">
                  <c:v>697.85</c:v>
                </c:pt>
                <c:pt idx="874">
                  <c:v>476</c:v>
                </c:pt>
                <c:pt idx="875">
                  <c:v>476</c:v>
                </c:pt>
                <c:pt idx="876">
                  <c:v>200.6</c:v>
                </c:pt>
                <c:pt idx="877">
                  <c:v>200.6</c:v>
                </c:pt>
                <c:pt idx="878">
                  <c:v>96.05</c:v>
                </c:pt>
                <c:pt idx="879">
                  <c:v>96.05</c:v>
                </c:pt>
                <c:pt idx="880">
                  <c:v>345.1</c:v>
                </c:pt>
                <c:pt idx="881">
                  <c:v>345.1</c:v>
                </c:pt>
                <c:pt idx="882">
                  <c:v>499.8</c:v>
                </c:pt>
                <c:pt idx="883">
                  <c:v>499.8</c:v>
                </c:pt>
                <c:pt idx="884">
                  <c:v>510</c:v>
                </c:pt>
                <c:pt idx="885">
                  <c:v>510</c:v>
                </c:pt>
                <c:pt idx="886">
                  <c:v>497.25</c:v>
                </c:pt>
                <c:pt idx="887">
                  <c:v>497.25</c:v>
                </c:pt>
                <c:pt idx="888">
                  <c:v>460.7</c:v>
                </c:pt>
                <c:pt idx="889">
                  <c:v>460.7</c:v>
                </c:pt>
                <c:pt idx="890">
                  <c:v>319.600000</c:v>
                </c:pt>
                <c:pt idx="891">
                  <c:v>319.600000</c:v>
                </c:pt>
                <c:pt idx="892">
                  <c:v>235.45</c:v>
                </c:pt>
                <c:pt idx="893">
                  <c:v>235.45</c:v>
                </c:pt>
                <c:pt idx="894">
                  <c:v>187.85</c:v>
                </c:pt>
                <c:pt idx="895">
                  <c:v>187.85</c:v>
                </c:pt>
                <c:pt idx="896">
                  <c:v>221.85</c:v>
                </c:pt>
                <c:pt idx="897">
                  <c:v>221.85</c:v>
                </c:pt>
                <c:pt idx="898">
                  <c:v>246.5</c:v>
                </c:pt>
                <c:pt idx="899">
                  <c:v>246.5</c:v>
                </c:pt>
                <c:pt idx="900">
                  <c:v>218.45</c:v>
                </c:pt>
                <c:pt idx="901">
                  <c:v>218.45</c:v>
                </c:pt>
                <c:pt idx="902">
                  <c:v>174.25</c:v>
                </c:pt>
                <c:pt idx="903">
                  <c:v>174.25</c:v>
                </c:pt>
                <c:pt idx="904">
                  <c:v>146.200000</c:v>
                </c:pt>
                <c:pt idx="905">
                  <c:v>146.200000</c:v>
                </c:pt>
                <c:pt idx="906">
                  <c:v>106.25</c:v>
                </c:pt>
                <c:pt idx="907">
                  <c:v>106.25</c:v>
                </c:pt>
                <c:pt idx="908">
                  <c:v>58.65</c:v>
                </c:pt>
                <c:pt idx="909">
                  <c:v>58.65</c:v>
                </c:pt>
                <c:pt idx="910">
                  <c:v>33.15</c:v>
                </c:pt>
                <c:pt idx="911">
                  <c:v>33.15</c:v>
                </c:pt>
                <c:pt idx="912">
                  <c:v>23.8</c:v>
                </c:pt>
                <c:pt idx="913">
                  <c:v>23.8</c:v>
                </c:pt>
                <c:pt idx="914">
                  <c:v>6.8</c:v>
                </c:pt>
                <c:pt idx="915">
                  <c:v>6.8</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2.550000</c:v>
                </c:pt>
                <c:pt idx="1001">
                  <c:v>2.550000</c:v>
                </c:pt>
                <c:pt idx="1002">
                  <c:v>12.75</c:v>
                </c:pt>
                <c:pt idx="1003">
                  <c:v>12.75</c:v>
                </c:pt>
                <c:pt idx="1004">
                  <c:v>30.6</c:v>
                </c:pt>
                <c:pt idx="1005">
                  <c:v>30.6</c:v>
                </c:pt>
                <c:pt idx="1006">
                  <c:v>47.6</c:v>
                </c:pt>
                <c:pt idx="1007">
                  <c:v>47.6</c:v>
                </c:pt>
                <c:pt idx="1008">
                  <c:v>77.350000</c:v>
                </c:pt>
                <c:pt idx="1009">
                  <c:v>77.350000</c:v>
                </c:pt>
                <c:pt idx="1010">
                  <c:v>140.25</c:v>
                </c:pt>
                <c:pt idx="1011">
                  <c:v>140.25</c:v>
                </c:pt>
                <c:pt idx="1012">
                  <c:v>192.1</c:v>
                </c:pt>
                <c:pt idx="1013">
                  <c:v>192.1</c:v>
                </c:pt>
                <c:pt idx="1014">
                  <c:v>233.75</c:v>
                </c:pt>
                <c:pt idx="1015">
                  <c:v>233.75</c:v>
                </c:pt>
                <c:pt idx="1016">
                  <c:v>270.3</c:v>
                </c:pt>
                <c:pt idx="1017">
                  <c:v>270.3</c:v>
                </c:pt>
                <c:pt idx="1018">
                  <c:v>298.350000</c:v>
                </c:pt>
                <c:pt idx="1019">
                  <c:v>298.350000</c:v>
                </c:pt>
                <c:pt idx="1020">
                  <c:v>359.55</c:v>
                </c:pt>
                <c:pt idx="1021">
                  <c:v>359.55</c:v>
                </c:pt>
                <c:pt idx="1022">
                  <c:v>402.9</c:v>
                </c:pt>
                <c:pt idx="1023">
                  <c:v>402.9</c:v>
                </c:pt>
                <c:pt idx="1024">
                  <c:v>442.85</c:v>
                </c:pt>
                <c:pt idx="1025">
                  <c:v>442.85</c:v>
                </c:pt>
                <c:pt idx="1026">
                  <c:v>481.1</c:v>
                </c:pt>
                <c:pt idx="1027">
                  <c:v>481.1</c:v>
                </c:pt>
                <c:pt idx="1028">
                  <c:v>520.200000</c:v>
                </c:pt>
                <c:pt idx="1029">
                  <c:v>520.200000</c:v>
                </c:pt>
                <c:pt idx="1030">
                  <c:v>522.75</c:v>
                </c:pt>
                <c:pt idx="1031">
                  <c:v>522.75</c:v>
                </c:pt>
                <c:pt idx="1032">
                  <c:v>457.3</c:v>
                </c:pt>
                <c:pt idx="1033">
                  <c:v>457.3</c:v>
                </c:pt>
                <c:pt idx="1034">
                  <c:v>412.25</c:v>
                </c:pt>
                <c:pt idx="1035">
                  <c:v>412.25</c:v>
                </c:pt>
                <c:pt idx="1036">
                  <c:v>479.4</c:v>
                </c:pt>
                <c:pt idx="1037">
                  <c:v>479.4</c:v>
                </c:pt>
                <c:pt idx="1038">
                  <c:v>509.15</c:v>
                </c:pt>
                <c:pt idx="1039">
                  <c:v>509.15</c:v>
                </c:pt>
                <c:pt idx="1040">
                  <c:v>357</c:v>
                </c:pt>
                <c:pt idx="1041">
                  <c:v>357</c:v>
                </c:pt>
                <c:pt idx="1042">
                  <c:v>398.65</c:v>
                </c:pt>
                <c:pt idx="1043">
                  <c:v>398.65</c:v>
                </c:pt>
                <c:pt idx="1044">
                  <c:v>488.75</c:v>
                </c:pt>
                <c:pt idx="1045">
                  <c:v>488.75</c:v>
                </c:pt>
                <c:pt idx="1046">
                  <c:v>442</c:v>
                </c:pt>
                <c:pt idx="1047">
                  <c:v>442</c:v>
                </c:pt>
                <c:pt idx="1048">
                  <c:v>613.700000</c:v>
                </c:pt>
                <c:pt idx="1049">
                  <c:v>613.700000</c:v>
                </c:pt>
                <c:pt idx="1050">
                  <c:v>345.1</c:v>
                </c:pt>
                <c:pt idx="1051">
                  <c:v>345.1</c:v>
                </c:pt>
                <c:pt idx="1052">
                  <c:v>257.55</c:v>
                </c:pt>
                <c:pt idx="1053">
                  <c:v>257.55</c:v>
                </c:pt>
                <c:pt idx="1054">
                  <c:v>475.15</c:v>
                </c:pt>
                <c:pt idx="1055">
                  <c:v>475.15</c:v>
                </c:pt>
                <c:pt idx="1056">
                  <c:v>448.8</c:v>
                </c:pt>
                <c:pt idx="1057">
                  <c:v>448.8</c:v>
                </c:pt>
                <c:pt idx="1058">
                  <c:v>570.35</c:v>
                </c:pt>
                <c:pt idx="1059">
                  <c:v>570.35</c:v>
                </c:pt>
                <c:pt idx="1060">
                  <c:v>594.15</c:v>
                </c:pt>
                <c:pt idx="1061">
                  <c:v>594.15</c:v>
                </c:pt>
                <c:pt idx="1062">
                  <c:v>555.9</c:v>
                </c:pt>
                <c:pt idx="1063">
                  <c:v>555.9</c:v>
                </c:pt>
                <c:pt idx="1064">
                  <c:v>378.25</c:v>
                </c:pt>
                <c:pt idx="1065">
                  <c:v>378.25</c:v>
                </c:pt>
                <c:pt idx="1066">
                  <c:v>325.55</c:v>
                </c:pt>
                <c:pt idx="1067">
                  <c:v>325.55</c:v>
                </c:pt>
                <c:pt idx="1068">
                  <c:v>391.85</c:v>
                </c:pt>
                <c:pt idx="1069">
                  <c:v>391.85</c:v>
                </c:pt>
                <c:pt idx="1070">
                  <c:v>313.650000</c:v>
                </c:pt>
                <c:pt idx="1071">
                  <c:v>313.650000</c:v>
                </c:pt>
                <c:pt idx="1072">
                  <c:v>345.1</c:v>
                </c:pt>
                <c:pt idx="1073">
                  <c:v>345.1</c:v>
                </c:pt>
                <c:pt idx="1074">
                  <c:v>374</c:v>
                </c:pt>
                <c:pt idx="1075">
                  <c:v>374</c:v>
                </c:pt>
                <c:pt idx="1076">
                  <c:v>340</c:v>
                </c:pt>
                <c:pt idx="1077">
                  <c:v>340</c:v>
                </c:pt>
                <c:pt idx="1078">
                  <c:v>292.400000</c:v>
                </c:pt>
                <c:pt idx="1079">
                  <c:v>292.400000</c:v>
                </c:pt>
                <c:pt idx="1080">
                  <c:v>223.55</c:v>
                </c:pt>
                <c:pt idx="1081">
                  <c:v>223.55</c:v>
                </c:pt>
                <c:pt idx="1082">
                  <c:v>234.6</c:v>
                </c:pt>
                <c:pt idx="1083">
                  <c:v>234.6</c:v>
                </c:pt>
                <c:pt idx="1084">
                  <c:v>313.650000</c:v>
                </c:pt>
                <c:pt idx="1085">
                  <c:v>313.650000</c:v>
                </c:pt>
                <c:pt idx="1086">
                  <c:v>343.4</c:v>
                </c:pt>
                <c:pt idx="1087">
                  <c:v>343.4</c:v>
                </c:pt>
                <c:pt idx="1088">
                  <c:v>306</c:v>
                </c:pt>
                <c:pt idx="1089">
                  <c:v>306</c:v>
                </c:pt>
                <c:pt idx="1090">
                  <c:v>226.1</c:v>
                </c:pt>
                <c:pt idx="1091">
                  <c:v>226.1</c:v>
                </c:pt>
                <c:pt idx="1092">
                  <c:v>184.45</c:v>
                </c:pt>
                <c:pt idx="1093">
                  <c:v>184.45</c:v>
                </c:pt>
                <c:pt idx="1094">
                  <c:v>164.9</c:v>
                </c:pt>
                <c:pt idx="1095">
                  <c:v>164.9</c:v>
                </c:pt>
                <c:pt idx="1096">
                  <c:v>141.950000</c:v>
                </c:pt>
                <c:pt idx="1097">
                  <c:v>141.950000</c:v>
                </c:pt>
                <c:pt idx="1098">
                  <c:v>114.75</c:v>
                </c:pt>
                <c:pt idx="1099">
                  <c:v>114.75</c:v>
                </c:pt>
                <c:pt idx="1100">
                  <c:v>75.650000</c:v>
                </c:pt>
                <c:pt idx="1101">
                  <c:v>75.650000</c:v>
                </c:pt>
                <c:pt idx="1102">
                  <c:v>54.4</c:v>
                </c:pt>
                <c:pt idx="1103">
                  <c:v>54.4</c:v>
                </c:pt>
                <c:pt idx="1104">
                  <c:v>24.65</c:v>
                </c:pt>
                <c:pt idx="1105">
                  <c:v>24.65</c:v>
                </c:pt>
                <c:pt idx="1106">
                  <c:v>5.95</c:v>
                </c:pt>
                <c:pt idx="1107">
                  <c:v>5.95</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0.85</c:v>
                </c:pt>
                <c:pt idx="1193">
                  <c:v>0.85</c:v>
                </c:pt>
                <c:pt idx="1194">
                  <c:v>6.8</c:v>
                </c:pt>
                <c:pt idx="1195">
                  <c:v>6.8</c:v>
                </c:pt>
                <c:pt idx="1196">
                  <c:v>11.9</c:v>
                </c:pt>
                <c:pt idx="1197">
                  <c:v>11.9</c:v>
                </c:pt>
                <c:pt idx="1198">
                  <c:v>24.65</c:v>
                </c:pt>
                <c:pt idx="1199">
                  <c:v>24.65</c:v>
                </c:pt>
                <c:pt idx="1200">
                  <c:v>34.85</c:v>
                </c:pt>
                <c:pt idx="1201">
                  <c:v>34.85</c:v>
                </c:pt>
                <c:pt idx="1202">
                  <c:v>43.35</c:v>
                </c:pt>
                <c:pt idx="1203">
                  <c:v>43.35</c:v>
                </c:pt>
                <c:pt idx="1204">
                  <c:v>60.35</c:v>
                </c:pt>
                <c:pt idx="1205">
                  <c:v>60.35</c:v>
                </c:pt>
                <c:pt idx="1206">
                  <c:v>89.25</c:v>
                </c:pt>
                <c:pt idx="1207">
                  <c:v>89.25</c:v>
                </c:pt>
                <c:pt idx="1208">
                  <c:v>90.1</c:v>
                </c:pt>
                <c:pt idx="1209">
                  <c:v>90.1</c:v>
                </c:pt>
                <c:pt idx="1210">
                  <c:v>73.100000</c:v>
                </c:pt>
                <c:pt idx="1211">
                  <c:v>73.100000</c:v>
                </c:pt>
                <c:pt idx="1212">
                  <c:v>74.8</c:v>
                </c:pt>
                <c:pt idx="1213">
                  <c:v>74.8</c:v>
                </c:pt>
                <c:pt idx="1214">
                  <c:v>68.850000</c:v>
                </c:pt>
                <c:pt idx="1215">
                  <c:v>68.850000</c:v>
                </c:pt>
                <c:pt idx="1216">
                  <c:v>44.2</c:v>
                </c:pt>
                <c:pt idx="1217">
                  <c:v>44.2</c:v>
                </c:pt>
                <c:pt idx="1218">
                  <c:v>68.850000</c:v>
                </c:pt>
                <c:pt idx="1219">
                  <c:v>68.850000</c:v>
                </c:pt>
                <c:pt idx="1220">
                  <c:v>56.1</c:v>
                </c:pt>
                <c:pt idx="1221">
                  <c:v>56.1</c:v>
                </c:pt>
                <c:pt idx="1222">
                  <c:v>40.800000</c:v>
                </c:pt>
                <c:pt idx="1223">
                  <c:v>40.800000</c:v>
                </c:pt>
                <c:pt idx="1224">
                  <c:v>64.600000</c:v>
                </c:pt>
                <c:pt idx="1225">
                  <c:v>64.600000</c:v>
                </c:pt>
                <c:pt idx="1226">
                  <c:v>89.25</c:v>
                </c:pt>
                <c:pt idx="1227">
                  <c:v>89.25</c:v>
                </c:pt>
                <c:pt idx="1228">
                  <c:v>85.85</c:v>
                </c:pt>
                <c:pt idx="1229">
                  <c:v>85.85</c:v>
                </c:pt>
                <c:pt idx="1230">
                  <c:v>107.1</c:v>
                </c:pt>
                <c:pt idx="1231">
                  <c:v>107.1</c:v>
                </c:pt>
                <c:pt idx="1232">
                  <c:v>84.15</c:v>
                </c:pt>
                <c:pt idx="1233">
                  <c:v>84.15</c:v>
                </c:pt>
                <c:pt idx="1234">
                  <c:v>88.4</c:v>
                </c:pt>
                <c:pt idx="1235">
                  <c:v>88.4</c:v>
                </c:pt>
                <c:pt idx="1236">
                  <c:v>96.05</c:v>
                </c:pt>
                <c:pt idx="1237">
                  <c:v>96.05</c:v>
                </c:pt>
                <c:pt idx="1238">
                  <c:v>82.45</c:v>
                </c:pt>
                <c:pt idx="1239">
                  <c:v>82.45</c:v>
                </c:pt>
                <c:pt idx="1240">
                  <c:v>155.550000</c:v>
                </c:pt>
                <c:pt idx="1241">
                  <c:v>155.550000</c:v>
                </c:pt>
                <c:pt idx="1242">
                  <c:v>143.65</c:v>
                </c:pt>
                <c:pt idx="1243">
                  <c:v>143.65</c:v>
                </c:pt>
                <c:pt idx="1244">
                  <c:v>100.3</c:v>
                </c:pt>
                <c:pt idx="1245">
                  <c:v>100.3</c:v>
                </c:pt>
                <c:pt idx="1246">
                  <c:v>119.85</c:v>
                </c:pt>
                <c:pt idx="1247">
                  <c:v>119.85</c:v>
                </c:pt>
                <c:pt idx="1248">
                  <c:v>142.800000</c:v>
                </c:pt>
                <c:pt idx="1249">
                  <c:v>142.800000</c:v>
                </c:pt>
                <c:pt idx="1250">
                  <c:v>64.600000</c:v>
                </c:pt>
                <c:pt idx="1251">
                  <c:v>64.600000</c:v>
                </c:pt>
                <c:pt idx="1252">
                  <c:v>62.9</c:v>
                </c:pt>
                <c:pt idx="1253">
                  <c:v>62.9</c:v>
                </c:pt>
                <c:pt idx="1254">
                  <c:v>81.600000</c:v>
                </c:pt>
                <c:pt idx="1255">
                  <c:v>81.600000</c:v>
                </c:pt>
                <c:pt idx="1256">
                  <c:v>101.15</c:v>
                </c:pt>
                <c:pt idx="1257">
                  <c:v>101.15</c:v>
                </c:pt>
                <c:pt idx="1258">
                  <c:v>111.35</c:v>
                </c:pt>
                <c:pt idx="1259">
                  <c:v>111.35</c:v>
                </c:pt>
                <c:pt idx="1260">
                  <c:v>142.800000</c:v>
                </c:pt>
                <c:pt idx="1261">
                  <c:v>142.800000</c:v>
                </c:pt>
                <c:pt idx="1262">
                  <c:v>130.9</c:v>
                </c:pt>
                <c:pt idx="1263">
                  <c:v>130.9</c:v>
                </c:pt>
                <c:pt idx="1264">
                  <c:v>127.5</c:v>
                </c:pt>
                <c:pt idx="1265">
                  <c:v>127.5</c:v>
                </c:pt>
                <c:pt idx="1266">
                  <c:v>138.550000</c:v>
                </c:pt>
                <c:pt idx="1267">
                  <c:v>138.550000</c:v>
                </c:pt>
                <c:pt idx="1268">
                  <c:v>129.200000</c:v>
                </c:pt>
                <c:pt idx="1269">
                  <c:v>129.200000</c:v>
                </c:pt>
                <c:pt idx="1270">
                  <c:v>127.5</c:v>
                </c:pt>
                <c:pt idx="1271">
                  <c:v>127.5</c:v>
                </c:pt>
                <c:pt idx="1272">
                  <c:v>97.75</c:v>
                </c:pt>
                <c:pt idx="1273">
                  <c:v>97.75</c:v>
                </c:pt>
                <c:pt idx="1274">
                  <c:v>79.900000</c:v>
                </c:pt>
                <c:pt idx="1275">
                  <c:v>79.900000</c:v>
                </c:pt>
                <c:pt idx="1276">
                  <c:v>84.15</c:v>
                </c:pt>
                <c:pt idx="1277">
                  <c:v>84.15</c:v>
                </c:pt>
                <c:pt idx="1278">
                  <c:v>105.4</c:v>
                </c:pt>
                <c:pt idx="1279">
                  <c:v>105.4</c:v>
                </c:pt>
                <c:pt idx="1280">
                  <c:v>43.35</c:v>
                </c:pt>
                <c:pt idx="1281">
                  <c:v>43.35</c:v>
                </c:pt>
                <c:pt idx="1282">
                  <c:v>75.650000</c:v>
                </c:pt>
                <c:pt idx="1283">
                  <c:v>75.650000</c:v>
                </c:pt>
                <c:pt idx="1284">
                  <c:v>65.45</c:v>
                </c:pt>
                <c:pt idx="1285">
                  <c:v>65.45</c:v>
                </c:pt>
                <c:pt idx="1286">
                  <c:v>56.95</c:v>
                </c:pt>
                <c:pt idx="1287">
                  <c:v>56.95</c:v>
                </c:pt>
                <c:pt idx="1288">
                  <c:v>43.35</c:v>
                </c:pt>
                <c:pt idx="1289">
                  <c:v>43.35</c:v>
                </c:pt>
                <c:pt idx="1290">
                  <c:v>38.25</c:v>
                </c:pt>
                <c:pt idx="1291">
                  <c:v>38.25</c:v>
                </c:pt>
                <c:pt idx="1292">
                  <c:v>17</c:v>
                </c:pt>
                <c:pt idx="1293">
                  <c:v>17</c:v>
                </c:pt>
                <c:pt idx="1294">
                  <c:v>11.9</c:v>
                </c:pt>
                <c:pt idx="1295">
                  <c:v>11.9</c:v>
                </c:pt>
                <c:pt idx="1296">
                  <c:v>8.5</c:v>
                </c:pt>
                <c:pt idx="1297">
                  <c:v>8.5</c:v>
                </c:pt>
                <c:pt idx="1298">
                  <c:v>1.7</c:v>
                </c:pt>
                <c:pt idx="1299">
                  <c:v>1.7</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8.5</c:v>
                </c:pt>
                <c:pt idx="1387">
                  <c:v>8.5</c:v>
                </c:pt>
                <c:pt idx="1388">
                  <c:v>16.150000</c:v>
                </c:pt>
                <c:pt idx="1389">
                  <c:v>16.150000</c:v>
                </c:pt>
                <c:pt idx="1390">
                  <c:v>23.8</c:v>
                </c:pt>
                <c:pt idx="1391">
                  <c:v>23.8</c:v>
                </c:pt>
                <c:pt idx="1392">
                  <c:v>38.25</c:v>
                </c:pt>
                <c:pt idx="1393">
                  <c:v>38.25</c:v>
                </c:pt>
              </c:numCache>
            </c:numRef>
          </c:yVal>
          <c:smooth val="0"/>
          <c:extLst>
            <c:ext xmlns:c16="http://schemas.microsoft.com/office/drawing/2014/chart" uri="{C3380CC4-5D6E-409C-BE32-E72D297353CC}">
              <c16:uniqueId val="{00000002-7175-4F91-B21D-6D492854FF1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c:v>
                </c:pt>
                <c:pt idx="1">
                  <c:v>38.112900</c:v>
                </c:pt>
                <c:pt idx="2">
                  <c:v>38.112900</c:v>
                </c:pt>
                <c:pt idx="3">
                  <c:v>38.112900</c:v>
                </c:pt>
                <c:pt idx="4">
                  <c:v>38.112900</c:v>
                </c:pt>
                <c:pt idx="5">
                  <c:v>38.112900</c:v>
                </c:pt>
                <c:pt idx="6">
                  <c:v>38.112900</c:v>
                </c:pt>
                <c:pt idx="7">
                  <c:v>38.112900</c:v>
                </c:pt>
                <c:pt idx="8">
                  <c:v>38.112900</c:v>
                </c:pt>
                <c:pt idx="9">
                  <c:v>38.112900</c:v>
                </c:pt>
                <c:pt idx="10">
                  <c:v>38.112900</c:v>
                </c:pt>
                <c:pt idx="11">
                  <c:v>38.112900</c:v>
                </c:pt>
                <c:pt idx="12">
                  <c:v>38.112900</c:v>
                </c:pt>
                <c:pt idx="13">
                  <c:v>38.112900</c:v>
                </c:pt>
                <c:pt idx="14">
                  <c:v>38.112900</c:v>
                </c:pt>
                <c:pt idx="15">
                  <c:v>38.112900</c:v>
                </c:pt>
                <c:pt idx="16">
                  <c:v>38.112900</c:v>
                </c:pt>
                <c:pt idx="17">
                  <c:v>38.112900</c:v>
                </c:pt>
                <c:pt idx="18">
                  <c:v>38.112900</c:v>
                </c:pt>
                <c:pt idx="19">
                  <c:v>38.112900</c:v>
                </c:pt>
                <c:pt idx="20">
                  <c:v>38.112900</c:v>
                </c:pt>
                <c:pt idx="21">
                  <c:v>38.112900</c:v>
                </c:pt>
                <c:pt idx="22">
                  <c:v>38.112900</c:v>
                </c:pt>
                <c:pt idx="23">
                  <c:v>38.112900</c:v>
                </c:pt>
                <c:pt idx="24">
                  <c:v>38.112900</c:v>
                </c:pt>
                <c:pt idx="25">
                  <c:v>38.112900</c:v>
                </c:pt>
                <c:pt idx="26">
                  <c:v>38.112900</c:v>
                </c:pt>
                <c:pt idx="27">
                  <c:v>36.579844</c:v>
                </c:pt>
                <c:pt idx="28">
                  <c:v>36.236469</c:v>
                </c:pt>
                <c:pt idx="29">
                  <c:v>36.236469</c:v>
                </c:pt>
                <c:pt idx="30">
                  <c:v>36.236469</c:v>
                </c:pt>
                <c:pt idx="31">
                  <c:v>32.213030</c:v>
                </c:pt>
                <c:pt idx="32">
                  <c:v>30.999688</c:v>
                </c:pt>
                <c:pt idx="33">
                  <c:v>29.786345</c:v>
                </c:pt>
                <c:pt idx="34">
                  <c:v>28.573003</c:v>
                </c:pt>
                <c:pt idx="35">
                  <c:v>28.492114</c:v>
                </c:pt>
                <c:pt idx="36">
                  <c:v>27.771934</c:v>
                </c:pt>
                <c:pt idx="37">
                  <c:v>26.691666</c:v>
                </c:pt>
                <c:pt idx="38">
                  <c:v>25.611397</c:v>
                </c:pt>
                <c:pt idx="39">
                  <c:v>24.819200</c:v>
                </c:pt>
                <c:pt idx="40">
                  <c:v>24.819200</c:v>
                </c:pt>
                <c:pt idx="41">
                  <c:v>24.819200</c:v>
                </c:pt>
                <c:pt idx="42">
                  <c:v>21.675888</c:v>
                </c:pt>
                <c:pt idx="43">
                  <c:v>21.675888</c:v>
                </c:pt>
                <c:pt idx="44">
                  <c:v>21.675888</c:v>
                </c:pt>
                <c:pt idx="45">
                  <c:v>21.675895</c:v>
                </c:pt>
                <c:pt idx="46">
                  <c:v>21.675895</c:v>
                </c:pt>
                <c:pt idx="47">
                  <c:v>21.675895</c:v>
                </c:pt>
                <c:pt idx="48">
                  <c:v>21.675903</c:v>
                </c:pt>
                <c:pt idx="49">
                  <c:v>21.675910</c:v>
                </c:pt>
                <c:pt idx="50">
                  <c:v>21.675918</c:v>
                </c:pt>
                <c:pt idx="51">
                  <c:v>23.272270</c:v>
                </c:pt>
                <c:pt idx="52">
                  <c:v>30.079595</c:v>
                </c:pt>
                <c:pt idx="53">
                  <c:v>30.079595</c:v>
                </c:pt>
                <c:pt idx="54">
                  <c:v>34.617812</c:v>
                </c:pt>
                <c:pt idx="55">
                  <c:v>38.832722</c:v>
                </c:pt>
                <c:pt idx="56">
                  <c:v>38.832722</c:v>
                </c:pt>
                <c:pt idx="57">
                  <c:v>38.832722</c:v>
                </c:pt>
                <c:pt idx="58">
                  <c:v>38.832722</c:v>
                </c:pt>
                <c:pt idx="59">
                  <c:v>38.832722</c:v>
                </c:pt>
                <c:pt idx="60">
                  <c:v>38.832722</c:v>
                </c:pt>
                <c:pt idx="61">
                  <c:v>38.832722</c:v>
                </c:pt>
                <c:pt idx="62">
                  <c:v>38.832722</c:v>
                </c:pt>
                <c:pt idx="63">
                  <c:v>38.832722</c:v>
                </c:pt>
                <c:pt idx="64">
                  <c:v>38.832722</c:v>
                </c:pt>
                <c:pt idx="65">
                  <c:v>38.522020</c:v>
                </c:pt>
                <c:pt idx="66">
                  <c:v>37.427633</c:v>
                </c:pt>
                <c:pt idx="67">
                  <c:v>36.479164</c:v>
                </c:pt>
                <c:pt idx="68">
                  <c:v>36.479164</c:v>
                </c:pt>
                <c:pt idx="69">
                  <c:v>35.541399</c:v>
                </c:pt>
                <c:pt idx="70">
                  <c:v>34.369192</c:v>
                </c:pt>
                <c:pt idx="71">
                  <c:v>33.196986</c:v>
                </c:pt>
                <c:pt idx="72">
                  <c:v>32.806250</c:v>
                </c:pt>
                <c:pt idx="73">
                  <c:v>32.806250</c:v>
                </c:pt>
                <c:pt idx="74">
                  <c:v>32.806250</c:v>
                </c:pt>
                <c:pt idx="75">
                  <c:v>32.806250</c:v>
                </c:pt>
                <c:pt idx="76">
                  <c:v>32.806250</c:v>
                </c:pt>
                <c:pt idx="77">
                  <c:v>32.806250</c:v>
                </c:pt>
                <c:pt idx="78">
                  <c:v>32.646088</c:v>
                </c:pt>
                <c:pt idx="79">
                  <c:v>31.432746</c:v>
                </c:pt>
                <c:pt idx="80">
                  <c:v>30.219404</c:v>
                </c:pt>
                <c:pt idx="81">
                  <c:v>29.167841</c:v>
                </c:pt>
                <c:pt idx="82">
                  <c:v>28.363094</c:v>
                </c:pt>
                <c:pt idx="83">
                  <c:v>27.275592</c:v>
                </c:pt>
                <c:pt idx="84">
                  <c:v>25.743293</c:v>
                </c:pt>
                <c:pt idx="85">
                  <c:v>25.330334</c:v>
                </c:pt>
                <c:pt idx="86">
                  <c:v>24.091457</c:v>
                </c:pt>
                <c:pt idx="87">
                  <c:v>22.85258</c:v>
                </c:pt>
                <c:pt idx="88">
                  <c:v>21.861478</c:v>
                </c:pt>
                <c:pt idx="89">
                  <c:v>21.861478</c:v>
                </c:pt>
                <c:pt idx="90">
                  <c:v>20.502930</c:v>
                </c:pt>
                <c:pt idx="91">
                  <c:v>20</c:v>
                </c:pt>
                <c:pt idx="92">
                  <c:v>24.538217</c:v>
                </c:pt>
                <c:pt idx="93">
                  <c:v>24.184532</c:v>
                </c:pt>
                <c:pt idx="94">
                  <c:v>23.681602</c:v>
                </c:pt>
                <c:pt idx="95">
                  <c:v>23.272254</c:v>
                </c:pt>
                <c:pt idx="96">
                  <c:v>23.272254</c:v>
                </c:pt>
                <c:pt idx="97">
                  <c:v>23.272254</c:v>
                </c:pt>
                <c:pt idx="98">
                  <c:v>23.272254</c:v>
                </c:pt>
                <c:pt idx="99">
                  <c:v>23.272254</c:v>
                </c:pt>
                <c:pt idx="100">
                  <c:v>23.272254</c:v>
                </c:pt>
                <c:pt idx="101">
                  <c:v>27.810470</c:v>
                </c:pt>
                <c:pt idx="102">
                  <c:v>28.108224</c:v>
                </c:pt>
                <c:pt idx="103">
                  <c:v>28.108224</c:v>
                </c:pt>
                <c:pt idx="104">
                  <c:v>28.108224</c:v>
                </c:pt>
                <c:pt idx="105">
                  <c:v>28.108232</c:v>
                </c:pt>
                <c:pt idx="106">
                  <c:v>28.108232</c:v>
                </c:pt>
                <c:pt idx="107">
                  <c:v>28.108232</c:v>
                </c:pt>
                <c:pt idx="108">
                  <c:v>28.108232</c:v>
                </c:pt>
                <c:pt idx="109">
                  <c:v>32.646448</c:v>
                </c:pt>
                <c:pt idx="110">
                  <c:v>39.453773</c:v>
                </c:pt>
                <c:pt idx="111">
                  <c:v>44.617834</c:v>
                </c:pt>
                <c:pt idx="112">
                  <c:v>51.425159</c:v>
                </c:pt>
                <c:pt idx="113">
                  <c:v>58.232484</c:v>
                </c:pt>
                <c:pt idx="114">
                  <c:v>65.039809</c:v>
                </c:pt>
                <c:pt idx="115">
                  <c:v>69.578033</c:v>
                </c:pt>
                <c:pt idx="116">
                  <c:v>74.116242</c:v>
                </c:pt>
                <c:pt idx="117">
                  <c:v>80.923567</c:v>
                </c:pt>
                <c:pt idx="118">
                  <c:v>85.461783</c:v>
                </c:pt>
                <c:pt idx="119">
                  <c:v>90</c:v>
                </c:pt>
                <c:pt idx="120">
                  <c:v>88.784985</c:v>
                </c:pt>
                <c:pt idx="121">
                  <c:v>87.914658</c:v>
                </c:pt>
                <c:pt idx="122">
                  <c:v>86.634155</c:v>
                </c:pt>
                <c:pt idx="123">
                  <c:v>85.280031</c:v>
                </c:pt>
                <c:pt idx="124">
                  <c:v>84.049669</c:v>
                </c:pt>
                <c:pt idx="125">
                  <c:v>82.926861</c:v>
                </c:pt>
                <c:pt idx="126">
                  <c:v>82.109739</c:v>
                </c:pt>
                <c:pt idx="127">
                  <c:v>81.147691</c:v>
                </c:pt>
                <c:pt idx="128">
                  <c:v>79.934621</c:v>
                </c:pt>
                <c:pt idx="129">
                  <c:v>79.045036</c:v>
                </c:pt>
                <c:pt idx="130">
                  <c:v>78.877810</c:v>
                </c:pt>
                <c:pt idx="131">
                  <c:v>77.623610</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66.139010</c:v>
                </c:pt>
                <c:pt idx="145">
                  <c:v>64.974463</c:v>
                </c:pt>
                <c:pt idx="146">
                  <c:v>63.809916</c:v>
                </c:pt>
                <c:pt idx="147">
                  <c:v>63.421733</c:v>
                </c:pt>
                <c:pt idx="148">
                  <c:v>62.309518</c:v>
                </c:pt>
                <c:pt idx="149">
                  <c:v>61.197303</c:v>
                </c:pt>
                <c:pt idx="150">
                  <c:v>60.085088</c:v>
                </c:pt>
                <c:pt idx="151">
                  <c:v>59.491906</c:v>
                </c:pt>
                <c:pt idx="152">
                  <c:v>58.500802</c:v>
                </c:pt>
                <c:pt idx="153">
                  <c:v>57.261922</c:v>
                </c:pt>
                <c:pt idx="154">
                  <c:v>56.023042</c:v>
                </c:pt>
                <c:pt idx="155">
                  <c:v>55.610082</c:v>
                </c:pt>
                <c:pt idx="156">
                  <c:v>55.610082</c:v>
                </c:pt>
                <c:pt idx="157">
                  <c:v>54.908327</c:v>
                </c:pt>
                <c:pt idx="158">
                  <c:v>53.855695</c:v>
                </c:pt>
                <c:pt idx="159">
                  <c:v>52.803062</c:v>
                </c:pt>
                <c:pt idx="160">
                  <c:v>51.750430</c:v>
                </c:pt>
                <c:pt idx="161">
                  <c:v>51.524982</c:v>
                </c:pt>
                <c:pt idx="162">
                  <c:v>50.360434</c:v>
                </c:pt>
                <c:pt idx="163">
                  <c:v>49.195887</c:v>
                </c:pt>
                <c:pt idx="164">
                  <c:v>48.03134</c:v>
                </c:pt>
                <c:pt idx="165">
                  <c:v>47.798430</c:v>
                </c:pt>
                <c:pt idx="166">
                  <c:v>47.798430</c:v>
                </c:pt>
                <c:pt idx="167">
                  <c:v>47.798430</c:v>
                </c:pt>
                <c:pt idx="168">
                  <c:v>47.307202</c:v>
                </c:pt>
                <c:pt idx="169">
                  <c:v>46.254570</c:v>
                </c:pt>
                <c:pt idx="170">
                  <c:v>45.201937</c:v>
                </c:pt>
                <c:pt idx="171">
                  <c:v>44.149305</c:v>
                </c:pt>
                <c:pt idx="172">
                  <c:v>43.868603</c:v>
                </c:pt>
                <c:pt idx="173">
                  <c:v>42.667086</c:v>
                </c:pt>
                <c:pt idx="174">
                  <c:v>41.280720</c:v>
                </c:pt>
                <c:pt idx="175">
                  <c:v>39.986779</c:v>
                </c:pt>
                <c:pt idx="176">
                  <c:v>39.505575</c:v>
                </c:pt>
                <c:pt idx="177">
                  <c:v>38.302567</c:v>
                </c:pt>
                <c:pt idx="178">
                  <c:v>37.099559</c:v>
                </c:pt>
                <c:pt idx="179">
                  <c:v>36.056952</c:v>
                </c:pt>
                <c:pt idx="180">
                  <c:v>36.056952</c:v>
                </c:pt>
                <c:pt idx="181">
                  <c:v>35.189762</c:v>
                </c:pt>
                <c:pt idx="182">
                  <c:v>33.961691</c:v>
                </c:pt>
                <c:pt idx="183">
                  <c:v>33.306720</c:v>
                </c:pt>
                <c:pt idx="184">
                  <c:v>31.429359</c:v>
                </c:pt>
                <c:pt idx="185">
                  <c:v>31.16469</c:v>
                </c:pt>
                <c:pt idx="186">
                  <c:v>29.841344</c:v>
                </c:pt>
                <c:pt idx="187">
                  <c:v>28.517998</c:v>
                </c:pt>
                <c:pt idx="188">
                  <c:v>27.547544</c:v>
                </c:pt>
                <c:pt idx="189">
                  <c:v>26.281583</c:v>
                </c:pt>
                <c:pt idx="190">
                  <c:v>26.188996</c:v>
                </c:pt>
                <c:pt idx="191">
                  <c:v>25.686066</c:v>
                </c:pt>
                <c:pt idx="192">
                  <c:v>27.955174</c:v>
                </c:pt>
                <c:pt idx="193">
                  <c:v>29.801069</c:v>
                </c:pt>
                <c:pt idx="194">
                  <c:v>29.801069</c:v>
                </c:pt>
                <c:pt idx="195">
                  <c:v>29.801069</c:v>
                </c:pt>
                <c:pt idx="196">
                  <c:v>29.801069</c:v>
                </c:pt>
                <c:pt idx="197">
                  <c:v>29.801069</c:v>
                </c:pt>
                <c:pt idx="198">
                  <c:v>29.801069</c:v>
                </c:pt>
                <c:pt idx="199">
                  <c:v>29.801069</c:v>
                </c:pt>
                <c:pt idx="200">
                  <c:v>29.801069</c:v>
                </c:pt>
                <c:pt idx="201">
                  <c:v>29.801077</c:v>
                </c:pt>
                <c:pt idx="202">
                  <c:v>29.801077</c:v>
                </c:pt>
                <c:pt idx="203">
                  <c:v>29.801077</c:v>
                </c:pt>
                <c:pt idx="204">
                  <c:v>29.801077</c:v>
                </c:pt>
                <c:pt idx="205">
                  <c:v>29.801077</c:v>
                </c:pt>
                <c:pt idx="206">
                  <c:v>34.339293</c:v>
                </c:pt>
                <c:pt idx="207">
                  <c:v>40.079618</c:v>
                </c:pt>
                <c:pt idx="208">
                  <c:v>44.617834</c:v>
                </c:pt>
                <c:pt idx="209">
                  <c:v>51.425159</c:v>
                </c:pt>
                <c:pt idx="210">
                  <c:v>58.232484</c:v>
                </c:pt>
                <c:pt idx="211">
                  <c:v>65.039809</c:v>
                </c:pt>
                <c:pt idx="212">
                  <c:v>71.847134</c:v>
                </c:pt>
                <c:pt idx="213">
                  <c:v>78.654459</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78.877810</c:v>
                </c:pt>
                <c:pt idx="227">
                  <c:v>77.623610</c:v>
                </c:pt>
                <c:pt idx="228">
                  <c:v>76.369409</c:v>
                </c:pt>
                <c:pt idx="229">
                  <c:v>75.115209</c:v>
                </c:pt>
                <c:pt idx="230">
                  <c:v>75.115209</c:v>
                </c:pt>
                <c:pt idx="231">
                  <c:v>74.789764</c:v>
                </c:pt>
                <c:pt idx="232">
                  <c:v>73.535564</c:v>
                </c:pt>
                <c:pt idx="233">
                  <c:v>72.364977</c:v>
                </c:pt>
                <c:pt idx="234">
                  <c:v>71.976795</c:v>
                </c:pt>
                <c:pt idx="235">
                  <c:v>70.812247</c:v>
                </c:pt>
                <c:pt idx="236">
                  <c:v>69.6477</c:v>
                </c:pt>
                <c:pt idx="237">
                  <c:v>68.483153</c:v>
                </c:pt>
                <c:pt idx="238">
                  <c:v>68.483153</c:v>
                </c:pt>
                <c:pt idx="239">
                  <c:v>67.972465</c:v>
                </c:pt>
                <c:pt idx="240">
                  <c:v>67.228953</c:v>
                </c:pt>
                <c:pt idx="241">
                  <c:v>65.974752</c:v>
                </c:pt>
                <c:pt idx="242">
                  <c:v>64.720552</c:v>
                </c:pt>
                <c:pt idx="243">
                  <c:v>64.553326</c:v>
                </c:pt>
                <c:pt idx="244">
                  <c:v>64.287603</c:v>
                </c:pt>
                <c:pt idx="245">
                  <c:v>63.124816</c:v>
                </c:pt>
                <c:pt idx="246">
                  <c:v>61.962030</c:v>
                </c:pt>
                <c:pt idx="247">
                  <c:v>60.954282</c:v>
                </c:pt>
                <c:pt idx="248">
                  <c:v>60.464891</c:v>
                </c:pt>
                <c:pt idx="249">
                  <c:v>59.785628</c:v>
                </c:pt>
                <c:pt idx="250">
                  <c:v>58.533498</c:v>
                </c:pt>
                <c:pt idx="251">
                  <c:v>57.281368</c:v>
                </c:pt>
                <c:pt idx="252">
                  <c:v>56.893773</c:v>
                </c:pt>
                <c:pt idx="253">
                  <c:v>55.730987</c:v>
                </c:pt>
                <c:pt idx="254">
                  <c:v>54.568200</c:v>
                </c:pt>
                <c:pt idx="255">
                  <c:v>53.560452</c:v>
                </c:pt>
                <c:pt idx="256">
                  <c:v>53.560452</c:v>
                </c:pt>
                <c:pt idx="257">
                  <c:v>52.857128</c:v>
                </c:pt>
                <c:pt idx="258">
                  <c:v>51.684922</c:v>
                </c:pt>
                <c:pt idx="259">
                  <c:v>50.512715</c:v>
                </c:pt>
                <c:pt idx="260">
                  <c:v>49.887538</c:v>
                </c:pt>
                <c:pt idx="261">
                  <c:v>49.230906</c:v>
                </c:pt>
                <c:pt idx="262">
                  <c:v>48.136519</c:v>
                </c:pt>
                <c:pt idx="263">
                  <c:v>47.042132</c:v>
                </c:pt>
                <c:pt idx="264">
                  <c:v>46.166622</c:v>
                </c:pt>
                <c:pt idx="265">
                  <c:v>45.964396</c:v>
                </c:pt>
                <c:pt idx="266">
                  <c:v>44.911763</c:v>
                </c:pt>
                <c:pt idx="267">
                  <c:v>43.747874</c:v>
                </c:pt>
                <c:pt idx="268">
                  <c:v>42.493708</c:v>
                </c:pt>
                <c:pt idx="269">
                  <c:v>42.008372</c:v>
                </c:pt>
                <c:pt idx="270">
                  <c:v>40.795029</c:v>
                </c:pt>
                <c:pt idx="271">
                  <c:v>39.581687</c:v>
                </c:pt>
                <c:pt idx="272">
                  <c:v>38.772792</c:v>
                </c:pt>
                <c:pt idx="273">
                  <c:v>38.772792</c:v>
                </c:pt>
                <c:pt idx="274">
                  <c:v>38.072543</c:v>
                </c:pt>
                <c:pt idx="275">
                  <c:v>36.417156</c:v>
                </c:pt>
                <c:pt idx="276">
                  <c:v>36.149282</c:v>
                </c:pt>
                <c:pt idx="277">
                  <c:v>35.099879</c:v>
                </c:pt>
                <c:pt idx="278">
                  <c:v>34.169645</c:v>
                </c:pt>
                <c:pt idx="279">
                  <c:v>32.913626</c:v>
                </c:pt>
                <c:pt idx="280">
                  <c:v>31.601875</c:v>
                </c:pt>
                <c:pt idx="281">
                  <c:v>30.942535</c:v>
                </c:pt>
                <c:pt idx="282">
                  <c:v>29.619189</c:v>
                </c:pt>
                <c:pt idx="283">
                  <c:v>29.266297</c:v>
                </c:pt>
                <c:pt idx="284">
                  <c:v>29.161793</c:v>
                </c:pt>
                <c:pt idx="285">
                  <c:v>27.907749</c:v>
                </c:pt>
                <c:pt idx="286">
                  <c:v>27.404819</c:v>
                </c:pt>
                <c:pt idx="287">
                  <c:v>27.404819</c:v>
                </c:pt>
                <c:pt idx="288">
                  <c:v>27.404819</c:v>
                </c:pt>
                <c:pt idx="289">
                  <c:v>27.404819</c:v>
                </c:pt>
                <c:pt idx="290">
                  <c:v>27.404819</c:v>
                </c:pt>
                <c:pt idx="291">
                  <c:v>27.404819</c:v>
                </c:pt>
                <c:pt idx="292">
                  <c:v>27.404819</c:v>
                </c:pt>
                <c:pt idx="293">
                  <c:v>27.404819</c:v>
                </c:pt>
                <c:pt idx="294">
                  <c:v>27.404819</c:v>
                </c:pt>
                <c:pt idx="295">
                  <c:v>27.404819</c:v>
                </c:pt>
                <c:pt idx="296">
                  <c:v>27.404819</c:v>
                </c:pt>
                <c:pt idx="297">
                  <c:v>27.404819</c:v>
                </c:pt>
                <c:pt idx="298">
                  <c:v>27.404819</c:v>
                </c:pt>
                <c:pt idx="299">
                  <c:v>27.404819</c:v>
                </c:pt>
                <c:pt idx="300">
                  <c:v>31.943035</c:v>
                </c:pt>
                <c:pt idx="301">
                  <c:v>38.750360</c:v>
                </c:pt>
                <c:pt idx="302">
                  <c:v>42.348726</c:v>
                </c:pt>
                <c:pt idx="303">
                  <c:v>44.617834</c:v>
                </c:pt>
                <c:pt idx="304">
                  <c:v>51.425159</c:v>
                </c:pt>
                <c:pt idx="305">
                  <c:v>58.232484</c:v>
                </c:pt>
                <c:pt idx="306">
                  <c:v>60.501592</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75.115209</c:v>
                </c:pt>
                <c:pt idx="327">
                  <c:v>74.789764</c:v>
                </c:pt>
                <c:pt idx="328">
                  <c:v>73.535564</c:v>
                </c:pt>
                <c:pt idx="329">
                  <c:v>72.364977</c:v>
                </c:pt>
                <c:pt idx="330">
                  <c:v>71.976795</c:v>
                </c:pt>
                <c:pt idx="331">
                  <c:v>70.812247</c:v>
                </c:pt>
                <c:pt idx="332">
                  <c:v>69.6477</c:v>
                </c:pt>
                <c:pt idx="333">
                  <c:v>68.483153</c:v>
                </c:pt>
                <c:pt idx="334">
                  <c:v>68.065086</c:v>
                </c:pt>
                <c:pt idx="335">
                  <c:v>66.810886</c:v>
                </c:pt>
                <c:pt idx="336">
                  <c:v>65.556686</c:v>
                </c:pt>
                <c:pt idx="337">
                  <c:v>64.553326</c:v>
                </c:pt>
                <c:pt idx="338">
                  <c:v>64.553326</c:v>
                </c:pt>
                <c:pt idx="339">
                  <c:v>64.547614</c:v>
                </c:pt>
                <c:pt idx="340">
                  <c:v>63.583694</c:v>
                </c:pt>
                <c:pt idx="341">
                  <c:v>63.066297</c:v>
                </c:pt>
                <c:pt idx="342">
                  <c:v>61.954082</c:v>
                </c:pt>
                <c:pt idx="343">
                  <c:v>61.360901</c:v>
                </c:pt>
                <c:pt idx="344">
                  <c:v>60.671501</c:v>
                </c:pt>
                <c:pt idx="345">
                  <c:v>59.714349</c:v>
                </c:pt>
                <c:pt idx="346">
                  <c:v>58.817809</c:v>
                </c:pt>
                <c:pt idx="347">
                  <c:v>57.705594</c:v>
                </c:pt>
                <c:pt idx="348">
                  <c:v>56.741674</c:v>
                </c:pt>
                <c:pt idx="349">
                  <c:v>56.664038</c:v>
                </c:pt>
                <c:pt idx="350">
                  <c:v>55.499490</c:v>
                </c:pt>
                <c:pt idx="351">
                  <c:v>54.334943</c:v>
                </c:pt>
                <c:pt idx="352">
                  <c:v>53.170396</c:v>
                </c:pt>
                <c:pt idx="353">
                  <c:v>52.859850</c:v>
                </c:pt>
                <c:pt idx="354">
                  <c:v>52.017744</c:v>
                </c:pt>
                <c:pt idx="355">
                  <c:v>50.965112</c:v>
                </c:pt>
                <c:pt idx="356">
                  <c:v>49.900334</c:v>
                </c:pt>
                <c:pt idx="357">
                  <c:v>48.930023</c:v>
                </c:pt>
                <c:pt idx="358">
                  <c:v>48.614793</c:v>
                </c:pt>
                <c:pt idx="359">
                  <c:v>47.532566</c:v>
                </c:pt>
                <c:pt idx="360">
                  <c:v>46.368018</c:v>
                </c:pt>
                <c:pt idx="361">
                  <c:v>45.203471</c:v>
                </c:pt>
                <c:pt idx="362">
                  <c:v>44.837672</c:v>
                </c:pt>
                <c:pt idx="363">
                  <c:v>43.785039</c:v>
                </c:pt>
                <c:pt idx="364">
                  <c:v>42.732407</c:v>
                </c:pt>
                <c:pt idx="365">
                  <c:v>41.679775</c:v>
                </c:pt>
                <c:pt idx="366">
                  <c:v>41.118371</c:v>
                </c:pt>
                <c:pt idx="367">
                  <c:v>40.811911</c:v>
                </c:pt>
                <c:pt idx="368">
                  <c:v>39.279612</c:v>
                </c:pt>
                <c:pt idx="369">
                  <c:v>37.747313</c:v>
                </c:pt>
                <c:pt idx="370">
                  <c:v>37.236547</c:v>
                </c:pt>
                <c:pt idx="371">
                  <c:v>36.090347</c:v>
                </c:pt>
                <c:pt idx="372">
                  <c:v>34.862276</c:v>
                </c:pt>
                <c:pt idx="373">
                  <c:v>33.634205</c:v>
                </c:pt>
                <c:pt idx="374">
                  <c:v>33.306720</c:v>
                </c:pt>
                <c:pt idx="375">
                  <c:v>32.888705</c:v>
                </c:pt>
                <c:pt idx="376">
                  <c:v>31.948171</c:v>
                </c:pt>
                <c:pt idx="377">
                  <c:v>31.445241</c:v>
                </c:pt>
                <c:pt idx="378">
                  <c:v>31.445241</c:v>
                </c:pt>
                <c:pt idx="379">
                  <c:v>30.546837</c:v>
                </c:pt>
                <c:pt idx="380">
                  <c:v>30.162307</c:v>
                </c:pt>
                <c:pt idx="381">
                  <c:v>29.031815</c:v>
                </c:pt>
                <c:pt idx="382">
                  <c:v>28.803759</c:v>
                </c:pt>
                <c:pt idx="383">
                  <c:v>28.300829</c:v>
                </c:pt>
                <c:pt idx="384">
                  <c:v>28.300829</c:v>
                </c:pt>
                <c:pt idx="385">
                  <c:v>29.031815</c:v>
                </c:pt>
                <c:pt idx="386">
                  <c:v>29.031815</c:v>
                </c:pt>
                <c:pt idx="387">
                  <c:v>29.031815</c:v>
                </c:pt>
                <c:pt idx="388">
                  <c:v>29.031815</c:v>
                </c:pt>
                <c:pt idx="389">
                  <c:v>29.031815</c:v>
                </c:pt>
                <c:pt idx="390">
                  <c:v>29.031815</c:v>
                </c:pt>
                <c:pt idx="391">
                  <c:v>29.031815</c:v>
                </c:pt>
                <c:pt idx="392">
                  <c:v>33.570032</c:v>
                </c:pt>
                <c:pt idx="393">
                  <c:v>33.570032</c:v>
                </c:pt>
                <c:pt idx="394">
                  <c:v>33.570032</c:v>
                </c:pt>
                <c:pt idx="395">
                  <c:v>33.570032</c:v>
                </c:pt>
                <c:pt idx="396">
                  <c:v>33.570032</c:v>
                </c:pt>
                <c:pt idx="397">
                  <c:v>33.570039</c:v>
                </c:pt>
                <c:pt idx="398">
                  <c:v>33.570039</c:v>
                </c:pt>
                <c:pt idx="399">
                  <c:v>38.108256</c:v>
                </c:pt>
                <c:pt idx="400">
                  <c:v>44.915581</c:v>
                </c:pt>
                <c:pt idx="401">
                  <c:v>51.722905</c:v>
                </c:pt>
                <c:pt idx="402">
                  <c:v>58.530230</c:v>
                </c:pt>
                <c:pt idx="403">
                  <c:v>65.337555</c:v>
                </c:pt>
                <c:pt idx="404">
                  <c:v>71.847134</c:v>
                </c:pt>
                <c:pt idx="405">
                  <c:v>78.654459</c:v>
                </c:pt>
                <c:pt idx="406">
                  <c:v>85.461783</c:v>
                </c:pt>
                <c:pt idx="407">
                  <c:v>90</c:v>
                </c:pt>
                <c:pt idx="408">
                  <c:v>88.784985</c:v>
                </c:pt>
                <c:pt idx="409">
                  <c:v>87.914658</c:v>
                </c:pt>
                <c:pt idx="410">
                  <c:v>86.634155</c:v>
                </c:pt>
                <c:pt idx="411">
                  <c:v>85.280031</c:v>
                </c:pt>
                <c:pt idx="412">
                  <c:v>84.045210</c:v>
                </c:pt>
                <c:pt idx="413">
                  <c:v>82.926861</c:v>
                </c:pt>
                <c:pt idx="414">
                  <c:v>82.109739</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68.483153</c:v>
                </c:pt>
                <c:pt idx="431">
                  <c:v>67.972465</c:v>
                </c:pt>
                <c:pt idx="432">
                  <c:v>67.111995</c:v>
                </c:pt>
                <c:pt idx="433">
                  <c:v>65.947448</c:v>
                </c:pt>
                <c:pt idx="434">
                  <c:v>64.720552</c:v>
                </c:pt>
                <c:pt idx="435">
                  <c:v>64.198098</c:v>
                </c:pt>
                <c:pt idx="436">
                  <c:v>63.282503</c:v>
                </c:pt>
                <c:pt idx="437">
                  <c:v>62.170288</c:v>
                </c:pt>
                <c:pt idx="438">
                  <c:v>61.058072</c:v>
                </c:pt>
                <c:pt idx="439">
                  <c:v>60.455826</c:v>
                </c:pt>
                <c:pt idx="440">
                  <c:v>59.491906</c:v>
                </c:pt>
                <c:pt idx="441">
                  <c:v>58.447071</c:v>
                </c:pt>
                <c:pt idx="442">
                  <c:v>57.334856</c:v>
                </c:pt>
                <c:pt idx="443">
                  <c:v>56.741674</c:v>
                </c:pt>
                <c:pt idx="444">
                  <c:v>56.583066</c:v>
                </c:pt>
                <c:pt idx="445">
                  <c:v>55.881312</c:v>
                </c:pt>
                <c:pt idx="446">
                  <c:v>54.828679</c:v>
                </c:pt>
                <c:pt idx="447">
                  <c:v>53.776047</c:v>
                </c:pt>
                <c:pt idx="448">
                  <c:v>52.723415</c:v>
                </c:pt>
                <c:pt idx="449">
                  <c:v>52.653239</c:v>
                </c:pt>
                <c:pt idx="450">
                  <c:v>52.017744</c:v>
                </c:pt>
                <c:pt idx="451">
                  <c:v>50.965112</c:v>
                </c:pt>
                <c:pt idx="452">
                  <c:v>49.912479</c:v>
                </c:pt>
                <c:pt idx="453">
                  <c:v>48.930023</c:v>
                </c:pt>
                <c:pt idx="454">
                  <c:v>48.697113</c:v>
                </c:pt>
                <c:pt idx="455">
                  <c:v>47.532566</c:v>
                </c:pt>
                <c:pt idx="456">
                  <c:v>46.368018</c:v>
                </c:pt>
                <c:pt idx="457">
                  <c:v>45.203471</c:v>
                </c:pt>
                <c:pt idx="458">
                  <c:v>44.837672</c:v>
                </c:pt>
                <c:pt idx="459">
                  <c:v>43.785039</c:v>
                </c:pt>
                <c:pt idx="460">
                  <c:v>42.732407</c:v>
                </c:pt>
                <c:pt idx="461">
                  <c:v>41.679775</c:v>
                </c:pt>
                <c:pt idx="462">
                  <c:v>40.959763</c:v>
                </c:pt>
                <c:pt idx="463">
                  <c:v>40.237958</c:v>
                </c:pt>
                <c:pt idx="464">
                  <c:v>39.034950</c:v>
                </c:pt>
                <c:pt idx="465">
                  <c:v>37.747313</c:v>
                </c:pt>
                <c:pt idx="466">
                  <c:v>37.029936</c:v>
                </c:pt>
                <c:pt idx="467">
                  <c:v>36.090347</c:v>
                </c:pt>
                <c:pt idx="468">
                  <c:v>34.862276</c:v>
                </c:pt>
                <c:pt idx="469">
                  <c:v>33.634205</c:v>
                </c:pt>
                <c:pt idx="470">
                  <c:v>33.306720</c:v>
                </c:pt>
                <c:pt idx="471">
                  <c:v>32.387340</c:v>
                </c:pt>
                <c:pt idx="472">
                  <c:v>30.855041</c:v>
                </c:pt>
                <c:pt idx="473">
                  <c:v>29.424895</c:v>
                </c:pt>
                <c:pt idx="474">
                  <c:v>28.895557</c:v>
                </c:pt>
                <c:pt idx="475">
                  <c:v>27.572211</c:v>
                </c:pt>
                <c:pt idx="476">
                  <c:v>26.248865</c:v>
                </c:pt>
                <c:pt idx="477">
                  <c:v>25.54308</c:v>
                </c:pt>
                <c:pt idx="478">
                  <c:v>25.54308</c:v>
                </c:pt>
                <c:pt idx="479">
                  <c:v>23.531361</c:v>
                </c:pt>
                <c:pt idx="480">
                  <c:v>25.686066</c:v>
                </c:pt>
                <c:pt idx="481">
                  <c:v>25.686066</c:v>
                </c:pt>
                <c:pt idx="482">
                  <c:v>25.686066</c:v>
                </c:pt>
                <c:pt idx="483">
                  <c:v>25.686066</c:v>
                </c:pt>
                <c:pt idx="484">
                  <c:v>25.686073</c:v>
                </c:pt>
                <c:pt idx="485">
                  <c:v>30.22429</c:v>
                </c:pt>
                <c:pt idx="486">
                  <c:v>30.22429</c:v>
                </c:pt>
                <c:pt idx="487">
                  <c:v>30.224297</c:v>
                </c:pt>
                <c:pt idx="488">
                  <c:v>31.003185</c:v>
                </c:pt>
                <c:pt idx="489">
                  <c:v>31.003185</c:v>
                </c:pt>
                <c:pt idx="490">
                  <c:v>33.272285</c:v>
                </c:pt>
                <c:pt idx="491">
                  <c:v>40.079610</c:v>
                </c:pt>
                <c:pt idx="492">
                  <c:v>46.886935</c:v>
                </c:pt>
                <c:pt idx="493">
                  <c:v>46.886935</c:v>
                </c:pt>
                <c:pt idx="494">
                  <c:v>46.886935</c:v>
                </c:pt>
                <c:pt idx="495">
                  <c:v>46.886935</c:v>
                </c:pt>
                <c:pt idx="496">
                  <c:v>51.425152</c:v>
                </c:pt>
                <c:pt idx="497">
                  <c:v>58.232477</c:v>
                </c:pt>
                <c:pt idx="498">
                  <c:v>65.039801</c:v>
                </c:pt>
                <c:pt idx="499">
                  <c:v>71.847126</c:v>
                </c:pt>
                <c:pt idx="500">
                  <c:v>74.116242</c:v>
                </c:pt>
                <c:pt idx="501">
                  <c:v>79.999968</c:v>
                </c:pt>
                <c:pt idx="502">
                  <c:v>86.807293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77.794600</c:v>
                </c:pt>
                <c:pt idx="516">
                  <c:v>76.471251</c:v>
                </c:pt>
                <c:pt idx="517">
                  <c:v>76.294804</c:v>
                </c:pt>
                <c:pt idx="518">
                  <c:v>75.867649</c:v>
                </c:pt>
                <c:pt idx="519">
                  <c:v>74.586184</c:v>
                </c:pt>
                <c:pt idx="520">
                  <c:v>73.304718</c:v>
                </c:pt>
                <c:pt idx="521">
                  <c:v>72.364977</c:v>
                </c:pt>
                <c:pt idx="522">
                  <c:v>71.693123</c:v>
                </c:pt>
                <c:pt idx="523">
                  <c:v>70.573366</c:v>
                </c:pt>
                <c:pt idx="524">
                  <c:v>69.453609</c:v>
                </c:pt>
                <c:pt idx="525">
                  <c:v>68.483153</c:v>
                </c:pt>
                <c:pt idx="526">
                  <c:v>68.483153</c:v>
                </c:pt>
                <c:pt idx="527">
                  <c:v>67.814246</c:v>
                </c:pt>
                <c:pt idx="528">
                  <c:v>66.560046</c:v>
                </c:pt>
                <c:pt idx="529">
                  <c:v>65.305846</c:v>
                </c:pt>
                <c:pt idx="530">
                  <c:v>64.553326</c:v>
                </c:pt>
                <c:pt idx="531">
                  <c:v>64.553326</c:v>
                </c:pt>
                <c:pt idx="532">
                  <c:v>64.553326</c:v>
                </c:pt>
                <c:pt idx="533">
                  <c:v>64.479704</c:v>
                </c:pt>
                <c:pt idx="534">
                  <c:v>63.658549</c:v>
                </c:pt>
                <c:pt idx="535">
                  <c:v>62.538792</c:v>
                </c:pt>
                <c:pt idx="536">
                  <c:v>61.419035</c:v>
                </c:pt>
                <c:pt idx="537">
                  <c:v>60.597879</c:v>
                </c:pt>
                <c:pt idx="538">
                  <c:v>60.597879</c:v>
                </c:pt>
                <c:pt idx="539">
                  <c:v>59.755774</c:v>
                </c:pt>
                <c:pt idx="540">
                  <c:v>58.703141</c:v>
                </c:pt>
                <c:pt idx="541">
                  <c:v>57.650509</c:v>
                </c:pt>
                <c:pt idx="542">
                  <c:v>56.668052</c:v>
                </c:pt>
                <c:pt idx="543">
                  <c:v>56.668052</c:v>
                </c:pt>
                <c:pt idx="544">
                  <c:v>56.668052</c:v>
                </c:pt>
                <c:pt idx="545">
                  <c:v>56.032845</c:v>
                </c:pt>
                <c:pt idx="546">
                  <c:v>54.974165</c:v>
                </c:pt>
                <c:pt idx="547">
                  <c:v>53.915486</c:v>
                </c:pt>
                <c:pt idx="548">
                  <c:v>52.856806</c:v>
                </c:pt>
                <c:pt idx="549">
                  <c:v>52.786228</c:v>
                </c:pt>
                <c:pt idx="550">
                  <c:v>52.303618</c:v>
                </c:pt>
                <c:pt idx="551">
                  <c:v>51.269453</c:v>
                </c:pt>
                <c:pt idx="552">
                  <c:v>50.235287</c:v>
                </c:pt>
                <c:pt idx="553">
                  <c:v>49.201122</c:v>
                </c:pt>
                <c:pt idx="554">
                  <c:v>48.856401</c:v>
                </c:pt>
                <c:pt idx="555">
                  <c:v>47.821248</c:v>
                </c:pt>
                <c:pt idx="556">
                  <c:v>46.527306</c:v>
                </c:pt>
                <c:pt idx="557">
                  <c:v>45.233365</c:v>
                </c:pt>
                <c:pt idx="558">
                  <c:v>44.974576</c:v>
                </c:pt>
                <c:pt idx="559">
                  <c:v>44.319605</c:v>
                </c:pt>
                <c:pt idx="560">
                  <c:v>43.091534</c:v>
                </c:pt>
                <c:pt idx="561">
                  <c:v>41.863463</c:v>
                </c:pt>
                <c:pt idx="562">
                  <c:v>41.044749</c:v>
                </c:pt>
                <c:pt idx="563">
                  <c:v>41.044749</c:v>
                </c:pt>
                <c:pt idx="564">
                  <c:v>41.044749</c:v>
                </c:pt>
                <c:pt idx="565">
                  <c:v>41.044749</c:v>
                </c:pt>
                <c:pt idx="566">
                  <c:v>40.365430</c:v>
                </c:pt>
                <c:pt idx="567">
                  <c:v>38.909746</c:v>
                </c:pt>
                <c:pt idx="568">
                  <c:v>37.454062</c:v>
                </c:pt>
                <c:pt idx="569">
                  <c:v>37.162925</c:v>
                </c:pt>
                <c:pt idx="570">
                  <c:v>37.162925</c:v>
                </c:pt>
                <c:pt idx="571">
                  <c:v>34.019613</c:v>
                </c:pt>
                <c:pt idx="572">
                  <c:v>37.940677</c:v>
                </c:pt>
                <c:pt idx="573">
                  <c:v>36.843467</c:v>
                </c:pt>
                <c:pt idx="574">
                  <c:v>37.940677</c:v>
                </c:pt>
                <c:pt idx="575">
                  <c:v>37.940677</c:v>
                </c:pt>
                <c:pt idx="576">
                  <c:v>37.940677</c:v>
                </c:pt>
                <c:pt idx="577">
                  <c:v>37.940677</c:v>
                </c:pt>
                <c:pt idx="578">
                  <c:v>37.940677</c:v>
                </c:pt>
                <c:pt idx="579">
                  <c:v>37.940685</c:v>
                </c:pt>
                <c:pt idx="580">
                  <c:v>39.112575</c:v>
                </c:pt>
                <c:pt idx="581">
                  <c:v>39.112575</c:v>
                </c:pt>
                <c:pt idx="582">
                  <c:v>39.112575</c:v>
                </c:pt>
                <c:pt idx="583">
                  <c:v>41.904896</c:v>
                </c:pt>
                <c:pt idx="584">
                  <c:v>41.904896</c:v>
                </c:pt>
                <c:pt idx="585">
                  <c:v>46.443112</c:v>
                </c:pt>
                <c:pt idx="586">
                  <c:v>49.286226</c:v>
                </c:pt>
                <c:pt idx="587">
                  <c:v>49.286226</c:v>
                </c:pt>
                <c:pt idx="588">
                  <c:v>49.286226</c:v>
                </c:pt>
                <c:pt idx="589">
                  <c:v>50.458124</c:v>
                </c:pt>
                <c:pt idx="590">
                  <c:v>50.458124</c:v>
                </c:pt>
                <c:pt idx="591">
                  <c:v>50.458124</c:v>
                </c:pt>
                <c:pt idx="592">
                  <c:v>50.458124</c:v>
                </c:pt>
                <c:pt idx="593">
                  <c:v>54.996340</c:v>
                </c:pt>
                <c:pt idx="594">
                  <c:v>61.803665</c:v>
                </c:pt>
                <c:pt idx="595">
                  <c:v>62.770701</c:v>
                </c:pt>
                <c:pt idx="596">
                  <c:v>62.770701</c:v>
                </c:pt>
                <c:pt idx="597">
                  <c:v>65.039809</c:v>
                </c:pt>
                <c:pt idx="598">
                  <c:v>71.847134</c:v>
                </c:pt>
                <c:pt idx="599">
                  <c:v>78.654459</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80.176629</c:v>
                </c:pt>
                <c:pt idx="611">
                  <c:v>80.176629</c:v>
                </c:pt>
                <c:pt idx="612">
                  <c:v>79.400264</c:v>
                </c:pt>
                <c:pt idx="613">
                  <c:v>77.944580</c:v>
                </c:pt>
                <c:pt idx="614">
                  <c:v>76.488895</c:v>
                </c:pt>
                <c:pt idx="615">
                  <c:v>76.294804</c:v>
                </c:pt>
                <c:pt idx="616">
                  <c:v>75.746456</c:v>
                </c:pt>
                <c:pt idx="617">
                  <c:v>74.375586</c:v>
                </c:pt>
                <c:pt idx="618">
                  <c:v>73.004716</c:v>
                </c:pt>
                <c:pt idx="619">
                  <c:v>72.364977</c:v>
                </c:pt>
                <c:pt idx="620">
                  <c:v>71.416087</c:v>
                </c:pt>
                <c:pt idx="621">
                  <c:v>70.122145</c:v>
                </c:pt>
                <c:pt idx="622">
                  <c:v>68.828204</c:v>
                </c:pt>
                <c:pt idx="623">
                  <c:v>68.483153</c:v>
                </c:pt>
                <c:pt idx="624">
                  <c:v>68.319410</c:v>
                </c:pt>
                <c:pt idx="625">
                  <c:v>67.091339</c:v>
                </c:pt>
                <c:pt idx="626">
                  <c:v>65.863268</c:v>
                </c:pt>
                <c:pt idx="627">
                  <c:v>64.635197</c:v>
                </c:pt>
                <c:pt idx="628">
                  <c:v>64.553326</c:v>
                </c:pt>
                <c:pt idx="629">
                  <c:v>64.353371</c:v>
                </c:pt>
                <c:pt idx="630">
                  <c:v>63.421733</c:v>
                </c:pt>
                <c:pt idx="631">
                  <c:v>62.690050</c:v>
                </c:pt>
                <c:pt idx="632">
                  <c:v>61.525503</c:v>
                </c:pt>
                <c:pt idx="633">
                  <c:v>60.671501</c:v>
                </c:pt>
                <c:pt idx="634">
                  <c:v>59.983135</c:v>
                </c:pt>
                <c:pt idx="635">
                  <c:v>59.491906</c:v>
                </c:pt>
                <c:pt idx="636">
                  <c:v>58.379102</c:v>
                </c:pt>
                <c:pt idx="637">
                  <c:v>57.151031</c:v>
                </c:pt>
                <c:pt idx="638">
                  <c:v>56.308810</c:v>
                </c:pt>
                <c:pt idx="639">
                  <c:v>55.610082</c:v>
                </c:pt>
                <c:pt idx="640">
                  <c:v>55.610082</c:v>
                </c:pt>
                <c:pt idx="641">
                  <c:v>54.476478</c:v>
                </c:pt>
                <c:pt idx="642">
                  <c:v>53.342874</c:v>
                </c:pt>
                <c:pt idx="643">
                  <c:v>52.209270</c:v>
                </c:pt>
                <c:pt idx="644">
                  <c:v>51.680255</c:v>
                </c:pt>
                <c:pt idx="645">
                  <c:v>50.67098</c:v>
                </c:pt>
                <c:pt idx="646">
                  <c:v>49.506433</c:v>
                </c:pt>
                <c:pt idx="647">
                  <c:v>48.341886</c:v>
                </c:pt>
                <c:pt idx="648">
                  <c:v>47.798430</c:v>
                </c:pt>
                <c:pt idx="649">
                  <c:v>47.711101</c:v>
                </c:pt>
                <c:pt idx="650">
                  <c:v>46.401158</c:v>
                </c:pt>
                <c:pt idx="651">
                  <c:v>45.091216</c:v>
                </c:pt>
                <c:pt idx="652">
                  <c:v>43.868603</c:v>
                </c:pt>
                <c:pt idx="653">
                  <c:v>43.868603</c:v>
                </c:pt>
                <c:pt idx="654">
                  <c:v>43.868603</c:v>
                </c:pt>
                <c:pt idx="655">
                  <c:v>42.509965</c:v>
                </c:pt>
                <c:pt idx="656">
                  <c:v>41.054280</c:v>
                </c:pt>
                <c:pt idx="657">
                  <c:v>39.986779</c:v>
                </c:pt>
                <c:pt idx="658">
                  <c:v>39.425375</c:v>
                </c:pt>
                <c:pt idx="659">
                  <c:v>38.021865</c:v>
                </c:pt>
                <c:pt idx="660">
                  <c:v>36.618356</c:v>
                </c:pt>
                <c:pt idx="661">
                  <c:v>36.056952</c:v>
                </c:pt>
                <c:pt idx="662">
                  <c:v>34.728959</c:v>
                </c:pt>
                <c:pt idx="663">
                  <c:v>33.196660</c:v>
                </c:pt>
                <c:pt idx="664">
                  <c:v>32.175127</c:v>
                </c:pt>
                <c:pt idx="665">
                  <c:v>31.495810</c:v>
                </c:pt>
                <c:pt idx="666">
                  <c:v>30.040129</c:v>
                </c:pt>
                <c:pt idx="667">
                  <c:v>28.584448</c:v>
                </c:pt>
                <c:pt idx="668">
                  <c:v>28.293312</c:v>
                </c:pt>
                <c:pt idx="669">
                  <c:v>26.281593</c:v>
                </c:pt>
                <c:pt idx="670">
                  <c:v>26.281593</c:v>
                </c:pt>
                <c:pt idx="671">
                  <c:v>26.281593</c:v>
                </c:pt>
                <c:pt idx="672">
                  <c:v>26.281593</c:v>
                </c:pt>
                <c:pt idx="673">
                  <c:v>26.281593</c:v>
                </c:pt>
                <c:pt idx="674">
                  <c:v>30.546847</c:v>
                </c:pt>
                <c:pt idx="675">
                  <c:v>30.546847</c:v>
                </c:pt>
                <c:pt idx="676">
                  <c:v>30.546847</c:v>
                </c:pt>
                <c:pt idx="677">
                  <c:v>30.546847</c:v>
                </c:pt>
                <c:pt idx="678">
                  <c:v>35.085064</c:v>
                </c:pt>
                <c:pt idx="679">
                  <c:v>36.944372</c:v>
                </c:pt>
                <c:pt idx="680">
                  <c:v>37.627142</c:v>
                </c:pt>
                <c:pt idx="681">
                  <c:v>42.165358</c:v>
                </c:pt>
                <c:pt idx="682">
                  <c:v>42.320893</c:v>
                </c:pt>
                <c:pt idx="683">
                  <c:v>45.963344</c:v>
                </c:pt>
                <c:pt idx="684">
                  <c:v>48.232452</c:v>
                </c:pt>
                <c:pt idx="685">
                  <c:v>48.232452</c:v>
                </c:pt>
                <c:pt idx="686">
                  <c:v>48.232452</c:v>
                </c:pt>
                <c:pt idx="687">
                  <c:v>48.232452</c:v>
                </c:pt>
                <c:pt idx="688">
                  <c:v>48.232452</c:v>
                </c:pt>
                <c:pt idx="689">
                  <c:v>52.770669</c:v>
                </c:pt>
                <c:pt idx="690">
                  <c:v>52.770701</c:v>
                </c:pt>
                <c:pt idx="691">
                  <c:v>59.578025</c:v>
                </c:pt>
                <c:pt idx="692">
                  <c:v>66.385350</c:v>
                </c:pt>
                <c:pt idx="693">
                  <c:v>66.742010</c:v>
                </c:pt>
                <c:pt idx="694">
                  <c:v>73.549335</c:v>
                </c:pt>
                <c:pt idx="695">
                  <c:v>79.999968</c:v>
                </c:pt>
                <c:pt idx="696">
                  <c:v>85.461783</c:v>
                </c:pt>
                <c:pt idx="697">
                  <c:v>90</c:v>
                </c:pt>
              </c:numCache>
            </c:numRef>
          </c:yVal>
          <c:smooth val="0"/>
          <c:extLst>
            <c:ext xmlns:c16="http://schemas.microsoft.com/office/drawing/2014/chart" uri="{C3380CC4-5D6E-409C-BE32-E72D297353CC}">
              <c16:uniqueId val="{00000000-7B9B-4543-B5BE-3031B49CFBE9}"/>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c:v>
                </c:pt>
                <c:pt idx="1">
                  <c:v>61.435662</c:v>
                </c:pt>
                <c:pt idx="2">
                  <c:v>62.721312</c:v>
                </c:pt>
                <c:pt idx="3">
                  <c:v>63.150534</c:v>
                </c:pt>
                <c:pt idx="4">
                  <c:v>63.150534</c:v>
                </c:pt>
                <c:pt idx="5">
                  <c:v>63.150534</c:v>
                </c:pt>
                <c:pt idx="6">
                  <c:v>63.150534</c:v>
                </c:pt>
                <c:pt idx="7">
                  <c:v>64.308679</c:v>
                </c:pt>
                <c:pt idx="8">
                  <c:v>64.308679</c:v>
                </c:pt>
                <c:pt idx="9">
                  <c:v>64.308679</c:v>
                </c:pt>
                <c:pt idx="10">
                  <c:v>66.720250</c:v>
                </c:pt>
                <c:pt idx="11">
                  <c:v>66.722759</c:v>
                </c:pt>
                <c:pt idx="12">
                  <c:v>68.876846</c:v>
                </c:pt>
                <c:pt idx="13">
                  <c:v>68.876846</c:v>
                </c:pt>
                <c:pt idx="14">
                  <c:v>68.876846</c:v>
                </c:pt>
                <c:pt idx="15">
                  <c:v>68.876846</c:v>
                </c:pt>
                <c:pt idx="16">
                  <c:v>68.876846</c:v>
                </c:pt>
                <c:pt idx="17">
                  <c:v>68.876846</c:v>
                </c:pt>
                <c:pt idx="18">
                  <c:v>70.169159</c:v>
                </c:pt>
                <c:pt idx="19">
                  <c:v>70.833969</c:v>
                </c:pt>
                <c:pt idx="20">
                  <c:v>70.928721</c:v>
                </c:pt>
                <c:pt idx="21">
                  <c:v>71.126258</c:v>
                </c:pt>
                <c:pt idx="22">
                  <c:v>73.997300</c:v>
                </c:pt>
                <c:pt idx="23">
                  <c:v>76.033054</c:v>
                </c:pt>
                <c:pt idx="24">
                  <c:v>79.275197</c:v>
                </c:pt>
                <c:pt idx="25">
                  <c:v>80.897731</c:v>
                </c:pt>
                <c:pt idx="26">
                  <c:v>81.184918</c:v>
                </c:pt>
                <c:pt idx="27">
                  <c:v>80.661042</c:v>
                </c:pt>
                <c:pt idx="28">
                  <c:v>79.959287</c:v>
                </c:pt>
                <c:pt idx="29">
                  <c:v>78.373772</c:v>
                </c:pt>
                <c:pt idx="30">
                  <c:v>77.428041</c:v>
                </c:pt>
                <c:pt idx="31">
                  <c:v>77.014911</c:v>
                </c:pt>
                <c:pt idx="32">
                  <c:v>75.972001</c:v>
                </c:pt>
                <c:pt idx="33">
                  <c:v>75.755926</c:v>
                </c:pt>
                <c:pt idx="34">
                  <c:v>75.755926</c:v>
                </c:pt>
                <c:pt idx="35">
                  <c:v>75.399061</c:v>
                </c:pt>
                <c:pt idx="36">
                  <c:v>74.252256</c:v>
                </c:pt>
                <c:pt idx="37">
                  <c:v>73.105450</c:v>
                </c:pt>
                <c:pt idx="38">
                  <c:v>72.570274</c:v>
                </c:pt>
                <c:pt idx="39">
                  <c:v>72.384479</c:v>
                </c:pt>
                <c:pt idx="40">
                  <c:v>71.387952</c:v>
                </c:pt>
                <c:pt idx="41">
                  <c:v>70.656110</c:v>
                </c:pt>
                <c:pt idx="42">
                  <c:v>70.118072</c:v>
                </c:pt>
                <c:pt idx="43">
                  <c:v>69.233726</c:v>
                </c:pt>
                <c:pt idx="44">
                  <c:v>68.592988</c:v>
                </c:pt>
                <c:pt idx="45">
                  <c:v>68.261915</c:v>
                </c:pt>
                <c:pt idx="46">
                  <c:v>67.797538</c:v>
                </c:pt>
                <c:pt idx="47">
                  <c:v>67.672118</c:v>
                </c:pt>
                <c:pt idx="48">
                  <c:v>66.462744</c:v>
                </c:pt>
                <c:pt idx="49">
                  <c:v>65.253370</c:v>
                </c:pt>
                <c:pt idx="50">
                  <c:v>64.221610</c:v>
                </c:pt>
                <c:pt idx="51">
                  <c:v>63.766292</c:v>
                </c:pt>
                <c:pt idx="52">
                  <c:v>63.186014</c:v>
                </c:pt>
                <c:pt idx="53">
                  <c:v>63.291491</c:v>
                </c:pt>
                <c:pt idx="54">
                  <c:v>62.898490</c:v>
                </c:pt>
                <c:pt idx="55">
                  <c:v>62.279050</c:v>
                </c:pt>
                <c:pt idx="56">
                  <c:v>61.659609</c:v>
                </c:pt>
                <c:pt idx="57">
                  <c:v>61.040169</c:v>
                </c:pt>
                <c:pt idx="58">
                  <c:v>60.590683</c:v>
                </c:pt>
                <c:pt idx="59">
                  <c:v>59.867625</c:v>
                </c:pt>
                <c:pt idx="60">
                  <c:v>58.685453</c:v>
                </c:pt>
                <c:pt idx="61">
                  <c:v>57.503280</c:v>
                </c:pt>
                <c:pt idx="62">
                  <c:v>56.974682</c:v>
                </c:pt>
                <c:pt idx="63">
                  <c:v>56.144068</c:v>
                </c:pt>
                <c:pt idx="64">
                  <c:v>55.014600</c:v>
                </c:pt>
                <c:pt idx="65">
                  <c:v>55.835944</c:v>
                </c:pt>
                <c:pt idx="66">
                  <c:v>57.188270</c:v>
                </c:pt>
                <c:pt idx="67">
                  <c:v>56.641076</c:v>
                </c:pt>
                <c:pt idx="68">
                  <c:v>55.546853</c:v>
                </c:pt>
                <c:pt idx="69">
                  <c:v>54.960750</c:v>
                </c:pt>
                <c:pt idx="70">
                  <c:v>53.944838</c:v>
                </c:pt>
                <c:pt idx="71">
                  <c:v>53.241514</c:v>
                </c:pt>
                <c:pt idx="72">
                  <c:v>52.655410</c:v>
                </c:pt>
                <c:pt idx="73">
                  <c:v>51.946735</c:v>
                </c:pt>
                <c:pt idx="74">
                  <c:v>50.961786</c:v>
                </c:pt>
                <c:pt idx="75">
                  <c:v>49.867399</c:v>
                </c:pt>
                <c:pt idx="76">
                  <c:v>49.028369</c:v>
                </c:pt>
                <c:pt idx="77">
                  <c:v>48.651725</c:v>
                </c:pt>
                <c:pt idx="78">
                  <c:v>47.351989</c:v>
                </c:pt>
                <c:pt idx="79">
                  <c:v>46.627072</c:v>
                </c:pt>
                <c:pt idx="80">
                  <c:v>45.785847</c:v>
                </c:pt>
                <c:pt idx="81">
                  <c:v>45.254288</c:v>
                </c:pt>
                <c:pt idx="82">
                  <c:v>44.447653</c:v>
                </c:pt>
                <c:pt idx="83">
                  <c:v>42.996151</c:v>
                </c:pt>
                <c:pt idx="84">
                  <c:v>42.613634</c:v>
                </c:pt>
                <c:pt idx="85">
                  <c:v>42.088932</c:v>
                </c:pt>
                <c:pt idx="86">
                  <c:v>41.695705</c:v>
                </c:pt>
                <c:pt idx="87">
                  <c:v>44.443492</c:v>
                </c:pt>
                <c:pt idx="88">
                  <c:v>44.300962</c:v>
                </c:pt>
                <c:pt idx="89">
                  <c:v>44.869022</c:v>
                </c:pt>
                <c:pt idx="90">
                  <c:v>47.600812</c:v>
                </c:pt>
                <c:pt idx="91">
                  <c:v>49.377214</c:v>
                </c:pt>
                <c:pt idx="92">
                  <c:v>48.937150</c:v>
                </c:pt>
                <c:pt idx="93">
                  <c:v>52.703426</c:v>
                </c:pt>
                <c:pt idx="94">
                  <c:v>56.107088</c:v>
                </c:pt>
                <c:pt idx="95">
                  <c:v>58.479085</c:v>
                </c:pt>
                <c:pt idx="96">
                  <c:v>60.748193</c:v>
                </c:pt>
                <c:pt idx="97">
                  <c:v>62.914413</c:v>
                </c:pt>
                <c:pt idx="98">
                  <c:v>66.230103</c:v>
                </c:pt>
                <c:pt idx="99">
                  <c:v>68.499212</c:v>
                </c:pt>
                <c:pt idx="100">
                  <c:v>70.493679</c:v>
                </c:pt>
                <c:pt idx="101">
                  <c:v>70.493679</c:v>
                </c:pt>
                <c:pt idx="102">
                  <c:v>71.628233</c:v>
                </c:pt>
                <c:pt idx="103">
                  <c:v>73.458363</c:v>
                </c:pt>
                <c:pt idx="104">
                  <c:v>75.461752</c:v>
                </c:pt>
                <c:pt idx="105">
                  <c:v>75.461752</c:v>
                </c:pt>
                <c:pt idx="106">
                  <c:v>75.461759</c:v>
                </c:pt>
                <c:pt idx="107">
                  <c:v>75.461759</c:v>
                </c:pt>
                <c:pt idx="108">
                  <c:v>75.461759</c:v>
                </c:pt>
                <c:pt idx="109">
                  <c:v>78.192663</c:v>
                </c:pt>
                <c:pt idx="110">
                  <c:v>81.134519</c:v>
                </c:pt>
                <c:pt idx="111">
                  <c:v>81.492862</c:v>
                </c:pt>
                <c:pt idx="112">
                  <c:v>84.223770</c:v>
                </c:pt>
                <c:pt idx="113">
                  <c:v>85.461783</c:v>
                </c:pt>
                <c:pt idx="114">
                  <c:v>86.596322</c:v>
                </c:pt>
                <c:pt idx="115">
                  <c:v>87.838004</c:v>
                </c:pt>
                <c:pt idx="116">
                  <c:v>88.972535</c:v>
                </c:pt>
                <c:pt idx="117">
                  <c:v>89.999984</c:v>
                </c:pt>
                <c:pt idx="118">
                  <c:v>90</c:v>
                </c:pt>
                <c:pt idx="119">
                  <c:v>90</c:v>
                </c:pt>
                <c:pt idx="120">
                  <c:v>90</c:v>
                </c:pt>
                <c:pt idx="121">
                  <c:v>90</c:v>
                </c:pt>
                <c:pt idx="122">
                  <c:v>89.020001</c:v>
                </c:pt>
                <c:pt idx="123">
                  <c:v>87.800254</c:v>
                </c:pt>
                <c:pt idx="124">
                  <c:v>87.188522</c:v>
                </c:pt>
                <c:pt idx="125">
                  <c:v>85.644426</c:v>
                </c:pt>
                <c:pt idx="126">
                  <c:v>84.372170</c:v>
                </c:pt>
                <c:pt idx="127">
                  <c:v>83.880285</c:v>
                </c:pt>
                <c:pt idx="128">
                  <c:v>83.014012</c:v>
                </c:pt>
                <c:pt idx="129">
                  <c:v>81.998774</c:v>
                </c:pt>
                <c:pt idx="130">
                  <c:v>81.774097</c:v>
                </c:pt>
                <c:pt idx="131">
                  <c:v>81.171578</c:v>
                </c:pt>
                <c:pt idx="132">
                  <c:v>80.042518</c:v>
                </c:pt>
                <c:pt idx="133">
                  <c:v>79.462858</c:v>
                </c:pt>
                <c:pt idx="134">
                  <c:v>79.057833</c:v>
                </c:pt>
                <c:pt idx="135">
                  <c:v>78.015739</c:v>
                </c:pt>
                <c:pt idx="136">
                  <c:v>77.393839</c:v>
                </c:pt>
                <c:pt idx="137">
                  <c:v>77.092835</c:v>
                </c:pt>
                <c:pt idx="138">
                  <c:v>76.652378</c:v>
                </c:pt>
                <c:pt idx="139">
                  <c:v>76.639004</c:v>
                </c:pt>
                <c:pt idx="140">
                  <c:v>76.436780</c:v>
                </c:pt>
                <c:pt idx="141">
                  <c:v>75.830109</c:v>
                </c:pt>
                <c:pt idx="142">
                  <c:v>74.983818</c:v>
                </c:pt>
                <c:pt idx="143">
                  <c:v>74.265411</c:v>
                </c:pt>
                <c:pt idx="144">
                  <c:v>73.601160</c:v>
                </c:pt>
                <c:pt idx="145">
                  <c:v>72.459764</c:v>
                </c:pt>
                <c:pt idx="146">
                  <c:v>72.069028</c:v>
                </c:pt>
                <c:pt idx="147">
                  <c:v>71.681433</c:v>
                </c:pt>
                <c:pt idx="148">
                  <c:v>71.266818</c:v>
                </c:pt>
                <c:pt idx="149">
                  <c:v>70.647378</c:v>
                </c:pt>
                <c:pt idx="150">
                  <c:v>70.262821</c:v>
                </c:pt>
                <c:pt idx="151">
                  <c:v>69.703226</c:v>
                </c:pt>
                <c:pt idx="152">
                  <c:v>68.609443</c:v>
                </c:pt>
                <c:pt idx="153">
                  <c:v>68.378821</c:v>
                </c:pt>
                <c:pt idx="154">
                  <c:v>68.003182</c:v>
                </c:pt>
                <c:pt idx="155">
                  <c:v>67.377118</c:v>
                </c:pt>
                <c:pt idx="156">
                  <c:v>66.751053</c:v>
                </c:pt>
                <c:pt idx="157">
                  <c:v>66.542365</c:v>
                </c:pt>
                <c:pt idx="158">
                  <c:v>65.995171</c:v>
                </c:pt>
                <c:pt idx="159">
                  <c:v>65.472704</c:v>
                </c:pt>
                <c:pt idx="160">
                  <c:v>64.925511</c:v>
                </c:pt>
                <c:pt idx="161">
                  <c:v>64.681906</c:v>
                </c:pt>
                <c:pt idx="162">
                  <c:v>64.525612</c:v>
                </c:pt>
                <c:pt idx="163">
                  <c:v>63.696340</c:v>
                </c:pt>
                <c:pt idx="164">
                  <c:v>62.622994</c:v>
                </c:pt>
                <c:pt idx="165">
                  <c:v>61.512115</c:v>
                </c:pt>
                <c:pt idx="166">
                  <c:v>60.803401</c:v>
                </c:pt>
                <c:pt idx="167">
                  <c:v>60.150945</c:v>
                </c:pt>
                <c:pt idx="168">
                  <c:v>59.021477</c:v>
                </c:pt>
                <c:pt idx="169">
                  <c:v>57.892010</c:v>
                </c:pt>
                <c:pt idx="170">
                  <c:v>57.273257</c:v>
                </c:pt>
                <c:pt idx="171">
                  <c:v>56.676041</c:v>
                </c:pt>
                <c:pt idx="172">
                  <c:v>55.588637</c:v>
                </c:pt>
                <c:pt idx="173">
                  <c:v>54.343858</c:v>
                </c:pt>
                <c:pt idx="174">
                  <c:v>53.453052</c:v>
                </c:pt>
                <c:pt idx="175">
                  <c:v>52.572931</c:v>
                </c:pt>
                <c:pt idx="176">
                  <c:v>51.606219</c:v>
                </c:pt>
                <c:pt idx="177">
                  <c:v>51.336883</c:v>
                </c:pt>
                <c:pt idx="178">
                  <c:v>50.673840</c:v>
                </c:pt>
                <c:pt idx="179">
                  <c:v>50.318061</c:v>
                </c:pt>
                <c:pt idx="180">
                  <c:v>49.653611</c:v>
                </c:pt>
                <c:pt idx="181">
                  <c:v>50.015415</c:v>
                </c:pt>
                <c:pt idx="182">
                  <c:v>49.782688</c:v>
                </c:pt>
                <c:pt idx="183">
                  <c:v>49.571399</c:v>
                </c:pt>
                <c:pt idx="184">
                  <c:v>48.343231</c:v>
                </c:pt>
                <c:pt idx="185">
                  <c:v>49.401443</c:v>
                </c:pt>
                <c:pt idx="186">
                  <c:v>51.936375</c:v>
                </c:pt>
                <c:pt idx="187">
                  <c:v>55.340038</c:v>
                </c:pt>
                <c:pt idx="188">
                  <c:v>58.743700</c:v>
                </c:pt>
                <c:pt idx="189">
                  <c:v>58.743700</c:v>
                </c:pt>
                <c:pt idx="190">
                  <c:v>58.743700</c:v>
                </c:pt>
                <c:pt idx="191">
                  <c:v>58.743700</c:v>
                </c:pt>
                <c:pt idx="192">
                  <c:v>58.883513</c:v>
                </c:pt>
                <c:pt idx="193">
                  <c:v>61.152625</c:v>
                </c:pt>
                <c:pt idx="194">
                  <c:v>65.039782</c:v>
                </c:pt>
                <c:pt idx="195">
                  <c:v>65.039782</c:v>
                </c:pt>
                <c:pt idx="196">
                  <c:v>65.039782</c:v>
                </c:pt>
                <c:pt idx="197">
                  <c:v>66.174336</c:v>
                </c:pt>
                <c:pt idx="198">
                  <c:v>68.443468</c:v>
                </c:pt>
                <c:pt idx="199">
                  <c:v>71.847130</c:v>
                </c:pt>
                <c:pt idx="200">
                  <c:v>71.847130</c:v>
                </c:pt>
                <c:pt idx="201">
                  <c:v>75.250792</c:v>
                </c:pt>
                <c:pt idx="202">
                  <c:v>78.170937</c:v>
                </c:pt>
                <c:pt idx="203">
                  <c:v>80.927991</c:v>
                </c:pt>
                <c:pt idx="204">
                  <c:v>80.927991</c:v>
                </c:pt>
                <c:pt idx="205">
                  <c:v>82.546066</c:v>
                </c:pt>
                <c:pt idx="206">
                  <c:v>86.134554</c:v>
                </c:pt>
                <c:pt idx="207">
                  <c:v>87.269108</c:v>
                </c:pt>
                <c:pt idx="208">
                  <c:v>88.403662</c:v>
                </c:pt>
                <c:pt idx="209">
                  <c:v>88.403662</c:v>
                </c:pt>
                <c:pt idx="210">
                  <c:v>89.345683</c:v>
                </c:pt>
                <c:pt idx="211">
                  <c:v>89.345683</c:v>
                </c:pt>
                <c:pt idx="212">
                  <c:v>89.345683</c:v>
                </c:pt>
                <c:pt idx="213">
                  <c:v>90</c:v>
                </c:pt>
                <c:pt idx="214">
                  <c:v>90</c:v>
                </c:pt>
                <c:pt idx="215">
                  <c:v>90</c:v>
                </c:pt>
                <c:pt idx="216">
                  <c:v>90</c:v>
                </c:pt>
                <c:pt idx="217">
                  <c:v>90</c:v>
                </c:pt>
                <c:pt idx="218">
                  <c:v>89.663033</c:v>
                </c:pt>
                <c:pt idx="219">
                  <c:v>87.979099</c:v>
                </c:pt>
                <c:pt idx="220">
                  <c:v>87.188522</c:v>
                </c:pt>
                <c:pt idx="221">
                  <c:v>87.106891</c:v>
                </c:pt>
                <c:pt idx="222">
                  <c:v>85.333182</c:v>
                </c:pt>
                <c:pt idx="223">
                  <c:v>84.242724</c:v>
                </c:pt>
                <c:pt idx="224">
                  <c:v>83.432323</c:v>
                </c:pt>
                <c:pt idx="225">
                  <c:v>82.246703</c:v>
                </c:pt>
                <c:pt idx="226">
                  <c:v>81.862394</c:v>
                </c:pt>
                <c:pt idx="227">
                  <c:v>81.367031</c:v>
                </c:pt>
                <c:pt idx="228">
                  <c:v>80.416373</c:v>
                </c:pt>
                <c:pt idx="229">
                  <c:v>80.009054</c:v>
                </c:pt>
                <c:pt idx="230">
                  <c:v>79.340111</c:v>
                </c:pt>
                <c:pt idx="231">
                  <c:v>78.930389</c:v>
                </c:pt>
                <c:pt idx="232">
                  <c:v>78.005596</c:v>
                </c:pt>
                <c:pt idx="233">
                  <c:v>77.092835</c:v>
                </c:pt>
                <c:pt idx="234">
                  <c:v>76.925165</c:v>
                </c:pt>
                <c:pt idx="235">
                  <c:v>76.035381</c:v>
                </c:pt>
                <c:pt idx="236">
                  <c:v>75.350563</c:v>
                </c:pt>
                <c:pt idx="237">
                  <c:v>74.376143</c:v>
                </c:pt>
                <c:pt idx="238">
                  <c:v>73.288572</c:v>
                </c:pt>
                <c:pt idx="239">
                  <c:v>72.540118</c:v>
                </c:pt>
                <c:pt idx="240">
                  <c:v>71.649053</c:v>
                </c:pt>
                <c:pt idx="241">
                  <c:v>70.876016</c:v>
                </c:pt>
                <c:pt idx="242">
                  <c:v>70.448190</c:v>
                </c:pt>
                <c:pt idx="243">
                  <c:v>70.448190</c:v>
                </c:pt>
                <c:pt idx="244">
                  <c:v>70.448190</c:v>
                </c:pt>
                <c:pt idx="245">
                  <c:v>70.448190</c:v>
                </c:pt>
                <c:pt idx="246">
                  <c:v>70.262821</c:v>
                </c:pt>
                <c:pt idx="247">
                  <c:v>69.319118</c:v>
                </c:pt>
                <c:pt idx="248">
                  <c:v>68.181617</c:v>
                </c:pt>
                <c:pt idx="249">
                  <c:v>67.044117</c:v>
                </c:pt>
                <c:pt idx="250">
                  <c:v>66.622819</c:v>
                </c:pt>
                <c:pt idx="251">
                  <c:v>66.455868</c:v>
                </c:pt>
                <c:pt idx="252">
                  <c:v>65.989378</c:v>
                </c:pt>
                <c:pt idx="253">
                  <c:v>65.989378</c:v>
                </c:pt>
                <c:pt idx="254">
                  <c:v>65.989378</c:v>
                </c:pt>
                <c:pt idx="255">
                  <c:v>65.989378</c:v>
                </c:pt>
                <c:pt idx="256">
                  <c:v>65.678832</c:v>
                </c:pt>
                <c:pt idx="257">
                  <c:v>65.096558</c:v>
                </c:pt>
                <c:pt idx="258">
                  <c:v>64.514285</c:v>
                </c:pt>
                <c:pt idx="259">
                  <c:v>64.048466</c:v>
                </c:pt>
                <c:pt idx="260">
                  <c:v>63.433880</c:v>
                </c:pt>
                <c:pt idx="261">
                  <c:v>62.360371</c:v>
                </c:pt>
                <c:pt idx="262">
                  <c:v>61.286861</c:v>
                </c:pt>
                <c:pt idx="263">
                  <c:v>60.468708</c:v>
                </c:pt>
                <c:pt idx="264">
                  <c:v>60.105873</c:v>
                </c:pt>
                <c:pt idx="265">
                  <c:v>59.519770</c:v>
                </c:pt>
                <c:pt idx="266">
                  <c:v>58.933667</c:v>
                </c:pt>
                <c:pt idx="267">
                  <c:v>58.206646</c:v>
                </c:pt>
                <c:pt idx="268">
                  <c:v>57.409737</c:v>
                </c:pt>
                <c:pt idx="269">
                  <c:v>56.122791</c:v>
                </c:pt>
                <c:pt idx="270">
                  <c:v>55.020693</c:v>
                </c:pt>
                <c:pt idx="271">
                  <c:v>54.224364</c:v>
                </c:pt>
                <c:pt idx="272">
                  <c:v>53.622860</c:v>
                </c:pt>
                <c:pt idx="273">
                  <c:v>53.021356</c:v>
                </c:pt>
                <c:pt idx="274">
                  <c:v>51.833300</c:v>
                </c:pt>
                <c:pt idx="275">
                  <c:v>50.783330</c:v>
                </c:pt>
                <c:pt idx="276">
                  <c:v>49.864517</c:v>
                </c:pt>
                <c:pt idx="277">
                  <c:v>48.682404</c:v>
                </c:pt>
                <c:pt idx="278">
                  <c:v>47.112866</c:v>
                </c:pt>
                <c:pt idx="279">
                  <c:v>46.609655</c:v>
                </c:pt>
                <c:pt idx="280">
                  <c:v>45.992783</c:v>
                </c:pt>
                <c:pt idx="281">
                  <c:v>45.320914</c:v>
                </c:pt>
                <c:pt idx="282">
                  <c:v>45.330421</c:v>
                </c:pt>
                <c:pt idx="283">
                  <c:v>45.218932</c:v>
                </c:pt>
                <c:pt idx="284">
                  <c:v>44.701595</c:v>
                </c:pt>
                <c:pt idx="285">
                  <c:v>44.450130</c:v>
                </c:pt>
                <c:pt idx="286">
                  <c:v>44.450130</c:v>
                </c:pt>
                <c:pt idx="287">
                  <c:v>44.450130</c:v>
                </c:pt>
                <c:pt idx="288">
                  <c:v>44.450130</c:v>
                </c:pt>
                <c:pt idx="289">
                  <c:v>44.450130</c:v>
                </c:pt>
                <c:pt idx="290">
                  <c:v>47.747168</c:v>
                </c:pt>
                <c:pt idx="291">
                  <c:v>48.622893</c:v>
                </c:pt>
                <c:pt idx="292">
                  <c:v>53.161110</c:v>
                </c:pt>
                <c:pt idx="293">
                  <c:v>58.833881</c:v>
                </c:pt>
                <c:pt idx="294">
                  <c:v>59.092709</c:v>
                </c:pt>
                <c:pt idx="295">
                  <c:v>61.268515</c:v>
                </c:pt>
                <c:pt idx="296">
                  <c:v>64.875148</c:v>
                </c:pt>
                <c:pt idx="297">
                  <c:v>67.308917</c:v>
                </c:pt>
                <c:pt idx="298">
                  <c:v>72.981688</c:v>
                </c:pt>
                <c:pt idx="299">
                  <c:v>76.385350</c:v>
                </c:pt>
                <c:pt idx="300">
                  <c:v>77.058105</c:v>
                </c:pt>
                <c:pt idx="301">
                  <c:v>77.519901</c:v>
                </c:pt>
                <c:pt idx="302">
                  <c:v>79.327229</c:v>
                </c:pt>
                <c:pt idx="303">
                  <c:v>79.789013</c:v>
                </c:pt>
                <c:pt idx="304">
                  <c:v>79.789013</c:v>
                </c:pt>
                <c:pt idx="305">
                  <c:v>82.730876</c:v>
                </c:pt>
                <c:pt idx="306">
                  <c:v>86.134538</c:v>
                </c:pt>
                <c:pt idx="307">
                  <c:v>86.596338</c:v>
                </c:pt>
                <c:pt idx="308">
                  <c:v>88.865446</c:v>
                </c:pt>
                <c:pt idx="309">
                  <c:v>90</c:v>
                </c:pt>
                <c:pt idx="310">
                  <c:v>90</c:v>
                </c:pt>
                <c:pt idx="311">
                  <c:v>90</c:v>
                </c:pt>
                <c:pt idx="312">
                  <c:v>90</c:v>
                </c:pt>
                <c:pt idx="313">
                  <c:v>90</c:v>
                </c:pt>
                <c:pt idx="314">
                  <c:v>90</c:v>
                </c:pt>
                <c:pt idx="315">
                  <c:v>88.083554</c:v>
                </c:pt>
                <c:pt idx="316">
                  <c:v>87.188522</c:v>
                </c:pt>
                <c:pt idx="317">
                  <c:v>87.106891</c:v>
                </c:pt>
                <c:pt idx="318">
                  <c:v>86.369297</c:v>
                </c:pt>
                <c:pt idx="319">
                  <c:v>84.382581</c:v>
                </c:pt>
                <c:pt idx="320">
                  <c:v>83.277429</c:v>
                </c:pt>
                <c:pt idx="321">
                  <c:v>82.574874</c:v>
                </c:pt>
                <c:pt idx="322">
                  <c:v>81.821578</c:v>
                </c:pt>
                <c:pt idx="323">
                  <c:v>81.367031</c:v>
                </c:pt>
                <c:pt idx="324">
                  <c:v>80.416373</c:v>
                </c:pt>
                <c:pt idx="325">
                  <c:v>79.983614</c:v>
                </c:pt>
                <c:pt idx="326">
                  <c:v>79.164664</c:v>
                </c:pt>
                <c:pt idx="327">
                  <c:v>78.488373</c:v>
                </c:pt>
                <c:pt idx="328">
                  <c:v>77.507444</c:v>
                </c:pt>
                <c:pt idx="329">
                  <c:v>76.881563</c:v>
                </c:pt>
                <c:pt idx="330">
                  <c:v>76.881563</c:v>
                </c:pt>
                <c:pt idx="331">
                  <c:v>76.517560</c:v>
                </c:pt>
                <c:pt idx="332">
                  <c:v>75.671378</c:v>
                </c:pt>
                <c:pt idx="333">
                  <c:v>75.277123</c:v>
                </c:pt>
                <c:pt idx="334">
                  <c:v>74.514935</c:v>
                </c:pt>
                <c:pt idx="335">
                  <c:v>73.483940</c:v>
                </c:pt>
                <c:pt idx="336">
                  <c:v>72.819689</c:v>
                </c:pt>
                <c:pt idx="337">
                  <c:v>72.069028</c:v>
                </c:pt>
                <c:pt idx="338">
                  <c:v>72.069028</c:v>
                </c:pt>
                <c:pt idx="339">
                  <c:v>71.651793</c:v>
                </c:pt>
                <c:pt idx="340">
                  <c:v>71.233385</c:v>
                </c:pt>
                <c:pt idx="341">
                  <c:v>70.505277</c:v>
                </c:pt>
                <c:pt idx="342">
                  <c:v>69.521344</c:v>
                </c:pt>
                <c:pt idx="343">
                  <c:v>69.294356</c:v>
                </c:pt>
                <c:pt idx="344">
                  <c:v>69.294356</c:v>
                </c:pt>
                <c:pt idx="345">
                  <c:v>69.119093</c:v>
                </c:pt>
                <c:pt idx="346">
                  <c:v>68.537700</c:v>
                </c:pt>
                <c:pt idx="347">
                  <c:v>67.956307</c:v>
                </c:pt>
                <c:pt idx="348">
                  <c:v>67.374913</c:v>
                </c:pt>
                <c:pt idx="349">
                  <c:v>67.258635</c:v>
                </c:pt>
                <c:pt idx="350">
                  <c:v>67.102341</c:v>
                </c:pt>
                <c:pt idx="351">
                  <c:v>66.800457</c:v>
                </c:pt>
                <c:pt idx="352">
                  <c:v>66.508621</c:v>
                </c:pt>
                <c:pt idx="353">
                  <c:v>65.961427</c:v>
                </c:pt>
                <c:pt idx="354">
                  <c:v>64.954032</c:v>
                </c:pt>
                <c:pt idx="355">
                  <c:v>64.128920</c:v>
                </c:pt>
                <c:pt idx="356">
                  <c:v>63.857192</c:v>
                </c:pt>
                <c:pt idx="357">
                  <c:v>62.806036</c:v>
                </c:pt>
                <c:pt idx="358">
                  <c:v>61.637659</c:v>
                </c:pt>
                <c:pt idx="359">
                  <c:v>60.575287</c:v>
                </c:pt>
                <c:pt idx="360">
                  <c:v>60.105937</c:v>
                </c:pt>
                <c:pt idx="361">
                  <c:v>59.105386</c:v>
                </c:pt>
                <c:pt idx="362">
                  <c:v>58.031876</c:v>
                </c:pt>
                <c:pt idx="363">
                  <c:v>56.958367</c:v>
                </c:pt>
                <c:pt idx="364">
                  <c:v>56.526179</c:v>
                </c:pt>
                <c:pt idx="365">
                  <c:v>55.877093</c:v>
                </c:pt>
                <c:pt idx="366">
                  <c:v>54.458993</c:v>
                </c:pt>
                <c:pt idx="367">
                  <c:v>53.645168</c:v>
                </c:pt>
                <c:pt idx="368">
                  <c:v>52.777544</c:v>
                </c:pt>
                <c:pt idx="369">
                  <c:v>52.123788</c:v>
                </c:pt>
                <c:pt idx="370">
                  <c:v>51.522284</c:v>
                </c:pt>
                <c:pt idx="371">
                  <c:v>49.366458</c:v>
                </c:pt>
                <c:pt idx="372">
                  <c:v>49.366458</c:v>
                </c:pt>
                <c:pt idx="373">
                  <c:v>48.702462</c:v>
                </c:pt>
                <c:pt idx="374">
                  <c:v>47.936312</c:v>
                </c:pt>
                <c:pt idx="375">
                  <c:v>46.763873</c:v>
                </c:pt>
                <c:pt idx="376">
                  <c:v>45.715127</c:v>
                </c:pt>
                <c:pt idx="377">
                  <c:v>47.322562</c:v>
                </c:pt>
                <c:pt idx="378">
                  <c:v>53.880757</c:v>
                </c:pt>
                <c:pt idx="379">
                  <c:v>58.470864</c:v>
                </c:pt>
                <c:pt idx="380">
                  <c:v>58.470867</c:v>
                </c:pt>
                <c:pt idx="381">
                  <c:v>58.470867</c:v>
                </c:pt>
                <c:pt idx="382">
                  <c:v>59.240811</c:v>
                </c:pt>
                <c:pt idx="383">
                  <c:v>59.240811</c:v>
                </c:pt>
                <c:pt idx="384">
                  <c:v>63.540644</c:v>
                </c:pt>
                <c:pt idx="385">
                  <c:v>63.540644</c:v>
                </c:pt>
                <c:pt idx="386">
                  <c:v>66.061608</c:v>
                </c:pt>
                <c:pt idx="387">
                  <c:v>68.330716</c:v>
                </c:pt>
                <c:pt idx="388">
                  <c:v>70.489167</c:v>
                </c:pt>
                <c:pt idx="389">
                  <c:v>70.489167</c:v>
                </c:pt>
                <c:pt idx="390">
                  <c:v>70.489167</c:v>
                </c:pt>
                <c:pt idx="391">
                  <c:v>72.000210</c:v>
                </c:pt>
                <c:pt idx="392">
                  <c:v>73.134764</c:v>
                </c:pt>
                <c:pt idx="393">
                  <c:v>75.403872</c:v>
                </c:pt>
                <c:pt idx="394">
                  <c:v>79.437870</c:v>
                </c:pt>
                <c:pt idx="395">
                  <c:v>80.461768</c:v>
                </c:pt>
                <c:pt idx="396">
                  <c:v>80.461768</c:v>
                </c:pt>
                <c:pt idx="397">
                  <c:v>80.461768</c:v>
                </c:pt>
                <c:pt idx="398">
                  <c:v>80.461768</c:v>
                </c:pt>
                <c:pt idx="399">
                  <c:v>80.461768</c:v>
                </c:pt>
                <c:pt idx="400">
                  <c:v>81.161954</c:v>
                </c:pt>
                <c:pt idx="401">
                  <c:v>84.327226</c:v>
                </c:pt>
                <c:pt idx="402">
                  <c:v>85.461783</c:v>
                </c:pt>
                <c:pt idx="403">
                  <c:v>86.596341</c:v>
                </c:pt>
                <c:pt idx="404">
                  <c:v>89.416823</c:v>
                </c:pt>
                <c:pt idx="405">
                  <c:v>90</c:v>
                </c:pt>
                <c:pt idx="406">
                  <c:v>90</c:v>
                </c:pt>
                <c:pt idx="407">
                  <c:v>90</c:v>
                </c:pt>
                <c:pt idx="408">
                  <c:v>90</c:v>
                </c:pt>
                <c:pt idx="409">
                  <c:v>90</c:v>
                </c:pt>
                <c:pt idx="410">
                  <c:v>90</c:v>
                </c:pt>
                <c:pt idx="411">
                  <c:v>88.083554</c:v>
                </c:pt>
                <c:pt idx="412">
                  <c:v>87.188522</c:v>
                </c:pt>
                <c:pt idx="413">
                  <c:v>86.382689</c:v>
                </c:pt>
                <c:pt idx="414">
                  <c:v>85.107817</c:v>
                </c:pt>
                <c:pt idx="415">
                  <c:v>84.061072</c:v>
                </c:pt>
                <c:pt idx="416">
                  <c:v>83.118468</c:v>
                </c:pt>
                <c:pt idx="417">
                  <c:v>81.998774</c:v>
                </c:pt>
                <c:pt idx="418">
                  <c:v>81.746737</c:v>
                </c:pt>
                <c:pt idx="419">
                  <c:v>81.037499</c:v>
                </c:pt>
                <c:pt idx="420">
                  <c:v>79.881021</c:v>
                </c:pt>
                <c:pt idx="421">
                  <c:v>80.009054</c:v>
                </c:pt>
                <c:pt idx="422">
                  <c:v>79.164664</c:v>
                </c:pt>
                <c:pt idx="423">
                  <c:v>78.476418</c:v>
                </c:pt>
                <c:pt idx="424">
                  <c:v>77.780231</c:v>
                </c:pt>
                <c:pt idx="425">
                  <c:v>76.880344</c:v>
                </c:pt>
                <c:pt idx="426">
                  <c:v>76.109137</c:v>
                </c:pt>
                <c:pt idx="427">
                  <c:v>75.155061</c:v>
                </c:pt>
                <c:pt idx="428">
                  <c:v>74.568957</c:v>
                </c:pt>
                <c:pt idx="429">
                  <c:v>73.619023</c:v>
                </c:pt>
                <c:pt idx="430">
                  <c:v>72.786221</c:v>
                </c:pt>
                <c:pt idx="431">
                  <c:v>72.180192</c:v>
                </c:pt>
                <c:pt idx="432">
                  <c:v>71.875230</c:v>
                </c:pt>
                <c:pt idx="433">
                  <c:v>71.651206</c:v>
                </c:pt>
                <c:pt idx="434">
                  <c:v>71.568279</c:v>
                </c:pt>
                <c:pt idx="435">
                  <c:v>70.986005</c:v>
                </c:pt>
                <c:pt idx="436">
                  <c:v>70.356515</c:v>
                </c:pt>
                <c:pt idx="437">
                  <c:v>70.090821</c:v>
                </c:pt>
                <c:pt idx="438">
                  <c:v>69.509428</c:v>
                </c:pt>
                <c:pt idx="439">
                  <c:v>69.005554</c:v>
                </c:pt>
                <c:pt idx="440">
                  <c:v>68.534717</c:v>
                </c:pt>
                <c:pt idx="441">
                  <c:v>67.368997</c:v>
                </c:pt>
                <c:pt idx="442">
                  <c:v>66.432855</c:v>
                </c:pt>
                <c:pt idx="443">
                  <c:v>65.639840</c:v>
                </c:pt>
                <c:pt idx="444">
                  <c:v>65.013775</c:v>
                </c:pt>
                <c:pt idx="445">
                  <c:v>64.387710</c:v>
                </c:pt>
                <c:pt idx="446">
                  <c:v>63.970334</c:v>
                </c:pt>
                <c:pt idx="447">
                  <c:v>63.605538</c:v>
                </c:pt>
                <c:pt idx="448">
                  <c:v>63.058344</c:v>
                </c:pt>
                <c:pt idx="449">
                  <c:v>62.511151</c:v>
                </c:pt>
                <c:pt idx="450">
                  <c:v>61.728945</c:v>
                </c:pt>
                <c:pt idx="451">
                  <c:v>61.489723</c:v>
                </c:pt>
                <c:pt idx="452">
                  <c:v>60.395500</c:v>
                </c:pt>
                <c:pt idx="453">
                  <c:v>59.262203</c:v>
                </c:pt>
                <c:pt idx="454">
                  <c:v>58.323866</c:v>
                </c:pt>
                <c:pt idx="455">
                  <c:v>57.878329</c:v>
                </c:pt>
                <c:pt idx="456">
                  <c:v>57.008743</c:v>
                </c:pt>
                <c:pt idx="457">
                  <c:v>55.875446</c:v>
                </c:pt>
                <c:pt idx="458">
                  <c:v>55.373488</c:v>
                </c:pt>
                <c:pt idx="459">
                  <c:v>54.875336</c:v>
                </c:pt>
                <c:pt idx="460">
                  <c:v>54.185961</c:v>
                </c:pt>
                <c:pt idx="461">
                  <c:v>52.998435</c:v>
                </c:pt>
                <c:pt idx="462">
                  <c:v>52.087998</c:v>
                </c:pt>
                <c:pt idx="463">
                  <c:v>51.120965</c:v>
                </c:pt>
                <c:pt idx="464">
                  <c:v>50.396048</c:v>
                </c:pt>
                <c:pt idx="465">
                  <c:v>49.816115</c:v>
                </c:pt>
                <c:pt idx="466">
                  <c:v>49.461742</c:v>
                </c:pt>
                <c:pt idx="467">
                  <c:v>48.617998</c:v>
                </c:pt>
                <c:pt idx="468">
                  <c:v>47.830945</c:v>
                </c:pt>
                <c:pt idx="469">
                  <c:v>48.916884</c:v>
                </c:pt>
                <c:pt idx="470">
                  <c:v>48.642865</c:v>
                </c:pt>
                <c:pt idx="471">
                  <c:v>48.636902</c:v>
                </c:pt>
                <c:pt idx="472">
                  <c:v>47.408734</c:v>
                </c:pt>
                <c:pt idx="473">
                  <c:v>46.537180</c:v>
                </c:pt>
                <c:pt idx="474">
                  <c:v>45.875507</c:v>
                </c:pt>
                <c:pt idx="475">
                  <c:v>44.127405</c:v>
                </c:pt>
                <c:pt idx="476">
                  <c:v>49.081310</c:v>
                </c:pt>
                <c:pt idx="477">
                  <c:v>55.888634</c:v>
                </c:pt>
                <c:pt idx="478">
                  <c:v>60.039789</c:v>
                </c:pt>
                <c:pt idx="479">
                  <c:v>63.443452</c:v>
                </c:pt>
                <c:pt idx="480">
                  <c:v>68.497458</c:v>
                </c:pt>
                <c:pt idx="481">
                  <c:v>68.497458</c:v>
                </c:pt>
                <c:pt idx="482">
                  <c:v>70.670228</c:v>
                </c:pt>
                <c:pt idx="483">
                  <c:v>72.573871</c:v>
                </c:pt>
                <c:pt idx="484">
                  <c:v>72.584968</c:v>
                </c:pt>
                <c:pt idx="485">
                  <c:v>72.584968</c:v>
                </c:pt>
                <c:pt idx="486">
                  <c:v>72.584968</c:v>
                </c:pt>
                <c:pt idx="487">
                  <c:v>72.584968</c:v>
                </c:pt>
                <c:pt idx="488">
                  <c:v>72.584980</c:v>
                </c:pt>
                <c:pt idx="489">
                  <c:v>72.584980</c:v>
                </c:pt>
                <c:pt idx="490">
                  <c:v>74.500664</c:v>
                </c:pt>
                <c:pt idx="491">
                  <c:v>76.097013</c:v>
                </c:pt>
                <c:pt idx="492">
                  <c:v>76.097013</c:v>
                </c:pt>
                <c:pt idx="493">
                  <c:v>78.192663</c:v>
                </c:pt>
                <c:pt idx="494">
                  <c:v>84.392317</c:v>
                </c:pt>
                <c:pt idx="495">
                  <c:v>88.930533</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88.391446</c:v>
                </c:pt>
                <c:pt idx="509">
                  <c:v>87.822234</c:v>
                </c:pt>
                <c:pt idx="510">
                  <c:v>87.188522</c:v>
                </c:pt>
                <c:pt idx="511">
                  <c:v>87.188522</c:v>
                </c:pt>
                <c:pt idx="512">
                  <c:v>86.850795</c:v>
                </c:pt>
                <c:pt idx="513">
                  <c:v>86.043807</c:v>
                </c:pt>
                <c:pt idx="514">
                  <c:v>85.446959</c:v>
                </c:pt>
                <c:pt idx="515">
                  <c:v>84.826806</c:v>
                </c:pt>
                <c:pt idx="516">
                  <c:v>83.960617</c:v>
                </c:pt>
                <c:pt idx="517">
                  <c:v>83.340464</c:v>
                </c:pt>
                <c:pt idx="518">
                  <c:v>83.031316</c:v>
                </c:pt>
                <c:pt idx="519">
                  <c:v>83.031316</c:v>
                </c:pt>
                <c:pt idx="520">
                  <c:v>82.700754</c:v>
                </c:pt>
                <c:pt idx="521">
                  <c:v>82.326452</c:v>
                </c:pt>
                <c:pt idx="522">
                  <c:v>81.765357</c:v>
                </c:pt>
                <c:pt idx="523">
                  <c:v>80.823871</c:v>
                </c:pt>
                <c:pt idx="524">
                  <c:v>80.269457</c:v>
                </c:pt>
                <c:pt idx="525">
                  <c:v>79.718520</c:v>
                </c:pt>
                <c:pt idx="526">
                  <c:v>78.825223</c:v>
                </c:pt>
                <c:pt idx="527">
                  <c:v>78.443025</c:v>
                </c:pt>
                <c:pt idx="528">
                  <c:v>77.387024</c:v>
                </c:pt>
                <c:pt idx="529">
                  <c:v>76.631318</c:v>
                </c:pt>
                <c:pt idx="530">
                  <c:v>75.900624</c:v>
                </c:pt>
                <c:pt idx="531">
                  <c:v>74.771240</c:v>
                </c:pt>
                <c:pt idx="532">
                  <c:v>74.611735</c:v>
                </c:pt>
                <c:pt idx="533">
                  <c:v>74.051857</c:v>
                </c:pt>
                <c:pt idx="534">
                  <c:v>73.491978</c:v>
                </c:pt>
                <c:pt idx="535">
                  <c:v>73.348595</c:v>
                </c:pt>
                <c:pt idx="536">
                  <c:v>73.348595</c:v>
                </c:pt>
                <c:pt idx="537">
                  <c:v>73.228752</c:v>
                </c:pt>
                <c:pt idx="538">
                  <c:v>72.614716</c:v>
                </c:pt>
                <c:pt idx="539">
                  <c:v>72.283368</c:v>
                </c:pt>
                <c:pt idx="540">
                  <c:v>71.732431</c:v>
                </c:pt>
                <c:pt idx="541">
                  <c:v>71.218980</c:v>
                </c:pt>
                <c:pt idx="542">
                  <c:v>70.600760</c:v>
                </c:pt>
                <c:pt idx="543">
                  <c:v>69.534651</c:v>
                </c:pt>
                <c:pt idx="544">
                  <c:v>68.468542</c:v>
                </c:pt>
                <c:pt idx="545">
                  <c:v>67.915127</c:v>
                </c:pt>
                <c:pt idx="546">
                  <c:v>67.444717</c:v>
                </c:pt>
                <c:pt idx="547">
                  <c:v>66.953489</c:v>
                </c:pt>
                <c:pt idx="548">
                  <c:v>66.462260</c:v>
                </c:pt>
                <c:pt idx="549">
                  <c:v>65.555230</c:v>
                </c:pt>
                <c:pt idx="550">
                  <c:v>64.773490</c:v>
                </c:pt>
                <c:pt idx="551">
                  <c:v>63.843160</c:v>
                </c:pt>
                <c:pt idx="552">
                  <c:v>62.90213</c:v>
                </c:pt>
                <c:pt idx="553">
                  <c:v>62.342252</c:v>
                </c:pt>
                <c:pt idx="554">
                  <c:v>61.603358</c:v>
                </c:pt>
                <c:pt idx="555">
                  <c:v>60.759574</c:v>
                </c:pt>
                <c:pt idx="556">
                  <c:v>59.982308</c:v>
                </c:pt>
                <c:pt idx="557">
                  <c:v>59.544553</c:v>
                </c:pt>
                <c:pt idx="558">
                  <c:v>59.544553</c:v>
                </c:pt>
                <c:pt idx="559">
                  <c:v>58.962262</c:v>
                </c:pt>
                <c:pt idx="560">
                  <c:v>58.290387</c:v>
                </c:pt>
                <c:pt idx="561">
                  <c:v>57.708096</c:v>
                </c:pt>
                <c:pt idx="562">
                  <c:v>57.466457</c:v>
                </c:pt>
                <c:pt idx="563">
                  <c:v>56.387167</c:v>
                </c:pt>
                <c:pt idx="564">
                  <c:v>54.997800</c:v>
                </c:pt>
                <c:pt idx="565">
                  <c:v>54.238659</c:v>
                </c:pt>
                <c:pt idx="566">
                  <c:v>53.781625</c:v>
                </c:pt>
                <c:pt idx="567">
                  <c:v>52.883606</c:v>
                </c:pt>
                <c:pt idx="568">
                  <c:v>52.194936</c:v>
                </c:pt>
                <c:pt idx="569">
                  <c:v>51.965380</c:v>
                </c:pt>
                <c:pt idx="570">
                  <c:v>56.312579</c:v>
                </c:pt>
                <c:pt idx="571">
                  <c:v>56.376531</c:v>
                </c:pt>
                <c:pt idx="572">
                  <c:v>59.321170</c:v>
                </c:pt>
                <c:pt idx="573">
                  <c:v>58.849454</c:v>
                </c:pt>
                <c:pt idx="574">
                  <c:v>60.501592</c:v>
                </c:pt>
                <c:pt idx="575">
                  <c:v>60.579588</c:v>
                </c:pt>
                <c:pt idx="576">
                  <c:v>63.983251</c:v>
                </c:pt>
                <c:pt idx="577">
                  <c:v>63.983251</c:v>
                </c:pt>
                <c:pt idx="578">
                  <c:v>63.983251</c:v>
                </c:pt>
                <c:pt idx="579">
                  <c:v>63.983251</c:v>
                </c:pt>
                <c:pt idx="580">
                  <c:v>66.252359</c:v>
                </c:pt>
                <c:pt idx="581">
                  <c:v>67.308917</c:v>
                </c:pt>
                <c:pt idx="582">
                  <c:v>70.250780</c:v>
                </c:pt>
                <c:pt idx="583">
                  <c:v>75.867766</c:v>
                </c:pt>
                <c:pt idx="584">
                  <c:v>77.597904</c:v>
                </c:pt>
                <c:pt idx="585">
                  <c:v>77.597908</c:v>
                </c:pt>
                <c:pt idx="586">
                  <c:v>78.732458</c:v>
                </c:pt>
                <c:pt idx="587">
                  <c:v>78.732458</c:v>
                </c:pt>
                <c:pt idx="588">
                  <c:v>78.732458</c:v>
                </c:pt>
                <c:pt idx="589">
                  <c:v>80.923567</c:v>
                </c:pt>
                <c:pt idx="590">
                  <c:v>83.192675</c:v>
                </c:pt>
                <c:pt idx="591">
                  <c:v>83.192675</c:v>
                </c:pt>
                <c:pt idx="592">
                  <c:v>83.192679</c:v>
                </c:pt>
                <c:pt idx="593">
                  <c:v>86.751509</c:v>
                </c:pt>
                <c:pt idx="594">
                  <c:v>88.347866</c:v>
                </c:pt>
                <c:pt idx="595">
                  <c:v>88.34787</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88.903865</c:v>
                </c:pt>
                <c:pt idx="615">
                  <c:v>87.970552</c:v>
                </c:pt>
                <c:pt idx="616">
                  <c:v>87.281880</c:v>
                </c:pt>
                <c:pt idx="617">
                  <c:v>86.593209</c:v>
                </c:pt>
                <c:pt idx="618">
                  <c:v>86.317740</c:v>
                </c:pt>
                <c:pt idx="619">
                  <c:v>86.273444</c:v>
                </c:pt>
                <c:pt idx="620">
                  <c:v>85.608994</c:v>
                </c:pt>
                <c:pt idx="621">
                  <c:v>84.423565</c:v>
                </c:pt>
                <c:pt idx="622">
                  <c:v>83.586501</c:v>
                </c:pt>
                <c:pt idx="623">
                  <c:v>83.586501</c:v>
                </c:pt>
                <c:pt idx="624">
                  <c:v>83.049035</c:v>
                </c:pt>
                <c:pt idx="625">
                  <c:v>82.102401</c:v>
                </c:pt>
                <c:pt idx="626">
                  <c:v>80.870096</c:v>
                </c:pt>
                <c:pt idx="627">
                  <c:v>80.175257</c:v>
                </c:pt>
                <c:pt idx="628">
                  <c:v>79.537924</c:v>
                </c:pt>
                <c:pt idx="629">
                  <c:v>78.951821</c:v>
                </c:pt>
                <c:pt idx="630">
                  <c:v>77.745565</c:v>
                </c:pt>
                <c:pt idx="631">
                  <c:v>76.812824</c:v>
                </c:pt>
                <c:pt idx="632">
                  <c:v>76.151327</c:v>
                </c:pt>
                <c:pt idx="633">
                  <c:v>75.531175</c:v>
                </c:pt>
                <c:pt idx="634">
                  <c:v>74.911022</c:v>
                </c:pt>
                <c:pt idx="635">
                  <c:v>74.332213</c:v>
                </c:pt>
                <c:pt idx="636">
                  <c:v>74.332213</c:v>
                </c:pt>
                <c:pt idx="637">
                  <c:v>73.863330</c:v>
                </c:pt>
                <c:pt idx="638">
                  <c:v>73.348595</c:v>
                </c:pt>
                <c:pt idx="639">
                  <c:v>72.882776</c:v>
                </c:pt>
                <c:pt idx="640">
                  <c:v>71.987800</c:v>
                </c:pt>
                <c:pt idx="641">
                  <c:v>71.249822</c:v>
                </c:pt>
                <c:pt idx="642">
                  <c:v>70.094191</c:v>
                </c:pt>
                <c:pt idx="643">
                  <c:v>69.533439</c:v>
                </c:pt>
                <c:pt idx="644">
                  <c:v>68.776794</c:v>
                </c:pt>
                <c:pt idx="645">
                  <c:v>68.039470</c:v>
                </c:pt>
                <c:pt idx="646">
                  <c:v>67.469942</c:v>
                </c:pt>
                <c:pt idx="647">
                  <c:v>66.682133</c:v>
                </c:pt>
                <c:pt idx="648">
                  <c:v>65.998800</c:v>
                </c:pt>
                <c:pt idx="649">
                  <c:v>64.760602</c:v>
                </c:pt>
                <c:pt idx="650">
                  <c:v>63.777969</c:v>
                </c:pt>
                <c:pt idx="651">
                  <c:v>63.265469</c:v>
                </c:pt>
                <c:pt idx="652">
                  <c:v>61.658409</c:v>
                </c:pt>
                <c:pt idx="653">
                  <c:v>60.719287</c:v>
                </c:pt>
                <c:pt idx="654">
                  <c:v>60.054838</c:v>
                </c:pt>
                <c:pt idx="655">
                  <c:v>59.833355</c:v>
                </c:pt>
                <c:pt idx="656">
                  <c:v>59.221203</c:v>
                </c:pt>
                <c:pt idx="657">
                  <c:v>61.094281</c:v>
                </c:pt>
                <c:pt idx="658">
                  <c:v>64.497944</c:v>
                </c:pt>
                <c:pt idx="659">
                  <c:v>69.116199</c:v>
                </c:pt>
                <c:pt idx="660">
                  <c:v>75.923524</c:v>
                </c:pt>
                <c:pt idx="661">
                  <c:v>78.192632</c:v>
                </c:pt>
                <c:pt idx="662">
                  <c:v>78.192632</c:v>
                </c:pt>
                <c:pt idx="663">
                  <c:v>78.192632</c:v>
                </c:pt>
                <c:pt idx="664">
                  <c:v>78.192632</c:v>
                </c:pt>
                <c:pt idx="665">
                  <c:v>81.596294</c:v>
                </c:pt>
                <c:pt idx="666">
                  <c:v>81.596298</c:v>
                </c:pt>
                <c:pt idx="667">
                  <c:v>81.596298</c:v>
                </c:pt>
                <c:pt idx="668">
                  <c:v>81.596298</c:v>
                </c:pt>
                <c:pt idx="669">
                  <c:v>81.596298</c:v>
                </c:pt>
                <c:pt idx="670">
                  <c:v>81.596302</c:v>
                </c:pt>
                <c:pt idx="671">
                  <c:v>81.596306</c:v>
                </c:pt>
                <c:pt idx="672">
                  <c:v>82.730872</c:v>
                </c:pt>
                <c:pt idx="673">
                  <c:v>82.730872</c:v>
                </c:pt>
                <c:pt idx="674">
                  <c:v>82.730872</c:v>
                </c:pt>
                <c:pt idx="675">
                  <c:v>83.865426</c:v>
                </c:pt>
                <c:pt idx="676">
                  <c:v>83.865426</c:v>
                </c:pt>
                <c:pt idx="677">
                  <c:v>83.865426</c:v>
                </c:pt>
                <c:pt idx="678">
                  <c:v>83.865426</c:v>
                </c:pt>
                <c:pt idx="679">
                  <c:v>84.999980</c:v>
                </c:pt>
                <c:pt idx="680">
                  <c:v>84.999984</c:v>
                </c:pt>
                <c:pt idx="681">
                  <c:v>87.269089</c:v>
                </c:pt>
                <c:pt idx="682">
                  <c:v>89.538197</c:v>
                </c:pt>
                <c:pt idx="683">
                  <c:v>89.538197</c:v>
                </c:pt>
                <c:pt idx="684">
                  <c:v>89.538197</c:v>
                </c:pt>
                <c:pt idx="685">
                  <c:v>89.538197</c:v>
                </c:pt>
                <c:pt idx="686">
                  <c:v>89.538197</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7B9B-4543-B5BE-3031B49CFBE9}"/>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c:v>
                </c:pt>
                <c:pt idx="1">
                  <c:v>79.613717</c:v>
                </c:pt>
                <c:pt idx="2">
                  <c:v>80</c:v>
                </c:pt>
                <c:pt idx="3">
                  <c:v>80</c:v>
                </c:pt>
                <c:pt idx="4">
                  <c:v>80</c:v>
                </c:pt>
                <c:pt idx="5">
                  <c:v>80</c:v>
                </c:pt>
                <c:pt idx="6">
                  <c:v>80</c:v>
                </c:pt>
                <c:pt idx="7">
                  <c:v>80</c:v>
                </c:pt>
                <c:pt idx="8">
                  <c:v>80</c:v>
                </c:pt>
                <c:pt idx="9">
                  <c:v>81.699171</c:v>
                </c:pt>
                <c:pt idx="10">
                  <c:v>81.699171</c:v>
                </c:pt>
                <c:pt idx="11">
                  <c:v>81.699171</c:v>
                </c:pt>
                <c:pt idx="12">
                  <c:v>81.699171</c:v>
                </c:pt>
                <c:pt idx="13">
                  <c:v>81.699171</c:v>
                </c:pt>
                <c:pt idx="14">
                  <c:v>86.509426</c:v>
                </c:pt>
                <c:pt idx="15">
                  <c:v>86.509433</c:v>
                </c:pt>
                <c:pt idx="16">
                  <c:v>86.509433</c:v>
                </c:pt>
                <c:pt idx="17">
                  <c:v>86.509433</c:v>
                </c:pt>
                <c:pt idx="18">
                  <c:v>89.999968</c:v>
                </c:pt>
                <c:pt idx="19">
                  <c:v>89.999968</c:v>
                </c:pt>
                <c:pt idx="20">
                  <c:v>89.999968</c:v>
                </c:pt>
                <c:pt idx="21">
                  <c:v>89.999968</c:v>
                </c:pt>
                <c:pt idx="22">
                  <c:v>90</c:v>
                </c:pt>
                <c:pt idx="23">
                  <c:v>90</c:v>
                </c:pt>
                <c:pt idx="24">
                  <c:v>90</c:v>
                </c:pt>
                <c:pt idx="25">
                  <c:v>90</c:v>
                </c:pt>
                <c:pt idx="26">
                  <c:v>89.999976</c:v>
                </c:pt>
                <c:pt idx="27">
                  <c:v>89.999976</c:v>
                </c:pt>
                <c:pt idx="28">
                  <c:v>89.999976</c:v>
                </c:pt>
                <c:pt idx="29">
                  <c:v>87.429399</c:v>
                </c:pt>
                <c:pt idx="30">
                  <c:v>86.216328</c:v>
                </c:pt>
                <c:pt idx="31">
                  <c:v>85.003258</c:v>
                </c:pt>
                <c:pt idx="32">
                  <c:v>84.032802</c:v>
                </c:pt>
                <c:pt idx="33">
                  <c:v>83.914184</c:v>
                </c:pt>
                <c:pt idx="34">
                  <c:v>83.914184</c:v>
                </c:pt>
                <c:pt idx="35">
                  <c:v>83.914184</c:v>
                </c:pt>
                <c:pt idx="36">
                  <c:v>83.914184</c:v>
                </c:pt>
                <c:pt idx="37">
                  <c:v>83.914184</c:v>
                </c:pt>
                <c:pt idx="38">
                  <c:v>83.914184</c:v>
                </c:pt>
                <c:pt idx="39">
                  <c:v>83.914184</c:v>
                </c:pt>
                <c:pt idx="40">
                  <c:v>83.914184</c:v>
                </c:pt>
                <c:pt idx="41">
                  <c:v>83.914184</c:v>
                </c:pt>
                <c:pt idx="42">
                  <c:v>83.914184</c:v>
                </c:pt>
                <c:pt idx="43">
                  <c:v>82.740244</c:v>
                </c:pt>
                <c:pt idx="44">
                  <c:v>84.538185</c:v>
                </c:pt>
                <c:pt idx="45">
                  <c:v>84.538185</c:v>
                </c:pt>
                <c:pt idx="46">
                  <c:v>84.538185</c:v>
                </c:pt>
                <c:pt idx="47">
                  <c:v>84.538185</c:v>
                </c:pt>
                <c:pt idx="48">
                  <c:v>84.538185</c:v>
                </c:pt>
                <c:pt idx="49">
                  <c:v>85.461608</c:v>
                </c:pt>
                <c:pt idx="50">
                  <c:v>85.461608</c:v>
                </c:pt>
                <c:pt idx="51">
                  <c:v>85.461608</c:v>
                </c:pt>
                <c:pt idx="52">
                  <c:v>85.461608</c:v>
                </c:pt>
                <c:pt idx="53">
                  <c:v>85.461608</c:v>
                </c:pt>
                <c:pt idx="54">
                  <c:v>85.461608</c:v>
                </c:pt>
                <c:pt idx="55">
                  <c:v>85.461608</c:v>
                </c:pt>
                <c:pt idx="56">
                  <c:v>85.461608</c:v>
                </c:pt>
                <c:pt idx="57">
                  <c:v>87.730716</c:v>
                </c:pt>
                <c:pt idx="58">
                  <c:v>87.730716</c:v>
                </c:pt>
                <c:pt idx="59">
                  <c:v>87.730716</c:v>
                </c:pt>
                <c:pt idx="60">
                  <c:v>87.730716</c:v>
                </c:pt>
                <c:pt idx="61">
                  <c:v>87.730716</c:v>
                </c:pt>
                <c:pt idx="62">
                  <c:v>87.730716</c:v>
                </c:pt>
                <c:pt idx="63">
                  <c:v>89.999953</c:v>
                </c:pt>
                <c:pt idx="64">
                  <c:v>89.999961</c:v>
                </c:pt>
                <c:pt idx="65">
                  <c:v>89.999961</c:v>
                </c:pt>
                <c:pt idx="66">
                  <c:v>89.999961</c:v>
                </c:pt>
                <c:pt idx="67">
                  <c:v>89.999961</c:v>
                </c:pt>
                <c:pt idx="68">
                  <c:v>89.999961</c:v>
                </c:pt>
                <c:pt idx="69">
                  <c:v>89.999961</c:v>
                </c:pt>
                <c:pt idx="70">
                  <c:v>89.999961</c:v>
                </c:pt>
                <c:pt idx="71">
                  <c:v>89.999961</c:v>
                </c:pt>
                <c:pt idx="72">
                  <c:v>89.999961</c:v>
                </c:pt>
                <c:pt idx="73">
                  <c:v>89.999961</c:v>
                </c:pt>
                <c:pt idx="74">
                  <c:v>89.999961</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87.188522</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88.867299</c:v>
                </c:pt>
                <c:pt idx="162">
                  <c:v>88.867306</c:v>
                </c:pt>
                <c:pt idx="163">
                  <c:v>88.867314</c:v>
                </c:pt>
                <c:pt idx="164">
                  <c:v>88.867321</c:v>
                </c:pt>
                <c:pt idx="165">
                  <c:v>88.867321</c:v>
                </c:pt>
                <c:pt idx="166">
                  <c:v>88.867321</c:v>
                </c:pt>
                <c:pt idx="167">
                  <c:v>88.867321</c:v>
                </c:pt>
                <c:pt idx="168">
                  <c:v>88.867321</c:v>
                </c:pt>
                <c:pt idx="169">
                  <c:v>88.867321</c:v>
                </c:pt>
                <c:pt idx="170">
                  <c:v>89.999968</c:v>
                </c:pt>
                <c:pt idx="171">
                  <c:v>89.999968</c:v>
                </c:pt>
                <c:pt idx="172">
                  <c:v>89.999968</c:v>
                </c:pt>
                <c:pt idx="173">
                  <c:v>89.999968</c:v>
                </c:pt>
                <c:pt idx="174">
                  <c:v>89.999968</c:v>
                </c:pt>
                <c:pt idx="175">
                  <c:v>89.999968</c:v>
                </c:pt>
                <c:pt idx="176">
                  <c:v>89.999968</c:v>
                </c:pt>
                <c:pt idx="177">
                  <c:v>89.999968</c:v>
                </c:pt>
                <c:pt idx="178">
                  <c:v>89.999968</c:v>
                </c:pt>
                <c:pt idx="179">
                  <c:v>89.999968</c:v>
                </c:pt>
                <c:pt idx="180">
                  <c:v>89.999968</c:v>
                </c:pt>
                <c:pt idx="181">
                  <c:v>89.999968</c:v>
                </c:pt>
                <c:pt idx="182">
                  <c:v>89.999968</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87.106891</c:v>
                </c:pt>
                <c:pt idx="238">
                  <c:v>87.106891</c:v>
                </c:pt>
                <c:pt idx="239">
                  <c:v>87.106891</c:v>
                </c:pt>
                <c:pt idx="240">
                  <c:v>87.106891</c:v>
                </c:pt>
                <c:pt idx="241">
                  <c:v>87.106891</c:v>
                </c:pt>
                <c:pt idx="242">
                  <c:v>87.106891</c:v>
                </c:pt>
                <c:pt idx="243">
                  <c:v>87.106891</c:v>
                </c:pt>
                <c:pt idx="244">
                  <c:v>87.106891</c:v>
                </c:pt>
                <c:pt idx="245">
                  <c:v>87.106891</c:v>
                </c:pt>
                <c:pt idx="246">
                  <c:v>87.106891</c:v>
                </c:pt>
                <c:pt idx="247">
                  <c:v>87.106891</c:v>
                </c:pt>
                <c:pt idx="248">
                  <c:v>87.106891</c:v>
                </c:pt>
                <c:pt idx="249">
                  <c:v>87.106891</c:v>
                </c:pt>
                <c:pt idx="250">
                  <c:v>87.106891</c:v>
                </c:pt>
                <c:pt idx="251">
                  <c:v>87.106891</c:v>
                </c:pt>
                <c:pt idx="252">
                  <c:v>87.106891</c:v>
                </c:pt>
                <c:pt idx="253">
                  <c:v>87.106891</c:v>
                </c:pt>
                <c:pt idx="254">
                  <c:v>87.106891</c:v>
                </c:pt>
                <c:pt idx="255">
                  <c:v>87.106891</c:v>
                </c:pt>
                <c:pt idx="256">
                  <c:v>87.106891</c:v>
                </c:pt>
                <c:pt idx="257">
                  <c:v>87.106891</c:v>
                </c:pt>
                <c:pt idx="258">
                  <c:v>87.106891</c:v>
                </c:pt>
                <c:pt idx="259">
                  <c:v>87.106891</c:v>
                </c:pt>
                <c:pt idx="260">
                  <c:v>87.106891</c:v>
                </c:pt>
                <c:pt idx="261">
                  <c:v>87.106891</c:v>
                </c:pt>
                <c:pt idx="262">
                  <c:v>87.106891</c:v>
                </c:pt>
                <c:pt idx="263">
                  <c:v>87.106891</c:v>
                </c:pt>
                <c:pt idx="264">
                  <c:v>89.604152</c:v>
                </c:pt>
                <c:pt idx="265">
                  <c:v>89.604152</c:v>
                </c:pt>
                <c:pt idx="266">
                  <c:v>89.604152</c:v>
                </c:pt>
                <c:pt idx="267">
                  <c:v>89.604152</c:v>
                </c:pt>
                <c:pt idx="268">
                  <c:v>89.604152</c:v>
                </c:pt>
                <c:pt idx="269">
                  <c:v>89.604152</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88.704003</c:v>
                </c:pt>
                <c:pt idx="350">
                  <c:v>88.704010</c:v>
                </c:pt>
                <c:pt idx="351">
                  <c:v>88.704018</c:v>
                </c:pt>
                <c:pt idx="352">
                  <c:v>88.704025</c:v>
                </c:pt>
                <c:pt idx="353">
                  <c:v>88.704025</c:v>
                </c:pt>
                <c:pt idx="354">
                  <c:v>88.704025</c:v>
                </c:pt>
                <c:pt idx="355">
                  <c:v>88.704025</c:v>
                </c:pt>
                <c:pt idx="356">
                  <c:v>88.704025</c:v>
                </c:pt>
                <c:pt idx="357">
                  <c:v>88.867299</c:v>
                </c:pt>
                <c:pt idx="358">
                  <c:v>89.999930</c:v>
                </c:pt>
                <c:pt idx="359">
                  <c:v>89.999938</c:v>
                </c:pt>
                <c:pt idx="360">
                  <c:v>89.999945</c:v>
                </c:pt>
                <c:pt idx="361">
                  <c:v>89.999945</c:v>
                </c:pt>
                <c:pt idx="362">
                  <c:v>89.999945</c:v>
                </c:pt>
                <c:pt idx="363">
                  <c:v>89.999945</c:v>
                </c:pt>
                <c:pt idx="364">
                  <c:v>89.999945</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7B9B-4543-B5BE-3031B49CFBE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1E-4</c:v>
                </c:pt>
                <c:pt idx="5">
                  <c:v>1E-4</c:v>
                </c:pt>
                <c:pt idx="6">
                  <c:v>5.106974</c:v>
                </c:pt>
                <c:pt idx="7">
                  <c:v>5.106974</c:v>
                </c:pt>
                <c:pt idx="8">
                  <c:v>114.893226</c:v>
                </c:pt>
                <c:pt idx="9">
                  <c:v>114.893226</c:v>
                </c:pt>
                <c:pt idx="10">
                  <c:v>98.284669</c:v>
                </c:pt>
                <c:pt idx="11">
                  <c:v>98.284669</c:v>
                </c:pt>
                <c:pt idx="12">
                  <c:v>0</c:v>
                </c:pt>
                <c:pt idx="13">
                  <c:v>0</c:v>
                </c:pt>
                <c:pt idx="14">
                  <c:v>120.0001</c:v>
                </c:pt>
                <c:pt idx="15">
                  <c:v>120.0001</c:v>
                </c:pt>
                <c:pt idx="16">
                  <c:v>159.790155</c:v>
                </c:pt>
                <c:pt idx="17">
                  <c:v>159.790155</c:v>
                </c:pt>
                <c:pt idx="18">
                  <c:v>150.0001</c:v>
                </c:pt>
                <c:pt idx="19">
                  <c:v>150.0001</c:v>
                </c:pt>
                <c:pt idx="20">
                  <c:v>142.858668</c:v>
                </c:pt>
                <c:pt idx="21">
                  <c:v>142.858668</c:v>
                </c:pt>
                <c:pt idx="22">
                  <c:v>120</c:v>
                </c:pt>
                <c:pt idx="23">
                  <c:v>120</c:v>
                </c:pt>
                <c:pt idx="24">
                  <c:v>244.162459</c:v>
                </c:pt>
                <c:pt idx="25">
                  <c:v>244.162459</c:v>
                </c:pt>
                <c:pt idx="26">
                  <c:v>258.297598</c:v>
                </c:pt>
                <c:pt idx="27">
                  <c:v>258.297598</c:v>
                </c:pt>
                <c:pt idx="28">
                  <c:v>264.844371</c:v>
                </c:pt>
                <c:pt idx="29">
                  <c:v>264.844371</c:v>
                </c:pt>
                <c:pt idx="30">
                  <c:v>420.000100</c:v>
                </c:pt>
                <c:pt idx="31">
                  <c:v>420.000100</c:v>
                </c:pt>
                <c:pt idx="32">
                  <c:v>420.000100</c:v>
                </c:pt>
                <c:pt idx="33">
                  <c:v>420.000100</c:v>
                </c:pt>
                <c:pt idx="34">
                  <c:v>369.441600</c:v>
                </c:pt>
                <c:pt idx="35">
                  <c:v>369.441600</c:v>
                </c:pt>
                <c:pt idx="36">
                  <c:v>420.000100</c:v>
                </c:pt>
                <c:pt idx="37">
                  <c:v>420.000100</c:v>
                </c:pt>
                <c:pt idx="38">
                  <c:v>655.680708</c:v>
                </c:pt>
                <c:pt idx="39">
                  <c:v>655.680708</c:v>
                </c:pt>
                <c:pt idx="40">
                  <c:v>653.255265</c:v>
                </c:pt>
                <c:pt idx="41">
                  <c:v>653.255265</c:v>
                </c:pt>
                <c:pt idx="42">
                  <c:v>792.210847</c:v>
                </c:pt>
                <c:pt idx="43">
                  <c:v>792.210847</c:v>
                </c:pt>
                <c:pt idx="44">
                  <c:v>632.634526</c:v>
                </c:pt>
                <c:pt idx="45">
                  <c:v>632.634526</c:v>
                </c:pt>
                <c:pt idx="46">
                  <c:v>413.168533</c:v>
                </c:pt>
                <c:pt idx="47">
                  <c:v>413.168533</c:v>
                </c:pt>
                <c:pt idx="48">
                  <c:v>477.097438</c:v>
                </c:pt>
                <c:pt idx="49">
                  <c:v>477.097438</c:v>
                </c:pt>
                <c:pt idx="50">
                  <c:v>301.333000</c:v>
                </c:pt>
                <c:pt idx="51">
                  <c:v>301.333000</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60</c:v>
                </c:pt>
                <c:pt idx="73">
                  <c:v>60</c:v>
                </c:pt>
                <c:pt idx="74">
                  <c:v>1E-4</c:v>
                </c:pt>
                <c:pt idx="75">
                  <c:v>1E-4</c:v>
                </c:pt>
                <c:pt idx="76">
                  <c:v>18.977517</c:v>
                </c:pt>
                <c:pt idx="77">
                  <c:v>18.977517</c:v>
                </c:pt>
                <c:pt idx="78">
                  <c:v>90</c:v>
                </c:pt>
                <c:pt idx="79">
                  <c:v>90</c:v>
                </c:pt>
                <c:pt idx="80">
                  <c:v>8.072100</c:v>
                </c:pt>
                <c:pt idx="81">
                  <c:v>8.072100</c:v>
                </c:pt>
                <c:pt idx="82">
                  <c:v>0</c:v>
                </c:pt>
                <c:pt idx="83">
                  <c:v>0</c:v>
                </c:pt>
                <c:pt idx="84">
                  <c:v>60</c:v>
                </c:pt>
                <c:pt idx="85">
                  <c:v>60</c:v>
                </c:pt>
                <c:pt idx="86">
                  <c:v>90</c:v>
                </c:pt>
                <c:pt idx="87">
                  <c:v>90</c:v>
                </c:pt>
                <c:pt idx="88">
                  <c:v>77.789053</c:v>
                </c:pt>
                <c:pt idx="89">
                  <c:v>77.789053</c:v>
                </c:pt>
                <c:pt idx="90">
                  <c:v>90.000421</c:v>
                </c:pt>
                <c:pt idx="91">
                  <c:v>90.000421</c:v>
                </c:pt>
                <c:pt idx="92">
                  <c:v>41.711461</c:v>
                </c:pt>
                <c:pt idx="93">
                  <c:v>41.711461</c:v>
                </c:pt>
                <c:pt idx="94">
                  <c:v>120.0001</c:v>
                </c:pt>
                <c:pt idx="95">
                  <c:v>120.0001</c:v>
                </c:pt>
                <c:pt idx="96">
                  <c:v>0</c:v>
                </c:pt>
                <c:pt idx="97">
                  <c:v>0</c:v>
                </c:pt>
                <c:pt idx="98">
                  <c:v>1E-4</c:v>
                </c:pt>
                <c:pt idx="99">
                  <c:v>1E-4</c:v>
                </c:pt>
                <c:pt idx="100">
                  <c:v>22.750051</c:v>
                </c:pt>
                <c:pt idx="101">
                  <c:v>22.750051</c:v>
                </c:pt>
                <c:pt idx="102">
                  <c:v>0.000200</c:v>
                </c:pt>
                <c:pt idx="103">
                  <c:v>0.000200</c:v>
                </c:pt>
                <c:pt idx="104">
                  <c:v>150.0001</c:v>
                </c:pt>
                <c:pt idx="105">
                  <c:v>150.0001</c:v>
                </c:pt>
                <c:pt idx="106">
                  <c:v>0.000200</c:v>
                </c:pt>
                <c:pt idx="107">
                  <c:v>0.000200</c:v>
                </c:pt>
                <c:pt idx="108">
                  <c:v>12.210226</c:v>
                </c:pt>
                <c:pt idx="109">
                  <c:v>12.210226</c:v>
                </c:pt>
                <c:pt idx="110">
                  <c:v>60</c:v>
                </c:pt>
                <c:pt idx="111">
                  <c:v>60</c:v>
                </c:pt>
                <c:pt idx="112">
                  <c:v>65.219376</c:v>
                </c:pt>
                <c:pt idx="113">
                  <c:v>65.219376</c:v>
                </c:pt>
                <c:pt idx="114">
                  <c:v>60</c:v>
                </c:pt>
                <c:pt idx="115">
                  <c:v>60</c:v>
                </c:pt>
                <c:pt idx="116">
                  <c:v>60</c:v>
                </c:pt>
                <c:pt idx="117">
                  <c:v>60</c:v>
                </c:pt>
                <c:pt idx="118">
                  <c:v>86.614863</c:v>
                </c:pt>
                <c:pt idx="119">
                  <c:v>86.614863</c:v>
                </c:pt>
                <c:pt idx="120">
                  <c:v>121.005566</c:v>
                </c:pt>
                <c:pt idx="121">
                  <c:v>121.005566</c:v>
                </c:pt>
                <c:pt idx="122">
                  <c:v>0.000300</c:v>
                </c:pt>
                <c:pt idx="123">
                  <c:v>0.000300</c:v>
                </c:pt>
                <c:pt idx="124">
                  <c:v>30.0002</c:v>
                </c:pt>
                <c:pt idx="125">
                  <c:v>30.0002</c:v>
                </c:pt>
                <c:pt idx="126">
                  <c:v>89.999679</c:v>
                </c:pt>
                <c:pt idx="127">
                  <c:v>89.999679</c:v>
                </c:pt>
                <c:pt idx="128">
                  <c:v>37.220558</c:v>
                </c:pt>
                <c:pt idx="129">
                  <c:v>37.220558</c:v>
                </c:pt>
                <c:pt idx="130">
                  <c:v>90</c:v>
                </c:pt>
                <c:pt idx="131">
                  <c:v>90</c:v>
                </c:pt>
                <c:pt idx="132">
                  <c:v>72.209905</c:v>
                </c:pt>
                <c:pt idx="133">
                  <c:v>72.209905</c:v>
                </c:pt>
                <c:pt idx="134">
                  <c:v>98.072000</c:v>
                </c:pt>
                <c:pt idx="135">
                  <c:v>98.072000</c:v>
                </c:pt>
                <c:pt idx="136">
                  <c:v>70.763000</c:v>
                </c:pt>
                <c:pt idx="137">
                  <c:v>70.763000</c:v>
                </c:pt>
                <c:pt idx="138">
                  <c:v>26.748479</c:v>
                </c:pt>
                <c:pt idx="139">
                  <c:v>26.748479</c:v>
                </c:pt>
                <c:pt idx="140">
                  <c:v>33.251000</c:v>
                </c:pt>
                <c:pt idx="141">
                  <c:v>33.251000</c:v>
                </c:pt>
                <c:pt idx="142">
                  <c:v>30</c:v>
                </c:pt>
                <c:pt idx="143">
                  <c:v>30</c:v>
                </c:pt>
                <c:pt idx="144">
                  <c:v>0</c:v>
                </c:pt>
                <c:pt idx="145">
                  <c:v>0</c:v>
                </c:pt>
                <c:pt idx="146">
                  <c:v>0</c:v>
                </c:pt>
                <c:pt idx="147">
                  <c:v>0</c:v>
                </c:pt>
                <c:pt idx="148">
                  <c:v>0</c:v>
                </c:pt>
                <c:pt idx="149">
                  <c:v>0</c:v>
                </c:pt>
                <c:pt idx="150">
                  <c:v>0</c:v>
                </c:pt>
                <c:pt idx="151">
                  <c:v>0</c:v>
                </c:pt>
                <c:pt idx="152">
                  <c:v>4.138847</c:v>
                </c:pt>
                <c:pt idx="153">
                  <c:v>4.138847</c:v>
                </c:pt>
                <c:pt idx="154">
                  <c:v>0</c:v>
                </c:pt>
                <c:pt idx="155">
                  <c:v>0</c:v>
                </c:pt>
                <c:pt idx="156">
                  <c:v>60</c:v>
                </c:pt>
                <c:pt idx="157">
                  <c:v>60</c:v>
                </c:pt>
                <c:pt idx="158">
                  <c:v>28.097816</c:v>
                </c:pt>
                <c:pt idx="159">
                  <c:v>28.097816</c:v>
                </c:pt>
                <c:pt idx="160">
                  <c:v>60</c:v>
                </c:pt>
                <c:pt idx="161">
                  <c:v>60</c:v>
                </c:pt>
                <c:pt idx="162">
                  <c:v>60</c:v>
                </c:pt>
                <c:pt idx="163">
                  <c:v>60</c:v>
                </c:pt>
                <c:pt idx="164">
                  <c:v>1E-4</c:v>
                </c:pt>
                <c:pt idx="165">
                  <c:v>1E-4</c:v>
                </c:pt>
                <c:pt idx="166">
                  <c:v>15.998929</c:v>
                </c:pt>
                <c:pt idx="167">
                  <c:v>15.998929</c:v>
                </c:pt>
                <c:pt idx="168">
                  <c:v>150</c:v>
                </c:pt>
                <c:pt idx="169">
                  <c:v>150</c:v>
                </c:pt>
                <c:pt idx="170">
                  <c:v>90</c:v>
                </c:pt>
                <c:pt idx="171">
                  <c:v>90</c:v>
                </c:pt>
                <c:pt idx="172">
                  <c:v>60</c:v>
                </c:pt>
                <c:pt idx="173">
                  <c:v>60</c:v>
                </c:pt>
                <c:pt idx="174">
                  <c:v>0</c:v>
                </c:pt>
                <c:pt idx="175">
                  <c:v>0</c:v>
                </c:pt>
                <c:pt idx="176">
                  <c:v>192.210947</c:v>
                </c:pt>
                <c:pt idx="177">
                  <c:v>192.210947</c:v>
                </c:pt>
                <c:pt idx="178">
                  <c:v>222.210426</c:v>
                </c:pt>
                <c:pt idx="179">
                  <c:v>222.210426</c:v>
                </c:pt>
                <c:pt idx="180">
                  <c:v>60.000100</c:v>
                </c:pt>
                <c:pt idx="181">
                  <c:v>60.000100</c:v>
                </c:pt>
                <c:pt idx="182">
                  <c:v>60</c:v>
                </c:pt>
                <c:pt idx="183">
                  <c:v>60</c:v>
                </c:pt>
                <c:pt idx="184">
                  <c:v>210.000842</c:v>
                </c:pt>
                <c:pt idx="185">
                  <c:v>210.000842</c:v>
                </c:pt>
                <c:pt idx="186">
                  <c:v>509.999579</c:v>
                </c:pt>
                <c:pt idx="187">
                  <c:v>509.999579</c:v>
                </c:pt>
                <c:pt idx="188">
                  <c:v>320.887661</c:v>
                </c:pt>
                <c:pt idx="189">
                  <c:v>320.887661</c:v>
                </c:pt>
                <c:pt idx="190">
                  <c:v>629.240729</c:v>
                </c:pt>
                <c:pt idx="191">
                  <c:v>629.240729</c:v>
                </c:pt>
                <c:pt idx="192">
                  <c:v>445.837441</c:v>
                </c:pt>
                <c:pt idx="193">
                  <c:v>445.837441</c:v>
                </c:pt>
                <c:pt idx="194">
                  <c:v>367.805029</c:v>
                </c:pt>
                <c:pt idx="195">
                  <c:v>367.805029</c:v>
                </c:pt>
                <c:pt idx="196">
                  <c:v>677.976886</c:v>
                </c:pt>
                <c:pt idx="197">
                  <c:v>677.976886</c:v>
                </c:pt>
                <c:pt idx="198">
                  <c:v>630.000200</c:v>
                </c:pt>
                <c:pt idx="199">
                  <c:v>630.000200</c:v>
                </c:pt>
                <c:pt idx="200">
                  <c:v>354.422816</c:v>
                </c:pt>
                <c:pt idx="201">
                  <c:v>354.422816</c:v>
                </c:pt>
                <c:pt idx="202">
                  <c:v>222.210847</c:v>
                </c:pt>
                <c:pt idx="203">
                  <c:v>222.210847</c:v>
                </c:pt>
                <c:pt idx="204">
                  <c:v>150.0001</c:v>
                </c:pt>
                <c:pt idx="205">
                  <c:v>150.0001</c:v>
                </c:pt>
                <c:pt idx="206">
                  <c:v>150</c:v>
                </c:pt>
                <c:pt idx="207">
                  <c:v>150</c:v>
                </c:pt>
                <c:pt idx="208">
                  <c:v>432.211368</c:v>
                </c:pt>
                <c:pt idx="209">
                  <c:v>432.211368</c:v>
                </c:pt>
                <c:pt idx="210">
                  <c:v>462.211547</c:v>
                </c:pt>
                <c:pt idx="211">
                  <c:v>462.211547</c:v>
                </c:pt>
                <c:pt idx="212">
                  <c:v>600</c:v>
                </c:pt>
                <c:pt idx="213">
                  <c:v>600</c:v>
                </c:pt>
                <c:pt idx="214">
                  <c:v>420.000200</c:v>
                </c:pt>
                <c:pt idx="215">
                  <c:v>420.000200</c:v>
                </c:pt>
                <c:pt idx="216">
                  <c:v>395.637053</c:v>
                </c:pt>
                <c:pt idx="217">
                  <c:v>395.637053</c:v>
                </c:pt>
                <c:pt idx="218">
                  <c:v>420.000721</c:v>
                </c:pt>
                <c:pt idx="219">
                  <c:v>420.000721</c:v>
                </c:pt>
                <c:pt idx="220">
                  <c:v>507.087919</c:v>
                </c:pt>
                <c:pt idx="221">
                  <c:v>507.087919</c:v>
                </c:pt>
                <c:pt idx="222">
                  <c:v>294.363147</c:v>
                </c:pt>
                <c:pt idx="223">
                  <c:v>294.363147</c:v>
                </c:pt>
                <c:pt idx="224">
                  <c:v>527.789153</c:v>
                </c:pt>
                <c:pt idx="225">
                  <c:v>527.789153</c:v>
                </c:pt>
                <c:pt idx="226">
                  <c:v>809.999900</c:v>
                </c:pt>
                <c:pt idx="227">
                  <c:v>809.999900</c:v>
                </c:pt>
                <c:pt idx="228">
                  <c:v>816.340547</c:v>
                </c:pt>
                <c:pt idx="229">
                  <c:v>816.340547</c:v>
                </c:pt>
                <c:pt idx="230">
                  <c:v>639.411223</c:v>
                </c:pt>
                <c:pt idx="231">
                  <c:v>639.411223</c:v>
                </c:pt>
                <c:pt idx="232">
                  <c:v>545.242048</c:v>
                </c:pt>
                <c:pt idx="233">
                  <c:v>545.242048</c:v>
                </c:pt>
                <c:pt idx="234">
                  <c:v>584.635265</c:v>
                </c:pt>
                <c:pt idx="235">
                  <c:v>584.635265</c:v>
                </c:pt>
                <c:pt idx="236">
                  <c:v>450.000421</c:v>
                </c:pt>
                <c:pt idx="237">
                  <c:v>450.000421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60</c:v>
                </c:pt>
                <c:pt idx="309">
                  <c:v>60</c:v>
                </c:pt>
                <c:pt idx="310">
                  <c:v>16.054034</c:v>
                </c:pt>
                <c:pt idx="311">
                  <c:v>16.054034</c:v>
                </c:pt>
                <c:pt idx="312">
                  <c:v>0</c:v>
                </c:pt>
                <c:pt idx="313">
                  <c:v>0</c:v>
                </c:pt>
                <c:pt idx="314">
                  <c:v>30</c:v>
                </c:pt>
                <c:pt idx="315">
                  <c:v>30</c:v>
                </c:pt>
                <c:pt idx="316">
                  <c:v>0</c:v>
                </c:pt>
                <c:pt idx="317">
                  <c:v>0</c:v>
                </c:pt>
                <c:pt idx="318">
                  <c:v>0</c:v>
                </c:pt>
                <c:pt idx="319">
                  <c:v>0</c:v>
                </c:pt>
                <c:pt idx="320">
                  <c:v>1.263E-3</c:v>
                </c:pt>
                <c:pt idx="321">
                  <c:v>1.263E-3</c:v>
                </c:pt>
                <c:pt idx="322">
                  <c:v>0</c:v>
                </c:pt>
                <c:pt idx="323">
                  <c:v>0</c:v>
                </c:pt>
                <c:pt idx="324">
                  <c:v>0</c:v>
                </c:pt>
                <c:pt idx="325">
                  <c:v>0</c:v>
                </c:pt>
                <c:pt idx="326">
                  <c:v>0</c:v>
                </c:pt>
                <c:pt idx="327">
                  <c:v>0</c:v>
                </c:pt>
                <c:pt idx="328">
                  <c:v>1E-4</c:v>
                </c:pt>
                <c:pt idx="329">
                  <c:v>1E-4</c:v>
                </c:pt>
                <c:pt idx="330">
                  <c:v>1E-4</c:v>
                </c:pt>
                <c:pt idx="331">
                  <c:v>1E-4</c:v>
                </c:pt>
                <c:pt idx="332">
                  <c:v>48.547357</c:v>
                </c:pt>
                <c:pt idx="333">
                  <c:v>48.547357</c:v>
                </c:pt>
                <c:pt idx="334">
                  <c:v>6.556</c:v>
                </c:pt>
                <c:pt idx="335">
                  <c:v>6.556</c:v>
                </c:pt>
                <c:pt idx="336">
                  <c:v>0</c:v>
                </c:pt>
                <c:pt idx="337">
                  <c:v>0</c:v>
                </c:pt>
                <c:pt idx="338">
                  <c:v>0</c:v>
                </c:pt>
                <c:pt idx="339">
                  <c:v>0</c:v>
                </c:pt>
                <c:pt idx="340">
                  <c:v>0</c:v>
                </c:pt>
                <c:pt idx="341">
                  <c:v>0</c:v>
                </c:pt>
                <c:pt idx="342">
                  <c:v>0</c:v>
                </c:pt>
                <c:pt idx="343">
                  <c:v>0</c:v>
                </c:pt>
                <c:pt idx="344">
                  <c:v>30</c:v>
                </c:pt>
                <c:pt idx="345">
                  <c:v>30</c:v>
                </c:pt>
                <c:pt idx="346">
                  <c:v>0</c:v>
                </c:pt>
                <c:pt idx="347">
                  <c:v>0</c:v>
                </c:pt>
                <c:pt idx="348">
                  <c:v>0</c:v>
                </c:pt>
                <c:pt idx="349">
                  <c:v>0</c:v>
                </c:pt>
                <c:pt idx="350">
                  <c:v>0</c:v>
                </c:pt>
                <c:pt idx="351">
                  <c:v>0</c:v>
                </c:pt>
                <c:pt idx="352">
                  <c:v>120</c:v>
                </c:pt>
                <c:pt idx="353">
                  <c:v>120</c:v>
                </c:pt>
                <c:pt idx="354">
                  <c:v>77.002834</c:v>
                </c:pt>
                <c:pt idx="355">
                  <c:v>77.002834</c:v>
                </c:pt>
                <c:pt idx="356">
                  <c:v>1E-4</c:v>
                </c:pt>
                <c:pt idx="357">
                  <c:v>1E-4</c:v>
                </c:pt>
                <c:pt idx="358">
                  <c:v>14.975806</c:v>
                </c:pt>
                <c:pt idx="359">
                  <c:v>14.975806</c:v>
                </c:pt>
                <c:pt idx="360">
                  <c:v>0</c:v>
                </c:pt>
                <c:pt idx="361">
                  <c:v>0</c:v>
                </c:pt>
                <c:pt idx="362">
                  <c:v>0</c:v>
                </c:pt>
                <c:pt idx="363">
                  <c:v>0</c:v>
                </c:pt>
                <c:pt idx="364">
                  <c:v>0</c:v>
                </c:pt>
                <c:pt idx="365">
                  <c:v>0</c:v>
                </c:pt>
                <c:pt idx="366">
                  <c:v>0</c:v>
                </c:pt>
                <c:pt idx="367">
                  <c:v>0</c:v>
                </c:pt>
                <c:pt idx="368">
                  <c:v>16.055297</c:v>
                </c:pt>
                <c:pt idx="369">
                  <c:v>16.055297</c:v>
                </c:pt>
                <c:pt idx="370">
                  <c:v>60</c:v>
                </c:pt>
                <c:pt idx="371">
                  <c:v>60</c:v>
                </c:pt>
                <c:pt idx="372">
                  <c:v>60</c:v>
                </c:pt>
                <c:pt idx="373">
                  <c:v>60</c:v>
                </c:pt>
                <c:pt idx="374">
                  <c:v>0</c:v>
                </c:pt>
                <c:pt idx="375">
                  <c:v>0</c:v>
                </c:pt>
                <c:pt idx="376">
                  <c:v>269.040093</c:v>
                </c:pt>
                <c:pt idx="377">
                  <c:v>269.040093</c:v>
                </c:pt>
                <c:pt idx="378">
                  <c:v>164.311034</c:v>
                </c:pt>
                <c:pt idx="379">
                  <c:v>164.311034</c:v>
                </c:pt>
                <c:pt idx="380">
                  <c:v>416.140533</c:v>
                </c:pt>
                <c:pt idx="381">
                  <c:v>416.140533</c:v>
                </c:pt>
                <c:pt idx="382">
                  <c:v>426.608554</c:v>
                </c:pt>
                <c:pt idx="383">
                  <c:v>426.608554</c:v>
                </c:pt>
                <c:pt idx="384">
                  <c:v>379.256649</c:v>
                </c:pt>
                <c:pt idx="385">
                  <c:v>379.256649</c:v>
                </c:pt>
                <c:pt idx="386">
                  <c:v>450</c:v>
                </c:pt>
                <c:pt idx="387">
                  <c:v>450</c:v>
                </c:pt>
                <c:pt idx="388">
                  <c:v>556.163939</c:v>
                </c:pt>
                <c:pt idx="389">
                  <c:v>556.163939</c:v>
                </c:pt>
                <c:pt idx="390">
                  <c:v>600</c:v>
                </c:pt>
                <c:pt idx="391">
                  <c:v>600</c:v>
                </c:pt>
                <c:pt idx="392">
                  <c:v>306.868438</c:v>
                </c:pt>
                <c:pt idx="393">
                  <c:v>306.868438</c:v>
                </c:pt>
                <c:pt idx="394">
                  <c:v>570</c:v>
                </c:pt>
                <c:pt idx="395">
                  <c:v>570</c:v>
                </c:pt>
                <c:pt idx="396">
                  <c:v>635.730879</c:v>
                </c:pt>
                <c:pt idx="397">
                  <c:v>635.730879</c:v>
                </c:pt>
                <c:pt idx="398">
                  <c:v>548.491519</c:v>
                </c:pt>
                <c:pt idx="399">
                  <c:v>548.491519</c:v>
                </c:pt>
                <c:pt idx="400">
                  <c:v>317.789574</c:v>
                </c:pt>
                <c:pt idx="401">
                  <c:v>317.789574</c:v>
                </c:pt>
                <c:pt idx="402">
                  <c:v>600</c:v>
                </c:pt>
                <c:pt idx="403">
                  <c:v>600</c:v>
                </c:pt>
                <c:pt idx="404">
                  <c:v>390.000100</c:v>
                </c:pt>
                <c:pt idx="405">
                  <c:v>390.000100</c:v>
                </c:pt>
                <c:pt idx="406">
                  <c:v>342.947552</c:v>
                </c:pt>
                <c:pt idx="407">
                  <c:v>342.947552</c:v>
                </c:pt>
                <c:pt idx="408">
                  <c:v>330</c:v>
                </c:pt>
                <c:pt idx="409">
                  <c:v>330</c:v>
                </c:pt>
                <c:pt idx="410">
                  <c:v>180.0001</c:v>
                </c:pt>
                <c:pt idx="411">
                  <c:v>180.0001</c:v>
                </c:pt>
                <c:pt idx="412">
                  <c:v>196.500199</c:v>
                </c:pt>
                <c:pt idx="413">
                  <c:v>196.500199</c:v>
                </c:pt>
                <c:pt idx="414">
                  <c:v>89.370758</c:v>
                </c:pt>
                <c:pt idx="415">
                  <c:v>89.370758</c:v>
                </c:pt>
                <c:pt idx="416">
                  <c:v>420.000200</c:v>
                </c:pt>
                <c:pt idx="417">
                  <c:v>420.000200</c:v>
                </c:pt>
                <c:pt idx="418">
                  <c:v>515.579005</c:v>
                </c:pt>
                <c:pt idx="419">
                  <c:v>515.579005</c:v>
                </c:pt>
                <c:pt idx="420">
                  <c:v>553.199701</c:v>
                </c:pt>
                <c:pt idx="421">
                  <c:v>553.199701</c:v>
                </c:pt>
                <c:pt idx="422">
                  <c:v>605.578005</c:v>
                </c:pt>
                <c:pt idx="423">
                  <c:v>605.578005</c:v>
                </c:pt>
                <c:pt idx="424">
                  <c:v>671.216431</c:v>
                </c:pt>
                <c:pt idx="425">
                  <c:v>671.216431</c:v>
                </c:pt>
                <c:pt idx="426">
                  <c:v>486.632642</c:v>
                </c:pt>
                <c:pt idx="427">
                  <c:v>486.632642</c:v>
                </c:pt>
                <c:pt idx="428">
                  <c:v>244.185150</c:v>
                </c:pt>
                <c:pt idx="429">
                  <c:v>244.185150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14.261786</c:v>
                </c:pt>
                <c:pt idx="473">
                  <c:v>14.261786</c:v>
                </c:pt>
                <c:pt idx="474">
                  <c:v>0</c:v>
                </c:pt>
                <c:pt idx="475">
                  <c:v>0</c:v>
                </c:pt>
                <c:pt idx="476">
                  <c:v>0</c:v>
                </c:pt>
                <c:pt idx="477">
                  <c:v>0</c:v>
                </c:pt>
                <c:pt idx="478">
                  <c:v>0</c:v>
                </c:pt>
                <c:pt idx="479">
                  <c:v>0</c:v>
                </c:pt>
                <c:pt idx="480">
                  <c:v>0</c:v>
                </c:pt>
                <c:pt idx="481">
                  <c:v>0</c:v>
                </c:pt>
                <c:pt idx="482">
                  <c:v>0</c:v>
                </c:pt>
                <c:pt idx="483">
                  <c:v>0</c:v>
                </c:pt>
                <c:pt idx="484">
                  <c:v>0</c:v>
                </c:pt>
                <c:pt idx="485">
                  <c:v>0</c:v>
                </c:pt>
                <c:pt idx="486">
                  <c:v>1E-4</c:v>
                </c:pt>
                <c:pt idx="487">
                  <c:v>1E-4</c:v>
                </c:pt>
                <c:pt idx="488">
                  <c:v>18.873550</c:v>
                </c:pt>
                <c:pt idx="489">
                  <c:v>18.873550</c:v>
                </c:pt>
                <c:pt idx="490">
                  <c:v>0</c:v>
                </c:pt>
                <c:pt idx="491">
                  <c:v>0</c:v>
                </c:pt>
                <c:pt idx="492">
                  <c:v>30</c:v>
                </c:pt>
                <c:pt idx="493">
                  <c:v>30</c:v>
                </c:pt>
                <c:pt idx="494">
                  <c:v>0</c:v>
                </c:pt>
                <c:pt idx="495">
                  <c:v>0</c:v>
                </c:pt>
                <c:pt idx="496">
                  <c:v>30</c:v>
                </c:pt>
                <c:pt idx="497">
                  <c:v>30</c:v>
                </c:pt>
                <c:pt idx="498">
                  <c:v>0</c:v>
                </c:pt>
                <c:pt idx="499">
                  <c:v>0</c:v>
                </c:pt>
                <c:pt idx="500">
                  <c:v>0</c:v>
                </c:pt>
                <c:pt idx="501">
                  <c:v>0</c:v>
                </c:pt>
                <c:pt idx="502">
                  <c:v>0</c:v>
                </c:pt>
                <c:pt idx="503">
                  <c:v>0</c:v>
                </c:pt>
                <c:pt idx="504">
                  <c:v>60</c:v>
                </c:pt>
                <c:pt idx="505">
                  <c:v>60</c:v>
                </c:pt>
                <c:pt idx="506">
                  <c:v>106.053876</c:v>
                </c:pt>
                <c:pt idx="507">
                  <c:v>106.053876</c:v>
                </c:pt>
                <c:pt idx="508">
                  <c:v>1E-4</c:v>
                </c:pt>
                <c:pt idx="509">
                  <c:v>1E-4</c:v>
                </c:pt>
                <c:pt idx="510">
                  <c:v>1E-4</c:v>
                </c:pt>
                <c:pt idx="511">
                  <c:v>1E-4</c:v>
                </c:pt>
                <c:pt idx="512">
                  <c:v>60</c:v>
                </c:pt>
                <c:pt idx="513">
                  <c:v>60</c:v>
                </c:pt>
                <c:pt idx="514">
                  <c:v>9.081639</c:v>
                </c:pt>
                <c:pt idx="515">
                  <c:v>9.081639</c:v>
                </c:pt>
                <c:pt idx="516">
                  <c:v>0</c:v>
                </c:pt>
                <c:pt idx="517">
                  <c:v>0</c:v>
                </c:pt>
                <c:pt idx="518">
                  <c:v>0</c:v>
                </c:pt>
                <c:pt idx="519">
                  <c:v>0</c:v>
                </c:pt>
                <c:pt idx="520">
                  <c:v>23.248421</c:v>
                </c:pt>
                <c:pt idx="521">
                  <c:v>23.248421</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72.210947</c:v>
                </c:pt>
                <c:pt idx="537">
                  <c:v>72.210947</c:v>
                </c:pt>
                <c:pt idx="538">
                  <c:v>60</c:v>
                </c:pt>
                <c:pt idx="539">
                  <c:v>60</c:v>
                </c:pt>
                <c:pt idx="540">
                  <c:v>0</c:v>
                </c:pt>
                <c:pt idx="541">
                  <c:v>0</c:v>
                </c:pt>
                <c:pt idx="542">
                  <c:v>0</c:v>
                </c:pt>
                <c:pt idx="543">
                  <c:v>0</c:v>
                </c:pt>
                <c:pt idx="544">
                  <c:v>0</c:v>
                </c:pt>
                <c:pt idx="545">
                  <c:v>0</c:v>
                </c:pt>
                <c:pt idx="546">
                  <c:v>0</c:v>
                </c:pt>
                <c:pt idx="547">
                  <c:v>0</c:v>
                </c:pt>
                <c:pt idx="548">
                  <c:v>0</c:v>
                </c:pt>
                <c:pt idx="549">
                  <c:v>0</c:v>
                </c:pt>
                <c:pt idx="550">
                  <c:v>0</c:v>
                </c:pt>
                <c:pt idx="551">
                  <c:v>0</c:v>
                </c:pt>
                <c:pt idx="552">
                  <c:v>72.210526</c:v>
                </c:pt>
                <c:pt idx="553">
                  <c:v>72.210526</c:v>
                </c:pt>
                <c:pt idx="554">
                  <c:v>90</c:v>
                </c:pt>
                <c:pt idx="555">
                  <c:v>90</c:v>
                </c:pt>
                <c:pt idx="556">
                  <c:v>90</c:v>
                </c:pt>
                <c:pt idx="557">
                  <c:v>90</c:v>
                </c:pt>
                <c:pt idx="558">
                  <c:v>77.658573</c:v>
                </c:pt>
                <c:pt idx="559">
                  <c:v>77.658573</c:v>
                </c:pt>
                <c:pt idx="560">
                  <c:v>0</c:v>
                </c:pt>
                <c:pt idx="561">
                  <c:v>0</c:v>
                </c:pt>
                <c:pt idx="562">
                  <c:v>13.946897</c:v>
                </c:pt>
                <c:pt idx="563">
                  <c:v>13.946897</c:v>
                </c:pt>
                <c:pt idx="564">
                  <c:v>0.000621</c:v>
                </c:pt>
                <c:pt idx="565">
                  <c:v>0.000621</c:v>
                </c:pt>
                <c:pt idx="566">
                  <c:v>0.000200</c:v>
                </c:pt>
                <c:pt idx="567">
                  <c:v>0.000200</c:v>
                </c:pt>
                <c:pt idx="568">
                  <c:v>255.420004</c:v>
                </c:pt>
                <c:pt idx="569">
                  <c:v>255.420004</c:v>
                </c:pt>
                <c:pt idx="570">
                  <c:v>180</c:v>
                </c:pt>
                <c:pt idx="571">
                  <c:v>180</c:v>
                </c:pt>
                <c:pt idx="572">
                  <c:v>90.000100</c:v>
                </c:pt>
                <c:pt idx="573">
                  <c:v>90.000100</c:v>
                </c:pt>
                <c:pt idx="574">
                  <c:v>270</c:v>
                </c:pt>
                <c:pt idx="575">
                  <c:v>270</c:v>
                </c:pt>
                <c:pt idx="576">
                  <c:v>242.529379</c:v>
                </c:pt>
                <c:pt idx="577">
                  <c:v>242.529379</c:v>
                </c:pt>
                <c:pt idx="578">
                  <c:v>259.676014</c:v>
                </c:pt>
                <c:pt idx="579">
                  <c:v>259.676014</c:v>
                </c:pt>
                <c:pt idx="580">
                  <c:v>300</c:v>
                </c:pt>
                <c:pt idx="581">
                  <c:v>300</c:v>
                </c:pt>
                <c:pt idx="582">
                  <c:v>102.955402</c:v>
                </c:pt>
                <c:pt idx="583">
                  <c:v>102.955402</c:v>
                </c:pt>
                <c:pt idx="584">
                  <c:v>450.000100</c:v>
                </c:pt>
                <c:pt idx="585">
                  <c:v>450.000100</c:v>
                </c:pt>
                <c:pt idx="586">
                  <c:v>408.227840</c:v>
                </c:pt>
                <c:pt idx="587">
                  <c:v>408.227840</c:v>
                </c:pt>
                <c:pt idx="588">
                  <c:v>547.844364</c:v>
                </c:pt>
                <c:pt idx="589">
                  <c:v>547.844364</c:v>
                </c:pt>
                <c:pt idx="590">
                  <c:v>617.462617</c:v>
                </c:pt>
                <c:pt idx="591">
                  <c:v>617.462617</c:v>
                </c:pt>
                <c:pt idx="592">
                  <c:v>599.999579</c:v>
                </c:pt>
                <c:pt idx="593">
                  <c:v>599.999579</c:v>
                </c:pt>
                <c:pt idx="594">
                  <c:v>462.212268</c:v>
                </c:pt>
                <c:pt idx="595">
                  <c:v>462.212268</c:v>
                </c:pt>
                <c:pt idx="596">
                  <c:v>577.432068</c:v>
                </c:pt>
                <c:pt idx="597">
                  <c:v>577.432068</c:v>
                </c:pt>
                <c:pt idx="598">
                  <c:v>396.963404</c:v>
                </c:pt>
                <c:pt idx="599">
                  <c:v>396.963404</c:v>
                </c:pt>
                <c:pt idx="600">
                  <c:v>474.562325</c:v>
                </c:pt>
                <c:pt idx="601">
                  <c:v>474.562325</c:v>
                </c:pt>
                <c:pt idx="602">
                  <c:v>330.000200</c:v>
                </c:pt>
                <c:pt idx="603">
                  <c:v>330.000200</c:v>
                </c:pt>
                <c:pt idx="604">
                  <c:v>384.422795</c:v>
                </c:pt>
                <c:pt idx="605">
                  <c:v>384.422795</c:v>
                </c:pt>
                <c:pt idx="606">
                  <c:v>450.000421</c:v>
                </c:pt>
                <c:pt idx="607">
                  <c:v>450.000421</c:v>
                </c:pt>
                <c:pt idx="608">
                  <c:v>563.823385</c:v>
                </c:pt>
                <c:pt idx="609">
                  <c:v>563.823385</c:v>
                </c:pt>
                <c:pt idx="610">
                  <c:v>480.000500</c:v>
                </c:pt>
                <c:pt idx="611">
                  <c:v>480.000500</c:v>
                </c:pt>
                <c:pt idx="612">
                  <c:v>618.168974</c:v>
                </c:pt>
                <c:pt idx="613">
                  <c:v>618.168974</c:v>
                </c:pt>
                <c:pt idx="614">
                  <c:v>725.577905</c:v>
                </c:pt>
                <c:pt idx="615">
                  <c:v>725.577905</c:v>
                </c:pt>
                <c:pt idx="616">
                  <c:v>749.999900</c:v>
                </c:pt>
                <c:pt idx="617">
                  <c:v>749.999900</c:v>
                </c:pt>
                <c:pt idx="618">
                  <c:v>548.782254</c:v>
                </c:pt>
                <c:pt idx="619">
                  <c:v>548.782254</c:v>
                </c:pt>
                <c:pt idx="620">
                  <c:v>396.633263</c:v>
                </c:pt>
                <c:pt idx="621">
                  <c:v>396.633263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30</c:v>
                </c:pt>
                <c:pt idx="649">
                  <c:v>30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30</c:v>
                </c:pt>
                <c:pt idx="665">
                  <c:v>30</c:v>
                </c:pt>
                <c:pt idx="666">
                  <c:v>0</c:v>
                </c:pt>
                <c:pt idx="667">
                  <c:v>0</c:v>
                </c:pt>
                <c:pt idx="668">
                  <c:v>0</c:v>
                </c:pt>
                <c:pt idx="669">
                  <c:v>0</c:v>
                </c:pt>
                <c:pt idx="670">
                  <c:v>60</c:v>
                </c:pt>
                <c:pt idx="671">
                  <c:v>60</c:v>
                </c:pt>
                <c:pt idx="672">
                  <c:v>0</c:v>
                </c:pt>
                <c:pt idx="673">
                  <c:v>0</c:v>
                </c:pt>
                <c:pt idx="674">
                  <c:v>47.350280</c:v>
                </c:pt>
                <c:pt idx="675">
                  <c:v>47.350280</c:v>
                </c:pt>
                <c:pt idx="676">
                  <c:v>95.527972</c:v>
                </c:pt>
                <c:pt idx="677">
                  <c:v>95.527972</c:v>
                </c:pt>
                <c:pt idx="678">
                  <c:v>18.811730</c:v>
                </c:pt>
                <c:pt idx="679">
                  <c:v>18.811730</c:v>
                </c:pt>
                <c:pt idx="680">
                  <c:v>100.434498</c:v>
                </c:pt>
                <c:pt idx="681">
                  <c:v>100.434498</c:v>
                </c:pt>
                <c:pt idx="682">
                  <c:v>107.13455</c:v>
                </c:pt>
                <c:pt idx="683">
                  <c:v>107.13455</c:v>
                </c:pt>
                <c:pt idx="684">
                  <c:v>119.999579</c:v>
                </c:pt>
                <c:pt idx="685">
                  <c:v>119.999579</c:v>
                </c:pt>
                <c:pt idx="686">
                  <c:v>0.000200</c:v>
                </c:pt>
                <c:pt idx="687">
                  <c:v>0.000200</c:v>
                </c:pt>
                <c:pt idx="688">
                  <c:v>125.573122</c:v>
                </c:pt>
                <c:pt idx="689">
                  <c:v>125.573122</c:v>
                </c:pt>
                <c:pt idx="690">
                  <c:v>60.000100</c:v>
                </c:pt>
                <c:pt idx="691">
                  <c:v>60.000100</c:v>
                </c:pt>
                <c:pt idx="692">
                  <c:v>16.054876</c:v>
                </c:pt>
                <c:pt idx="693">
                  <c:v>16.054876</c:v>
                </c:pt>
                <c:pt idx="694">
                  <c:v>112.560747</c:v>
                </c:pt>
                <c:pt idx="695">
                  <c:v>112.560747</c:v>
                </c:pt>
                <c:pt idx="696">
                  <c:v>1E-4</c:v>
                </c:pt>
                <c:pt idx="697">
                  <c:v>1E-4</c:v>
                </c:pt>
                <c:pt idx="698">
                  <c:v>47.134450</c:v>
                </c:pt>
                <c:pt idx="699">
                  <c:v>47.134450</c:v>
                </c:pt>
                <c:pt idx="700">
                  <c:v>0</c:v>
                </c:pt>
                <c:pt idx="701">
                  <c:v>0</c:v>
                </c:pt>
                <c:pt idx="702">
                  <c:v>0</c:v>
                </c:pt>
                <c:pt idx="703">
                  <c:v>0</c:v>
                </c:pt>
                <c:pt idx="704">
                  <c:v>1E-4</c:v>
                </c:pt>
                <c:pt idx="705">
                  <c:v>1E-4</c:v>
                </c:pt>
                <c:pt idx="706">
                  <c:v>60</c:v>
                </c:pt>
                <c:pt idx="707">
                  <c:v>60</c:v>
                </c:pt>
                <c:pt idx="708">
                  <c:v>0</c:v>
                </c:pt>
                <c:pt idx="709">
                  <c:v>0</c:v>
                </c:pt>
                <c:pt idx="710">
                  <c:v>0</c:v>
                </c:pt>
                <c:pt idx="711">
                  <c:v>0</c:v>
                </c:pt>
                <c:pt idx="712">
                  <c:v>0.000521</c:v>
                </c:pt>
                <c:pt idx="713">
                  <c:v>0.000521</c:v>
                </c:pt>
                <c:pt idx="714">
                  <c:v>0</c:v>
                </c:pt>
                <c:pt idx="715">
                  <c:v>0</c:v>
                </c:pt>
                <c:pt idx="716">
                  <c:v>16.2559</c:v>
                </c:pt>
                <c:pt idx="717">
                  <c:v>16.2559</c:v>
                </c:pt>
                <c:pt idx="718">
                  <c:v>3.394000</c:v>
                </c:pt>
                <c:pt idx="719">
                  <c:v>3.394000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60</c:v>
                </c:pt>
                <c:pt idx="741">
                  <c:v>60</c:v>
                </c:pt>
                <c:pt idx="742">
                  <c:v>90</c:v>
                </c:pt>
                <c:pt idx="743">
                  <c:v>90</c:v>
                </c:pt>
                <c:pt idx="744">
                  <c:v>136.054376</c:v>
                </c:pt>
                <c:pt idx="745">
                  <c:v>136.054376</c:v>
                </c:pt>
                <c:pt idx="746">
                  <c:v>150</c:v>
                </c:pt>
                <c:pt idx="747">
                  <c:v>150</c:v>
                </c:pt>
                <c:pt idx="748">
                  <c:v>49.161129</c:v>
                </c:pt>
                <c:pt idx="749">
                  <c:v>49.161129</c:v>
                </c:pt>
                <c:pt idx="750">
                  <c:v>0</c:v>
                </c:pt>
                <c:pt idx="751">
                  <c:v>0</c:v>
                </c:pt>
                <c:pt idx="752">
                  <c:v>75.068397</c:v>
                </c:pt>
                <c:pt idx="753">
                  <c:v>75.068397</c:v>
                </c:pt>
                <c:pt idx="754">
                  <c:v>185.583635</c:v>
                </c:pt>
                <c:pt idx="755">
                  <c:v>185.583635</c:v>
                </c:pt>
                <c:pt idx="756">
                  <c:v>150.001342</c:v>
                </c:pt>
                <c:pt idx="757">
                  <c:v>150.001342</c:v>
                </c:pt>
                <c:pt idx="758">
                  <c:v>0</c:v>
                </c:pt>
                <c:pt idx="759">
                  <c:v>0</c:v>
                </c:pt>
                <c:pt idx="760">
                  <c:v>450</c:v>
                </c:pt>
                <c:pt idx="761">
                  <c:v>450</c:v>
                </c:pt>
                <c:pt idx="762">
                  <c:v>792.784204</c:v>
                </c:pt>
                <c:pt idx="763">
                  <c:v>792.784204</c:v>
                </c:pt>
                <c:pt idx="764">
                  <c:v>870</c:v>
                </c:pt>
                <c:pt idx="765">
                  <c:v>870</c:v>
                </c:pt>
                <c:pt idx="766">
                  <c:v>870</c:v>
                </c:pt>
                <c:pt idx="767">
                  <c:v>870</c:v>
                </c:pt>
                <c:pt idx="768">
                  <c:v>833.774565</c:v>
                </c:pt>
                <c:pt idx="769">
                  <c:v>833.774565</c:v>
                </c:pt>
                <c:pt idx="770">
                  <c:v>900</c:v>
                </c:pt>
                <c:pt idx="771">
                  <c:v>900</c:v>
                </c:pt>
                <c:pt idx="772">
                  <c:v>900</c:v>
                </c:pt>
                <c:pt idx="773">
                  <c:v>900</c:v>
                </c:pt>
                <c:pt idx="774">
                  <c:v>234.212785</c:v>
                </c:pt>
                <c:pt idx="775">
                  <c:v>234.212785</c:v>
                </c:pt>
                <c:pt idx="776">
                  <c:v>200</c:v>
                </c:pt>
                <c:pt idx="777">
                  <c:v>200</c:v>
                </c:pt>
                <c:pt idx="778">
                  <c:v>200</c:v>
                </c:pt>
                <c:pt idx="779">
                  <c:v>200</c:v>
                </c:pt>
                <c:pt idx="780">
                  <c:v>200</c:v>
                </c:pt>
                <c:pt idx="781">
                  <c:v>200</c:v>
                </c:pt>
                <c:pt idx="782">
                  <c:v>253.319944</c:v>
                </c:pt>
                <c:pt idx="783">
                  <c:v>253.319944</c:v>
                </c:pt>
                <c:pt idx="784">
                  <c:v>253.319944</c:v>
                </c:pt>
                <c:pt idx="785">
                  <c:v>253.319944</c:v>
                </c:pt>
                <c:pt idx="786">
                  <c:v>252.210305</c:v>
                </c:pt>
                <c:pt idx="787">
                  <c:v>252.210305</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225.686980</c:v>
                </c:pt>
                <c:pt idx="807">
                  <c:v>225.686980</c:v>
                </c:pt>
                <c:pt idx="808">
                  <c:v>237.8</c:v>
                </c:pt>
                <c:pt idx="809">
                  <c:v>237.8</c:v>
                </c:pt>
                <c:pt idx="810">
                  <c:v>253.333944</c:v>
                </c:pt>
                <c:pt idx="811">
                  <c:v>253.333944</c:v>
                </c:pt>
                <c:pt idx="812">
                  <c:v>214.41</c:v>
                </c:pt>
                <c:pt idx="813">
                  <c:v>214.41</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60</c:v>
                </c:pt>
                <c:pt idx="845">
                  <c:v>60</c:v>
                </c:pt>
                <c:pt idx="846">
                  <c:v>0.000200</c:v>
                </c:pt>
                <c:pt idx="847">
                  <c:v>0.000200</c:v>
                </c:pt>
                <c:pt idx="848">
                  <c:v>27.551466</c:v>
                </c:pt>
                <c:pt idx="849">
                  <c:v>27.551466</c:v>
                </c:pt>
                <c:pt idx="850">
                  <c:v>1E-4</c:v>
                </c:pt>
                <c:pt idx="851">
                  <c:v>1E-4</c:v>
                </c:pt>
                <c:pt idx="852">
                  <c:v>60</c:v>
                </c:pt>
                <c:pt idx="853">
                  <c:v>60</c:v>
                </c:pt>
                <c:pt idx="854">
                  <c:v>0.000200</c:v>
                </c:pt>
                <c:pt idx="855">
                  <c:v>0.000200</c:v>
                </c:pt>
                <c:pt idx="856">
                  <c:v>0</c:v>
                </c:pt>
                <c:pt idx="857">
                  <c:v>0</c:v>
                </c:pt>
                <c:pt idx="858">
                  <c:v>0</c:v>
                </c:pt>
                <c:pt idx="859">
                  <c:v>0</c:v>
                </c:pt>
                <c:pt idx="860">
                  <c:v>1E-4</c:v>
                </c:pt>
                <c:pt idx="861">
                  <c:v>1E-4</c:v>
                </c:pt>
                <c:pt idx="862">
                  <c:v>0</c:v>
                </c:pt>
                <c:pt idx="863">
                  <c:v>0</c:v>
                </c:pt>
                <c:pt idx="864">
                  <c:v>16.054076</c:v>
                </c:pt>
                <c:pt idx="865">
                  <c:v>16.054076</c:v>
                </c:pt>
                <c:pt idx="866">
                  <c:v>0</c:v>
                </c:pt>
                <c:pt idx="867">
                  <c:v>0</c:v>
                </c:pt>
                <c:pt idx="868">
                  <c:v>30</c:v>
                </c:pt>
                <c:pt idx="869">
                  <c:v>30</c:v>
                </c:pt>
                <c:pt idx="870">
                  <c:v>0</c:v>
                </c:pt>
                <c:pt idx="871">
                  <c:v>0</c:v>
                </c:pt>
                <c:pt idx="872">
                  <c:v>0</c:v>
                </c:pt>
                <c:pt idx="873">
                  <c:v>0</c:v>
                </c:pt>
                <c:pt idx="874">
                  <c:v>0</c:v>
                </c:pt>
                <c:pt idx="875">
                  <c:v>0</c:v>
                </c:pt>
                <c:pt idx="876">
                  <c:v>0</c:v>
                </c:pt>
                <c:pt idx="877">
                  <c:v>0</c:v>
                </c:pt>
                <c:pt idx="878">
                  <c:v>0</c:v>
                </c:pt>
                <c:pt idx="879">
                  <c:v>0</c:v>
                </c:pt>
                <c:pt idx="880">
                  <c:v>59.110942</c:v>
                </c:pt>
                <c:pt idx="881">
                  <c:v>59.110942</c:v>
                </c:pt>
                <c:pt idx="882">
                  <c:v>1E-4</c:v>
                </c:pt>
                <c:pt idx="883">
                  <c:v>1E-4</c:v>
                </c:pt>
                <c:pt idx="884">
                  <c:v>0</c:v>
                </c:pt>
                <c:pt idx="885">
                  <c:v>0</c:v>
                </c:pt>
                <c:pt idx="886">
                  <c:v>30</c:v>
                </c:pt>
                <c:pt idx="887">
                  <c:v>30</c:v>
                </c:pt>
                <c:pt idx="888">
                  <c:v>1E-4</c:v>
                </c:pt>
                <c:pt idx="889">
                  <c:v>1E-4</c:v>
                </c:pt>
                <c:pt idx="890">
                  <c:v>0</c:v>
                </c:pt>
                <c:pt idx="891">
                  <c:v>0</c:v>
                </c:pt>
                <c:pt idx="892">
                  <c:v>30</c:v>
                </c:pt>
                <c:pt idx="893">
                  <c:v>30</c:v>
                </c:pt>
                <c:pt idx="894">
                  <c:v>30</c:v>
                </c:pt>
                <c:pt idx="895">
                  <c:v>30</c:v>
                </c:pt>
                <c:pt idx="896">
                  <c:v>120.549155</c:v>
                </c:pt>
                <c:pt idx="897">
                  <c:v>120.549155</c:v>
                </c:pt>
                <c:pt idx="898">
                  <c:v>0.000521</c:v>
                </c:pt>
                <c:pt idx="899">
                  <c:v>0.000521</c:v>
                </c:pt>
                <c:pt idx="900">
                  <c:v>0</c:v>
                </c:pt>
                <c:pt idx="901">
                  <c:v>0</c:v>
                </c:pt>
                <c:pt idx="902">
                  <c:v>1E-4</c:v>
                </c:pt>
                <c:pt idx="903">
                  <c:v>1E-4</c:v>
                </c:pt>
                <c:pt idx="904">
                  <c:v>36.683421</c:v>
                </c:pt>
                <c:pt idx="905">
                  <c:v>36.683421</c:v>
                </c:pt>
                <c:pt idx="906">
                  <c:v>0</c:v>
                </c:pt>
                <c:pt idx="907">
                  <c:v>0</c:v>
                </c:pt>
                <c:pt idx="908">
                  <c:v>23.317</c:v>
                </c:pt>
                <c:pt idx="909">
                  <c:v>23.317</c:v>
                </c:pt>
                <c:pt idx="910">
                  <c:v>1.542E-3</c:v>
                </c:pt>
                <c:pt idx="911">
                  <c:v>1.542E-3</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c:v>
                </c:pt>
                <c:pt idx="943">
                  <c:v>60</c:v>
                </c:pt>
                <c:pt idx="944">
                  <c:v>90</c:v>
                </c:pt>
                <c:pt idx="945">
                  <c:v>90</c:v>
                </c:pt>
                <c:pt idx="946">
                  <c:v>90</c:v>
                </c:pt>
                <c:pt idx="947">
                  <c:v>90</c:v>
                </c:pt>
                <c:pt idx="948">
                  <c:v>210</c:v>
                </c:pt>
                <c:pt idx="949">
                  <c:v>210</c:v>
                </c:pt>
                <c:pt idx="950">
                  <c:v>414.368440</c:v>
                </c:pt>
                <c:pt idx="951">
                  <c:v>414.368440</c:v>
                </c:pt>
                <c:pt idx="952">
                  <c:v>750</c:v>
                </c:pt>
                <c:pt idx="953">
                  <c:v>750</c:v>
                </c:pt>
                <c:pt idx="954">
                  <c:v>200</c:v>
                </c:pt>
                <c:pt idx="955">
                  <c:v>200</c:v>
                </c:pt>
                <c:pt idx="956">
                  <c:v>200</c:v>
                </c:pt>
                <c:pt idx="957">
                  <c:v>200</c:v>
                </c:pt>
                <c:pt idx="958">
                  <c:v>200</c:v>
                </c:pt>
                <c:pt idx="959">
                  <c:v>200</c:v>
                </c:pt>
                <c:pt idx="960">
                  <c:v>402.211868</c:v>
                </c:pt>
                <c:pt idx="961">
                  <c:v>402.211868</c:v>
                </c:pt>
                <c:pt idx="962">
                  <c:v>645.420425</c:v>
                </c:pt>
                <c:pt idx="963">
                  <c:v>645.420425</c:v>
                </c:pt>
                <c:pt idx="964">
                  <c:v>390</c:v>
                </c:pt>
                <c:pt idx="965">
                  <c:v>390</c:v>
                </c:pt>
                <c:pt idx="966">
                  <c:v>330.000100</c:v>
                </c:pt>
                <c:pt idx="967">
                  <c:v>330.000100</c:v>
                </c:pt>
                <c:pt idx="968">
                  <c:v>371.079800</c:v>
                </c:pt>
                <c:pt idx="969">
                  <c:v>371.079800</c:v>
                </c:pt>
                <c:pt idx="970">
                  <c:v>576.841812</c:v>
                </c:pt>
                <c:pt idx="971">
                  <c:v>576.841812</c:v>
                </c:pt>
                <c:pt idx="972">
                  <c:v>669.666363</c:v>
                </c:pt>
                <c:pt idx="973">
                  <c:v>669.666363</c:v>
                </c:pt>
                <c:pt idx="974">
                  <c:v>733.858670</c:v>
                </c:pt>
                <c:pt idx="975">
                  <c:v>733.858670</c:v>
                </c:pt>
                <c:pt idx="976">
                  <c:v>301.089053</c:v>
                </c:pt>
                <c:pt idx="977">
                  <c:v>301.089053</c:v>
                </c:pt>
                <c:pt idx="978">
                  <c:v>210.0001</c:v>
                </c:pt>
                <c:pt idx="979">
                  <c:v>210.0001</c:v>
                </c:pt>
                <c:pt idx="980">
                  <c:v>209.999479</c:v>
                </c:pt>
                <c:pt idx="981">
                  <c:v>209.999479</c:v>
                </c:pt>
                <c:pt idx="982">
                  <c:v>270.000421</c:v>
                </c:pt>
                <c:pt idx="983">
                  <c:v>270.000421</c:v>
                </c:pt>
                <c:pt idx="984">
                  <c:v>389.999579</c:v>
                </c:pt>
                <c:pt idx="985">
                  <c:v>389.999579</c:v>
                </c:pt>
                <c:pt idx="986">
                  <c:v>304.871251</c:v>
                </c:pt>
                <c:pt idx="987">
                  <c:v>304.871251</c:v>
                </c:pt>
                <c:pt idx="988">
                  <c:v>283.504684</c:v>
                </c:pt>
                <c:pt idx="989">
                  <c:v>283.504684</c:v>
                </c:pt>
                <c:pt idx="990">
                  <c:v>330</c:v>
                </c:pt>
                <c:pt idx="991">
                  <c:v>330</c:v>
                </c:pt>
                <c:pt idx="992">
                  <c:v>510</c:v>
                </c:pt>
                <c:pt idx="993">
                  <c:v>510</c:v>
                </c:pt>
                <c:pt idx="994">
                  <c:v>616.817594</c:v>
                </c:pt>
                <c:pt idx="995">
                  <c:v>616.817594</c:v>
                </c:pt>
                <c:pt idx="996">
                  <c:v>629.316789</c:v>
                </c:pt>
                <c:pt idx="997">
                  <c:v>629.316789</c:v>
                </c:pt>
                <c:pt idx="998">
                  <c:v>655.645011</c:v>
                </c:pt>
                <c:pt idx="999">
                  <c:v>655.645011</c:v>
                </c:pt>
                <c:pt idx="1000">
                  <c:v>351.198888</c:v>
                </c:pt>
                <c:pt idx="1001">
                  <c:v>351.198888</c:v>
                </c:pt>
                <c:pt idx="1002">
                  <c:v>411.121795</c:v>
                </c:pt>
                <c:pt idx="1003">
                  <c:v>411.121795</c:v>
                </c:pt>
                <c:pt idx="1004">
                  <c:v>213.3</c:v>
                </c:pt>
                <c:pt idx="1005">
                  <c:v>213.3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90</c:v>
                </c:pt>
                <c:pt idx="1115">
                  <c:v>90</c:v>
                </c:pt>
                <c:pt idx="1116">
                  <c:v>90</c:v>
                </c:pt>
                <c:pt idx="1117">
                  <c:v>90</c:v>
                </c:pt>
                <c:pt idx="1118">
                  <c:v>150</c:v>
                </c:pt>
                <c:pt idx="1119">
                  <c:v>150</c:v>
                </c:pt>
                <c:pt idx="1120">
                  <c:v>30.0001</c:v>
                </c:pt>
                <c:pt idx="1121">
                  <c:v>30.0001</c:v>
                </c:pt>
                <c:pt idx="1122">
                  <c:v>0</c:v>
                </c:pt>
                <c:pt idx="1123">
                  <c:v>0</c:v>
                </c:pt>
                <c:pt idx="1124">
                  <c:v>0</c:v>
                </c:pt>
                <c:pt idx="1125">
                  <c:v>0</c:v>
                </c:pt>
                <c:pt idx="1126">
                  <c:v>0</c:v>
                </c:pt>
                <c:pt idx="1127">
                  <c:v>0</c:v>
                </c:pt>
                <c:pt idx="1128">
                  <c:v>0</c:v>
                </c:pt>
                <c:pt idx="1129">
                  <c:v>0</c:v>
                </c:pt>
                <c:pt idx="1130">
                  <c:v>0</c:v>
                </c:pt>
                <c:pt idx="1131">
                  <c:v>0</c:v>
                </c:pt>
                <c:pt idx="1132">
                  <c:v>17.134550</c:v>
                </c:pt>
                <c:pt idx="1133">
                  <c:v>17.134550</c:v>
                </c:pt>
                <c:pt idx="1134">
                  <c:v>0</c:v>
                </c:pt>
                <c:pt idx="1135">
                  <c:v>0</c:v>
                </c:pt>
                <c:pt idx="1136">
                  <c:v>1E-4</c:v>
                </c:pt>
                <c:pt idx="1137">
                  <c:v>1E-4</c:v>
                </c:pt>
                <c:pt idx="1138">
                  <c:v>60</c:v>
                </c:pt>
                <c:pt idx="1139">
                  <c:v>60</c:v>
                </c:pt>
                <c:pt idx="1140">
                  <c:v>60</c:v>
                </c:pt>
                <c:pt idx="1141">
                  <c:v>60</c:v>
                </c:pt>
                <c:pt idx="1142">
                  <c:v>0.000200</c:v>
                </c:pt>
                <c:pt idx="1143">
                  <c:v>0.000200</c:v>
                </c:pt>
                <c:pt idx="1144">
                  <c:v>180</c:v>
                </c:pt>
                <c:pt idx="1145">
                  <c:v>180</c:v>
                </c:pt>
                <c:pt idx="1146">
                  <c:v>209.999950</c:v>
                </c:pt>
                <c:pt idx="1147">
                  <c:v>209.999950</c:v>
                </c:pt>
                <c:pt idx="1148">
                  <c:v>120</c:v>
                </c:pt>
                <c:pt idx="1149">
                  <c:v>120</c:v>
                </c:pt>
                <c:pt idx="1150">
                  <c:v>90</c:v>
                </c:pt>
                <c:pt idx="1151">
                  <c:v>90</c:v>
                </c:pt>
                <c:pt idx="1152">
                  <c:v>139.832795</c:v>
                </c:pt>
                <c:pt idx="1153">
                  <c:v>139.832795</c:v>
                </c:pt>
                <c:pt idx="1154">
                  <c:v>162.210947</c:v>
                </c:pt>
                <c:pt idx="1155">
                  <c:v>162.210947</c:v>
                </c:pt>
                <c:pt idx="1156">
                  <c:v>240</c:v>
                </c:pt>
                <c:pt idx="1157">
                  <c:v>240</c:v>
                </c:pt>
                <c:pt idx="1158">
                  <c:v>221.356996</c:v>
                </c:pt>
                <c:pt idx="1159">
                  <c:v>221.356996</c:v>
                </c:pt>
                <c:pt idx="1160">
                  <c:v>150.000621</c:v>
                </c:pt>
                <c:pt idx="1161">
                  <c:v>150.000621</c:v>
                </c:pt>
                <c:pt idx="1162">
                  <c:v>110.442392</c:v>
                </c:pt>
                <c:pt idx="1163">
                  <c:v>110.442392</c:v>
                </c:pt>
                <c:pt idx="1164">
                  <c:v>300</c:v>
                </c:pt>
                <c:pt idx="1165">
                  <c:v>300</c:v>
                </c:pt>
                <c:pt idx="1166">
                  <c:v>423.697341</c:v>
                </c:pt>
                <c:pt idx="1167">
                  <c:v>423.697341</c:v>
                </c:pt>
                <c:pt idx="1168">
                  <c:v>450.000200</c:v>
                </c:pt>
                <c:pt idx="1169">
                  <c:v>450.000200</c:v>
                </c:pt>
                <c:pt idx="1170">
                  <c:v>257.306565</c:v>
                </c:pt>
                <c:pt idx="1171">
                  <c:v>257.306565</c:v>
                </c:pt>
                <c:pt idx="1172">
                  <c:v>60.000100</c:v>
                </c:pt>
                <c:pt idx="1173">
                  <c:v>60.000100</c:v>
                </c:pt>
                <c:pt idx="1174">
                  <c:v>150</c:v>
                </c:pt>
                <c:pt idx="1175">
                  <c:v>150</c:v>
                </c:pt>
                <c:pt idx="1176">
                  <c:v>330</c:v>
                </c:pt>
                <c:pt idx="1177">
                  <c:v>330</c:v>
                </c:pt>
                <c:pt idx="1178">
                  <c:v>330</c:v>
                </c:pt>
                <c:pt idx="1179">
                  <c:v>330</c:v>
                </c:pt>
                <c:pt idx="1180">
                  <c:v>367.164358</c:v>
                </c:pt>
                <c:pt idx="1181">
                  <c:v>367.164358</c:v>
                </c:pt>
                <c:pt idx="1182">
                  <c:v>384.447648</c:v>
                </c:pt>
                <c:pt idx="1183">
                  <c:v>384.447648</c:v>
                </c:pt>
                <c:pt idx="1184">
                  <c:v>510.000521</c:v>
                </c:pt>
                <c:pt idx="1185">
                  <c:v>510.000521</c:v>
                </c:pt>
                <c:pt idx="1186">
                  <c:v>750</c:v>
                </c:pt>
                <c:pt idx="1187">
                  <c:v>750</c:v>
                </c:pt>
                <c:pt idx="1188">
                  <c:v>509.143756</c:v>
                </c:pt>
                <c:pt idx="1189">
                  <c:v>509.143756</c:v>
                </c:pt>
                <c:pt idx="1190">
                  <c:v>549.809139</c:v>
                </c:pt>
                <c:pt idx="1191">
                  <c:v>549.809139</c:v>
                </c:pt>
                <c:pt idx="1192">
                  <c:v>575.929750</c:v>
                </c:pt>
                <c:pt idx="1193">
                  <c:v>575.929750</c:v>
                </c:pt>
                <c:pt idx="1194">
                  <c:v>460.490296</c:v>
                </c:pt>
                <c:pt idx="1195">
                  <c:v>460.490296</c:v>
                </c:pt>
                <c:pt idx="1196">
                  <c:v>654.421895</c:v>
                </c:pt>
                <c:pt idx="1197">
                  <c:v>654.421895</c:v>
                </c:pt>
                <c:pt idx="1198">
                  <c:v>497.158447</c:v>
                </c:pt>
                <c:pt idx="1199">
                  <c:v>497.158447</c:v>
                </c:pt>
                <c:pt idx="1200">
                  <c:v>224.099414</c:v>
                </c:pt>
                <c:pt idx="1201">
                  <c:v>224.099414</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416.165447</c:v>
                </c:pt>
                <c:pt idx="1345">
                  <c:v>416.165447</c:v>
                </c:pt>
                <c:pt idx="1346">
                  <c:v>311.850748</c:v>
                </c:pt>
                <c:pt idx="1347">
                  <c:v>311.850748</c:v>
                </c:pt>
                <c:pt idx="1348">
                  <c:v>180</c:v>
                </c:pt>
                <c:pt idx="1349">
                  <c:v>180</c:v>
                </c:pt>
                <c:pt idx="1350">
                  <c:v>60</c:v>
                </c:pt>
                <c:pt idx="1351">
                  <c:v>60</c:v>
                </c:pt>
                <c:pt idx="1352">
                  <c:v>472.532748</c:v>
                </c:pt>
                <c:pt idx="1353">
                  <c:v>472.532748</c:v>
                </c:pt>
                <c:pt idx="1354">
                  <c:v>690</c:v>
                </c:pt>
                <c:pt idx="1355">
                  <c:v>690</c:v>
                </c:pt>
                <c:pt idx="1356">
                  <c:v>480</c:v>
                </c:pt>
                <c:pt idx="1357">
                  <c:v>480</c:v>
                </c:pt>
                <c:pt idx="1358">
                  <c:v>227.789153</c:v>
                </c:pt>
                <c:pt idx="1359">
                  <c:v>227.789153</c:v>
                </c:pt>
                <c:pt idx="1360">
                  <c:v>180</c:v>
                </c:pt>
                <c:pt idx="1361">
                  <c:v>180</c:v>
                </c:pt>
                <c:pt idx="1362">
                  <c:v>120</c:v>
                </c:pt>
                <c:pt idx="1363">
                  <c:v>120</c:v>
                </c:pt>
                <c:pt idx="1364">
                  <c:v>110.971109</c:v>
                </c:pt>
                <c:pt idx="1365">
                  <c:v>110.971109</c:v>
                </c:pt>
                <c:pt idx="1366">
                  <c:v>98.314436</c:v>
                </c:pt>
                <c:pt idx="1367">
                  <c:v>98.314436</c:v>
                </c:pt>
                <c:pt idx="1368">
                  <c:v>122.331515</c:v>
                </c:pt>
                <c:pt idx="1369">
                  <c:v>122.331515</c:v>
                </c:pt>
                <c:pt idx="1370">
                  <c:v>437.016240</c:v>
                </c:pt>
                <c:pt idx="1371">
                  <c:v>437.016240</c:v>
                </c:pt>
                <c:pt idx="1372">
                  <c:v>544.017766</c:v>
                </c:pt>
                <c:pt idx="1373">
                  <c:v>544.017766</c:v>
                </c:pt>
                <c:pt idx="1374">
                  <c:v>409.197574</c:v>
                </c:pt>
                <c:pt idx="1375">
                  <c:v>409.197574</c:v>
                </c:pt>
                <c:pt idx="1376">
                  <c:v>587.789053</c:v>
                </c:pt>
                <c:pt idx="1377">
                  <c:v>587.789053</c:v>
                </c:pt>
                <c:pt idx="1378">
                  <c:v>609.057259</c:v>
                </c:pt>
                <c:pt idx="1379">
                  <c:v>609.057259</c:v>
                </c:pt>
                <c:pt idx="1380">
                  <c:v>721.886861</c:v>
                </c:pt>
                <c:pt idx="1381">
                  <c:v>721.886861</c:v>
                </c:pt>
                <c:pt idx="1382">
                  <c:v>870</c:v>
                </c:pt>
                <c:pt idx="1383">
                  <c:v>870</c:v>
                </c:pt>
                <c:pt idx="1384">
                  <c:v>287.789653</c:v>
                </c:pt>
                <c:pt idx="1385">
                  <c:v>287.789653</c:v>
                </c:pt>
                <c:pt idx="1386">
                  <c:v>360.000600</c:v>
                </c:pt>
                <c:pt idx="1387">
                  <c:v>360.000600</c:v>
                </c:pt>
                <c:pt idx="1388">
                  <c:v>564.420695</c:v>
                </c:pt>
                <c:pt idx="1389">
                  <c:v>564.420695</c:v>
                </c:pt>
              </c:numCache>
            </c:numRef>
          </c:yVal>
          <c:smooth val="0"/>
          <c:extLst>
            <c:ext xmlns:c16="http://schemas.microsoft.com/office/drawing/2014/chart" uri="{C3380CC4-5D6E-409C-BE32-E72D297353CC}">
              <c16:uniqueId val="{00000000-36C7-46DF-A76F-CA4BF24803F2}"/>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150.810638</c:v>
                </c:pt>
                <c:pt idx="51">
                  <c:v>150.810638</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200</c:v>
                </c:pt>
                <c:pt idx="773">
                  <c:v>200</c:v>
                </c:pt>
                <c:pt idx="774">
                  <c:v>234.212785</c:v>
                </c:pt>
                <c:pt idx="775">
                  <c:v>234.212785</c:v>
                </c:pt>
                <c:pt idx="776">
                  <c:v>200</c:v>
                </c:pt>
                <c:pt idx="777">
                  <c:v>200</c:v>
                </c:pt>
                <c:pt idx="778">
                  <c:v>200</c:v>
                </c:pt>
                <c:pt idx="779">
                  <c:v>200</c:v>
                </c:pt>
                <c:pt idx="780">
                  <c:v>200</c:v>
                </c:pt>
                <c:pt idx="781">
                  <c:v>200</c:v>
                </c:pt>
                <c:pt idx="782">
                  <c:v>253.319944</c:v>
                </c:pt>
                <c:pt idx="783">
                  <c:v>253.319944</c:v>
                </c:pt>
                <c:pt idx="784">
                  <c:v>253.319944</c:v>
                </c:pt>
                <c:pt idx="785">
                  <c:v>253.319944</c:v>
                </c:pt>
                <c:pt idx="786">
                  <c:v>252.210305</c:v>
                </c:pt>
                <c:pt idx="787">
                  <c:v>252.210305</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225.686980</c:v>
                </c:pt>
                <c:pt idx="807">
                  <c:v>225.686980</c:v>
                </c:pt>
                <c:pt idx="808">
                  <c:v>237.8</c:v>
                </c:pt>
                <c:pt idx="809">
                  <c:v>237.8</c:v>
                </c:pt>
                <c:pt idx="810">
                  <c:v>253.333944</c:v>
                </c:pt>
                <c:pt idx="811">
                  <c:v>253.333944</c:v>
                </c:pt>
                <c:pt idx="812">
                  <c:v>210.16</c:v>
                </c:pt>
                <c:pt idx="813">
                  <c:v>210.16</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200</c:v>
                </c:pt>
                <c:pt idx="953">
                  <c:v>200</c:v>
                </c:pt>
                <c:pt idx="954">
                  <c:v>200</c:v>
                </c:pt>
                <c:pt idx="955">
                  <c:v>200</c:v>
                </c:pt>
                <c:pt idx="956">
                  <c:v>200</c:v>
                </c:pt>
                <c:pt idx="957">
                  <c:v>200</c:v>
                </c:pt>
                <c:pt idx="958">
                  <c:v>200</c:v>
                </c:pt>
                <c:pt idx="959">
                  <c:v>200</c:v>
                </c:pt>
                <c:pt idx="960">
                  <c:v>402.211868</c:v>
                </c:pt>
                <c:pt idx="961">
                  <c:v>402.211868</c:v>
                </c:pt>
                <c:pt idx="962">
                  <c:v>645.420425</c:v>
                </c:pt>
                <c:pt idx="963">
                  <c:v>645.420425</c:v>
                </c:pt>
                <c:pt idx="964">
                  <c:v>390</c:v>
                </c:pt>
                <c:pt idx="965">
                  <c:v>390</c:v>
                </c:pt>
                <c:pt idx="966">
                  <c:v>330.000100</c:v>
                </c:pt>
                <c:pt idx="967">
                  <c:v>330.000100</c:v>
                </c:pt>
                <c:pt idx="968">
                  <c:v>371.079800</c:v>
                </c:pt>
                <c:pt idx="969">
                  <c:v>371.079800</c:v>
                </c:pt>
                <c:pt idx="970">
                  <c:v>576.841812</c:v>
                </c:pt>
                <c:pt idx="971">
                  <c:v>576.841812</c:v>
                </c:pt>
                <c:pt idx="972">
                  <c:v>669.666363</c:v>
                </c:pt>
                <c:pt idx="973">
                  <c:v>669.666363</c:v>
                </c:pt>
                <c:pt idx="974">
                  <c:v>733.858670</c:v>
                </c:pt>
                <c:pt idx="975">
                  <c:v>733.858670</c:v>
                </c:pt>
                <c:pt idx="976">
                  <c:v>301.089053</c:v>
                </c:pt>
                <c:pt idx="977">
                  <c:v>301.089053</c:v>
                </c:pt>
                <c:pt idx="978">
                  <c:v>210.0001</c:v>
                </c:pt>
                <c:pt idx="979">
                  <c:v>210.0001</c:v>
                </c:pt>
                <c:pt idx="980">
                  <c:v>209.999479</c:v>
                </c:pt>
                <c:pt idx="981">
                  <c:v>209.999479</c:v>
                </c:pt>
                <c:pt idx="982">
                  <c:v>270.000421</c:v>
                </c:pt>
                <c:pt idx="983">
                  <c:v>270.000421</c:v>
                </c:pt>
                <c:pt idx="984">
                  <c:v>389.999579</c:v>
                </c:pt>
                <c:pt idx="985">
                  <c:v>389.999579</c:v>
                </c:pt>
                <c:pt idx="986">
                  <c:v>304.871251</c:v>
                </c:pt>
                <c:pt idx="987">
                  <c:v>304.871251</c:v>
                </c:pt>
                <c:pt idx="988">
                  <c:v>283.504684</c:v>
                </c:pt>
                <c:pt idx="989">
                  <c:v>283.504684</c:v>
                </c:pt>
                <c:pt idx="990">
                  <c:v>330</c:v>
                </c:pt>
                <c:pt idx="991">
                  <c:v>330</c:v>
                </c:pt>
                <c:pt idx="992">
                  <c:v>510</c:v>
                </c:pt>
                <c:pt idx="993">
                  <c:v>510</c:v>
                </c:pt>
                <c:pt idx="994">
                  <c:v>616.817594</c:v>
                </c:pt>
                <c:pt idx="995">
                  <c:v>616.817594</c:v>
                </c:pt>
                <c:pt idx="996">
                  <c:v>629.316789</c:v>
                </c:pt>
                <c:pt idx="997">
                  <c:v>629.316789</c:v>
                </c:pt>
                <c:pt idx="998">
                  <c:v>655.645011</c:v>
                </c:pt>
                <c:pt idx="999">
                  <c:v>655.645011</c:v>
                </c:pt>
                <c:pt idx="1000">
                  <c:v>351.198888</c:v>
                </c:pt>
                <c:pt idx="1001">
                  <c:v>351.198888</c:v>
                </c:pt>
                <c:pt idx="1002">
                  <c:v>408.571795</c:v>
                </c:pt>
                <c:pt idx="1003">
                  <c:v>408.571795</c:v>
                </c:pt>
                <c:pt idx="1004">
                  <c:v>194.6</c:v>
                </c:pt>
                <c:pt idx="1005">
                  <c:v>194.6</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6C7-46DF-A76F-CA4BF24803F2}"/>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4.25</c:v>
                </c:pt>
                <c:pt idx="43">
                  <c:v>4.25</c:v>
                </c:pt>
                <c:pt idx="44">
                  <c:v>23.8</c:v>
                </c:pt>
                <c:pt idx="45">
                  <c:v>23.8</c:v>
                </c:pt>
                <c:pt idx="46">
                  <c:v>56.1</c:v>
                </c:pt>
                <c:pt idx="47">
                  <c:v>56.1</c:v>
                </c:pt>
                <c:pt idx="48">
                  <c:v>68</c:v>
                </c:pt>
                <c:pt idx="49">
                  <c:v>68</c:v>
                </c:pt>
                <c:pt idx="50">
                  <c:v>90.1</c:v>
                </c:pt>
                <c:pt idx="51">
                  <c:v>90.1</c:v>
                </c:pt>
                <c:pt idx="52">
                  <c:v>128.35</c:v>
                </c:pt>
                <c:pt idx="53">
                  <c:v>128.35</c:v>
                </c:pt>
                <c:pt idx="54">
                  <c:v>171.7</c:v>
                </c:pt>
                <c:pt idx="55">
                  <c:v>171.7</c:v>
                </c:pt>
                <c:pt idx="56">
                  <c:v>202.3</c:v>
                </c:pt>
                <c:pt idx="57">
                  <c:v>202.3</c:v>
                </c:pt>
                <c:pt idx="58">
                  <c:v>223.55</c:v>
                </c:pt>
                <c:pt idx="59">
                  <c:v>223.55</c:v>
                </c:pt>
                <c:pt idx="60">
                  <c:v>268.600000</c:v>
                </c:pt>
                <c:pt idx="61">
                  <c:v>268.600000</c:v>
                </c:pt>
                <c:pt idx="62">
                  <c:v>327.25</c:v>
                </c:pt>
                <c:pt idx="63">
                  <c:v>327.25</c:v>
                </c:pt>
                <c:pt idx="64">
                  <c:v>384.2</c:v>
                </c:pt>
                <c:pt idx="65">
                  <c:v>384.2</c:v>
                </c:pt>
                <c:pt idx="66">
                  <c:v>392.7</c:v>
                </c:pt>
                <c:pt idx="67">
                  <c:v>392.7</c:v>
                </c:pt>
                <c:pt idx="68">
                  <c:v>470.05</c:v>
                </c:pt>
                <c:pt idx="69">
                  <c:v>470.05</c:v>
                </c:pt>
                <c:pt idx="70">
                  <c:v>501.5</c:v>
                </c:pt>
                <c:pt idx="71">
                  <c:v>501.5</c:v>
                </c:pt>
                <c:pt idx="72">
                  <c:v>564.4</c:v>
                </c:pt>
                <c:pt idx="73">
                  <c:v>564.4</c:v>
                </c:pt>
                <c:pt idx="74">
                  <c:v>595.85</c:v>
                </c:pt>
                <c:pt idx="75">
                  <c:v>595.85</c:v>
                </c:pt>
                <c:pt idx="76">
                  <c:v>623.9</c:v>
                </c:pt>
                <c:pt idx="77">
                  <c:v>623.9</c:v>
                </c:pt>
                <c:pt idx="78">
                  <c:v>648.550000</c:v>
                </c:pt>
                <c:pt idx="79">
                  <c:v>648.550000</c:v>
                </c:pt>
                <c:pt idx="80">
                  <c:v>669.8</c:v>
                </c:pt>
                <c:pt idx="81">
                  <c:v>669.8</c:v>
                </c:pt>
                <c:pt idx="82">
                  <c:v>687.65</c:v>
                </c:pt>
                <c:pt idx="83">
                  <c:v>687.65</c:v>
                </c:pt>
                <c:pt idx="84">
                  <c:v>702.95</c:v>
                </c:pt>
                <c:pt idx="85">
                  <c:v>702.95</c:v>
                </c:pt>
                <c:pt idx="86">
                  <c:v>715.7</c:v>
                </c:pt>
                <c:pt idx="87">
                  <c:v>715.7</c:v>
                </c:pt>
                <c:pt idx="88">
                  <c:v>724.2</c:v>
                </c:pt>
                <c:pt idx="89">
                  <c:v>724.2</c:v>
                </c:pt>
                <c:pt idx="90">
                  <c:v>730.15</c:v>
                </c:pt>
                <c:pt idx="91">
                  <c:v>730.15</c:v>
                </c:pt>
                <c:pt idx="92">
                  <c:v>731.85</c:v>
                </c:pt>
                <c:pt idx="93">
                  <c:v>731.85</c:v>
                </c:pt>
                <c:pt idx="94">
                  <c:v>731</c:v>
                </c:pt>
                <c:pt idx="95">
                  <c:v>731</c:v>
                </c:pt>
                <c:pt idx="96">
                  <c:v>727.6</c:v>
                </c:pt>
                <c:pt idx="97">
                  <c:v>727.6</c:v>
                </c:pt>
                <c:pt idx="98">
                  <c:v>719.95</c:v>
                </c:pt>
                <c:pt idx="99">
                  <c:v>719.95</c:v>
                </c:pt>
                <c:pt idx="100">
                  <c:v>708.9</c:v>
                </c:pt>
                <c:pt idx="101">
                  <c:v>708.9</c:v>
                </c:pt>
                <c:pt idx="102">
                  <c:v>694.45</c:v>
                </c:pt>
                <c:pt idx="103">
                  <c:v>694.45</c:v>
                </c:pt>
                <c:pt idx="104">
                  <c:v>677.45</c:v>
                </c:pt>
                <c:pt idx="105">
                  <c:v>677.45</c:v>
                </c:pt>
                <c:pt idx="106">
                  <c:v>657.05</c:v>
                </c:pt>
                <c:pt idx="107">
                  <c:v>657.05</c:v>
                </c:pt>
                <c:pt idx="108">
                  <c:v>633.25</c:v>
                </c:pt>
                <c:pt idx="109">
                  <c:v>633.25</c:v>
                </c:pt>
                <c:pt idx="110">
                  <c:v>606.9</c:v>
                </c:pt>
                <c:pt idx="111">
                  <c:v>606.9</c:v>
                </c:pt>
                <c:pt idx="112">
                  <c:v>578</c:v>
                </c:pt>
                <c:pt idx="113">
                  <c:v>578</c:v>
                </c:pt>
                <c:pt idx="114">
                  <c:v>546.550000</c:v>
                </c:pt>
                <c:pt idx="115">
                  <c:v>546.550000</c:v>
                </c:pt>
                <c:pt idx="116">
                  <c:v>513.4</c:v>
                </c:pt>
                <c:pt idx="117">
                  <c:v>513.4</c:v>
                </c:pt>
                <c:pt idx="118">
                  <c:v>478.55</c:v>
                </c:pt>
                <c:pt idx="119">
                  <c:v>478.55</c:v>
                </c:pt>
                <c:pt idx="120">
                  <c:v>442</c:v>
                </c:pt>
                <c:pt idx="121">
                  <c:v>442</c:v>
                </c:pt>
                <c:pt idx="122">
                  <c:v>403.75</c:v>
                </c:pt>
                <c:pt idx="123">
                  <c:v>403.75</c:v>
                </c:pt>
                <c:pt idx="124">
                  <c:v>362.95</c:v>
                </c:pt>
                <c:pt idx="125">
                  <c:v>362.95</c:v>
                </c:pt>
                <c:pt idx="126">
                  <c:v>322.150000</c:v>
                </c:pt>
                <c:pt idx="127">
                  <c:v>322.150000</c:v>
                </c:pt>
                <c:pt idx="128">
                  <c:v>279.650000</c:v>
                </c:pt>
                <c:pt idx="129">
                  <c:v>279.650000</c:v>
                </c:pt>
                <c:pt idx="130">
                  <c:v>238</c:v>
                </c:pt>
                <c:pt idx="131">
                  <c:v>238</c:v>
                </c:pt>
                <c:pt idx="132">
                  <c:v>195.5</c:v>
                </c:pt>
                <c:pt idx="133">
                  <c:v>195.5</c:v>
                </c:pt>
                <c:pt idx="134">
                  <c:v>153.85</c:v>
                </c:pt>
                <c:pt idx="135">
                  <c:v>153.85</c:v>
                </c:pt>
                <c:pt idx="136">
                  <c:v>113.05</c:v>
                </c:pt>
                <c:pt idx="137">
                  <c:v>113.05</c:v>
                </c:pt>
                <c:pt idx="138">
                  <c:v>76.5</c:v>
                </c:pt>
                <c:pt idx="139">
                  <c:v>76.5</c:v>
                </c:pt>
                <c:pt idx="140">
                  <c:v>35.700000</c:v>
                </c:pt>
                <c:pt idx="141">
                  <c:v>35.700000</c:v>
                </c:pt>
                <c:pt idx="142">
                  <c:v>10.200000</c:v>
                </c:pt>
                <c:pt idx="143">
                  <c:v>10.200000</c:v>
                </c:pt>
                <c:pt idx="144">
                  <c:v>0.85</c:v>
                </c:pt>
                <c:pt idx="145">
                  <c:v>0.85</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4.25</c:v>
                </c:pt>
                <c:pt idx="235">
                  <c:v>4.25</c:v>
                </c:pt>
                <c:pt idx="236">
                  <c:v>22.95</c:v>
                </c:pt>
                <c:pt idx="237">
                  <c:v>22.95</c:v>
                </c:pt>
                <c:pt idx="238">
                  <c:v>56.95</c:v>
                </c:pt>
                <c:pt idx="239">
                  <c:v>56.95</c:v>
                </c:pt>
                <c:pt idx="240">
                  <c:v>92.65</c:v>
                </c:pt>
                <c:pt idx="241">
                  <c:v>92.65</c:v>
                </c:pt>
                <c:pt idx="242">
                  <c:v>131.75</c:v>
                </c:pt>
                <c:pt idx="243">
                  <c:v>131.75</c:v>
                </c:pt>
                <c:pt idx="244">
                  <c:v>173.4</c:v>
                </c:pt>
                <c:pt idx="245">
                  <c:v>173.4</c:v>
                </c:pt>
                <c:pt idx="246">
                  <c:v>215.9</c:v>
                </c:pt>
                <c:pt idx="247">
                  <c:v>215.9</c:v>
                </c:pt>
                <c:pt idx="248">
                  <c:v>259.25</c:v>
                </c:pt>
                <c:pt idx="249">
                  <c:v>259.25</c:v>
                </c:pt>
                <c:pt idx="250">
                  <c:v>301.75</c:v>
                </c:pt>
                <c:pt idx="251">
                  <c:v>301.75</c:v>
                </c:pt>
                <c:pt idx="252">
                  <c:v>344.25</c:v>
                </c:pt>
                <c:pt idx="253">
                  <c:v>344.25</c:v>
                </c:pt>
                <c:pt idx="254">
                  <c:v>385.05</c:v>
                </c:pt>
                <c:pt idx="255">
                  <c:v>385.05</c:v>
                </c:pt>
                <c:pt idx="256">
                  <c:v>425</c:v>
                </c:pt>
                <c:pt idx="257">
                  <c:v>425</c:v>
                </c:pt>
                <c:pt idx="258">
                  <c:v>463.25</c:v>
                </c:pt>
                <c:pt idx="259">
                  <c:v>463.25</c:v>
                </c:pt>
                <c:pt idx="260">
                  <c:v>500.65</c:v>
                </c:pt>
                <c:pt idx="261">
                  <c:v>500.65</c:v>
                </c:pt>
                <c:pt idx="262">
                  <c:v>537.200000</c:v>
                </c:pt>
                <c:pt idx="263">
                  <c:v>537.200000</c:v>
                </c:pt>
                <c:pt idx="264">
                  <c:v>572.050000</c:v>
                </c:pt>
                <c:pt idx="265">
                  <c:v>572.050000</c:v>
                </c:pt>
                <c:pt idx="266">
                  <c:v>604.35</c:v>
                </c:pt>
                <c:pt idx="267">
                  <c:v>604.35</c:v>
                </c:pt>
                <c:pt idx="268">
                  <c:v>632.4</c:v>
                </c:pt>
                <c:pt idx="269">
                  <c:v>632.4</c:v>
                </c:pt>
                <c:pt idx="270">
                  <c:v>656.2</c:v>
                </c:pt>
                <c:pt idx="271">
                  <c:v>656.2</c:v>
                </c:pt>
                <c:pt idx="272">
                  <c:v>677.45</c:v>
                </c:pt>
                <c:pt idx="273">
                  <c:v>677.45</c:v>
                </c:pt>
                <c:pt idx="274">
                  <c:v>695.3</c:v>
                </c:pt>
                <c:pt idx="275">
                  <c:v>695.3</c:v>
                </c:pt>
                <c:pt idx="276">
                  <c:v>710.6</c:v>
                </c:pt>
                <c:pt idx="277">
                  <c:v>710.6</c:v>
                </c:pt>
                <c:pt idx="278">
                  <c:v>722.5</c:v>
                </c:pt>
                <c:pt idx="279">
                  <c:v>722.5</c:v>
                </c:pt>
                <c:pt idx="280">
                  <c:v>731.85</c:v>
                </c:pt>
                <c:pt idx="281">
                  <c:v>731.85</c:v>
                </c:pt>
                <c:pt idx="282">
                  <c:v>736.95</c:v>
                </c:pt>
                <c:pt idx="283">
                  <c:v>736.95</c:v>
                </c:pt>
                <c:pt idx="284">
                  <c:v>739.5</c:v>
                </c:pt>
                <c:pt idx="285">
                  <c:v>739.5</c:v>
                </c:pt>
                <c:pt idx="286">
                  <c:v>738.65</c:v>
                </c:pt>
                <c:pt idx="287">
                  <c:v>738.65</c:v>
                </c:pt>
                <c:pt idx="288">
                  <c:v>734.4</c:v>
                </c:pt>
                <c:pt idx="289">
                  <c:v>734.4</c:v>
                </c:pt>
                <c:pt idx="290">
                  <c:v>726.75</c:v>
                </c:pt>
                <c:pt idx="291">
                  <c:v>726.75</c:v>
                </c:pt>
                <c:pt idx="292">
                  <c:v>715.7</c:v>
                </c:pt>
                <c:pt idx="293">
                  <c:v>715.7</c:v>
                </c:pt>
                <c:pt idx="294">
                  <c:v>702.1</c:v>
                </c:pt>
                <c:pt idx="295">
                  <c:v>702.1</c:v>
                </c:pt>
                <c:pt idx="296">
                  <c:v>684.25</c:v>
                </c:pt>
                <c:pt idx="297">
                  <c:v>684.25</c:v>
                </c:pt>
                <c:pt idx="298">
                  <c:v>663.85</c:v>
                </c:pt>
                <c:pt idx="299">
                  <c:v>663.85</c:v>
                </c:pt>
                <c:pt idx="300">
                  <c:v>640.050000</c:v>
                </c:pt>
                <c:pt idx="301">
                  <c:v>640.050000</c:v>
                </c:pt>
                <c:pt idx="302">
                  <c:v>614.550000</c:v>
                </c:pt>
                <c:pt idx="303">
                  <c:v>614.550000</c:v>
                </c:pt>
                <c:pt idx="304">
                  <c:v>584.800000</c:v>
                </c:pt>
                <c:pt idx="305">
                  <c:v>584.800000</c:v>
                </c:pt>
                <c:pt idx="306">
                  <c:v>553.35</c:v>
                </c:pt>
                <c:pt idx="307">
                  <c:v>553.35</c:v>
                </c:pt>
                <c:pt idx="308">
                  <c:v>466.65</c:v>
                </c:pt>
                <c:pt idx="309">
                  <c:v>466.65</c:v>
                </c:pt>
                <c:pt idx="310">
                  <c:v>460.7</c:v>
                </c:pt>
                <c:pt idx="311">
                  <c:v>460.7</c:v>
                </c:pt>
                <c:pt idx="312">
                  <c:v>427.55</c:v>
                </c:pt>
                <c:pt idx="313">
                  <c:v>427.55</c:v>
                </c:pt>
                <c:pt idx="314">
                  <c:v>408</c:v>
                </c:pt>
                <c:pt idx="315">
                  <c:v>408</c:v>
                </c:pt>
                <c:pt idx="316">
                  <c:v>345.95</c:v>
                </c:pt>
                <c:pt idx="317">
                  <c:v>345.95</c:v>
                </c:pt>
                <c:pt idx="318">
                  <c:v>299.2</c:v>
                </c:pt>
                <c:pt idx="319">
                  <c:v>299.2</c:v>
                </c:pt>
                <c:pt idx="320">
                  <c:v>271.150000</c:v>
                </c:pt>
                <c:pt idx="321">
                  <c:v>271.150000</c:v>
                </c:pt>
                <c:pt idx="322">
                  <c:v>210.8</c:v>
                </c:pt>
                <c:pt idx="323">
                  <c:v>210.8</c:v>
                </c:pt>
                <c:pt idx="324">
                  <c:v>151.300000</c:v>
                </c:pt>
                <c:pt idx="325">
                  <c:v>151.300000</c:v>
                </c:pt>
                <c:pt idx="326">
                  <c:v>104.55</c:v>
                </c:pt>
                <c:pt idx="327">
                  <c:v>104.55</c:v>
                </c:pt>
                <c:pt idx="328">
                  <c:v>87.55</c:v>
                </c:pt>
                <c:pt idx="329">
                  <c:v>87.55</c:v>
                </c:pt>
                <c:pt idx="330">
                  <c:v>50.15</c:v>
                </c:pt>
                <c:pt idx="331">
                  <c:v>50.15</c:v>
                </c:pt>
                <c:pt idx="332">
                  <c:v>15.3</c:v>
                </c:pt>
                <c:pt idx="333">
                  <c:v>15.3</c:v>
                </c:pt>
                <c:pt idx="334">
                  <c:v>7.65</c:v>
                </c:pt>
                <c:pt idx="335">
                  <c:v>7.65</c:v>
                </c:pt>
                <c:pt idx="336">
                  <c:v>0.85</c:v>
                </c:pt>
                <c:pt idx="337">
                  <c:v>0.85</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2.550000</c:v>
                </c:pt>
                <c:pt idx="427">
                  <c:v>2.550000</c:v>
                </c:pt>
                <c:pt idx="428">
                  <c:v>17.850000</c:v>
                </c:pt>
                <c:pt idx="429">
                  <c:v>17.850000</c:v>
                </c:pt>
                <c:pt idx="430">
                  <c:v>51.85</c:v>
                </c:pt>
                <c:pt idx="431">
                  <c:v>51.85</c:v>
                </c:pt>
                <c:pt idx="432">
                  <c:v>90.1</c:v>
                </c:pt>
                <c:pt idx="433">
                  <c:v>90.1</c:v>
                </c:pt>
                <c:pt idx="434">
                  <c:v>128.35</c:v>
                </c:pt>
                <c:pt idx="435">
                  <c:v>128.35</c:v>
                </c:pt>
                <c:pt idx="436">
                  <c:v>169.15</c:v>
                </c:pt>
                <c:pt idx="437">
                  <c:v>169.15</c:v>
                </c:pt>
                <c:pt idx="438">
                  <c:v>211.65</c:v>
                </c:pt>
                <c:pt idx="439">
                  <c:v>211.65</c:v>
                </c:pt>
                <c:pt idx="440">
                  <c:v>253.3</c:v>
                </c:pt>
                <c:pt idx="441">
                  <c:v>253.3</c:v>
                </c:pt>
                <c:pt idx="442">
                  <c:v>295.8</c:v>
                </c:pt>
                <c:pt idx="443">
                  <c:v>295.8</c:v>
                </c:pt>
                <c:pt idx="444">
                  <c:v>337.45</c:v>
                </c:pt>
                <c:pt idx="445">
                  <c:v>337.45</c:v>
                </c:pt>
                <c:pt idx="446">
                  <c:v>376.55</c:v>
                </c:pt>
                <c:pt idx="447">
                  <c:v>376.55</c:v>
                </c:pt>
                <c:pt idx="448">
                  <c:v>415.65</c:v>
                </c:pt>
                <c:pt idx="449">
                  <c:v>415.65</c:v>
                </c:pt>
                <c:pt idx="450">
                  <c:v>452.2</c:v>
                </c:pt>
                <c:pt idx="451">
                  <c:v>452.2</c:v>
                </c:pt>
                <c:pt idx="452">
                  <c:v>489.6</c:v>
                </c:pt>
                <c:pt idx="453">
                  <c:v>489.6</c:v>
                </c:pt>
                <c:pt idx="454">
                  <c:v>527</c:v>
                </c:pt>
                <c:pt idx="455">
                  <c:v>527</c:v>
                </c:pt>
                <c:pt idx="456">
                  <c:v>563.550000</c:v>
                </c:pt>
                <c:pt idx="457">
                  <c:v>563.550000</c:v>
                </c:pt>
                <c:pt idx="458">
                  <c:v>596.700000</c:v>
                </c:pt>
                <c:pt idx="459">
                  <c:v>596.700000</c:v>
                </c:pt>
                <c:pt idx="460">
                  <c:v>624.75</c:v>
                </c:pt>
                <c:pt idx="461">
                  <c:v>624.75</c:v>
                </c:pt>
                <c:pt idx="462">
                  <c:v>647.700000</c:v>
                </c:pt>
                <c:pt idx="463">
                  <c:v>647.700000</c:v>
                </c:pt>
                <c:pt idx="464">
                  <c:v>668.95</c:v>
                </c:pt>
                <c:pt idx="465">
                  <c:v>668.95</c:v>
                </c:pt>
                <c:pt idx="466">
                  <c:v>685.95</c:v>
                </c:pt>
                <c:pt idx="467">
                  <c:v>685.95</c:v>
                </c:pt>
                <c:pt idx="468">
                  <c:v>700.4</c:v>
                </c:pt>
                <c:pt idx="469">
                  <c:v>700.4</c:v>
                </c:pt>
                <c:pt idx="470">
                  <c:v>655.35</c:v>
                </c:pt>
                <c:pt idx="471">
                  <c:v>655.35</c:v>
                </c:pt>
                <c:pt idx="472">
                  <c:v>565.25</c:v>
                </c:pt>
                <c:pt idx="473">
                  <c:v>565.25</c:v>
                </c:pt>
                <c:pt idx="474">
                  <c:v>561</c:v>
                </c:pt>
                <c:pt idx="475">
                  <c:v>561</c:v>
                </c:pt>
                <c:pt idx="476">
                  <c:v>640.050000</c:v>
                </c:pt>
                <c:pt idx="477">
                  <c:v>640.050000</c:v>
                </c:pt>
                <c:pt idx="478">
                  <c:v>644.300000</c:v>
                </c:pt>
                <c:pt idx="479">
                  <c:v>644.300000</c:v>
                </c:pt>
                <c:pt idx="480">
                  <c:v>632.4</c:v>
                </c:pt>
                <c:pt idx="481">
                  <c:v>632.4</c:v>
                </c:pt>
                <c:pt idx="482">
                  <c:v>624.75</c:v>
                </c:pt>
                <c:pt idx="483">
                  <c:v>624.75</c:v>
                </c:pt>
                <c:pt idx="484">
                  <c:v>518.5</c:v>
                </c:pt>
                <c:pt idx="485">
                  <c:v>518.5</c:v>
                </c:pt>
                <c:pt idx="486">
                  <c:v>532.950000</c:v>
                </c:pt>
                <c:pt idx="487">
                  <c:v>532.950000</c:v>
                </c:pt>
                <c:pt idx="488">
                  <c:v>518.5</c:v>
                </c:pt>
                <c:pt idx="489">
                  <c:v>518.5</c:v>
                </c:pt>
                <c:pt idx="490">
                  <c:v>394.4</c:v>
                </c:pt>
                <c:pt idx="491">
                  <c:v>394.4</c:v>
                </c:pt>
                <c:pt idx="492">
                  <c:v>345.1</c:v>
                </c:pt>
                <c:pt idx="493">
                  <c:v>345.1</c:v>
                </c:pt>
                <c:pt idx="494">
                  <c:v>290.7</c:v>
                </c:pt>
                <c:pt idx="495">
                  <c:v>290.7</c:v>
                </c:pt>
                <c:pt idx="496">
                  <c:v>206.55</c:v>
                </c:pt>
                <c:pt idx="497">
                  <c:v>206.55</c:v>
                </c:pt>
                <c:pt idx="498">
                  <c:v>167.45</c:v>
                </c:pt>
                <c:pt idx="499">
                  <c:v>167.45</c:v>
                </c:pt>
                <c:pt idx="500">
                  <c:v>166.6</c:v>
                </c:pt>
                <c:pt idx="501">
                  <c:v>166.6</c:v>
                </c:pt>
                <c:pt idx="502">
                  <c:v>198.9</c:v>
                </c:pt>
                <c:pt idx="503">
                  <c:v>198.9</c:v>
                </c:pt>
                <c:pt idx="504">
                  <c:v>205.7</c:v>
                </c:pt>
                <c:pt idx="505">
                  <c:v>205.7</c:v>
                </c:pt>
                <c:pt idx="506">
                  <c:v>198.9</c:v>
                </c:pt>
                <c:pt idx="507">
                  <c:v>198.9</c:v>
                </c:pt>
                <c:pt idx="508">
                  <c:v>195.5</c:v>
                </c:pt>
                <c:pt idx="509">
                  <c:v>195.5</c:v>
                </c:pt>
                <c:pt idx="510">
                  <c:v>179.35</c:v>
                </c:pt>
                <c:pt idx="511">
                  <c:v>179.35</c:v>
                </c:pt>
                <c:pt idx="512">
                  <c:v>136.85</c:v>
                </c:pt>
                <c:pt idx="513">
                  <c:v>136.85</c:v>
                </c:pt>
                <c:pt idx="514">
                  <c:v>97.75</c:v>
                </c:pt>
                <c:pt idx="515">
                  <c:v>97.75</c:v>
                </c:pt>
                <c:pt idx="516">
                  <c:v>84.15</c:v>
                </c:pt>
                <c:pt idx="517">
                  <c:v>84.15</c:v>
                </c:pt>
                <c:pt idx="518">
                  <c:v>64.600000</c:v>
                </c:pt>
                <c:pt idx="519">
                  <c:v>64.600000</c:v>
                </c:pt>
                <c:pt idx="520">
                  <c:v>42.5</c:v>
                </c:pt>
                <c:pt idx="521">
                  <c:v>42.5</c:v>
                </c:pt>
                <c:pt idx="522">
                  <c:v>26.35</c:v>
                </c:pt>
                <c:pt idx="523">
                  <c:v>26.35</c:v>
                </c:pt>
                <c:pt idx="524">
                  <c:v>15.3</c:v>
                </c:pt>
                <c:pt idx="525">
                  <c:v>15.3</c:v>
                </c:pt>
                <c:pt idx="526">
                  <c:v>2.550000</c:v>
                </c:pt>
                <c:pt idx="527">
                  <c:v>2.550000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7.65</c:v>
                </c:pt>
                <c:pt idx="621">
                  <c:v>7.65</c:v>
                </c:pt>
                <c:pt idx="622">
                  <c:v>15.3</c:v>
                </c:pt>
                <c:pt idx="623">
                  <c:v>15.3</c:v>
                </c:pt>
                <c:pt idx="624">
                  <c:v>28.9</c:v>
                </c:pt>
                <c:pt idx="625">
                  <c:v>28.9</c:v>
                </c:pt>
                <c:pt idx="626">
                  <c:v>47.6</c:v>
                </c:pt>
                <c:pt idx="627">
                  <c:v>47.6</c:v>
                </c:pt>
                <c:pt idx="628">
                  <c:v>61.2</c:v>
                </c:pt>
                <c:pt idx="629">
                  <c:v>61.2</c:v>
                </c:pt>
                <c:pt idx="630">
                  <c:v>64.600000</c:v>
                </c:pt>
                <c:pt idx="631">
                  <c:v>64.600000</c:v>
                </c:pt>
                <c:pt idx="632">
                  <c:v>86.7</c:v>
                </c:pt>
                <c:pt idx="633">
                  <c:v>86.7</c:v>
                </c:pt>
                <c:pt idx="634">
                  <c:v>97.75</c:v>
                </c:pt>
                <c:pt idx="635">
                  <c:v>97.75</c:v>
                </c:pt>
                <c:pt idx="636">
                  <c:v>89.25</c:v>
                </c:pt>
                <c:pt idx="637">
                  <c:v>89.25</c:v>
                </c:pt>
                <c:pt idx="638">
                  <c:v>126.65</c:v>
                </c:pt>
                <c:pt idx="639">
                  <c:v>126.65</c:v>
                </c:pt>
                <c:pt idx="640">
                  <c:v>115.6</c:v>
                </c:pt>
                <c:pt idx="641">
                  <c:v>115.6</c:v>
                </c:pt>
                <c:pt idx="642">
                  <c:v>129.200000</c:v>
                </c:pt>
                <c:pt idx="643">
                  <c:v>129.200000</c:v>
                </c:pt>
                <c:pt idx="644">
                  <c:v>109.65</c:v>
                </c:pt>
                <c:pt idx="645">
                  <c:v>109.65</c:v>
                </c:pt>
                <c:pt idx="646">
                  <c:v>79.05</c:v>
                </c:pt>
                <c:pt idx="647">
                  <c:v>79.05</c:v>
                </c:pt>
                <c:pt idx="648">
                  <c:v>81.600000</c:v>
                </c:pt>
                <c:pt idx="649">
                  <c:v>81.600000</c:v>
                </c:pt>
                <c:pt idx="650">
                  <c:v>109.65</c:v>
                </c:pt>
                <c:pt idx="651">
                  <c:v>109.65</c:v>
                </c:pt>
                <c:pt idx="652">
                  <c:v>100.3</c:v>
                </c:pt>
                <c:pt idx="653">
                  <c:v>100.3</c:v>
                </c:pt>
                <c:pt idx="654">
                  <c:v>124.1</c:v>
                </c:pt>
                <c:pt idx="655">
                  <c:v>124.1</c:v>
                </c:pt>
                <c:pt idx="656">
                  <c:v>149.6</c:v>
                </c:pt>
                <c:pt idx="657">
                  <c:v>149.6</c:v>
                </c:pt>
                <c:pt idx="658">
                  <c:v>157.25</c:v>
                </c:pt>
                <c:pt idx="659">
                  <c:v>157.25</c:v>
                </c:pt>
                <c:pt idx="660">
                  <c:v>183.6</c:v>
                </c:pt>
                <c:pt idx="661">
                  <c:v>183.6</c:v>
                </c:pt>
                <c:pt idx="662">
                  <c:v>108.8</c:v>
                </c:pt>
                <c:pt idx="663">
                  <c:v>108.8</c:v>
                </c:pt>
                <c:pt idx="664">
                  <c:v>136.85</c:v>
                </c:pt>
                <c:pt idx="665">
                  <c:v>136.85</c:v>
                </c:pt>
                <c:pt idx="666">
                  <c:v>192.1</c:v>
                </c:pt>
                <c:pt idx="667">
                  <c:v>192.1</c:v>
                </c:pt>
                <c:pt idx="668">
                  <c:v>209.95</c:v>
                </c:pt>
                <c:pt idx="669">
                  <c:v>209.95</c:v>
                </c:pt>
                <c:pt idx="670">
                  <c:v>168.3</c:v>
                </c:pt>
                <c:pt idx="671">
                  <c:v>168.3</c:v>
                </c:pt>
                <c:pt idx="672">
                  <c:v>202.3</c:v>
                </c:pt>
                <c:pt idx="673">
                  <c:v>202.3</c:v>
                </c:pt>
                <c:pt idx="674">
                  <c:v>187.85</c:v>
                </c:pt>
                <c:pt idx="675">
                  <c:v>187.85</c:v>
                </c:pt>
                <c:pt idx="676">
                  <c:v>142.800000</c:v>
                </c:pt>
                <c:pt idx="677">
                  <c:v>142.800000</c:v>
                </c:pt>
                <c:pt idx="678">
                  <c:v>210.8</c:v>
                </c:pt>
                <c:pt idx="679">
                  <c:v>210.8</c:v>
                </c:pt>
                <c:pt idx="680">
                  <c:v>221</c:v>
                </c:pt>
                <c:pt idx="681">
                  <c:v>221</c:v>
                </c:pt>
                <c:pt idx="682">
                  <c:v>209.1</c:v>
                </c:pt>
                <c:pt idx="683">
                  <c:v>209.1</c:v>
                </c:pt>
                <c:pt idx="684">
                  <c:v>240.55</c:v>
                </c:pt>
                <c:pt idx="685">
                  <c:v>240.55</c:v>
                </c:pt>
                <c:pt idx="686">
                  <c:v>288.150000</c:v>
                </c:pt>
                <c:pt idx="687">
                  <c:v>288.150000</c:v>
                </c:pt>
                <c:pt idx="688">
                  <c:v>268.600000</c:v>
                </c:pt>
                <c:pt idx="689">
                  <c:v>268.600000</c:v>
                </c:pt>
                <c:pt idx="690">
                  <c:v>245.65</c:v>
                </c:pt>
                <c:pt idx="691">
                  <c:v>245.65</c:v>
                </c:pt>
                <c:pt idx="692">
                  <c:v>170</c:v>
                </c:pt>
                <c:pt idx="693">
                  <c:v>170</c:v>
                </c:pt>
                <c:pt idx="694">
                  <c:v>155.550000</c:v>
                </c:pt>
                <c:pt idx="695">
                  <c:v>155.550000</c:v>
                </c:pt>
                <c:pt idx="696">
                  <c:v>167.45</c:v>
                </c:pt>
                <c:pt idx="697">
                  <c:v>167.45</c:v>
                </c:pt>
                <c:pt idx="698">
                  <c:v>147.9</c:v>
                </c:pt>
                <c:pt idx="699">
                  <c:v>147.9</c:v>
                </c:pt>
                <c:pt idx="700">
                  <c:v>113.9</c:v>
                </c:pt>
                <c:pt idx="701">
                  <c:v>113.9</c:v>
                </c:pt>
                <c:pt idx="702">
                  <c:v>73.100000</c:v>
                </c:pt>
                <c:pt idx="703">
                  <c:v>73.100000</c:v>
                </c:pt>
                <c:pt idx="704">
                  <c:v>91.8</c:v>
                </c:pt>
                <c:pt idx="705">
                  <c:v>91.8</c:v>
                </c:pt>
                <c:pt idx="706">
                  <c:v>71.400000</c:v>
                </c:pt>
                <c:pt idx="707">
                  <c:v>71.400000</c:v>
                </c:pt>
                <c:pt idx="708">
                  <c:v>64.600000</c:v>
                </c:pt>
                <c:pt idx="709">
                  <c:v>64.600000</c:v>
                </c:pt>
                <c:pt idx="710">
                  <c:v>46.75</c:v>
                </c:pt>
                <c:pt idx="711">
                  <c:v>46.75</c:v>
                </c:pt>
                <c:pt idx="712">
                  <c:v>22.95</c:v>
                </c:pt>
                <c:pt idx="713">
                  <c:v>22.95</c:v>
                </c:pt>
                <c:pt idx="714">
                  <c:v>6.8</c:v>
                </c:pt>
                <c:pt idx="715">
                  <c:v>6.8</c:v>
                </c:pt>
                <c:pt idx="716">
                  <c:v>5.95</c:v>
                </c:pt>
                <c:pt idx="717">
                  <c:v>5.95</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4.25</c:v>
                </c:pt>
                <c:pt idx="813">
                  <c:v>4.25</c:v>
                </c:pt>
                <c:pt idx="814">
                  <c:v>8.5</c:v>
                </c:pt>
                <c:pt idx="815">
                  <c:v>8.5</c:v>
                </c:pt>
                <c:pt idx="816">
                  <c:v>8.5</c:v>
                </c:pt>
                <c:pt idx="817">
                  <c:v>8.5</c:v>
                </c:pt>
                <c:pt idx="818">
                  <c:v>13.6</c:v>
                </c:pt>
                <c:pt idx="819">
                  <c:v>13.6</c:v>
                </c:pt>
                <c:pt idx="820">
                  <c:v>38.25</c:v>
                </c:pt>
                <c:pt idx="821">
                  <c:v>38.25</c:v>
                </c:pt>
                <c:pt idx="822">
                  <c:v>45.9</c:v>
                </c:pt>
                <c:pt idx="823">
                  <c:v>45.9</c:v>
                </c:pt>
                <c:pt idx="824">
                  <c:v>42.5</c:v>
                </c:pt>
                <c:pt idx="825">
                  <c:v>42.5</c:v>
                </c:pt>
                <c:pt idx="826">
                  <c:v>47.6</c:v>
                </c:pt>
                <c:pt idx="827">
                  <c:v>47.6</c:v>
                </c:pt>
                <c:pt idx="828">
                  <c:v>52.7</c:v>
                </c:pt>
                <c:pt idx="829">
                  <c:v>52.7</c:v>
                </c:pt>
                <c:pt idx="830">
                  <c:v>66.3</c:v>
                </c:pt>
                <c:pt idx="831">
                  <c:v>66.3</c:v>
                </c:pt>
                <c:pt idx="832">
                  <c:v>71.400000</c:v>
                </c:pt>
                <c:pt idx="833">
                  <c:v>71.400000</c:v>
                </c:pt>
                <c:pt idx="834">
                  <c:v>51.85</c:v>
                </c:pt>
                <c:pt idx="835">
                  <c:v>51.85</c:v>
                </c:pt>
                <c:pt idx="836">
                  <c:v>49.3</c:v>
                </c:pt>
                <c:pt idx="837">
                  <c:v>49.3</c:v>
                </c:pt>
                <c:pt idx="838">
                  <c:v>43.35</c:v>
                </c:pt>
                <c:pt idx="839">
                  <c:v>43.35</c:v>
                </c:pt>
                <c:pt idx="840">
                  <c:v>41.65</c:v>
                </c:pt>
                <c:pt idx="841">
                  <c:v>41.65</c:v>
                </c:pt>
                <c:pt idx="842">
                  <c:v>61.2</c:v>
                </c:pt>
                <c:pt idx="843">
                  <c:v>61.2</c:v>
                </c:pt>
                <c:pt idx="844">
                  <c:v>35.700000</c:v>
                </c:pt>
                <c:pt idx="845">
                  <c:v>35.700000</c:v>
                </c:pt>
                <c:pt idx="846">
                  <c:v>39.1</c:v>
                </c:pt>
                <c:pt idx="847">
                  <c:v>39.1</c:v>
                </c:pt>
                <c:pt idx="848">
                  <c:v>37.4</c:v>
                </c:pt>
                <c:pt idx="849">
                  <c:v>37.4</c:v>
                </c:pt>
                <c:pt idx="850">
                  <c:v>51.85</c:v>
                </c:pt>
                <c:pt idx="851">
                  <c:v>51.85</c:v>
                </c:pt>
                <c:pt idx="852">
                  <c:v>45.05</c:v>
                </c:pt>
                <c:pt idx="853">
                  <c:v>45.05</c:v>
                </c:pt>
                <c:pt idx="854">
                  <c:v>68.850000</c:v>
                </c:pt>
                <c:pt idx="855">
                  <c:v>68.850000</c:v>
                </c:pt>
                <c:pt idx="856">
                  <c:v>102</c:v>
                </c:pt>
                <c:pt idx="857">
                  <c:v>102</c:v>
                </c:pt>
                <c:pt idx="858">
                  <c:v>79.05</c:v>
                </c:pt>
                <c:pt idx="859">
                  <c:v>79.05</c:v>
                </c:pt>
                <c:pt idx="860">
                  <c:v>52.7</c:v>
                </c:pt>
                <c:pt idx="861">
                  <c:v>52.7</c:v>
                </c:pt>
                <c:pt idx="862">
                  <c:v>59.5</c:v>
                </c:pt>
                <c:pt idx="863">
                  <c:v>59.5</c:v>
                </c:pt>
                <c:pt idx="864">
                  <c:v>41.65</c:v>
                </c:pt>
                <c:pt idx="865">
                  <c:v>41.65</c:v>
                </c:pt>
                <c:pt idx="866">
                  <c:v>87.55</c:v>
                </c:pt>
                <c:pt idx="867">
                  <c:v>87.55</c:v>
                </c:pt>
                <c:pt idx="868">
                  <c:v>66.3</c:v>
                </c:pt>
                <c:pt idx="869">
                  <c:v>66.3</c:v>
                </c:pt>
                <c:pt idx="870">
                  <c:v>43.35</c:v>
                </c:pt>
                <c:pt idx="871">
                  <c:v>43.35</c:v>
                </c:pt>
                <c:pt idx="872">
                  <c:v>32.300000</c:v>
                </c:pt>
                <c:pt idx="873">
                  <c:v>32.300000</c:v>
                </c:pt>
                <c:pt idx="874">
                  <c:v>43.35</c:v>
                </c:pt>
                <c:pt idx="875">
                  <c:v>43.35</c:v>
                </c:pt>
                <c:pt idx="876">
                  <c:v>41.65</c:v>
                </c:pt>
                <c:pt idx="877">
                  <c:v>41.65</c:v>
                </c:pt>
                <c:pt idx="878">
                  <c:v>30.6</c:v>
                </c:pt>
                <c:pt idx="879">
                  <c:v>30.6</c:v>
                </c:pt>
                <c:pt idx="880">
                  <c:v>29.75</c:v>
                </c:pt>
                <c:pt idx="881">
                  <c:v>29.75</c:v>
                </c:pt>
                <c:pt idx="882">
                  <c:v>26.35</c:v>
                </c:pt>
                <c:pt idx="883">
                  <c:v>26.35</c:v>
                </c:pt>
                <c:pt idx="884">
                  <c:v>28.9</c:v>
                </c:pt>
                <c:pt idx="885">
                  <c:v>28.9</c:v>
                </c:pt>
                <c:pt idx="886">
                  <c:v>26.35</c:v>
                </c:pt>
                <c:pt idx="887">
                  <c:v>26.35</c:v>
                </c:pt>
                <c:pt idx="888">
                  <c:v>26.35</c:v>
                </c:pt>
                <c:pt idx="889">
                  <c:v>26.35</c:v>
                </c:pt>
                <c:pt idx="890">
                  <c:v>28.05</c:v>
                </c:pt>
                <c:pt idx="891">
                  <c:v>28.05</c:v>
                </c:pt>
                <c:pt idx="892">
                  <c:v>32.300000</c:v>
                </c:pt>
                <c:pt idx="893">
                  <c:v>32.300000</c:v>
                </c:pt>
                <c:pt idx="894">
                  <c:v>37.4</c:v>
                </c:pt>
                <c:pt idx="895">
                  <c:v>37.4</c:v>
                </c:pt>
                <c:pt idx="896">
                  <c:v>45.05</c:v>
                </c:pt>
                <c:pt idx="897">
                  <c:v>45.05</c:v>
                </c:pt>
                <c:pt idx="898">
                  <c:v>51.85</c:v>
                </c:pt>
                <c:pt idx="899">
                  <c:v>51.85</c:v>
                </c:pt>
                <c:pt idx="900">
                  <c:v>55.25</c:v>
                </c:pt>
                <c:pt idx="901">
                  <c:v>55.25</c:v>
                </c:pt>
                <c:pt idx="902">
                  <c:v>48.45</c:v>
                </c:pt>
                <c:pt idx="903">
                  <c:v>48.45</c:v>
                </c:pt>
                <c:pt idx="904">
                  <c:v>41.65</c:v>
                </c:pt>
                <c:pt idx="905">
                  <c:v>41.65</c:v>
                </c:pt>
                <c:pt idx="906">
                  <c:v>18.7</c:v>
                </c:pt>
                <c:pt idx="907">
                  <c:v>18.7</c:v>
                </c:pt>
                <c:pt idx="908">
                  <c:v>8.5</c:v>
                </c:pt>
                <c:pt idx="909">
                  <c:v>8.5</c:v>
                </c:pt>
                <c:pt idx="910">
                  <c:v>2.550000</c:v>
                </c:pt>
                <c:pt idx="911">
                  <c:v>2.550000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2.550000</c:v>
                </c:pt>
                <c:pt idx="1003">
                  <c:v>2.550000</c:v>
                </c:pt>
                <c:pt idx="1004">
                  <c:v>18.7</c:v>
                </c:pt>
                <c:pt idx="1005">
                  <c:v>18.7</c:v>
                </c:pt>
                <c:pt idx="1006">
                  <c:v>51</c:v>
                </c:pt>
                <c:pt idx="1007">
                  <c:v>51</c:v>
                </c:pt>
                <c:pt idx="1008">
                  <c:v>89.25</c:v>
                </c:pt>
                <c:pt idx="1009">
                  <c:v>89.25</c:v>
                </c:pt>
                <c:pt idx="1010">
                  <c:v>129.200000</c:v>
                </c:pt>
                <c:pt idx="1011">
                  <c:v>129.200000</c:v>
                </c:pt>
                <c:pt idx="1012">
                  <c:v>171.7</c:v>
                </c:pt>
                <c:pt idx="1013">
                  <c:v>171.7</c:v>
                </c:pt>
                <c:pt idx="1014">
                  <c:v>215.05</c:v>
                </c:pt>
                <c:pt idx="1015">
                  <c:v>215.05</c:v>
                </c:pt>
                <c:pt idx="1016">
                  <c:v>259.25</c:v>
                </c:pt>
                <c:pt idx="1017">
                  <c:v>259.25</c:v>
                </c:pt>
                <c:pt idx="1018">
                  <c:v>302.600000</c:v>
                </c:pt>
                <c:pt idx="1019">
                  <c:v>302.600000</c:v>
                </c:pt>
                <c:pt idx="1020">
                  <c:v>345.95</c:v>
                </c:pt>
                <c:pt idx="1021">
                  <c:v>345.95</c:v>
                </c:pt>
                <c:pt idx="1022">
                  <c:v>389.3</c:v>
                </c:pt>
                <c:pt idx="1023">
                  <c:v>389.3</c:v>
                </c:pt>
                <c:pt idx="1024">
                  <c:v>430.1</c:v>
                </c:pt>
                <c:pt idx="1025">
                  <c:v>430.1</c:v>
                </c:pt>
                <c:pt idx="1026">
                  <c:v>470.05</c:v>
                </c:pt>
                <c:pt idx="1027">
                  <c:v>470.05</c:v>
                </c:pt>
                <c:pt idx="1028">
                  <c:v>507.45</c:v>
                </c:pt>
                <c:pt idx="1029">
                  <c:v>507.45</c:v>
                </c:pt>
                <c:pt idx="1030">
                  <c:v>542.300000</c:v>
                </c:pt>
                <c:pt idx="1031">
                  <c:v>542.300000</c:v>
                </c:pt>
                <c:pt idx="1032">
                  <c:v>576.300000</c:v>
                </c:pt>
                <c:pt idx="1033">
                  <c:v>576.300000</c:v>
                </c:pt>
                <c:pt idx="1034">
                  <c:v>606.050000</c:v>
                </c:pt>
                <c:pt idx="1035">
                  <c:v>606.050000</c:v>
                </c:pt>
                <c:pt idx="1036">
                  <c:v>633.25</c:v>
                </c:pt>
                <c:pt idx="1037">
                  <c:v>633.25</c:v>
                </c:pt>
                <c:pt idx="1038">
                  <c:v>657.9</c:v>
                </c:pt>
                <c:pt idx="1039">
                  <c:v>657.9</c:v>
                </c:pt>
                <c:pt idx="1040">
                  <c:v>679.15</c:v>
                </c:pt>
                <c:pt idx="1041">
                  <c:v>679.15</c:v>
                </c:pt>
                <c:pt idx="1042">
                  <c:v>697.85</c:v>
                </c:pt>
                <c:pt idx="1043">
                  <c:v>697.85</c:v>
                </c:pt>
                <c:pt idx="1044">
                  <c:v>713.15</c:v>
                </c:pt>
                <c:pt idx="1045">
                  <c:v>713.15</c:v>
                </c:pt>
                <c:pt idx="1046">
                  <c:v>724.2</c:v>
                </c:pt>
                <c:pt idx="1047">
                  <c:v>724.2</c:v>
                </c:pt>
                <c:pt idx="1048">
                  <c:v>732.7</c:v>
                </c:pt>
                <c:pt idx="1049">
                  <c:v>732.7</c:v>
                </c:pt>
                <c:pt idx="1050">
                  <c:v>737.8</c:v>
                </c:pt>
                <c:pt idx="1051">
                  <c:v>737.8</c:v>
                </c:pt>
                <c:pt idx="1052">
                  <c:v>738.65</c:v>
                </c:pt>
                <c:pt idx="1053">
                  <c:v>738.65</c:v>
                </c:pt>
                <c:pt idx="1054">
                  <c:v>716.55</c:v>
                </c:pt>
                <c:pt idx="1055">
                  <c:v>716.55</c:v>
                </c:pt>
                <c:pt idx="1056">
                  <c:v>684.25</c:v>
                </c:pt>
                <c:pt idx="1057">
                  <c:v>684.25</c:v>
                </c:pt>
                <c:pt idx="1058">
                  <c:v>673.2</c:v>
                </c:pt>
                <c:pt idx="1059">
                  <c:v>673.2</c:v>
                </c:pt>
                <c:pt idx="1060">
                  <c:v>701.25</c:v>
                </c:pt>
                <c:pt idx="1061">
                  <c:v>701.25</c:v>
                </c:pt>
                <c:pt idx="1062">
                  <c:v>693.6</c:v>
                </c:pt>
                <c:pt idx="1063">
                  <c:v>693.6</c:v>
                </c:pt>
                <c:pt idx="1064">
                  <c:v>674.9</c:v>
                </c:pt>
                <c:pt idx="1065">
                  <c:v>674.9</c:v>
                </c:pt>
                <c:pt idx="1066">
                  <c:v>652.800000</c:v>
                </c:pt>
                <c:pt idx="1067">
                  <c:v>652.800000</c:v>
                </c:pt>
                <c:pt idx="1068">
                  <c:v>627.300000</c:v>
                </c:pt>
                <c:pt idx="1069">
                  <c:v>627.300000</c:v>
                </c:pt>
                <c:pt idx="1070">
                  <c:v>600.1</c:v>
                </c:pt>
                <c:pt idx="1071">
                  <c:v>600.1</c:v>
                </c:pt>
                <c:pt idx="1072">
                  <c:v>569.5</c:v>
                </c:pt>
                <c:pt idx="1073">
                  <c:v>569.5</c:v>
                </c:pt>
                <c:pt idx="1074">
                  <c:v>536.35</c:v>
                </c:pt>
                <c:pt idx="1075">
                  <c:v>536.35</c:v>
                </c:pt>
                <c:pt idx="1076">
                  <c:v>490.45</c:v>
                </c:pt>
                <c:pt idx="1077">
                  <c:v>490.45</c:v>
                </c:pt>
                <c:pt idx="1078">
                  <c:v>470.05</c:v>
                </c:pt>
                <c:pt idx="1079">
                  <c:v>470.05</c:v>
                </c:pt>
                <c:pt idx="1080">
                  <c:v>435.2</c:v>
                </c:pt>
                <c:pt idx="1081">
                  <c:v>435.2</c:v>
                </c:pt>
                <c:pt idx="1082">
                  <c:v>385.9</c:v>
                </c:pt>
                <c:pt idx="1083">
                  <c:v>385.9</c:v>
                </c:pt>
                <c:pt idx="1084">
                  <c:v>343.4</c:v>
                </c:pt>
                <c:pt idx="1085">
                  <c:v>343.4</c:v>
                </c:pt>
                <c:pt idx="1086">
                  <c:v>315.350000</c:v>
                </c:pt>
                <c:pt idx="1087">
                  <c:v>315.350000</c:v>
                </c:pt>
                <c:pt idx="1088">
                  <c:v>266.05</c:v>
                </c:pt>
                <c:pt idx="1089">
                  <c:v>266.05</c:v>
                </c:pt>
                <c:pt idx="1090">
                  <c:v>227.8</c:v>
                </c:pt>
                <c:pt idx="1091">
                  <c:v>227.8</c:v>
                </c:pt>
                <c:pt idx="1092">
                  <c:v>178.5</c:v>
                </c:pt>
                <c:pt idx="1093">
                  <c:v>178.5</c:v>
                </c:pt>
                <c:pt idx="1094">
                  <c:v>141.1</c:v>
                </c:pt>
                <c:pt idx="1095">
                  <c:v>141.1</c:v>
                </c:pt>
                <c:pt idx="1096">
                  <c:v>83.3</c:v>
                </c:pt>
                <c:pt idx="1097">
                  <c:v>83.3</c:v>
                </c:pt>
                <c:pt idx="1098">
                  <c:v>47.6</c:v>
                </c:pt>
                <c:pt idx="1099">
                  <c:v>47.6</c:v>
                </c:pt>
                <c:pt idx="1100">
                  <c:v>18.7</c:v>
                </c:pt>
                <c:pt idx="1101">
                  <c:v>18.7</c:v>
                </c:pt>
                <c:pt idx="1102">
                  <c:v>4.25</c:v>
                </c:pt>
                <c:pt idx="1103">
                  <c:v>4.25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1.7</c:v>
                </c:pt>
                <c:pt idx="1195">
                  <c:v>1.7</c:v>
                </c:pt>
                <c:pt idx="1196">
                  <c:v>17</c:v>
                </c:pt>
                <c:pt idx="1197">
                  <c:v>17</c:v>
                </c:pt>
                <c:pt idx="1198">
                  <c:v>44.2</c:v>
                </c:pt>
                <c:pt idx="1199">
                  <c:v>44.2</c:v>
                </c:pt>
                <c:pt idx="1200">
                  <c:v>70.55</c:v>
                </c:pt>
                <c:pt idx="1201">
                  <c:v>70.55</c:v>
                </c:pt>
                <c:pt idx="1202">
                  <c:v>118.15</c:v>
                </c:pt>
                <c:pt idx="1203">
                  <c:v>118.15</c:v>
                </c:pt>
                <c:pt idx="1204">
                  <c:v>152.15</c:v>
                </c:pt>
                <c:pt idx="1205">
                  <c:v>152.15</c:v>
                </c:pt>
                <c:pt idx="1206">
                  <c:v>201.45</c:v>
                </c:pt>
                <c:pt idx="1207">
                  <c:v>201.45</c:v>
                </c:pt>
                <c:pt idx="1208">
                  <c:v>249.9</c:v>
                </c:pt>
                <c:pt idx="1209">
                  <c:v>249.9</c:v>
                </c:pt>
                <c:pt idx="1210">
                  <c:v>293.25</c:v>
                </c:pt>
                <c:pt idx="1211">
                  <c:v>293.25</c:v>
                </c:pt>
                <c:pt idx="1212">
                  <c:v>334.9</c:v>
                </c:pt>
                <c:pt idx="1213">
                  <c:v>334.9</c:v>
                </c:pt>
                <c:pt idx="1214">
                  <c:v>376.55</c:v>
                </c:pt>
                <c:pt idx="1215">
                  <c:v>376.55</c:v>
                </c:pt>
                <c:pt idx="1216">
                  <c:v>416.5</c:v>
                </c:pt>
                <c:pt idx="1217">
                  <c:v>416.5</c:v>
                </c:pt>
                <c:pt idx="1218">
                  <c:v>454.75</c:v>
                </c:pt>
                <c:pt idx="1219">
                  <c:v>454.75</c:v>
                </c:pt>
                <c:pt idx="1220">
                  <c:v>492.15</c:v>
                </c:pt>
                <c:pt idx="1221">
                  <c:v>492.15</c:v>
                </c:pt>
                <c:pt idx="1222">
                  <c:v>499.8</c:v>
                </c:pt>
                <c:pt idx="1223">
                  <c:v>499.8</c:v>
                </c:pt>
                <c:pt idx="1224">
                  <c:v>552.5</c:v>
                </c:pt>
                <c:pt idx="1225">
                  <c:v>552.5</c:v>
                </c:pt>
                <c:pt idx="1226">
                  <c:v>594.15</c:v>
                </c:pt>
                <c:pt idx="1227">
                  <c:v>594.15</c:v>
                </c:pt>
                <c:pt idx="1228">
                  <c:v>616.25</c:v>
                </c:pt>
                <c:pt idx="1229">
                  <c:v>616.25</c:v>
                </c:pt>
                <c:pt idx="1230">
                  <c:v>632.4</c:v>
                </c:pt>
                <c:pt idx="1231">
                  <c:v>632.4</c:v>
                </c:pt>
                <c:pt idx="1232">
                  <c:v>602.65</c:v>
                </c:pt>
                <c:pt idx="1233">
                  <c:v>602.65</c:v>
                </c:pt>
                <c:pt idx="1234">
                  <c:v>592.450000</c:v>
                </c:pt>
                <c:pt idx="1235">
                  <c:v>592.450000</c:v>
                </c:pt>
                <c:pt idx="1236">
                  <c:v>600.950000</c:v>
                </c:pt>
                <c:pt idx="1237">
                  <c:v>600.950000</c:v>
                </c:pt>
                <c:pt idx="1238">
                  <c:v>606.9</c:v>
                </c:pt>
                <c:pt idx="1239">
                  <c:v>606.9</c:v>
                </c:pt>
                <c:pt idx="1240">
                  <c:v>665.55</c:v>
                </c:pt>
                <c:pt idx="1241">
                  <c:v>665.55</c:v>
                </c:pt>
                <c:pt idx="1242">
                  <c:v>638.35</c:v>
                </c:pt>
                <c:pt idx="1243">
                  <c:v>638.35</c:v>
                </c:pt>
                <c:pt idx="1244">
                  <c:v>570.35</c:v>
                </c:pt>
                <c:pt idx="1245">
                  <c:v>570.35</c:v>
                </c:pt>
                <c:pt idx="1246">
                  <c:v>538.9</c:v>
                </c:pt>
                <c:pt idx="1247">
                  <c:v>538.9</c:v>
                </c:pt>
                <c:pt idx="1248">
                  <c:v>566.1</c:v>
                </c:pt>
                <c:pt idx="1249">
                  <c:v>566.1</c:v>
                </c:pt>
                <c:pt idx="1250">
                  <c:v>666.4</c:v>
                </c:pt>
                <c:pt idx="1251">
                  <c:v>666.4</c:v>
                </c:pt>
                <c:pt idx="1252">
                  <c:v>667.25</c:v>
                </c:pt>
                <c:pt idx="1253">
                  <c:v>667.25</c:v>
                </c:pt>
                <c:pt idx="1254">
                  <c:v>602.65</c:v>
                </c:pt>
                <c:pt idx="1255">
                  <c:v>602.65</c:v>
                </c:pt>
                <c:pt idx="1256">
                  <c:v>613.700000</c:v>
                </c:pt>
                <c:pt idx="1257">
                  <c:v>613.700000</c:v>
                </c:pt>
                <c:pt idx="1258">
                  <c:v>586.5</c:v>
                </c:pt>
                <c:pt idx="1259">
                  <c:v>586.5</c:v>
                </c:pt>
                <c:pt idx="1260">
                  <c:v>541.450000</c:v>
                </c:pt>
                <c:pt idx="1261">
                  <c:v>541.450000</c:v>
                </c:pt>
                <c:pt idx="1262">
                  <c:v>518.5</c:v>
                </c:pt>
                <c:pt idx="1263">
                  <c:v>518.5</c:v>
                </c:pt>
                <c:pt idx="1264">
                  <c:v>502.35</c:v>
                </c:pt>
                <c:pt idx="1265">
                  <c:v>502.35</c:v>
                </c:pt>
                <c:pt idx="1266">
                  <c:v>479.4</c:v>
                </c:pt>
                <c:pt idx="1267">
                  <c:v>479.4</c:v>
                </c:pt>
                <c:pt idx="1268">
                  <c:v>464.95</c:v>
                </c:pt>
                <c:pt idx="1269">
                  <c:v>464.95</c:v>
                </c:pt>
                <c:pt idx="1270">
                  <c:v>460.7</c:v>
                </c:pt>
                <c:pt idx="1271">
                  <c:v>460.7</c:v>
                </c:pt>
                <c:pt idx="1272">
                  <c:v>424.15</c:v>
                </c:pt>
                <c:pt idx="1273">
                  <c:v>424.15</c:v>
                </c:pt>
                <c:pt idx="1274">
                  <c:v>385.9</c:v>
                </c:pt>
                <c:pt idx="1275">
                  <c:v>385.9</c:v>
                </c:pt>
                <c:pt idx="1276">
                  <c:v>345.1</c:v>
                </c:pt>
                <c:pt idx="1277">
                  <c:v>345.1</c:v>
                </c:pt>
                <c:pt idx="1278">
                  <c:v>301.75</c:v>
                </c:pt>
                <c:pt idx="1279">
                  <c:v>301.75</c:v>
                </c:pt>
                <c:pt idx="1280">
                  <c:v>258.400000</c:v>
                </c:pt>
                <c:pt idx="1281">
                  <c:v>258.400000</c:v>
                </c:pt>
                <c:pt idx="1282">
                  <c:v>215.05</c:v>
                </c:pt>
                <c:pt idx="1283">
                  <c:v>215.05</c:v>
                </c:pt>
                <c:pt idx="1284">
                  <c:v>171.7</c:v>
                </c:pt>
                <c:pt idx="1285">
                  <c:v>171.7</c:v>
                </c:pt>
                <c:pt idx="1286">
                  <c:v>130.050000</c:v>
                </c:pt>
                <c:pt idx="1287">
                  <c:v>130.050000</c:v>
                </c:pt>
                <c:pt idx="1288">
                  <c:v>91.8</c:v>
                </c:pt>
                <c:pt idx="1289">
                  <c:v>91.8</c:v>
                </c:pt>
                <c:pt idx="1290">
                  <c:v>56.95</c:v>
                </c:pt>
                <c:pt idx="1291">
                  <c:v>56.95</c:v>
                </c:pt>
                <c:pt idx="1292">
                  <c:v>22.95</c:v>
                </c:pt>
                <c:pt idx="1293">
                  <c:v>22.95</c:v>
                </c:pt>
                <c:pt idx="1294">
                  <c:v>3.4</c:v>
                </c:pt>
                <c:pt idx="1295">
                  <c:v>3.4</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1.7</c:v>
                </c:pt>
                <c:pt idx="1387">
                  <c:v>1.7</c:v>
                </c:pt>
                <c:pt idx="1388">
                  <c:v>13.6</c:v>
                </c:pt>
                <c:pt idx="1389">
                  <c:v>13.6</c:v>
                </c:pt>
              </c:numCache>
            </c:numRef>
          </c:yVal>
          <c:smooth val="0"/>
          <c:extLst>
            <c:ext xmlns:c16="http://schemas.microsoft.com/office/drawing/2014/chart" uri="{C3380CC4-5D6E-409C-BE32-E72D297353CC}">
              <c16:uniqueId val="{00000002-36C7-46DF-A76F-CA4BF24803F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38.112900</c:v>
                </c:pt>
                <c:pt idx="6">
                  <c:v>38.112900</c:v>
                </c:pt>
                <c:pt idx="7">
                  <c:v>38.112900</c:v>
                </c:pt>
                <c:pt idx="8">
                  <c:v>38.112900</c:v>
                </c:pt>
                <c:pt idx="9">
                  <c:v>38.112900</c:v>
                </c:pt>
                <c:pt idx="10">
                  <c:v>38.112900</c:v>
                </c:pt>
                <c:pt idx="11">
                  <c:v>38.112900</c:v>
                </c:pt>
                <c:pt idx="12">
                  <c:v>38.112900</c:v>
                </c:pt>
                <c:pt idx="13">
                  <c:v>38.1372</c:v>
                </c:pt>
                <c:pt idx="14">
                  <c:v>38.1372</c:v>
                </c:pt>
                <c:pt idx="15">
                  <c:v>42.675417</c:v>
                </c:pt>
                <c:pt idx="16">
                  <c:v>43.204167</c:v>
                </c:pt>
                <c:pt idx="17">
                  <c:v>47.189333</c:v>
                </c:pt>
                <c:pt idx="18">
                  <c:v>47.189333</c:v>
                </c:pt>
                <c:pt idx="19">
                  <c:v>47.189333</c:v>
                </c:pt>
                <c:pt idx="20">
                  <c:v>48.965617</c:v>
                </c:pt>
                <c:pt idx="21">
                  <c:v>48.965617</c:v>
                </c:pt>
                <c:pt idx="22">
                  <c:v>48.965617</c:v>
                </c:pt>
                <c:pt idx="23">
                  <c:v>48.965617</c:v>
                </c:pt>
                <c:pt idx="24">
                  <c:v>48.965617</c:v>
                </c:pt>
                <c:pt idx="25">
                  <c:v>53.503833</c:v>
                </c:pt>
                <c:pt idx="26">
                  <c:v>58.042050</c:v>
                </c:pt>
                <c:pt idx="27">
                  <c:v>58.042050</c:v>
                </c:pt>
                <c:pt idx="28">
                  <c:v>58.042050</c:v>
                </c:pt>
                <c:pt idx="29">
                  <c:v>54.306774</c:v>
                </c:pt>
                <c:pt idx="30">
                  <c:v>53.038279</c:v>
                </c:pt>
                <c:pt idx="31">
                  <c:v>51.769785</c:v>
                </c:pt>
                <c:pt idx="32">
                  <c:v>51.177821</c:v>
                </c:pt>
                <c:pt idx="33">
                  <c:v>50.889750</c:v>
                </c:pt>
                <c:pt idx="34">
                  <c:v>49.809481</c:v>
                </c:pt>
                <c:pt idx="35">
                  <c:v>48.729212</c:v>
                </c:pt>
                <c:pt idx="36">
                  <c:v>47.648944</c:v>
                </c:pt>
                <c:pt idx="37">
                  <c:v>47.504908</c:v>
                </c:pt>
                <c:pt idx="38">
                  <c:v>46.372455</c:v>
                </c:pt>
                <c:pt idx="39">
                  <c:v>45.159113</c:v>
                </c:pt>
                <c:pt idx="40">
                  <c:v>43.945770</c:v>
                </c:pt>
                <c:pt idx="41">
                  <c:v>43.783991</c:v>
                </c:pt>
                <c:pt idx="42">
                  <c:v>42.846226</c:v>
                </c:pt>
                <c:pt idx="43">
                  <c:v>41.674020</c:v>
                </c:pt>
                <c:pt idx="44">
                  <c:v>40.501813</c:v>
                </c:pt>
                <c:pt idx="45">
                  <c:v>40.111078</c:v>
                </c:pt>
                <c:pt idx="46">
                  <c:v>40.111078</c:v>
                </c:pt>
                <c:pt idx="47">
                  <c:v>40.111078</c:v>
                </c:pt>
                <c:pt idx="48">
                  <c:v>39.723482</c:v>
                </c:pt>
                <c:pt idx="49">
                  <c:v>38.560696</c:v>
                </c:pt>
                <c:pt idx="50">
                  <c:v>37.397910</c:v>
                </c:pt>
                <c:pt idx="51">
                  <c:v>36.390162</c:v>
                </c:pt>
                <c:pt idx="52">
                  <c:v>36.390162</c:v>
                </c:pt>
                <c:pt idx="53">
                  <c:v>35.221507</c:v>
                </c:pt>
                <c:pt idx="54">
                  <c:v>33.969378</c:v>
                </c:pt>
                <c:pt idx="55">
                  <c:v>32.717248</c:v>
                </c:pt>
                <c:pt idx="56">
                  <c:v>32.329652</c:v>
                </c:pt>
                <c:pt idx="57">
                  <c:v>31.166866</c:v>
                </c:pt>
                <c:pt idx="58">
                  <c:v>30.004080</c:v>
                </c:pt>
                <c:pt idx="59">
                  <c:v>28.996332</c:v>
                </c:pt>
                <c:pt idx="60">
                  <c:v>28.996332</c:v>
                </c:pt>
                <c:pt idx="61">
                  <c:v>27.994628</c:v>
                </c:pt>
                <c:pt idx="62">
                  <c:v>26.742498</c:v>
                </c:pt>
                <c:pt idx="63">
                  <c:v>25.490369</c:v>
                </c:pt>
                <c:pt idx="64">
                  <c:v>25.323418</c:v>
                </c:pt>
                <c:pt idx="65">
                  <c:v>25.323418</c:v>
                </c:pt>
                <c:pt idx="66">
                  <c:v>22.180106</c:v>
                </c:pt>
                <c:pt idx="67">
                  <c:v>24.449214</c:v>
                </c:pt>
                <c:pt idx="68">
                  <c:v>24.449214</c:v>
                </c:pt>
                <c:pt idx="69">
                  <c:v>26.608836</c:v>
                </c:pt>
                <c:pt idx="70">
                  <c:v>26.608836</c:v>
                </c:pt>
                <c:pt idx="71">
                  <c:v>26.608836</c:v>
                </c:pt>
                <c:pt idx="72">
                  <c:v>28.877944</c:v>
                </c:pt>
                <c:pt idx="73">
                  <c:v>28.877944</c:v>
                </c:pt>
                <c:pt idx="74">
                  <c:v>28.877944</c:v>
                </c:pt>
                <c:pt idx="75">
                  <c:v>28.877944</c:v>
                </c:pt>
                <c:pt idx="76">
                  <c:v>28.877944</c:v>
                </c:pt>
                <c:pt idx="77">
                  <c:v>28.877944</c:v>
                </c:pt>
                <c:pt idx="78">
                  <c:v>28.877944</c:v>
                </c:pt>
                <c:pt idx="79">
                  <c:v>32.517610</c:v>
                </c:pt>
                <c:pt idx="80">
                  <c:v>31.384006</c:v>
                </c:pt>
                <c:pt idx="81">
                  <c:v>30.628270</c:v>
                </c:pt>
                <c:pt idx="82">
                  <c:v>30.628270</c:v>
                </c:pt>
                <c:pt idx="83">
                  <c:v>30.628270</c:v>
                </c:pt>
                <c:pt idx="84">
                  <c:v>30.005236</c:v>
                </c:pt>
                <c:pt idx="85">
                  <c:v>28.943093</c:v>
                </c:pt>
                <c:pt idx="86">
                  <c:v>27.368987</c:v>
                </c:pt>
                <c:pt idx="87">
                  <c:v>26.746446</c:v>
                </c:pt>
                <c:pt idx="88">
                  <c:v>25.864215</c:v>
                </c:pt>
                <c:pt idx="89">
                  <c:v>24.225675</c:v>
                </c:pt>
                <c:pt idx="90">
                  <c:v>23.217523</c:v>
                </c:pt>
                <c:pt idx="91">
                  <c:v>22.864631</c:v>
                </c:pt>
                <c:pt idx="92">
                  <c:v>22.760127</c:v>
                </c:pt>
                <c:pt idx="93">
                  <c:v>21.506083</c:v>
                </c:pt>
                <c:pt idx="94">
                  <c:v>21.003153</c:v>
                </c:pt>
                <c:pt idx="95">
                  <c:v>21.003160</c:v>
                </c:pt>
                <c:pt idx="96">
                  <c:v>26.281600</c:v>
                </c:pt>
                <c:pt idx="97">
                  <c:v>26.281600</c:v>
                </c:pt>
                <c:pt idx="98">
                  <c:v>26.281608</c:v>
                </c:pt>
                <c:pt idx="99">
                  <c:v>27.810478</c:v>
                </c:pt>
                <c:pt idx="100">
                  <c:v>27.810478</c:v>
                </c:pt>
                <c:pt idx="101">
                  <c:v>27.810478</c:v>
                </c:pt>
                <c:pt idx="102">
                  <c:v>27.810478</c:v>
                </c:pt>
                <c:pt idx="103">
                  <c:v>27.810478</c:v>
                </c:pt>
                <c:pt idx="104">
                  <c:v>27.810478</c:v>
                </c:pt>
                <c:pt idx="105">
                  <c:v>28.734069</c:v>
                </c:pt>
                <c:pt idx="106">
                  <c:v>35.541394</c:v>
                </c:pt>
                <c:pt idx="107">
                  <c:v>40.079618</c:v>
                </c:pt>
                <c:pt idx="108">
                  <c:v>42.348726</c:v>
                </c:pt>
                <c:pt idx="109">
                  <c:v>46.886943</c:v>
                </c:pt>
                <c:pt idx="110">
                  <c:v>46.886943</c:v>
                </c:pt>
                <c:pt idx="111">
                  <c:v>46.886943</c:v>
                </c:pt>
                <c:pt idx="112">
                  <c:v>51.425159</c:v>
                </c:pt>
                <c:pt idx="113">
                  <c:v>55.963376</c:v>
                </c:pt>
                <c:pt idx="114">
                  <c:v>62.770701</c:v>
                </c:pt>
                <c:pt idx="115">
                  <c:v>69.578025</c:v>
                </c:pt>
                <c:pt idx="116">
                  <c:v>71.847134</c:v>
                </c:pt>
                <c:pt idx="117">
                  <c:v>78.654459</c:v>
                </c:pt>
                <c:pt idx="118">
                  <c:v>85.461783</c:v>
                </c:pt>
                <c:pt idx="119">
                  <c:v>90</c:v>
                </c:pt>
                <c:pt idx="120">
                  <c:v>88.784985</c:v>
                </c:pt>
                <c:pt idx="121">
                  <c:v>87.914658</c:v>
                </c:pt>
                <c:pt idx="122">
                  <c:v>86.634155</c:v>
                </c:pt>
                <c:pt idx="123">
                  <c:v>85.280031</c:v>
                </c:pt>
                <c:pt idx="124">
                  <c:v>84.045210</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64.720552</c:v>
                </c:pt>
                <c:pt idx="147">
                  <c:v>64.198098</c:v>
                </c:pt>
                <c:pt idx="148">
                  <c:v>63.282503</c:v>
                </c:pt>
                <c:pt idx="149">
                  <c:v>62.170288</c:v>
                </c:pt>
                <c:pt idx="150">
                  <c:v>61.058072</c:v>
                </c:pt>
                <c:pt idx="151">
                  <c:v>60.455826</c:v>
                </c:pt>
                <c:pt idx="152">
                  <c:v>59.491906</c:v>
                </c:pt>
                <c:pt idx="153">
                  <c:v>58.913762</c:v>
                </c:pt>
                <c:pt idx="154">
                  <c:v>57.674882</c:v>
                </c:pt>
                <c:pt idx="155">
                  <c:v>56.436002</c:v>
                </c:pt>
                <c:pt idx="156">
                  <c:v>55.610082</c:v>
                </c:pt>
                <c:pt idx="157">
                  <c:v>54.908327</c:v>
                </c:pt>
                <c:pt idx="158">
                  <c:v>53.855695</c:v>
                </c:pt>
                <c:pt idx="159">
                  <c:v>52.803062</c:v>
                </c:pt>
                <c:pt idx="160">
                  <c:v>51.750430</c:v>
                </c:pt>
                <c:pt idx="161">
                  <c:v>51.680255</c:v>
                </c:pt>
                <c:pt idx="162">
                  <c:v>51.680255</c:v>
                </c:pt>
                <c:pt idx="163">
                  <c:v>51.680255</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37.968046</c:v>
                </c:pt>
                <c:pt idx="179">
                  <c:v>36.417156</c:v>
                </c:pt>
                <c:pt idx="180">
                  <c:v>35.598442</c:v>
                </c:pt>
                <c:pt idx="181">
                  <c:v>34.370371</c:v>
                </c:pt>
                <c:pt idx="182">
                  <c:v>33.142301</c:v>
                </c:pt>
                <c:pt idx="183">
                  <c:v>32.487329</c:v>
                </c:pt>
                <c:pt idx="184">
                  <c:v>32.487329</c:v>
                </c:pt>
                <c:pt idx="185">
                  <c:v>31.159337</c:v>
                </c:pt>
                <c:pt idx="186">
                  <c:v>29.627038</c:v>
                </c:pt>
                <c:pt idx="187">
                  <c:v>28.605505</c:v>
                </c:pt>
                <c:pt idx="188">
                  <c:v>28.605505</c:v>
                </c:pt>
                <c:pt idx="189">
                  <c:v>25.462193</c:v>
                </c:pt>
                <c:pt idx="190">
                  <c:v>25.462193</c:v>
                </c:pt>
                <c:pt idx="191">
                  <c:v>30.000409</c:v>
                </c:pt>
                <c:pt idx="192">
                  <c:v>30.004800</c:v>
                </c:pt>
                <c:pt idx="193">
                  <c:v>31.003185</c:v>
                </c:pt>
                <c:pt idx="194">
                  <c:v>31.003185</c:v>
                </c:pt>
                <c:pt idx="195">
                  <c:v>31.003185</c:v>
                </c:pt>
                <c:pt idx="196">
                  <c:v>35.541401</c:v>
                </c:pt>
                <c:pt idx="197">
                  <c:v>35.541401</c:v>
                </c:pt>
                <c:pt idx="198">
                  <c:v>35.541401</c:v>
                </c:pt>
                <c:pt idx="199">
                  <c:v>35.541401</c:v>
                </c:pt>
                <c:pt idx="200">
                  <c:v>35.541401</c:v>
                </c:pt>
                <c:pt idx="201">
                  <c:v>40.079618</c:v>
                </c:pt>
                <c:pt idx="202">
                  <c:v>46.886943</c:v>
                </c:pt>
                <c:pt idx="203">
                  <c:v>53.694268</c:v>
                </c:pt>
                <c:pt idx="204">
                  <c:v>55.963353</c:v>
                </c:pt>
                <c:pt idx="205">
                  <c:v>59.203692</c:v>
                </c:pt>
                <c:pt idx="206">
                  <c:v>59.203692</c:v>
                </c:pt>
                <c:pt idx="207">
                  <c:v>60.501570</c:v>
                </c:pt>
                <c:pt idx="208">
                  <c:v>60.501592</c:v>
                </c:pt>
                <c:pt idx="209">
                  <c:v>60.501600</c:v>
                </c:pt>
                <c:pt idx="210">
                  <c:v>65.039816</c:v>
                </c:pt>
                <c:pt idx="211">
                  <c:v>68.654434</c:v>
                </c:pt>
                <c:pt idx="212">
                  <c:v>75.461759</c:v>
                </c:pt>
                <c:pt idx="213">
                  <c:v>79.999968</c:v>
                </c:pt>
                <c:pt idx="214">
                  <c:v>85.461783</c:v>
                </c:pt>
                <c:pt idx="215">
                  <c:v>90</c:v>
                </c:pt>
                <c:pt idx="216">
                  <c:v>88.784985</c:v>
                </c:pt>
                <c:pt idx="217">
                  <c:v>87.914658</c:v>
                </c:pt>
                <c:pt idx="218">
                  <c:v>86.634155</c:v>
                </c:pt>
                <c:pt idx="219">
                  <c:v>85.280031</c:v>
                </c:pt>
                <c:pt idx="220">
                  <c:v>84.049669</c:v>
                </c:pt>
                <c:pt idx="221">
                  <c:v>82.926861</c:v>
                </c:pt>
                <c:pt idx="222">
                  <c:v>82.360761</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70.812247</c:v>
                </c:pt>
                <c:pt idx="236">
                  <c:v>69.6477</c:v>
                </c:pt>
                <c:pt idx="237">
                  <c:v>68.483153</c:v>
                </c:pt>
                <c:pt idx="238">
                  <c:v>67.554398</c:v>
                </c:pt>
                <c:pt idx="239">
                  <c:v>66.810886</c:v>
                </c:pt>
                <c:pt idx="240">
                  <c:v>65.556686</c:v>
                </c:pt>
                <c:pt idx="241">
                  <c:v>64.553326</c:v>
                </c:pt>
                <c:pt idx="242">
                  <c:v>63.809916</c:v>
                </c:pt>
                <c:pt idx="243">
                  <c:v>63.000596</c:v>
                </c:pt>
                <c:pt idx="244">
                  <c:v>61.836049</c:v>
                </c:pt>
                <c:pt idx="245">
                  <c:v>60.671501</c:v>
                </c:pt>
                <c:pt idx="246">
                  <c:v>60.085088</c:v>
                </c:pt>
                <c:pt idx="247">
                  <c:v>59.188548</c:v>
                </c:pt>
                <c:pt idx="248">
                  <c:v>58.076332</c:v>
                </c:pt>
                <c:pt idx="249">
                  <c:v>56.964117</c:v>
                </c:pt>
                <c:pt idx="250">
                  <c:v>56.023042</c:v>
                </c:pt>
                <c:pt idx="251">
                  <c:v>55.337610</c:v>
                </c:pt>
                <c:pt idx="252">
                  <c:v>54.098730</c:v>
                </c:pt>
                <c:pt idx="253">
                  <c:v>52.859850</c:v>
                </c:pt>
                <c:pt idx="254">
                  <c:v>52.209270</c:v>
                </c:pt>
                <c:pt idx="255">
                  <c:v>51.456340</c:v>
                </c:pt>
                <c:pt idx="256">
                  <c:v>50.403708</c:v>
                </c:pt>
                <c:pt idx="257">
                  <c:v>49.351076</c:v>
                </c:pt>
                <c:pt idx="258">
                  <c:v>48.730068</c:v>
                </c:pt>
                <c:pt idx="259">
                  <c:v>47.798430</c:v>
                </c:pt>
                <c:pt idx="260">
                  <c:v>46.833837</c:v>
                </c:pt>
                <c:pt idx="261">
                  <c:v>45.669290</c:v>
                </c:pt>
                <c:pt idx="262">
                  <c:v>45.048198</c:v>
                </c:pt>
                <c:pt idx="263">
                  <c:v>44.346443</c:v>
                </c:pt>
                <c:pt idx="264">
                  <c:v>43.293811</c:v>
                </c:pt>
                <c:pt idx="265">
                  <c:v>42.241179</c:v>
                </c:pt>
                <c:pt idx="266">
                  <c:v>41.188547</c:v>
                </c:pt>
                <c:pt idx="267">
                  <c:v>40.438154</c:v>
                </c:pt>
                <c:pt idx="268">
                  <c:v>39.639581</c:v>
                </c:pt>
                <c:pt idx="269">
                  <c:v>38.253215</c:v>
                </c:pt>
                <c:pt idx="270">
                  <c:v>37.236547</c:v>
                </c:pt>
                <c:pt idx="271">
                  <c:v>36.514742</c:v>
                </c:pt>
                <c:pt idx="272">
                  <c:v>35.311733</c:v>
                </c:pt>
                <c:pt idx="273">
                  <c:v>34.108725</c:v>
                </c:pt>
                <c:pt idx="274">
                  <c:v>33.196660</c:v>
                </c:pt>
                <c:pt idx="275">
                  <c:v>32.175127</c:v>
                </c:pt>
                <c:pt idx="276">
                  <c:v>31.356413</c:v>
                </c:pt>
                <c:pt idx="277">
                  <c:v>29.935661</c:v>
                </c:pt>
                <c:pt idx="278">
                  <c:v>28.900271</c:v>
                </c:pt>
                <c:pt idx="279">
                  <c:v>28.101549</c:v>
                </c:pt>
                <c:pt idx="280">
                  <c:v>26.778203</c:v>
                </c:pt>
                <c:pt idx="281">
                  <c:v>25.54308</c:v>
                </c:pt>
                <c:pt idx="282">
                  <c:v>25.385008</c:v>
                </c:pt>
                <c:pt idx="283">
                  <c:v>24.363476</c:v>
                </c:pt>
                <c:pt idx="284">
                  <c:v>24.184532</c:v>
                </c:pt>
                <c:pt idx="285">
                  <c:v>21.220164</c:v>
                </c:pt>
                <c:pt idx="286">
                  <c:v>21.220164</c:v>
                </c:pt>
                <c:pt idx="287">
                  <c:v>21.220171</c:v>
                </c:pt>
                <c:pt idx="288">
                  <c:v>21.220171</c:v>
                </c:pt>
                <c:pt idx="289">
                  <c:v>21.220171</c:v>
                </c:pt>
                <c:pt idx="290">
                  <c:v>23.489279</c:v>
                </c:pt>
                <c:pt idx="291">
                  <c:v>23.489279</c:v>
                </c:pt>
                <c:pt idx="292">
                  <c:v>23.489279</c:v>
                </c:pt>
                <c:pt idx="293">
                  <c:v>28.027496</c:v>
                </c:pt>
                <c:pt idx="294">
                  <c:v>30.224282</c:v>
                </c:pt>
                <c:pt idx="295">
                  <c:v>30.224282</c:v>
                </c:pt>
                <c:pt idx="296">
                  <c:v>30.224282</c:v>
                </c:pt>
                <c:pt idx="297">
                  <c:v>34.762205</c:v>
                </c:pt>
                <c:pt idx="298">
                  <c:v>34.762205</c:v>
                </c:pt>
                <c:pt idx="299">
                  <c:v>37.810463</c:v>
                </c:pt>
                <c:pt idx="300">
                  <c:v>44.617787</c:v>
                </c:pt>
                <c:pt idx="301">
                  <c:v>44.617842</c:v>
                </c:pt>
                <c:pt idx="302">
                  <c:v>44.617842</c:v>
                </c:pt>
                <c:pt idx="303">
                  <c:v>49.156004</c:v>
                </c:pt>
                <c:pt idx="304">
                  <c:v>49.156004</c:v>
                </c:pt>
                <c:pt idx="305">
                  <c:v>52.770669</c:v>
                </c:pt>
                <c:pt idx="306">
                  <c:v>59.577994</c:v>
                </c:pt>
                <c:pt idx="307">
                  <c:v>66.385318</c:v>
                </c:pt>
                <c:pt idx="308">
                  <c:v>73.192643</c:v>
                </c:pt>
                <c:pt idx="309">
                  <c:v>79.999968</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66.139010</c:v>
                </c:pt>
                <c:pt idx="337">
                  <c:v>64.974463</c:v>
                </c:pt>
                <c:pt idx="338">
                  <c:v>63.809916</c:v>
                </c:pt>
                <c:pt idx="339">
                  <c:v>63.421733</c:v>
                </c:pt>
                <c:pt idx="340">
                  <c:v>63.421733</c:v>
                </c:pt>
                <c:pt idx="341">
                  <c:v>62.680257</c:v>
                </c:pt>
                <c:pt idx="342">
                  <c:v>61.568041</c:v>
                </c:pt>
                <c:pt idx="343">
                  <c:v>60.455826</c:v>
                </c:pt>
                <c:pt idx="344">
                  <c:v>59.491906</c:v>
                </c:pt>
                <c:pt idx="345">
                  <c:v>59.491906</c:v>
                </c:pt>
                <c:pt idx="346">
                  <c:v>58.744187</c:v>
                </c:pt>
                <c:pt idx="347">
                  <c:v>57.631972</c:v>
                </c:pt>
                <c:pt idx="348">
                  <c:v>56.668052</c:v>
                </c:pt>
                <c:pt idx="349">
                  <c:v>56.583066</c:v>
                </c:pt>
                <c:pt idx="350">
                  <c:v>55.425869</c:v>
                </c:pt>
                <c:pt idx="351">
                  <c:v>54.261321</c:v>
                </c:pt>
                <c:pt idx="352">
                  <c:v>53.096774</c:v>
                </c:pt>
                <c:pt idx="353">
                  <c:v>52.786228</c:v>
                </c:pt>
                <c:pt idx="354">
                  <c:v>51.944122</c:v>
                </c:pt>
                <c:pt idx="355">
                  <c:v>50.891490</c:v>
                </c:pt>
                <c:pt idx="356">
                  <c:v>49.838858</c:v>
                </c:pt>
                <c:pt idx="357">
                  <c:v>48.856401</c:v>
                </c:pt>
                <c:pt idx="358">
                  <c:v>48.623491</c:v>
                </c:pt>
                <c:pt idx="359">
                  <c:v>47.458944</c:v>
                </c:pt>
                <c:pt idx="360">
                  <c:v>46.294397</c:v>
                </c:pt>
                <c:pt idx="361">
                  <c:v>45.129849</c:v>
                </c:pt>
                <c:pt idx="362">
                  <c:v>44.764050</c:v>
                </c:pt>
                <c:pt idx="363">
                  <c:v>43.711418</c:v>
                </c:pt>
                <c:pt idx="364">
                  <c:v>42.658785</c:v>
                </c:pt>
                <c:pt idx="365">
                  <c:v>41.606153</c:v>
                </c:pt>
                <c:pt idx="366">
                  <c:v>40.959763</c:v>
                </c:pt>
                <c:pt idx="367">
                  <c:v>40.237958</c:v>
                </c:pt>
                <c:pt idx="368">
                  <c:v>39.034950</c:v>
                </c:pt>
                <c:pt idx="369">
                  <c:v>37.831942</c:v>
                </c:pt>
                <c:pt idx="370">
                  <c:v>37.029936</c:v>
                </c:pt>
                <c:pt idx="371">
                  <c:v>36.417156</c:v>
                </c:pt>
                <c:pt idx="372">
                  <c:v>36.056952</c:v>
                </c:pt>
                <c:pt idx="373">
                  <c:v>35.099879</c:v>
                </c:pt>
                <c:pt idx="374">
                  <c:v>34.225378</c:v>
                </c:pt>
                <c:pt idx="375">
                  <c:v>32.913626</c:v>
                </c:pt>
                <c:pt idx="376">
                  <c:v>31.601875</c:v>
                </c:pt>
                <c:pt idx="377">
                  <c:v>31.350101</c:v>
                </c:pt>
                <c:pt idx="378">
                  <c:v>30.006355</c:v>
                </c:pt>
                <c:pt idx="379">
                  <c:v>29.020942</c:v>
                </c:pt>
                <c:pt idx="380">
                  <c:v>28.140815</c:v>
                </c:pt>
                <c:pt idx="381">
                  <c:v>28.102514</c:v>
                </c:pt>
                <c:pt idx="382">
                  <c:v>27.16198</c:v>
                </c:pt>
                <c:pt idx="383">
                  <c:v>26.659050</c:v>
                </c:pt>
                <c:pt idx="384">
                  <c:v>26.659050</c:v>
                </c:pt>
                <c:pt idx="385">
                  <c:v>30.523622</c:v>
                </c:pt>
                <c:pt idx="386">
                  <c:v>30.523622</c:v>
                </c:pt>
                <c:pt idx="387">
                  <c:v>30.523622</c:v>
                </c:pt>
                <c:pt idx="388">
                  <c:v>30.523622</c:v>
                </c:pt>
                <c:pt idx="389">
                  <c:v>30.523622</c:v>
                </c:pt>
                <c:pt idx="390">
                  <c:v>30.523622</c:v>
                </c:pt>
                <c:pt idx="391">
                  <c:v>35.061838</c:v>
                </c:pt>
                <c:pt idx="392">
                  <c:v>41.869163</c:v>
                </c:pt>
                <c:pt idx="393">
                  <c:v>41.869163</c:v>
                </c:pt>
                <c:pt idx="394">
                  <c:v>41.869163</c:v>
                </c:pt>
                <c:pt idx="395">
                  <c:v>41.869163</c:v>
                </c:pt>
                <c:pt idx="396">
                  <c:v>46.407380</c:v>
                </c:pt>
                <c:pt idx="397">
                  <c:v>46.407387</c:v>
                </c:pt>
                <c:pt idx="398">
                  <c:v>51.911550</c:v>
                </c:pt>
                <c:pt idx="399">
                  <c:v>58.718875</c:v>
                </c:pt>
                <c:pt idx="400">
                  <c:v>63.748656</c:v>
                </c:pt>
                <c:pt idx="401">
                  <c:v>66.385318</c:v>
                </c:pt>
                <c:pt idx="402">
                  <c:v>66.404990</c:v>
                </c:pt>
                <c:pt idx="403">
                  <c:v>70.943207</c:v>
                </c:pt>
                <c:pt idx="404">
                  <c:v>77.750532</c:v>
                </c:pt>
                <c:pt idx="405">
                  <c:v>78.654459</c:v>
                </c:pt>
                <c:pt idx="406">
                  <c:v>85.461783</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66.139010</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52.209270</c:v>
                </c:pt>
                <c:pt idx="447">
                  <c:v>51.680255</c:v>
                </c:pt>
                <c:pt idx="448">
                  <c:v>51.680255</c:v>
                </c:pt>
                <c:pt idx="449">
                  <c:v>51.680255</c:v>
                </c:pt>
                <c:pt idx="450">
                  <c:v>51.680255</c:v>
                </c:pt>
                <c:pt idx="451">
                  <c:v>51.680255</c:v>
                </c:pt>
                <c:pt idx="452">
                  <c:v>51.136799</c:v>
                </c:pt>
                <c:pt idx="453">
                  <c:v>49.972252</c:v>
                </c:pt>
                <c:pt idx="454">
                  <c:v>48.807705</c:v>
                </c:pt>
                <c:pt idx="455">
                  <c:v>47.798430</c:v>
                </c:pt>
                <c:pt idx="456">
                  <c:v>47.307202</c:v>
                </c:pt>
                <c:pt idx="457">
                  <c:v>46.254570</c:v>
                </c:pt>
                <c:pt idx="458">
                  <c:v>45.201937</c:v>
                </c:pt>
                <c:pt idx="459">
                  <c:v>44.149305</c:v>
                </c:pt>
                <c:pt idx="460">
                  <c:v>43.868603</c:v>
                </c:pt>
                <c:pt idx="461">
                  <c:v>43.868603</c:v>
                </c:pt>
                <c:pt idx="462">
                  <c:v>42.995193</c:v>
                </c:pt>
                <c:pt idx="463">
                  <c:v>41.539509</c:v>
                </c:pt>
                <c:pt idx="464">
                  <c:v>40.083824</c:v>
                </c:pt>
                <c:pt idx="465">
                  <c:v>39.741165</c:v>
                </c:pt>
                <c:pt idx="466">
                  <c:v>38.513094</c:v>
                </c:pt>
                <c:pt idx="467">
                  <c:v>37.285023</c:v>
                </c:pt>
                <c:pt idx="468">
                  <c:v>36.056952</c:v>
                </c:pt>
                <c:pt idx="469">
                  <c:v>35.534433</c:v>
                </c:pt>
                <c:pt idx="470">
                  <c:v>34.698403</c:v>
                </c:pt>
                <c:pt idx="471">
                  <c:v>34.698403</c:v>
                </c:pt>
                <c:pt idx="472">
                  <c:v>31.429359</c:v>
                </c:pt>
                <c:pt idx="473">
                  <c:v>31.429359</c:v>
                </c:pt>
                <c:pt idx="474">
                  <c:v>30.900020</c:v>
                </c:pt>
                <c:pt idx="475">
                  <c:v>29.576674</c:v>
                </c:pt>
                <c:pt idx="476">
                  <c:v>28.253329</c:v>
                </c:pt>
                <c:pt idx="477">
                  <c:v>27.547544</c:v>
                </c:pt>
                <c:pt idx="478">
                  <c:v>27.547544</c:v>
                </c:pt>
                <c:pt idx="479">
                  <c:v>25.535824</c:v>
                </c:pt>
                <c:pt idx="480">
                  <c:v>29.031815</c:v>
                </c:pt>
                <c:pt idx="481">
                  <c:v>29.031815</c:v>
                </c:pt>
                <c:pt idx="482">
                  <c:v>29.031815</c:v>
                </c:pt>
                <c:pt idx="483">
                  <c:v>29.031815</c:v>
                </c:pt>
                <c:pt idx="484">
                  <c:v>29.031815</c:v>
                </c:pt>
                <c:pt idx="485">
                  <c:v>29.031815</c:v>
                </c:pt>
                <c:pt idx="486">
                  <c:v>33.570032</c:v>
                </c:pt>
                <c:pt idx="487">
                  <c:v>33.570039</c:v>
                </c:pt>
                <c:pt idx="488">
                  <c:v>35.541401</c:v>
                </c:pt>
                <c:pt idx="489">
                  <c:v>35.541401</c:v>
                </c:pt>
                <c:pt idx="490">
                  <c:v>35.541401</c:v>
                </c:pt>
                <c:pt idx="491">
                  <c:v>35.614887</c:v>
                </c:pt>
                <c:pt idx="492">
                  <c:v>35.614887</c:v>
                </c:pt>
                <c:pt idx="493">
                  <c:v>35.614887</c:v>
                </c:pt>
                <c:pt idx="494">
                  <c:v>35.614887</c:v>
                </c:pt>
                <c:pt idx="495">
                  <c:v>40.153104</c:v>
                </c:pt>
                <c:pt idx="496">
                  <c:v>46.960428</c:v>
                </c:pt>
                <c:pt idx="497">
                  <c:v>53.767753</c:v>
                </c:pt>
                <c:pt idx="498">
                  <c:v>59.577994</c:v>
                </c:pt>
                <c:pt idx="499">
                  <c:v>66.385318</c:v>
                </c:pt>
                <c:pt idx="500">
                  <c:v>73.192643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67.303558</c:v>
                </c:pt>
                <c:pt idx="529">
                  <c:v>67.303558</c:v>
                </c:pt>
                <c:pt idx="530">
                  <c:v>67.303558</c:v>
                </c:pt>
                <c:pt idx="531">
                  <c:v>66.518239</c:v>
                </c:pt>
                <c:pt idx="532">
                  <c:v>65.290168</c:v>
                </c:pt>
                <c:pt idx="533">
                  <c:v>64.317539</c:v>
                </c:pt>
                <c:pt idx="534">
                  <c:v>63.421733</c:v>
                </c:pt>
                <c:pt idx="535">
                  <c:v>63.421733</c:v>
                </c:pt>
                <c:pt idx="536">
                  <c:v>62.521148</c:v>
                </c:pt>
                <c:pt idx="537">
                  <c:v>61.293077</c:v>
                </c:pt>
                <c:pt idx="538">
                  <c:v>60.065006</c:v>
                </c:pt>
                <c:pt idx="539">
                  <c:v>59.491906</c:v>
                </c:pt>
                <c:pt idx="540">
                  <c:v>59.411658</c:v>
                </c:pt>
                <c:pt idx="541">
                  <c:v>58.309784</c:v>
                </c:pt>
                <c:pt idx="542">
                  <c:v>57.281368</c:v>
                </c:pt>
                <c:pt idx="543">
                  <c:v>56.781953</c:v>
                </c:pt>
                <c:pt idx="544">
                  <c:v>55.683324</c:v>
                </c:pt>
                <c:pt idx="545">
                  <c:v>55.610082</c:v>
                </c:pt>
                <c:pt idx="546">
                  <c:v>54.623571</c:v>
                </c:pt>
                <c:pt idx="547">
                  <c:v>53.626897</c:v>
                </c:pt>
                <c:pt idx="548">
                  <c:v>53.186688</c:v>
                </c:pt>
                <c:pt idx="549">
                  <c:v>52.204232</c:v>
                </c:pt>
                <c:pt idx="550">
                  <c:v>51.680255</c:v>
                </c:pt>
                <c:pt idx="551">
                  <c:v>51.680255</c:v>
                </c:pt>
                <c:pt idx="552">
                  <c:v>51.134943</c:v>
                </c:pt>
                <c:pt idx="553">
                  <c:v>50.095439</c:v>
                </c:pt>
                <c:pt idx="554">
                  <c:v>49.701953</c:v>
                </c:pt>
                <c:pt idx="555">
                  <c:v>48.930023</c:v>
                </c:pt>
                <c:pt idx="556">
                  <c:v>46.744226</c:v>
                </c:pt>
                <c:pt idx="557">
                  <c:v>48.057219</c:v>
                </c:pt>
                <c:pt idx="558">
                  <c:v>47.722344</c:v>
                </c:pt>
                <c:pt idx="559">
                  <c:v>46.428402</c:v>
                </c:pt>
                <c:pt idx="560">
                  <c:v>45.134461</c:v>
                </c:pt>
                <c:pt idx="561">
                  <c:v>44.687317</c:v>
                </c:pt>
                <c:pt idx="562">
                  <c:v>43.868603</c:v>
                </c:pt>
                <c:pt idx="563">
                  <c:v>42.898147</c:v>
                </c:pt>
                <c:pt idx="564">
                  <c:v>41.442463</c:v>
                </c:pt>
                <c:pt idx="565">
                  <c:v>39.986779</c:v>
                </c:pt>
                <c:pt idx="566">
                  <c:v>39.986779</c:v>
                </c:pt>
                <c:pt idx="567">
                  <c:v>38.983368</c:v>
                </c:pt>
                <c:pt idx="568">
                  <c:v>37.527683</c:v>
                </c:pt>
                <c:pt idx="569">
                  <c:v>36.556338</c:v>
                </c:pt>
                <c:pt idx="570">
                  <c:v>35.701876</c:v>
                </c:pt>
                <c:pt idx="571">
                  <c:v>34.347754</c:v>
                </c:pt>
                <c:pt idx="572">
                  <c:v>33.354732</c:v>
                </c:pt>
                <c:pt idx="573">
                  <c:v>33.354732</c:v>
                </c:pt>
                <c:pt idx="574">
                  <c:v>31.343012</c:v>
                </c:pt>
                <c:pt idx="575">
                  <c:v>34.243486</c:v>
                </c:pt>
                <c:pt idx="576">
                  <c:v>34.243486</c:v>
                </c:pt>
                <c:pt idx="577">
                  <c:v>34.243493</c:v>
                </c:pt>
                <c:pt idx="578">
                  <c:v>39.112575</c:v>
                </c:pt>
                <c:pt idx="579">
                  <c:v>40.209785</c:v>
                </c:pt>
                <c:pt idx="580">
                  <c:v>40.209785</c:v>
                </c:pt>
                <c:pt idx="581">
                  <c:v>40.209785</c:v>
                </c:pt>
                <c:pt idx="582">
                  <c:v>40.209785</c:v>
                </c:pt>
                <c:pt idx="583">
                  <c:v>41.831264</c:v>
                </c:pt>
                <c:pt idx="584">
                  <c:v>42.688553</c:v>
                </c:pt>
                <c:pt idx="585">
                  <c:v>46.369481</c:v>
                </c:pt>
                <c:pt idx="586">
                  <c:v>46.369481</c:v>
                </c:pt>
                <c:pt idx="587">
                  <c:v>46.369481</c:v>
                </c:pt>
                <c:pt idx="588">
                  <c:v>46.369481</c:v>
                </c:pt>
                <c:pt idx="589">
                  <c:v>49.156051</c:v>
                </c:pt>
                <c:pt idx="590">
                  <c:v>49.501860</c:v>
                </c:pt>
                <c:pt idx="591">
                  <c:v>49.501860</c:v>
                </c:pt>
                <c:pt idx="592">
                  <c:v>53.824435</c:v>
                </c:pt>
                <c:pt idx="593">
                  <c:v>58.362652</c:v>
                </c:pt>
                <c:pt idx="594">
                  <c:v>64.522355</c:v>
                </c:pt>
                <c:pt idx="595">
                  <c:v>67.308910</c:v>
                </c:pt>
                <c:pt idx="596">
                  <c:v>69.578018</c:v>
                </c:pt>
                <c:pt idx="597">
                  <c:v>73.192643</c:v>
                </c:pt>
                <c:pt idx="598">
                  <c:v>74.116242</c:v>
                </c:pt>
                <c:pt idx="599">
                  <c:v>78.654459</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79.462858</c:v>
                </c:pt>
                <c:pt idx="611">
                  <c:v>79.045036</c:v>
                </c:pt>
                <c:pt idx="612">
                  <c:v>78.557770</c:v>
                </c:pt>
                <c:pt idx="613">
                  <c:v>77.049291</c:v>
                </c:pt>
                <c:pt idx="614">
                  <c:v>75.741942</c:v>
                </c:pt>
                <c:pt idx="615">
                  <c:v>75.480775</c:v>
                </c:pt>
                <c:pt idx="616">
                  <c:v>75.115209</c:v>
                </c:pt>
                <c:pt idx="617">
                  <c:v>74.375586</c:v>
                </c:pt>
                <c:pt idx="618">
                  <c:v>73.004716</c:v>
                </c:pt>
                <c:pt idx="619">
                  <c:v>71.837224</c:v>
                </c:pt>
                <c:pt idx="620">
                  <c:v>71.233385</c:v>
                </c:pt>
                <c:pt idx="621">
                  <c:v>71.117166</c:v>
                </c:pt>
                <c:pt idx="622">
                  <c:v>69.819172</c:v>
                </c:pt>
                <c:pt idx="623">
                  <c:v>68.521178</c:v>
                </c:pt>
                <c:pt idx="624">
                  <c:v>67.467301</c:v>
                </c:pt>
                <c:pt idx="625">
                  <c:v>67.303558</c:v>
                </c:pt>
                <c:pt idx="626">
                  <c:v>66.470845</c:v>
                </c:pt>
                <c:pt idx="627">
                  <c:v>65.246540</c:v>
                </c:pt>
                <c:pt idx="628">
                  <c:v>64.675198</c:v>
                </c:pt>
                <c:pt idx="629">
                  <c:v>64.675198</c:v>
                </c:pt>
                <c:pt idx="630">
                  <c:v>63.434893</c:v>
                </c:pt>
                <c:pt idx="631">
                  <c:v>62.194587</c:v>
                </c:pt>
                <c:pt idx="632">
                  <c:v>60.954282</c:v>
                </c:pt>
                <c:pt idx="633">
                  <c:v>60.954282</c:v>
                </c:pt>
                <c:pt idx="634">
                  <c:v>60.094664</c:v>
                </c:pt>
                <c:pt idx="635">
                  <c:v>58.922457</c:v>
                </c:pt>
                <c:pt idx="636">
                  <c:v>57.750251</c:v>
                </c:pt>
                <c:pt idx="637">
                  <c:v>57.281368</c:v>
                </c:pt>
                <c:pt idx="638">
                  <c:v>57.043863</c:v>
                </c:pt>
                <c:pt idx="639">
                  <c:v>55.856337</c:v>
                </c:pt>
                <c:pt idx="640">
                  <c:v>54.668810</c:v>
                </c:pt>
                <c:pt idx="641">
                  <c:v>53.560452</c:v>
                </c:pt>
                <c:pt idx="642">
                  <c:v>53.560452</c:v>
                </c:pt>
                <c:pt idx="643">
                  <c:v>52.466393</c:v>
                </c:pt>
                <c:pt idx="644">
                  <c:v>51.294186</c:v>
                </c:pt>
                <c:pt idx="645">
                  <c:v>50.121980</c:v>
                </c:pt>
                <c:pt idx="646">
                  <c:v>49.887538</c:v>
                </c:pt>
                <c:pt idx="647">
                  <c:v>49.556790</c:v>
                </c:pt>
                <c:pt idx="648">
                  <c:v>48.316485</c:v>
                </c:pt>
                <c:pt idx="649">
                  <c:v>47.076179</c:v>
                </c:pt>
                <c:pt idx="650">
                  <c:v>46.166622</c:v>
                </c:pt>
                <c:pt idx="651">
                  <c:v>46.166622</c:v>
                </c:pt>
                <c:pt idx="652">
                  <c:v>45.304394</c:v>
                </c:pt>
                <c:pt idx="653">
                  <c:v>44.392580</c:v>
                </c:pt>
                <c:pt idx="654">
                  <c:v>43.868603</c:v>
                </c:pt>
                <c:pt idx="655">
                  <c:v>42.509965</c:v>
                </c:pt>
                <c:pt idx="656">
                  <c:v>41.054280</c:v>
                </c:pt>
                <c:pt idx="657">
                  <c:v>39.986779</c:v>
                </c:pt>
                <c:pt idx="658">
                  <c:v>39.425375</c:v>
                </c:pt>
                <c:pt idx="659">
                  <c:v>38.021865</c:v>
                </c:pt>
                <c:pt idx="660">
                  <c:v>36.618356</c:v>
                </c:pt>
                <c:pt idx="661">
                  <c:v>36.056952</c:v>
                </c:pt>
                <c:pt idx="662">
                  <c:v>34.728959</c:v>
                </c:pt>
                <c:pt idx="663">
                  <c:v>33.196660</c:v>
                </c:pt>
                <c:pt idx="664">
                  <c:v>32.175127</c:v>
                </c:pt>
                <c:pt idx="665">
                  <c:v>31.495810</c:v>
                </c:pt>
                <c:pt idx="666">
                  <c:v>30.040129</c:v>
                </c:pt>
                <c:pt idx="667">
                  <c:v>28.584448</c:v>
                </c:pt>
                <c:pt idx="668">
                  <c:v>28.293312</c:v>
                </c:pt>
                <c:pt idx="669">
                  <c:v>26.281593</c:v>
                </c:pt>
                <c:pt idx="670">
                  <c:v>26.281593</c:v>
                </c:pt>
                <c:pt idx="671">
                  <c:v>26.281593</c:v>
                </c:pt>
                <c:pt idx="672">
                  <c:v>26.281593</c:v>
                </c:pt>
                <c:pt idx="673">
                  <c:v>30.819809</c:v>
                </c:pt>
                <c:pt idx="674">
                  <c:v>30.819817</c:v>
                </c:pt>
                <c:pt idx="675">
                  <c:v>30.819817</c:v>
                </c:pt>
                <c:pt idx="676">
                  <c:v>30.819817</c:v>
                </c:pt>
                <c:pt idx="677">
                  <c:v>33.272293</c:v>
                </c:pt>
                <c:pt idx="678">
                  <c:v>33.272293</c:v>
                </c:pt>
                <c:pt idx="679">
                  <c:v>33.272293</c:v>
                </c:pt>
                <c:pt idx="680">
                  <c:v>33.272293</c:v>
                </c:pt>
                <c:pt idx="681">
                  <c:v>33.272293</c:v>
                </c:pt>
                <c:pt idx="682">
                  <c:v>33.272293</c:v>
                </c:pt>
                <c:pt idx="683">
                  <c:v>33.272293</c:v>
                </c:pt>
                <c:pt idx="684">
                  <c:v>33.272293</c:v>
                </c:pt>
                <c:pt idx="685">
                  <c:v>33.272293</c:v>
                </c:pt>
                <c:pt idx="686">
                  <c:v>33.272293</c:v>
                </c:pt>
                <c:pt idx="687">
                  <c:v>37.810510</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42E7-4C76-ACEF-67F2AF0682A5}"/>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61.435658</c:v>
                </c:pt>
                <c:pt idx="6">
                  <c:v>62.883526</c:v>
                </c:pt>
                <c:pt idx="7">
                  <c:v>62.883526</c:v>
                </c:pt>
                <c:pt idx="8">
                  <c:v>62.883526</c:v>
                </c:pt>
                <c:pt idx="9">
                  <c:v>65.464902</c:v>
                </c:pt>
                <c:pt idx="10">
                  <c:v>66.720254</c:v>
                </c:pt>
                <c:pt idx="11">
                  <c:v>67.6875</c:v>
                </c:pt>
                <c:pt idx="12">
                  <c:v>67.6875</c:v>
                </c:pt>
                <c:pt idx="13">
                  <c:v>67.6875</c:v>
                </c:pt>
                <c:pt idx="14">
                  <c:v>67.6875</c:v>
                </c:pt>
                <c:pt idx="15">
                  <c:v>67.6875</c:v>
                </c:pt>
                <c:pt idx="16">
                  <c:v>67.6875</c:v>
                </c:pt>
                <c:pt idx="17">
                  <c:v>68.701257</c:v>
                </c:pt>
                <c:pt idx="18">
                  <c:v>68.701257</c:v>
                </c:pt>
                <c:pt idx="19">
                  <c:v>69.280857</c:v>
                </c:pt>
                <c:pt idx="20">
                  <c:v>69.622450</c:v>
                </c:pt>
                <c:pt idx="21">
                  <c:v>72.786115</c:v>
                </c:pt>
                <c:pt idx="22">
                  <c:v>75.919516</c:v>
                </c:pt>
                <c:pt idx="23">
                  <c:v>76.275528</c:v>
                </c:pt>
                <c:pt idx="24">
                  <c:v>78.043729</c:v>
                </c:pt>
                <c:pt idx="25">
                  <c:v>80.673102</c:v>
                </c:pt>
                <c:pt idx="26">
                  <c:v>80.673102</c:v>
                </c:pt>
                <c:pt idx="27">
                  <c:v>79.422104</c:v>
                </c:pt>
                <c:pt idx="28">
                  <c:v>77.258660</c:v>
                </c:pt>
                <c:pt idx="29">
                  <c:v>75.827538</c:v>
                </c:pt>
                <c:pt idx="30">
                  <c:v>74.709167</c:v>
                </c:pt>
                <c:pt idx="31">
                  <c:v>74.410064</c:v>
                </c:pt>
                <c:pt idx="32">
                  <c:v>73.694819</c:v>
                </c:pt>
                <c:pt idx="33">
                  <c:v>73.132639</c:v>
                </c:pt>
                <c:pt idx="34">
                  <c:v>72.729927</c:v>
                </c:pt>
                <c:pt idx="35">
                  <c:v>72.406463</c:v>
                </c:pt>
                <c:pt idx="36">
                  <c:v>71.532285</c:v>
                </c:pt>
                <c:pt idx="37">
                  <c:v>71.483152</c:v>
                </c:pt>
                <c:pt idx="38">
                  <c:v>70.945315</c:v>
                </c:pt>
                <c:pt idx="39">
                  <c:v>71.171787</c:v>
                </c:pt>
                <c:pt idx="40">
                  <c:v>70.592443</c:v>
                </c:pt>
                <c:pt idx="41">
                  <c:v>69.965343</c:v>
                </c:pt>
                <c:pt idx="42">
                  <c:v>69.526655</c:v>
                </c:pt>
                <c:pt idx="43">
                  <c:v>70.358345</c:v>
                </c:pt>
                <c:pt idx="44">
                  <c:v>69.726224</c:v>
                </c:pt>
                <c:pt idx="45">
                  <c:v>68.999763</c:v>
                </c:pt>
                <c:pt idx="46">
                  <c:v>69.385863</c:v>
                </c:pt>
                <c:pt idx="47">
                  <c:v>68.947867</c:v>
                </c:pt>
                <c:pt idx="48">
                  <c:v>68.442664</c:v>
                </c:pt>
                <c:pt idx="49">
                  <c:v>67.940984</c:v>
                </c:pt>
                <c:pt idx="50">
                  <c:v>67.446130</c:v>
                </c:pt>
                <c:pt idx="51">
                  <c:v>67.093709</c:v>
                </c:pt>
                <c:pt idx="52">
                  <c:v>66.039419</c:v>
                </c:pt>
                <c:pt idx="53">
                  <c:v>66.158484</c:v>
                </c:pt>
                <c:pt idx="54">
                  <c:v>65.163405</c:v>
                </c:pt>
                <c:pt idx="55">
                  <c:v>63.917900</c:v>
                </c:pt>
                <c:pt idx="56">
                  <c:v>62.951167</c:v>
                </c:pt>
                <c:pt idx="57">
                  <c:v>62.580429</c:v>
                </c:pt>
                <c:pt idx="58">
                  <c:v>62.024321</c:v>
                </c:pt>
                <c:pt idx="59">
                  <c:v>62.897780</c:v>
                </c:pt>
                <c:pt idx="60">
                  <c:v>62.222023</c:v>
                </c:pt>
                <c:pt idx="61">
                  <c:v>61.601811</c:v>
                </c:pt>
                <c:pt idx="62">
                  <c:v>61.007717</c:v>
                </c:pt>
                <c:pt idx="63">
                  <c:v>60.468755</c:v>
                </c:pt>
                <c:pt idx="64">
                  <c:v>59.942439</c:v>
                </c:pt>
                <c:pt idx="65">
                  <c:v>59.064461</c:v>
                </c:pt>
                <c:pt idx="66">
                  <c:v>57.952042</c:v>
                </c:pt>
                <c:pt idx="67">
                  <c:v>57.099460</c:v>
                </c:pt>
                <c:pt idx="68">
                  <c:v>56.786871</c:v>
                </c:pt>
                <c:pt idx="69">
                  <c:v>56.458555</c:v>
                </c:pt>
                <c:pt idx="70">
                  <c:v>55.728964</c:v>
                </c:pt>
                <c:pt idx="71">
                  <c:v>54.634577</c:v>
                </c:pt>
                <c:pt idx="72">
                  <c:v>53.649628</c:v>
                </c:pt>
                <c:pt idx="73">
                  <c:v>53.102435</c:v>
                </c:pt>
                <c:pt idx="74">
                  <c:v>52.528455</c:v>
                </c:pt>
                <c:pt idx="75">
                  <c:v>51.453456</c:v>
                </c:pt>
                <c:pt idx="76">
                  <c:v>50.154499</c:v>
                </c:pt>
                <c:pt idx="77">
                  <c:v>49.239956</c:v>
                </c:pt>
                <c:pt idx="78">
                  <c:v>48.422368</c:v>
                </c:pt>
                <c:pt idx="79">
                  <c:v>47.643721</c:v>
                </c:pt>
                <c:pt idx="80">
                  <c:v>47.239274</c:v>
                </c:pt>
                <c:pt idx="81">
                  <c:v>47.239274</c:v>
                </c:pt>
                <c:pt idx="82">
                  <c:v>46.043608</c:v>
                </c:pt>
                <c:pt idx="83">
                  <c:v>44.409774</c:v>
                </c:pt>
                <c:pt idx="84">
                  <c:v>43.564510</c:v>
                </c:pt>
                <c:pt idx="85">
                  <c:v>43.221211</c:v>
                </c:pt>
                <c:pt idx="86">
                  <c:v>41.987737</c:v>
                </c:pt>
                <c:pt idx="87">
                  <c:v>41.040813</c:v>
                </c:pt>
                <c:pt idx="88">
                  <c:v>40.650592</c:v>
                </c:pt>
                <c:pt idx="89">
                  <c:v>39.881266</c:v>
                </c:pt>
                <c:pt idx="90">
                  <c:v>38.435842</c:v>
                </c:pt>
                <c:pt idx="91">
                  <c:v>37.927523</c:v>
                </c:pt>
                <c:pt idx="92">
                  <c:v>37.927523</c:v>
                </c:pt>
                <c:pt idx="93">
                  <c:v>37.927523</c:v>
                </c:pt>
                <c:pt idx="94">
                  <c:v>43.032582</c:v>
                </c:pt>
                <c:pt idx="95">
                  <c:v>46.591784</c:v>
                </c:pt>
                <c:pt idx="96">
                  <c:v>53.399108</c:v>
                </c:pt>
                <c:pt idx="97">
                  <c:v>55.501546</c:v>
                </c:pt>
                <c:pt idx="98">
                  <c:v>55.501546</c:v>
                </c:pt>
                <c:pt idx="99">
                  <c:v>55.501546</c:v>
                </c:pt>
                <c:pt idx="100">
                  <c:v>57.770654</c:v>
                </c:pt>
                <c:pt idx="101">
                  <c:v>59.367027</c:v>
                </c:pt>
                <c:pt idx="102">
                  <c:v>59.936720</c:v>
                </c:pt>
                <c:pt idx="103">
                  <c:v>60.607466</c:v>
                </c:pt>
                <c:pt idx="104">
                  <c:v>66.280237</c:v>
                </c:pt>
                <c:pt idx="105">
                  <c:v>66.280237</c:v>
                </c:pt>
                <c:pt idx="106">
                  <c:v>66.295156</c:v>
                </c:pt>
                <c:pt idx="107">
                  <c:v>67.429713</c:v>
                </c:pt>
                <c:pt idx="108">
                  <c:v>69.683911</c:v>
                </c:pt>
                <c:pt idx="109">
                  <c:v>69.683911</c:v>
                </c:pt>
                <c:pt idx="110">
                  <c:v>74.899127</c:v>
                </c:pt>
                <c:pt idx="111">
                  <c:v>79.327213</c:v>
                </c:pt>
                <c:pt idx="112">
                  <c:v>81.844936</c:v>
                </c:pt>
                <c:pt idx="113">
                  <c:v>81.844936</c:v>
                </c:pt>
                <c:pt idx="114">
                  <c:v>82.517691</c:v>
                </c:pt>
                <c:pt idx="115">
                  <c:v>86.134538</c:v>
                </c:pt>
                <c:pt idx="116">
                  <c:v>89.908320</c:v>
                </c:pt>
                <c:pt idx="117">
                  <c:v>90</c:v>
                </c:pt>
                <c:pt idx="118">
                  <c:v>90</c:v>
                </c:pt>
                <c:pt idx="119">
                  <c:v>90</c:v>
                </c:pt>
                <c:pt idx="120">
                  <c:v>90</c:v>
                </c:pt>
                <c:pt idx="121">
                  <c:v>90</c:v>
                </c:pt>
                <c:pt idx="122">
                  <c:v>90</c:v>
                </c:pt>
                <c:pt idx="123">
                  <c:v>88.190801</c:v>
                </c:pt>
                <c:pt idx="124">
                  <c:v>87.188522</c:v>
                </c:pt>
                <c:pt idx="125">
                  <c:v>86.473376</c:v>
                </c:pt>
                <c:pt idx="126">
                  <c:v>85.184158</c:v>
                </c:pt>
                <c:pt idx="127">
                  <c:v>84.047489</c:v>
                </c:pt>
                <c:pt idx="128">
                  <c:v>83.014012</c:v>
                </c:pt>
                <c:pt idx="129">
                  <c:v>81.998774</c:v>
                </c:pt>
                <c:pt idx="130">
                  <c:v>81.746737</c:v>
                </c:pt>
                <c:pt idx="131">
                  <c:v>80.851870</c:v>
                </c:pt>
                <c:pt idx="132">
                  <c:v>79.820531</c:v>
                </c:pt>
                <c:pt idx="133">
                  <c:v>79.462858</c:v>
                </c:pt>
                <c:pt idx="134">
                  <c:v>79.180580</c:v>
                </c:pt>
                <c:pt idx="135">
                  <c:v>78.434436</c:v>
                </c:pt>
                <c:pt idx="136">
                  <c:v>77.706430</c:v>
                </c:pt>
                <c:pt idx="137">
                  <c:v>76.651709</c:v>
                </c:pt>
                <c:pt idx="138">
                  <c:v>75.856142</c:v>
                </c:pt>
                <c:pt idx="139">
                  <c:v>75.155061</c:v>
                </c:pt>
                <c:pt idx="140">
                  <c:v>74.645564</c:v>
                </c:pt>
                <c:pt idx="141">
                  <c:v>73.950916</c:v>
                </c:pt>
                <c:pt idx="142">
                  <c:v>73.368642</c:v>
                </c:pt>
                <c:pt idx="143">
                  <c:v>72.927172</c:v>
                </c:pt>
                <c:pt idx="144">
                  <c:v>72.927172</c:v>
                </c:pt>
                <c:pt idx="145">
                  <c:v>72.570927</c:v>
                </c:pt>
                <c:pt idx="146">
                  <c:v>72.069028</c:v>
                </c:pt>
                <c:pt idx="147">
                  <c:v>71.681433</c:v>
                </c:pt>
                <c:pt idx="148">
                  <c:v>71.651206</c:v>
                </c:pt>
                <c:pt idx="149">
                  <c:v>71.651206</c:v>
                </c:pt>
                <c:pt idx="150">
                  <c:v>70.888886</c:v>
                </c:pt>
                <c:pt idx="151">
                  <c:v>70.204865</c:v>
                </c:pt>
                <c:pt idx="152">
                  <c:v>69.703226</c:v>
                </c:pt>
                <c:pt idx="153">
                  <c:v>68.540439</c:v>
                </c:pt>
                <c:pt idx="154">
                  <c:v>67.743243</c:v>
                </c:pt>
                <c:pt idx="155">
                  <c:v>66.978145</c:v>
                </c:pt>
                <c:pt idx="156">
                  <c:v>66.352080</c:v>
                </c:pt>
                <c:pt idx="157">
                  <c:v>65.225164</c:v>
                </c:pt>
                <c:pt idx="158">
                  <c:v>64.181722</c:v>
                </c:pt>
                <c:pt idx="159">
                  <c:v>63.648582</c:v>
                </c:pt>
                <c:pt idx="160">
                  <c:v>62.575073</c:v>
                </c:pt>
                <c:pt idx="161">
                  <c:v>61.794122</c:v>
                </c:pt>
                <c:pt idx="162">
                  <c:v>60.845653</c:v>
                </c:pt>
                <c:pt idx="163">
                  <c:v>60.298459</c:v>
                </c:pt>
                <c:pt idx="164">
                  <c:v>59.404337</c:v>
                </c:pt>
                <c:pt idx="165">
                  <c:v>58.618133</c:v>
                </c:pt>
                <c:pt idx="166">
                  <c:v>57.602221</c:v>
                </c:pt>
                <c:pt idx="167">
                  <c:v>56.974710</c:v>
                </c:pt>
                <c:pt idx="168">
                  <c:v>56.974710</c:v>
                </c:pt>
                <c:pt idx="169">
                  <c:v>56.500476</c:v>
                </c:pt>
                <c:pt idx="170">
                  <c:v>55.727595</c:v>
                </c:pt>
                <c:pt idx="171">
                  <c:v>54.503339</c:v>
                </c:pt>
                <c:pt idx="172">
                  <c:v>53.534440</c:v>
                </c:pt>
                <c:pt idx="173">
                  <c:v>53.125012</c:v>
                </c:pt>
                <c:pt idx="174">
                  <c:v>51.946653</c:v>
                </c:pt>
                <c:pt idx="175">
                  <c:v>50.654934</c:v>
                </c:pt>
                <c:pt idx="176">
                  <c:v>49.887538</c:v>
                </c:pt>
                <c:pt idx="177">
                  <c:v>49.44323</c:v>
                </c:pt>
                <c:pt idx="178">
                  <c:v>48.963356</c:v>
                </c:pt>
                <c:pt idx="179">
                  <c:v>48.197207</c:v>
                </c:pt>
                <c:pt idx="180">
                  <c:v>48.027080</c:v>
                </c:pt>
                <c:pt idx="181">
                  <c:v>48.027080</c:v>
                </c:pt>
                <c:pt idx="182">
                  <c:v>47.974610</c:v>
                </c:pt>
                <c:pt idx="183">
                  <c:v>46.9636</c:v>
                </c:pt>
                <c:pt idx="184">
                  <c:v>45.504674</c:v>
                </c:pt>
                <c:pt idx="185">
                  <c:v>44.622920</c:v>
                </c:pt>
                <c:pt idx="186">
                  <c:v>44.354171</c:v>
                </c:pt>
                <c:pt idx="187">
                  <c:v>44.053398</c:v>
                </c:pt>
                <c:pt idx="188">
                  <c:v>43.536061</c:v>
                </c:pt>
                <c:pt idx="189">
                  <c:v>44.419150</c:v>
                </c:pt>
                <c:pt idx="190">
                  <c:v>47.629006</c:v>
                </c:pt>
                <c:pt idx="191">
                  <c:v>49.828794</c:v>
                </c:pt>
                <c:pt idx="192">
                  <c:v>51.425152</c:v>
                </c:pt>
                <c:pt idx="193">
                  <c:v>56.636123</c:v>
                </c:pt>
                <c:pt idx="194">
                  <c:v>58.905224</c:v>
                </c:pt>
                <c:pt idx="195">
                  <c:v>63.584111</c:v>
                </c:pt>
                <c:pt idx="196">
                  <c:v>69.256882</c:v>
                </c:pt>
                <c:pt idx="197">
                  <c:v>70.391447</c:v>
                </c:pt>
                <c:pt idx="198">
                  <c:v>73.795110</c:v>
                </c:pt>
                <c:pt idx="199">
                  <c:v>77.198772</c:v>
                </c:pt>
                <c:pt idx="200">
                  <c:v>78.654462</c:v>
                </c:pt>
                <c:pt idx="201">
                  <c:v>78.747070</c:v>
                </c:pt>
                <c:pt idx="202">
                  <c:v>80.461760</c:v>
                </c:pt>
                <c:pt idx="203">
                  <c:v>80.461760</c:v>
                </c:pt>
                <c:pt idx="204">
                  <c:v>80.461760</c:v>
                </c:pt>
                <c:pt idx="205">
                  <c:v>80.461760</c:v>
                </c:pt>
                <c:pt idx="206">
                  <c:v>80.461760</c:v>
                </c:pt>
                <c:pt idx="207">
                  <c:v>80.461760</c:v>
                </c:pt>
                <c:pt idx="208">
                  <c:v>80.923563</c:v>
                </c:pt>
                <c:pt idx="209">
                  <c:v>82.823476</c:v>
                </c:pt>
                <c:pt idx="210">
                  <c:v>86.596338</c:v>
                </c:pt>
                <c:pt idx="211">
                  <c:v>87.823499</c:v>
                </c:pt>
                <c:pt idx="212">
                  <c:v>87.823499</c:v>
                </c:pt>
                <c:pt idx="213">
                  <c:v>89.999968</c:v>
                </c:pt>
                <c:pt idx="214">
                  <c:v>90</c:v>
                </c:pt>
                <c:pt idx="215">
                  <c:v>90</c:v>
                </c:pt>
                <c:pt idx="216">
                  <c:v>90</c:v>
                </c:pt>
                <c:pt idx="217">
                  <c:v>90</c:v>
                </c:pt>
                <c:pt idx="218">
                  <c:v>90</c:v>
                </c:pt>
                <c:pt idx="219">
                  <c:v>88.233380</c:v>
                </c:pt>
                <c:pt idx="220">
                  <c:v>87.188522</c:v>
                </c:pt>
                <c:pt idx="221">
                  <c:v>87.106891</c:v>
                </c:pt>
                <c:pt idx="222">
                  <c:v>85.333182</c:v>
                </c:pt>
                <c:pt idx="223">
                  <c:v>84.242724</c:v>
                </c:pt>
                <c:pt idx="224">
                  <c:v>83.318245</c:v>
                </c:pt>
                <c:pt idx="225">
                  <c:v>82.615690</c:v>
                </c:pt>
                <c:pt idx="226">
                  <c:v>81.862394</c:v>
                </c:pt>
                <c:pt idx="227">
                  <c:v>81.367031</c:v>
                </c:pt>
                <c:pt idx="228">
                  <c:v>80.416373</c:v>
                </c:pt>
                <c:pt idx="229">
                  <c:v>80.009054</c:v>
                </c:pt>
                <c:pt idx="230">
                  <c:v>79.320788</c:v>
                </c:pt>
                <c:pt idx="231">
                  <c:v>78.868512</c:v>
                </c:pt>
                <c:pt idx="232">
                  <c:v>78.083588</c:v>
                </c:pt>
                <c:pt idx="233">
                  <c:v>77.092835</c:v>
                </c:pt>
                <c:pt idx="234">
                  <c:v>76.881563</c:v>
                </c:pt>
                <c:pt idx="235">
                  <c:v>76.517560</c:v>
                </c:pt>
                <c:pt idx="236">
                  <c:v>75.910889</c:v>
                </c:pt>
                <c:pt idx="237">
                  <c:v>75.304218</c:v>
                </c:pt>
                <c:pt idx="238">
                  <c:v>75.021105</c:v>
                </c:pt>
                <c:pt idx="239">
                  <c:v>74.747590</c:v>
                </c:pt>
                <c:pt idx="240">
                  <c:v>73.752132</c:v>
                </c:pt>
                <c:pt idx="241">
                  <c:v>73.487663</c:v>
                </c:pt>
                <c:pt idx="242">
                  <c:v>72.833412</c:v>
                </c:pt>
                <c:pt idx="243">
                  <c:v>71.758039</c:v>
                </c:pt>
                <c:pt idx="244">
                  <c:v>70.867582</c:v>
                </c:pt>
                <c:pt idx="245">
                  <c:v>70.239279</c:v>
                </c:pt>
                <c:pt idx="246">
                  <c:v>70.239279</c:v>
                </c:pt>
                <c:pt idx="247">
                  <c:v>70.239279</c:v>
                </c:pt>
                <c:pt idx="248">
                  <c:v>70.239279</c:v>
                </c:pt>
                <c:pt idx="249">
                  <c:v>70.239279</c:v>
                </c:pt>
                <c:pt idx="250">
                  <c:v>70.239279</c:v>
                </c:pt>
                <c:pt idx="251">
                  <c:v>69.695754</c:v>
                </c:pt>
                <c:pt idx="252">
                  <c:v>69.069689</c:v>
                </c:pt>
                <c:pt idx="253">
                  <c:v>68.510123</c:v>
                </c:pt>
                <c:pt idx="254">
                  <c:v>67.983807</c:v>
                </c:pt>
                <c:pt idx="255">
                  <c:v>67.457491</c:v>
                </c:pt>
                <c:pt idx="256">
                  <c:v>66.701997</c:v>
                </c:pt>
                <c:pt idx="257">
                  <c:v>66.154804</c:v>
                </c:pt>
                <c:pt idx="258">
                  <c:v>65.607610</c:v>
                </c:pt>
                <c:pt idx="259">
                  <c:v>65.133376</c:v>
                </c:pt>
                <c:pt idx="260">
                  <c:v>65.133376</c:v>
                </c:pt>
                <c:pt idx="261">
                  <c:v>64.664493</c:v>
                </c:pt>
                <c:pt idx="262">
                  <c:v>63.895992</c:v>
                </c:pt>
                <c:pt idx="263">
                  <c:v>62.762695</c:v>
                </c:pt>
                <c:pt idx="264">
                  <c:v>62.020134</c:v>
                </c:pt>
                <c:pt idx="265">
                  <c:v>60.998706</c:v>
                </c:pt>
                <c:pt idx="266">
                  <c:v>60.415033</c:v>
                </c:pt>
                <c:pt idx="267">
                  <c:v>59.464715</c:v>
                </c:pt>
                <c:pt idx="268">
                  <c:v>58.501004</c:v>
                </c:pt>
                <c:pt idx="269">
                  <c:v>57.780801</c:v>
                </c:pt>
                <c:pt idx="270">
                  <c:v>56.844967</c:v>
                </c:pt>
                <c:pt idx="271">
                  <c:v>55.513379</c:v>
                </c:pt>
                <c:pt idx="272">
                  <c:v>54.568413</c:v>
                </c:pt>
                <c:pt idx="273">
                  <c:v>54.042631</c:v>
                </c:pt>
                <c:pt idx="274">
                  <c:v>53.560452</c:v>
                </c:pt>
                <c:pt idx="275">
                  <c:v>53.03575</c:v>
                </c:pt>
                <c:pt idx="276">
                  <c:v>52.248697</c:v>
                </c:pt>
                <c:pt idx="277">
                  <c:v>51.550299</c:v>
                </c:pt>
                <c:pt idx="278">
                  <c:v>52.678409</c:v>
                </c:pt>
                <c:pt idx="279">
                  <c:v>51.366656</c:v>
                </c:pt>
                <c:pt idx="280">
                  <c:v>50.579603</c:v>
                </c:pt>
                <c:pt idx="281">
                  <c:v>49.794903</c:v>
                </c:pt>
                <c:pt idx="282">
                  <c:v>49.543439</c:v>
                </c:pt>
                <c:pt idx="283">
                  <c:v>47.971782</c:v>
                </c:pt>
                <c:pt idx="284">
                  <c:v>47.971782</c:v>
                </c:pt>
                <c:pt idx="285">
                  <c:v>49.106337</c:v>
                </c:pt>
                <c:pt idx="286">
                  <c:v>51.082192</c:v>
                </c:pt>
                <c:pt idx="287">
                  <c:v>54.485855</c:v>
                </c:pt>
                <c:pt idx="288">
                  <c:v>56.754963</c:v>
                </c:pt>
                <c:pt idx="289">
                  <c:v>60.158625</c:v>
                </c:pt>
                <c:pt idx="290">
                  <c:v>60.158629</c:v>
                </c:pt>
                <c:pt idx="291">
                  <c:v>62.427738</c:v>
                </c:pt>
                <c:pt idx="292">
                  <c:v>62.427738</c:v>
                </c:pt>
                <c:pt idx="293">
                  <c:v>62.427738</c:v>
                </c:pt>
                <c:pt idx="294">
                  <c:v>62.427738</c:v>
                </c:pt>
                <c:pt idx="295">
                  <c:v>62.427738</c:v>
                </c:pt>
                <c:pt idx="296">
                  <c:v>64.647314</c:v>
                </c:pt>
                <c:pt idx="297">
                  <c:v>69.886182</c:v>
                </c:pt>
                <c:pt idx="298">
                  <c:v>72.155290</c:v>
                </c:pt>
                <c:pt idx="299">
                  <c:v>72.638725</c:v>
                </c:pt>
                <c:pt idx="300">
                  <c:v>74.116242</c:v>
                </c:pt>
                <c:pt idx="301">
                  <c:v>80.097157</c:v>
                </c:pt>
                <c:pt idx="302">
                  <c:v>83.962622</c:v>
                </c:pt>
                <c:pt idx="303">
                  <c:v>85.097157</c:v>
                </c:pt>
                <c:pt idx="304">
                  <c:v>85.097157</c:v>
                </c:pt>
                <c:pt idx="305">
                  <c:v>86.596334</c:v>
                </c:pt>
                <c:pt idx="306">
                  <c:v>87.730892</c:v>
                </c:pt>
                <c:pt idx="307">
                  <c:v>87.730892</c:v>
                </c:pt>
                <c:pt idx="308">
                  <c:v>87.730892</c:v>
                </c:pt>
                <c:pt idx="309">
                  <c:v>89.538201</c:v>
                </c:pt>
                <c:pt idx="310">
                  <c:v>90</c:v>
                </c:pt>
                <c:pt idx="311">
                  <c:v>90</c:v>
                </c:pt>
                <c:pt idx="312">
                  <c:v>90</c:v>
                </c:pt>
                <c:pt idx="313">
                  <c:v>90</c:v>
                </c:pt>
                <c:pt idx="314">
                  <c:v>90</c:v>
                </c:pt>
                <c:pt idx="315">
                  <c:v>88.233380</c:v>
                </c:pt>
                <c:pt idx="316">
                  <c:v>87.188522</c:v>
                </c:pt>
                <c:pt idx="317">
                  <c:v>86.382689</c:v>
                </c:pt>
                <c:pt idx="318">
                  <c:v>85.107817</c:v>
                </c:pt>
                <c:pt idx="319">
                  <c:v>84.066482</c:v>
                </c:pt>
                <c:pt idx="320">
                  <c:v>83.118468</c:v>
                </c:pt>
                <c:pt idx="321">
                  <c:v>81.998774</c:v>
                </c:pt>
                <c:pt idx="322">
                  <c:v>81.814913</c:v>
                </c:pt>
                <c:pt idx="323">
                  <c:v>81.037499</c:v>
                </c:pt>
                <c:pt idx="324">
                  <c:v>79.881021</c:v>
                </c:pt>
                <c:pt idx="325">
                  <c:v>80.009054</c:v>
                </c:pt>
                <c:pt idx="326">
                  <c:v>79.340111</c:v>
                </c:pt>
                <c:pt idx="327">
                  <c:v>79.167209</c:v>
                </c:pt>
                <c:pt idx="328">
                  <c:v>78.083588</c:v>
                </c:pt>
                <c:pt idx="329">
                  <c:v>77.092835</c:v>
                </c:pt>
                <c:pt idx="330">
                  <c:v>76.749902</c:v>
                </c:pt>
                <c:pt idx="331">
                  <c:v>76.035381</c:v>
                </c:pt>
                <c:pt idx="332">
                  <c:v>75.350563</c:v>
                </c:pt>
                <c:pt idx="333">
                  <c:v>74.764325</c:v>
                </c:pt>
                <c:pt idx="334">
                  <c:v>74.031468</c:v>
                </c:pt>
                <c:pt idx="335">
                  <c:v>73.17568</c:v>
                </c:pt>
                <c:pt idx="336">
                  <c:v>72.344644</c:v>
                </c:pt>
                <c:pt idx="337">
                  <c:v>72.069028</c:v>
                </c:pt>
                <c:pt idx="338">
                  <c:v>72.069028</c:v>
                </c:pt>
                <c:pt idx="339">
                  <c:v>71.681433</c:v>
                </c:pt>
                <c:pt idx="340">
                  <c:v>70.906242</c:v>
                </c:pt>
                <c:pt idx="341">
                  <c:v>70.048336</c:v>
                </c:pt>
                <c:pt idx="342">
                  <c:v>70.712444</c:v>
                </c:pt>
                <c:pt idx="343">
                  <c:v>70.239279</c:v>
                </c:pt>
                <c:pt idx="344">
                  <c:v>70.239279</c:v>
                </c:pt>
                <c:pt idx="345">
                  <c:v>70.239279</c:v>
                </c:pt>
                <c:pt idx="346">
                  <c:v>70.239279</c:v>
                </c:pt>
                <c:pt idx="347">
                  <c:v>70.239279</c:v>
                </c:pt>
                <c:pt idx="348">
                  <c:v>70.239279</c:v>
                </c:pt>
                <c:pt idx="349">
                  <c:v>69.888402</c:v>
                </c:pt>
                <c:pt idx="350">
                  <c:v>69.362086</c:v>
                </c:pt>
                <c:pt idx="351">
                  <c:v>68.835770</c:v>
                </c:pt>
                <c:pt idx="352">
                  <c:v>68.017617</c:v>
                </c:pt>
                <c:pt idx="353">
                  <c:v>67.357699</c:v>
                </c:pt>
                <c:pt idx="354">
                  <c:v>66.228232</c:v>
                </c:pt>
                <c:pt idx="355">
                  <c:v>65.171724</c:v>
                </c:pt>
                <c:pt idx="356">
                  <c:v>64.589450</c:v>
                </c:pt>
                <c:pt idx="357">
                  <c:v>64.004113</c:v>
                </c:pt>
                <c:pt idx="358">
                  <c:v>62.891694</c:v>
                </c:pt>
                <c:pt idx="359">
                  <c:v>62.278920</c:v>
                </c:pt>
                <c:pt idx="360">
                  <c:v>61.501279</c:v>
                </c:pt>
                <c:pt idx="361">
                  <c:v>60.919005</c:v>
                </c:pt>
                <c:pt idx="362">
                  <c:v>60.671625</c:v>
                </c:pt>
                <c:pt idx="363">
                  <c:v>60.671625</c:v>
                </c:pt>
                <c:pt idx="364">
                  <c:v>60.43412</c:v>
                </c:pt>
                <c:pt idx="365">
                  <c:v>59.239598</c:v>
                </c:pt>
                <c:pt idx="366">
                  <c:v>57.952652</c:v>
                </c:pt>
                <c:pt idx="367">
                  <c:v>56.870255</c:v>
                </c:pt>
                <c:pt idx="368">
                  <c:v>56.367302</c:v>
                </c:pt>
                <c:pt idx="369">
                  <c:v>54.978745</c:v>
                </c:pt>
                <c:pt idx="370">
                  <c:v>53.590188</c:v>
                </c:pt>
                <c:pt idx="371">
                  <c:v>52.847401</c:v>
                </c:pt>
                <c:pt idx="372">
                  <c:v>52.182952</c:v>
                </c:pt>
                <c:pt idx="373">
                  <c:v>51.616438</c:v>
                </c:pt>
                <c:pt idx="374">
                  <c:v>54.710024</c:v>
                </c:pt>
                <c:pt idx="375">
                  <c:v>55.434669</c:v>
                </c:pt>
                <c:pt idx="376">
                  <c:v>55.434669</c:v>
                </c:pt>
                <c:pt idx="377">
                  <c:v>57.128958</c:v>
                </c:pt>
                <c:pt idx="378">
                  <c:v>60.281156</c:v>
                </c:pt>
                <c:pt idx="379">
                  <c:v>63.684818</c:v>
                </c:pt>
                <c:pt idx="380">
                  <c:v>63.684818</c:v>
                </c:pt>
                <c:pt idx="381">
                  <c:v>68.223035</c:v>
                </c:pt>
                <c:pt idx="382">
                  <c:v>72.245914</c:v>
                </c:pt>
                <c:pt idx="383">
                  <c:v>75.649577</c:v>
                </c:pt>
                <c:pt idx="384">
                  <c:v>79.053239</c:v>
                </c:pt>
                <c:pt idx="385">
                  <c:v>79.053239</c:v>
                </c:pt>
                <c:pt idx="386">
                  <c:v>79.568576</c:v>
                </c:pt>
                <c:pt idx="387">
                  <c:v>80.868068</c:v>
                </c:pt>
                <c:pt idx="388">
                  <c:v>80.868084</c:v>
                </c:pt>
                <c:pt idx="389">
                  <c:v>80.868084</c:v>
                </c:pt>
                <c:pt idx="390">
                  <c:v>83.243313</c:v>
                </c:pt>
                <c:pt idx="391">
                  <c:v>83.243313</c:v>
                </c:pt>
                <c:pt idx="392">
                  <c:v>83.403646</c:v>
                </c:pt>
                <c:pt idx="393">
                  <c:v>86.134538</c:v>
                </c:pt>
                <c:pt idx="394">
                  <c:v>89.509859</c:v>
                </c:pt>
                <c:pt idx="395">
                  <c:v>89.509859</c:v>
                </c:pt>
                <c:pt idx="396">
                  <c:v>89.509859</c:v>
                </c:pt>
                <c:pt idx="397">
                  <c:v>89.999984</c:v>
                </c:pt>
                <c:pt idx="398">
                  <c:v>89.999984</c:v>
                </c:pt>
                <c:pt idx="399">
                  <c:v>89.999984</c:v>
                </c:pt>
                <c:pt idx="400">
                  <c:v>89.999984</c:v>
                </c:pt>
                <c:pt idx="401">
                  <c:v>90</c:v>
                </c:pt>
                <c:pt idx="402">
                  <c:v>90</c:v>
                </c:pt>
                <c:pt idx="403">
                  <c:v>90</c:v>
                </c:pt>
                <c:pt idx="404">
                  <c:v>90</c:v>
                </c:pt>
                <c:pt idx="405">
                  <c:v>90</c:v>
                </c:pt>
                <c:pt idx="406">
                  <c:v>90</c:v>
                </c:pt>
                <c:pt idx="407">
                  <c:v>90</c:v>
                </c:pt>
                <c:pt idx="408">
                  <c:v>90</c:v>
                </c:pt>
                <c:pt idx="409">
                  <c:v>90</c:v>
                </c:pt>
                <c:pt idx="410">
                  <c:v>90</c:v>
                </c:pt>
                <c:pt idx="411">
                  <c:v>88.083554</c:v>
                </c:pt>
                <c:pt idx="412">
                  <c:v>87.188522</c:v>
                </c:pt>
                <c:pt idx="413">
                  <c:v>87.106891</c:v>
                </c:pt>
                <c:pt idx="414">
                  <c:v>85.778427</c:v>
                </c:pt>
                <c:pt idx="415">
                  <c:v>84.207318</c:v>
                </c:pt>
                <c:pt idx="416">
                  <c:v>83.277429</c:v>
                </c:pt>
                <c:pt idx="417">
                  <c:v>82.574874</c:v>
                </c:pt>
                <c:pt idx="418">
                  <c:v>81.821578</c:v>
                </c:pt>
                <c:pt idx="419">
                  <c:v>81.367031</c:v>
                </c:pt>
                <c:pt idx="420">
                  <c:v>80.416373</c:v>
                </c:pt>
                <c:pt idx="421">
                  <c:v>80.009054</c:v>
                </c:pt>
                <c:pt idx="422">
                  <c:v>79.164664</c:v>
                </c:pt>
                <c:pt idx="423">
                  <c:v>78.476418</c:v>
                </c:pt>
                <c:pt idx="424">
                  <c:v>77.706430</c:v>
                </c:pt>
                <c:pt idx="425">
                  <c:v>76.705081</c:v>
                </c:pt>
                <c:pt idx="426">
                  <c:v>75.933874</c:v>
                </c:pt>
                <c:pt idx="427">
                  <c:v>75.155061</c:v>
                </c:pt>
                <c:pt idx="428">
                  <c:v>74.645564</c:v>
                </c:pt>
                <c:pt idx="429">
                  <c:v>73.502258</c:v>
                </c:pt>
                <c:pt idx="430">
                  <c:v>73.138338</c:v>
                </c:pt>
                <c:pt idx="431">
                  <c:v>72.540118</c:v>
                </c:pt>
                <c:pt idx="432">
                  <c:v>72.180192</c:v>
                </c:pt>
                <c:pt idx="433">
                  <c:v>72.038218</c:v>
                </c:pt>
                <c:pt idx="434">
                  <c:v>71.452115</c:v>
                </c:pt>
                <c:pt idx="435">
                  <c:v>71.364164</c:v>
                </c:pt>
                <c:pt idx="436">
                  <c:v>71.364164</c:v>
                </c:pt>
                <c:pt idx="437">
                  <c:v>71.364164</c:v>
                </c:pt>
                <c:pt idx="438">
                  <c:v>70.782770</c:v>
                </c:pt>
                <c:pt idx="439">
                  <c:v>69.939964</c:v>
                </c:pt>
                <c:pt idx="440">
                  <c:v>68.876611</c:v>
                </c:pt>
                <c:pt idx="441">
                  <c:v>68.378821</c:v>
                </c:pt>
                <c:pt idx="442">
                  <c:v>67.817813</c:v>
                </c:pt>
                <c:pt idx="443">
                  <c:v>66.635641</c:v>
                </c:pt>
                <c:pt idx="444">
                  <c:v>65.453468</c:v>
                </c:pt>
                <c:pt idx="445">
                  <c:v>64.688673</c:v>
                </c:pt>
                <c:pt idx="446">
                  <c:v>64.675198</c:v>
                </c:pt>
                <c:pt idx="447">
                  <c:v>64.212655</c:v>
                </c:pt>
                <c:pt idx="448">
                  <c:v>63.354916</c:v>
                </c:pt>
                <c:pt idx="449">
                  <c:v>62.238009</c:v>
                </c:pt>
                <c:pt idx="450">
                  <c:v>61.445209</c:v>
                </c:pt>
                <c:pt idx="451">
                  <c:v>60.776081</c:v>
                </c:pt>
                <c:pt idx="452">
                  <c:v>60.088700</c:v>
                </c:pt>
                <c:pt idx="453">
                  <c:v>58.976281</c:v>
                </c:pt>
                <c:pt idx="454">
                  <c:v>57.863861</c:v>
                </c:pt>
                <c:pt idx="455">
                  <c:v>57.220324</c:v>
                </c:pt>
                <c:pt idx="456">
                  <c:v>57.011521</c:v>
                </c:pt>
                <c:pt idx="457">
                  <c:v>56.537287</c:v>
                </c:pt>
                <c:pt idx="458">
                  <c:v>55.764406</c:v>
                </c:pt>
                <c:pt idx="459">
                  <c:v>54.540150</c:v>
                </c:pt>
                <c:pt idx="460">
                  <c:v>53.571251</c:v>
                </c:pt>
                <c:pt idx="461">
                  <c:v>53.161823</c:v>
                </c:pt>
                <c:pt idx="462">
                  <c:v>51.983464</c:v>
                </c:pt>
                <c:pt idx="463">
                  <c:v>50.691745</c:v>
                </c:pt>
                <c:pt idx="464">
                  <c:v>49.786648</c:v>
                </c:pt>
                <c:pt idx="465">
                  <c:v>48.893212</c:v>
                </c:pt>
                <c:pt idx="466">
                  <c:v>48.484599</c:v>
                </c:pt>
                <c:pt idx="467">
                  <c:v>47.947470</c:v>
                </c:pt>
                <c:pt idx="468">
                  <c:v>47.322216</c:v>
                </c:pt>
                <c:pt idx="469">
                  <c:v>46.666340</c:v>
                </c:pt>
                <c:pt idx="470">
                  <c:v>45.957994</c:v>
                </c:pt>
                <c:pt idx="471">
                  <c:v>44.646241</c:v>
                </c:pt>
                <c:pt idx="472">
                  <c:v>44.282748</c:v>
                </c:pt>
                <c:pt idx="473">
                  <c:v>44.889741</c:v>
                </c:pt>
                <c:pt idx="474">
                  <c:v>44.544850</c:v>
                </c:pt>
                <c:pt idx="475">
                  <c:v>45.810408</c:v>
                </c:pt>
                <c:pt idx="476">
                  <c:v>48.509130</c:v>
                </c:pt>
                <c:pt idx="477">
                  <c:v>52.316992</c:v>
                </c:pt>
                <c:pt idx="478">
                  <c:v>55.720658</c:v>
                </c:pt>
                <c:pt idx="479">
                  <c:v>57.940868</c:v>
                </c:pt>
                <c:pt idx="480">
                  <c:v>59.561926</c:v>
                </c:pt>
                <c:pt idx="481">
                  <c:v>59.561926</c:v>
                </c:pt>
                <c:pt idx="482">
                  <c:v>60.236137</c:v>
                </c:pt>
                <c:pt idx="483">
                  <c:v>60.776843</c:v>
                </c:pt>
                <c:pt idx="484">
                  <c:v>63.906891</c:v>
                </c:pt>
                <c:pt idx="485">
                  <c:v>65.315059</c:v>
                </c:pt>
                <c:pt idx="486">
                  <c:v>72.122384</c:v>
                </c:pt>
                <c:pt idx="487">
                  <c:v>75.882365</c:v>
                </c:pt>
                <c:pt idx="488">
                  <c:v>79.286027</c:v>
                </c:pt>
                <c:pt idx="489">
                  <c:v>80.680857</c:v>
                </c:pt>
                <c:pt idx="490">
                  <c:v>83.865430</c:v>
                </c:pt>
                <c:pt idx="491">
                  <c:v>84.327229</c:v>
                </c:pt>
                <c:pt idx="492">
                  <c:v>86.596338</c:v>
                </c:pt>
                <c:pt idx="493">
                  <c:v>87.852788</c:v>
                </c:pt>
                <c:pt idx="494">
                  <c:v>87.852788</c:v>
                </c:pt>
                <c:pt idx="495">
                  <c:v>87.852788</c:v>
                </c:pt>
                <c:pt idx="496">
                  <c:v>87.852788</c:v>
                </c:pt>
                <c:pt idx="497">
                  <c:v>87.852788</c:v>
                </c:pt>
                <c:pt idx="498">
                  <c:v>88.525536</c:v>
                </c:pt>
                <c:pt idx="499">
                  <c:v>89.538193</c:v>
                </c:pt>
                <c:pt idx="500">
                  <c:v>90</c:v>
                </c:pt>
                <c:pt idx="501">
                  <c:v>90</c:v>
                </c:pt>
                <c:pt idx="502">
                  <c:v>90</c:v>
                </c:pt>
                <c:pt idx="503">
                  <c:v>90</c:v>
                </c:pt>
                <c:pt idx="504">
                  <c:v>90</c:v>
                </c:pt>
                <c:pt idx="505">
                  <c:v>90</c:v>
                </c:pt>
                <c:pt idx="506">
                  <c:v>90</c:v>
                </c:pt>
                <c:pt idx="507">
                  <c:v>90</c:v>
                </c:pt>
                <c:pt idx="508">
                  <c:v>88.838585</c:v>
                </c:pt>
                <c:pt idx="509">
                  <c:v>87.914658</c:v>
                </c:pt>
                <c:pt idx="510">
                  <c:v>87.472400</c:v>
                </c:pt>
                <c:pt idx="511">
                  <c:v>87.188522</c:v>
                </c:pt>
                <c:pt idx="512">
                  <c:v>87.106891</c:v>
                </c:pt>
                <c:pt idx="513">
                  <c:v>86.678955</c:v>
                </c:pt>
                <c:pt idx="514">
                  <c:v>85.985772</c:v>
                </c:pt>
                <c:pt idx="515">
                  <c:v>85.569862</c:v>
                </c:pt>
                <c:pt idx="516">
                  <c:v>85.569862</c:v>
                </c:pt>
                <c:pt idx="517">
                  <c:v>85.057276</c:v>
                </c:pt>
                <c:pt idx="518">
                  <c:v>84.416543</c:v>
                </c:pt>
                <c:pt idx="519">
                  <c:v>83.814502</c:v>
                </c:pt>
                <c:pt idx="520">
                  <c:v>83.240609</c:v>
                </c:pt>
                <c:pt idx="521">
                  <c:v>82.666716</c:v>
                </c:pt>
                <c:pt idx="522">
                  <c:v>82.590197</c:v>
                </c:pt>
                <c:pt idx="523">
                  <c:v>82.078150</c:v>
                </c:pt>
                <c:pt idx="524">
                  <c:v>80.898119</c:v>
                </c:pt>
                <c:pt idx="525">
                  <c:v>79.719967</c:v>
                </c:pt>
                <c:pt idx="526">
                  <c:v>78.893283</c:v>
                </c:pt>
                <c:pt idx="527">
                  <c:v>78.709637</c:v>
                </c:pt>
                <c:pt idx="528">
                  <c:v>77.699071</c:v>
                </c:pt>
                <c:pt idx="529">
                  <c:v>76.636955</c:v>
                </c:pt>
                <c:pt idx="530">
                  <c:v>76.086017</c:v>
                </c:pt>
                <c:pt idx="531">
                  <c:v>76.086017</c:v>
                </c:pt>
                <c:pt idx="532">
                  <c:v>75.741485</c:v>
                </c:pt>
                <c:pt idx="533">
                  <c:v>74.696923</c:v>
                </c:pt>
                <c:pt idx="534">
                  <c:v>73.564593</c:v>
                </c:pt>
                <c:pt idx="535">
                  <c:v>72.548541</c:v>
                </c:pt>
                <c:pt idx="536">
                  <c:v>72.284647</c:v>
                </c:pt>
                <c:pt idx="537">
                  <c:v>72.144296</c:v>
                </c:pt>
                <c:pt idx="538">
                  <c:v>71.216377</c:v>
                </c:pt>
                <c:pt idx="539">
                  <c:v>70.095912</c:v>
                </c:pt>
                <c:pt idx="540">
                  <c:v>69.262658</c:v>
                </c:pt>
                <c:pt idx="541">
                  <c:v>69.005554</c:v>
                </c:pt>
                <c:pt idx="542">
                  <c:v>68.606086</c:v>
                </c:pt>
                <c:pt idx="543">
                  <c:v>67.71499</c:v>
                </c:pt>
                <c:pt idx="544">
                  <c:v>67.198196</c:v>
                </c:pt>
                <c:pt idx="545">
                  <c:v>66.681402</c:v>
                </c:pt>
                <c:pt idx="546">
                  <c:v>66.059080</c:v>
                </c:pt>
                <c:pt idx="547">
                  <c:v>65.400727</c:v>
                </c:pt>
                <c:pt idx="548">
                  <c:v>64.361223</c:v>
                </c:pt>
                <c:pt idx="549">
                  <c:v>63.425670</c:v>
                </c:pt>
                <c:pt idx="550">
                  <c:v>62.905918</c:v>
                </c:pt>
                <c:pt idx="551">
                  <c:v>62.388335</c:v>
                </c:pt>
                <c:pt idx="552">
                  <c:v>61.768183</c:v>
                </c:pt>
                <c:pt idx="553">
                  <c:v>60.734595</c:v>
                </c:pt>
                <c:pt idx="554">
                  <c:v>59.769913</c:v>
                </c:pt>
                <c:pt idx="555">
                  <c:v>59.093427</c:v>
                </c:pt>
                <c:pt idx="556">
                  <c:v>58.548250</c:v>
                </c:pt>
                <c:pt idx="557">
                  <c:v>58.234708</c:v>
                </c:pt>
                <c:pt idx="558">
                  <c:v>58.319009</c:v>
                </c:pt>
                <c:pt idx="559">
                  <c:v>61.117055</c:v>
                </c:pt>
                <c:pt idx="560">
                  <c:v>60.259811</c:v>
                </c:pt>
                <c:pt idx="561">
                  <c:v>59.753756</c:v>
                </c:pt>
                <c:pt idx="562">
                  <c:v>59.025914</c:v>
                </c:pt>
                <c:pt idx="563">
                  <c:v>58.298072</c:v>
                </c:pt>
                <c:pt idx="564">
                  <c:v>58.103981</c:v>
                </c:pt>
                <c:pt idx="565">
                  <c:v>58.013706</c:v>
                </c:pt>
                <c:pt idx="566">
                  <c:v>57.336645</c:v>
                </c:pt>
                <c:pt idx="567">
                  <c:v>56.659584</c:v>
                </c:pt>
                <c:pt idx="568">
                  <c:v>56.163073</c:v>
                </c:pt>
                <c:pt idx="569">
                  <c:v>55.531150</c:v>
                </c:pt>
                <c:pt idx="570">
                  <c:v>55.922801</c:v>
                </c:pt>
                <c:pt idx="571">
                  <c:v>55.638584</c:v>
                </c:pt>
                <c:pt idx="572">
                  <c:v>55.387119</c:v>
                </c:pt>
                <c:pt idx="573">
                  <c:v>56.084571</c:v>
                </c:pt>
                <c:pt idx="574">
                  <c:v>58.353679</c:v>
                </c:pt>
                <c:pt idx="575">
                  <c:v>58.353679</c:v>
                </c:pt>
                <c:pt idx="576">
                  <c:v>58.353679</c:v>
                </c:pt>
                <c:pt idx="577">
                  <c:v>58.353679</c:v>
                </c:pt>
                <c:pt idx="578">
                  <c:v>58.353679</c:v>
                </c:pt>
                <c:pt idx="579">
                  <c:v>61.135745</c:v>
                </c:pt>
                <c:pt idx="580">
                  <c:v>64.485410</c:v>
                </c:pt>
                <c:pt idx="581">
                  <c:v>64.485410</c:v>
                </c:pt>
                <c:pt idx="582">
                  <c:v>64.485410</c:v>
                </c:pt>
                <c:pt idx="583">
                  <c:v>64.485410</c:v>
                </c:pt>
                <c:pt idx="584">
                  <c:v>67.308910</c:v>
                </c:pt>
                <c:pt idx="585">
                  <c:v>68.929068</c:v>
                </c:pt>
                <c:pt idx="586">
                  <c:v>68.929068</c:v>
                </c:pt>
                <c:pt idx="587">
                  <c:v>68.929068</c:v>
                </c:pt>
                <c:pt idx="588">
                  <c:v>70.641229</c:v>
                </c:pt>
                <c:pt idx="589">
                  <c:v>73.312151</c:v>
                </c:pt>
                <c:pt idx="590">
                  <c:v>75.665049</c:v>
                </c:pt>
                <c:pt idx="591">
                  <c:v>78.005505</c:v>
                </c:pt>
                <c:pt idx="592">
                  <c:v>78.678259</c:v>
                </c:pt>
                <c:pt idx="593">
                  <c:v>80.947384</c:v>
                </c:pt>
                <c:pt idx="594">
                  <c:v>82.730892</c:v>
                </c:pt>
                <c:pt idx="595">
                  <c:v>85</c:v>
                </c:pt>
                <c:pt idx="596">
                  <c:v>85.461768</c:v>
                </c:pt>
                <c:pt idx="597">
                  <c:v>85.526867</c:v>
                </c:pt>
                <c:pt idx="598">
                  <c:v>86.807293</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88.602670</c:v>
                </c:pt>
                <c:pt idx="615">
                  <c:v>88.553445</c:v>
                </c:pt>
                <c:pt idx="616">
                  <c:v>87.051073</c:v>
                </c:pt>
                <c:pt idx="617">
                  <c:v>86.374011</c:v>
                </c:pt>
                <c:pt idx="618">
                  <c:v>85.696948</c:v>
                </c:pt>
                <c:pt idx="619">
                  <c:v>85.606673</c:v>
                </c:pt>
                <c:pt idx="620">
                  <c:v>85.344685</c:v>
                </c:pt>
                <c:pt idx="621">
                  <c:v>84.689713</c:v>
                </c:pt>
                <c:pt idx="622">
                  <c:v>84.034742</c:v>
                </c:pt>
                <c:pt idx="623">
                  <c:v>83.641760</c:v>
                </c:pt>
                <c:pt idx="624">
                  <c:v>83.641760</c:v>
                </c:pt>
                <c:pt idx="625">
                  <c:v>83.641760</c:v>
                </c:pt>
                <c:pt idx="626">
                  <c:v>83.059486</c:v>
                </c:pt>
                <c:pt idx="627">
                  <c:v>82.477212</c:v>
                </c:pt>
                <c:pt idx="628">
                  <c:v>81.894939</c:v>
                </c:pt>
                <c:pt idx="629">
                  <c:v>81.700847</c:v>
                </c:pt>
                <c:pt idx="630">
                  <c:v>81.019727</c:v>
                </c:pt>
                <c:pt idx="631">
                  <c:v>80.093103</c:v>
                </c:pt>
                <c:pt idx="632">
                  <c:v>79.437724</c:v>
                </c:pt>
                <c:pt idx="633">
                  <c:v>78.729938</c:v>
                </c:pt>
                <c:pt idx="634">
                  <c:v>78.109785</c:v>
                </c:pt>
                <c:pt idx="635">
                  <c:v>77.530976</c:v>
                </c:pt>
                <c:pt idx="636">
                  <c:v>77.530976</c:v>
                </c:pt>
                <c:pt idx="637">
                  <c:v>77.062093</c:v>
                </c:pt>
                <c:pt idx="638">
                  <c:v>76.475990</c:v>
                </c:pt>
                <c:pt idx="639">
                  <c:v>75.889887</c:v>
                </c:pt>
                <c:pt idx="640">
                  <c:v>75.186563</c:v>
                </c:pt>
                <c:pt idx="641">
                  <c:v>74.448586</c:v>
                </c:pt>
                <c:pt idx="642">
                  <c:v>73.292954</c:v>
                </c:pt>
                <c:pt idx="643">
                  <c:v>72.567132</c:v>
                </c:pt>
                <c:pt idx="644">
                  <c:v>71.807762</c:v>
                </c:pt>
                <c:pt idx="645">
                  <c:v>71.238234</c:v>
                </c:pt>
                <c:pt idx="646">
                  <c:v>70.121676</c:v>
                </c:pt>
                <c:pt idx="647">
                  <c:v>69.004013</c:v>
                </c:pt>
                <c:pt idx="648">
                  <c:v>68.417910</c:v>
                </c:pt>
                <c:pt idx="649">
                  <c:v>68.300689</c:v>
                </c:pt>
                <c:pt idx="650">
                  <c:v>68.079206</c:v>
                </c:pt>
                <c:pt idx="651">
                  <c:v>67.414757</c:v>
                </c:pt>
                <c:pt idx="652">
                  <c:v>66.237808</c:v>
                </c:pt>
                <c:pt idx="653">
                  <c:v>65.287107</c:v>
                </c:pt>
                <c:pt idx="654">
                  <c:v>64.066549</c:v>
                </c:pt>
                <c:pt idx="655">
                  <c:v>63.298923</c:v>
                </c:pt>
                <c:pt idx="656">
                  <c:v>62.051757</c:v>
                </c:pt>
                <c:pt idx="657">
                  <c:v>61.145380</c:v>
                </c:pt>
                <c:pt idx="658">
                  <c:v>60.000482</c:v>
                </c:pt>
                <c:pt idx="659">
                  <c:v>59.080871</c:v>
                </c:pt>
                <c:pt idx="660">
                  <c:v>58.077160</c:v>
                </c:pt>
                <c:pt idx="661">
                  <c:v>56.903868</c:v>
                </c:pt>
                <c:pt idx="662">
                  <c:v>55.985640</c:v>
                </c:pt>
                <c:pt idx="663">
                  <c:v>54.557287</c:v>
                </c:pt>
                <c:pt idx="664">
                  <c:v>53.914142</c:v>
                </c:pt>
                <c:pt idx="665">
                  <c:v>53.148953</c:v>
                </c:pt>
                <c:pt idx="666">
                  <c:v>52.383765</c:v>
                </c:pt>
                <c:pt idx="667">
                  <c:v>52.332752</c:v>
                </c:pt>
                <c:pt idx="668">
                  <c:v>51.892689</c:v>
                </c:pt>
                <c:pt idx="669">
                  <c:v>51.892689</c:v>
                </c:pt>
                <c:pt idx="670">
                  <c:v>51.892689</c:v>
                </c:pt>
                <c:pt idx="671">
                  <c:v>51.892689</c:v>
                </c:pt>
                <c:pt idx="672">
                  <c:v>51.892689</c:v>
                </c:pt>
                <c:pt idx="673">
                  <c:v>53.080519</c:v>
                </c:pt>
                <c:pt idx="674">
                  <c:v>56.321707</c:v>
                </c:pt>
                <c:pt idx="675">
                  <c:v>58.112132</c:v>
                </c:pt>
                <c:pt idx="676">
                  <c:v>58.112132</c:v>
                </c:pt>
                <c:pt idx="677">
                  <c:v>60.859924</c:v>
                </c:pt>
                <c:pt idx="678">
                  <c:v>67.667249</c:v>
                </c:pt>
                <c:pt idx="679">
                  <c:v>73.340019</c:v>
                </c:pt>
                <c:pt idx="680">
                  <c:v>75.852193</c:v>
                </c:pt>
                <c:pt idx="681">
                  <c:v>75.852193</c:v>
                </c:pt>
                <c:pt idx="682">
                  <c:v>75.852193</c:v>
                </c:pt>
                <c:pt idx="683">
                  <c:v>77.416437</c:v>
                </c:pt>
                <c:pt idx="684">
                  <c:v>78.865430</c:v>
                </c:pt>
                <c:pt idx="685">
                  <c:v>79.327233</c:v>
                </c:pt>
                <c:pt idx="686">
                  <c:v>84.327229</c:v>
                </c:pt>
                <c:pt idx="687">
                  <c:v>88.865446</c:v>
                </c:pt>
                <c:pt idx="688">
                  <c:v>88.865446</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2E7-4C76-ACEF-67F2AF0682A5}"/>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77.433000</c:v>
                </c:pt>
                <c:pt idx="4">
                  <c:v>77.433000</c:v>
                </c:pt>
                <c:pt idx="5">
                  <c:v>79.613724</c:v>
                </c:pt>
                <c:pt idx="6">
                  <c:v>84.151941</c:v>
                </c:pt>
                <c:pt idx="7">
                  <c:v>84.151941</c:v>
                </c:pt>
                <c:pt idx="8">
                  <c:v>84.151941</c:v>
                </c:pt>
                <c:pt idx="9">
                  <c:v>84.151941</c:v>
                </c:pt>
                <c:pt idx="10">
                  <c:v>84.151941</c:v>
                </c:pt>
                <c:pt idx="11">
                  <c:v>84.151941</c:v>
                </c:pt>
                <c:pt idx="12">
                  <c:v>84.151941</c:v>
                </c:pt>
                <c:pt idx="13">
                  <c:v>84.151941</c:v>
                </c:pt>
                <c:pt idx="14">
                  <c:v>84.151941</c:v>
                </c:pt>
                <c:pt idx="15">
                  <c:v>84.151941</c:v>
                </c:pt>
                <c:pt idx="16">
                  <c:v>84.151941</c:v>
                </c:pt>
                <c:pt idx="17">
                  <c:v>87.016758</c:v>
                </c:pt>
                <c:pt idx="18">
                  <c:v>89.999968</c:v>
                </c:pt>
                <c:pt idx="19">
                  <c:v>89.999968</c:v>
                </c:pt>
                <c:pt idx="20">
                  <c:v>89.999968</c:v>
                </c:pt>
                <c:pt idx="21">
                  <c:v>89.999968</c:v>
                </c:pt>
                <c:pt idx="22">
                  <c:v>89.999968</c:v>
                </c:pt>
                <c:pt idx="23">
                  <c:v>89.999968</c:v>
                </c:pt>
                <c:pt idx="24">
                  <c:v>89.999968</c:v>
                </c:pt>
                <c:pt idx="25">
                  <c:v>90</c:v>
                </c:pt>
                <c:pt idx="26">
                  <c:v>90</c:v>
                </c:pt>
                <c:pt idx="27">
                  <c:v>90</c:v>
                </c:pt>
                <c:pt idx="28">
                  <c:v>88.381101</c:v>
                </c:pt>
                <c:pt idx="29">
                  <c:v>88.123569</c:v>
                </c:pt>
                <c:pt idx="30">
                  <c:v>88.123569</c:v>
                </c:pt>
                <c:pt idx="31">
                  <c:v>85.857303</c:v>
                </c:pt>
                <c:pt idx="32">
                  <c:v>84.685097</c:v>
                </c:pt>
                <c:pt idx="33">
                  <c:v>84.450656</c:v>
                </c:pt>
                <c:pt idx="34">
                  <c:v>83.722650</c:v>
                </c:pt>
                <c:pt idx="35">
                  <c:v>82.509308</c:v>
                </c:pt>
                <c:pt idx="36">
                  <c:v>81.837664</c:v>
                </c:pt>
                <c:pt idx="37">
                  <c:v>80.938827</c:v>
                </c:pt>
                <c:pt idx="38">
                  <c:v>80.938827</c:v>
                </c:pt>
                <c:pt idx="39">
                  <c:v>80.938827</c:v>
                </c:pt>
                <c:pt idx="40">
                  <c:v>80.938827</c:v>
                </c:pt>
                <c:pt idx="41">
                  <c:v>80.938827</c:v>
                </c:pt>
                <c:pt idx="42">
                  <c:v>80.938827</c:v>
                </c:pt>
                <c:pt idx="43">
                  <c:v>80.938827</c:v>
                </c:pt>
                <c:pt idx="44">
                  <c:v>80.938827</c:v>
                </c:pt>
                <c:pt idx="45">
                  <c:v>80.938827</c:v>
                </c:pt>
                <c:pt idx="46">
                  <c:v>80.938827</c:v>
                </c:pt>
                <c:pt idx="47">
                  <c:v>80.938827</c:v>
                </c:pt>
                <c:pt idx="48">
                  <c:v>80.938827</c:v>
                </c:pt>
                <c:pt idx="49">
                  <c:v>80.938827</c:v>
                </c:pt>
                <c:pt idx="50">
                  <c:v>80.938827</c:v>
                </c:pt>
                <c:pt idx="51">
                  <c:v>80.938827</c:v>
                </c:pt>
                <c:pt idx="52">
                  <c:v>80.938827</c:v>
                </c:pt>
                <c:pt idx="53">
                  <c:v>84.538232</c:v>
                </c:pt>
                <c:pt idx="54">
                  <c:v>84.538239</c:v>
                </c:pt>
                <c:pt idx="55">
                  <c:v>85.461783</c:v>
                </c:pt>
                <c:pt idx="56">
                  <c:v>85.461783</c:v>
                </c:pt>
                <c:pt idx="57">
                  <c:v>85.461783</c:v>
                </c:pt>
                <c:pt idx="58">
                  <c:v>85.461783</c:v>
                </c:pt>
                <c:pt idx="59">
                  <c:v>85.461783</c:v>
                </c:pt>
                <c:pt idx="60">
                  <c:v>85.461783</c:v>
                </c:pt>
                <c:pt idx="61">
                  <c:v>85.461783</c:v>
                </c:pt>
                <c:pt idx="62">
                  <c:v>85.461783</c:v>
                </c:pt>
                <c:pt idx="63">
                  <c:v>85.461783</c:v>
                </c:pt>
                <c:pt idx="64">
                  <c:v>87.730860</c:v>
                </c:pt>
                <c:pt idx="65">
                  <c:v>87.730892</c:v>
                </c:pt>
                <c:pt idx="66">
                  <c:v>87.730892</c:v>
                </c:pt>
                <c:pt idx="67">
                  <c:v>87.730892</c:v>
                </c:pt>
                <c:pt idx="68">
                  <c:v>87.730892</c:v>
                </c:pt>
                <c:pt idx="69">
                  <c:v>89.999968</c:v>
                </c:pt>
                <c:pt idx="70">
                  <c:v>89.999968</c:v>
                </c:pt>
                <c:pt idx="71">
                  <c:v>89.999968</c:v>
                </c:pt>
                <c:pt idx="72">
                  <c:v>89.999968</c:v>
                </c:pt>
                <c:pt idx="73">
                  <c:v>89.999968</c:v>
                </c:pt>
                <c:pt idx="74">
                  <c:v>89.999968</c:v>
                </c:pt>
                <c:pt idx="75">
                  <c:v>89.999968</c:v>
                </c:pt>
                <c:pt idx="76">
                  <c:v>89.999968</c:v>
                </c:pt>
                <c:pt idx="77">
                  <c:v>89.999968</c:v>
                </c:pt>
                <c:pt idx="78">
                  <c:v>89.999968</c:v>
                </c:pt>
                <c:pt idx="79">
                  <c:v>89.999968</c:v>
                </c:pt>
                <c:pt idx="80">
                  <c:v>89.999968</c:v>
                </c:pt>
                <c:pt idx="81">
                  <c:v>89.999968</c:v>
                </c:pt>
                <c:pt idx="82">
                  <c:v>89.999968</c:v>
                </c:pt>
                <c:pt idx="83">
                  <c:v>89.999968</c:v>
                </c:pt>
                <c:pt idx="84">
                  <c:v>89.999968</c:v>
                </c:pt>
                <c:pt idx="85">
                  <c:v>89.999968</c:v>
                </c:pt>
                <c:pt idx="86">
                  <c:v>89.999968</c:v>
                </c:pt>
                <c:pt idx="87">
                  <c:v>89.999968</c:v>
                </c:pt>
                <c:pt idx="88">
                  <c:v>89.999968</c:v>
                </c:pt>
                <c:pt idx="89">
                  <c:v>89.999968</c:v>
                </c:pt>
                <c:pt idx="90">
                  <c:v>89.999968</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88.785626</c:v>
                </c:pt>
                <c:pt idx="156">
                  <c:v>89.999904</c:v>
                </c:pt>
                <c:pt idx="157">
                  <c:v>89.999904</c:v>
                </c:pt>
                <c:pt idx="158">
                  <c:v>89.999904</c:v>
                </c:pt>
                <c:pt idx="159">
                  <c:v>89.999904</c:v>
                </c:pt>
                <c:pt idx="160">
                  <c:v>89.999904</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89.999900</c:v>
                </c:pt>
                <c:pt idx="255">
                  <c:v>89.999908</c:v>
                </c:pt>
                <c:pt idx="256">
                  <c:v>89.999915</c:v>
                </c:pt>
                <c:pt idx="257">
                  <c:v>89.999915</c:v>
                </c:pt>
                <c:pt idx="258">
                  <c:v>89.999915</c:v>
                </c:pt>
                <c:pt idx="259">
                  <c:v>89.999915</c:v>
                </c:pt>
                <c:pt idx="260">
                  <c:v>89.999915</c:v>
                </c:pt>
                <c:pt idx="261">
                  <c:v>89.999915</c:v>
                </c:pt>
                <c:pt idx="262">
                  <c:v>89.999915</c:v>
                </c:pt>
                <c:pt idx="263">
                  <c:v>89.999915</c:v>
                </c:pt>
                <c:pt idx="264">
                  <c:v>89.999915</c:v>
                </c:pt>
                <c:pt idx="265">
                  <c:v>89.999915</c:v>
                </c:pt>
                <c:pt idx="266">
                  <c:v>89.999915</c:v>
                </c:pt>
                <c:pt idx="267">
                  <c:v>89.999915</c:v>
                </c:pt>
                <c:pt idx="268">
                  <c:v>89.999915</c:v>
                </c:pt>
                <c:pt idx="269">
                  <c:v>89.999915</c:v>
                </c:pt>
                <c:pt idx="270">
                  <c:v>89.999915</c:v>
                </c:pt>
                <c:pt idx="271">
                  <c:v>89.999915</c:v>
                </c:pt>
                <c:pt idx="272">
                  <c:v>89.999915</c:v>
                </c:pt>
                <c:pt idx="273">
                  <c:v>89.999915</c:v>
                </c:pt>
                <c:pt idx="274">
                  <c:v>89.999915</c:v>
                </c:pt>
                <c:pt idx="275">
                  <c:v>89.999915</c:v>
                </c:pt>
                <c:pt idx="276">
                  <c:v>89.999915</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87.828833</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88.785626</c:v>
                </c:pt>
                <c:pt idx="424">
                  <c:v>88.785634</c:v>
                </c:pt>
                <c:pt idx="425">
                  <c:v>88.785634</c:v>
                </c:pt>
                <c:pt idx="426">
                  <c:v>88.785634</c:v>
                </c:pt>
                <c:pt idx="427">
                  <c:v>88.785634</c:v>
                </c:pt>
                <c:pt idx="428">
                  <c:v>88.785634</c:v>
                </c:pt>
                <c:pt idx="429">
                  <c:v>88.785634</c:v>
                </c:pt>
                <c:pt idx="430">
                  <c:v>88.785634</c:v>
                </c:pt>
                <c:pt idx="431">
                  <c:v>88.785634</c:v>
                </c:pt>
                <c:pt idx="432">
                  <c:v>88.785634</c:v>
                </c:pt>
                <c:pt idx="433">
                  <c:v>89.999915</c:v>
                </c:pt>
                <c:pt idx="434">
                  <c:v>89.999915</c:v>
                </c:pt>
                <c:pt idx="435">
                  <c:v>89.999915</c:v>
                </c:pt>
                <c:pt idx="436">
                  <c:v>89.999915</c:v>
                </c:pt>
                <c:pt idx="437">
                  <c:v>89.999915</c:v>
                </c:pt>
                <c:pt idx="438">
                  <c:v>89.999915</c:v>
                </c:pt>
                <c:pt idx="439">
                  <c:v>89.999915</c:v>
                </c:pt>
                <c:pt idx="440">
                  <c:v>89.999915</c:v>
                </c:pt>
                <c:pt idx="441">
                  <c:v>89.999915</c:v>
                </c:pt>
                <c:pt idx="442">
                  <c:v>89.999915</c:v>
                </c:pt>
                <c:pt idx="443">
                  <c:v>89.999915</c:v>
                </c:pt>
                <c:pt idx="444">
                  <c:v>89.999968</c:v>
                </c:pt>
                <c:pt idx="445">
                  <c:v>89.999968</c:v>
                </c:pt>
                <c:pt idx="446">
                  <c:v>89.999968</c:v>
                </c:pt>
                <c:pt idx="447">
                  <c:v>89.999968</c:v>
                </c:pt>
                <c:pt idx="448">
                  <c:v>89.999968</c:v>
                </c:pt>
                <c:pt idx="449">
                  <c:v>89.999968</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2E7-4C76-ACEF-67F2AF0682A5}"/>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270.000200</c:v>
                </c:pt>
                <c:pt idx="1">
                  <c:v>270.000200</c:v>
                </c:pt>
                <c:pt idx="2">
                  <c:v>321.077977</c:v>
                </c:pt>
                <c:pt idx="3">
                  <c:v>321.077977</c:v>
                </c:pt>
                <c:pt idx="4">
                  <c:v>297.219996</c:v>
                </c:pt>
                <c:pt idx="5">
                  <c:v>297.219996</c:v>
                </c:pt>
                <c:pt idx="6">
                  <c:v>482.120905</c:v>
                </c:pt>
                <c:pt idx="7">
                  <c:v>482.120905</c:v>
                </c:pt>
                <c:pt idx="8">
                  <c:v>334.490423</c:v>
                </c:pt>
                <c:pt idx="9">
                  <c:v>334.490423</c:v>
                </c:pt>
                <c:pt idx="10">
                  <c:v>336.765888</c:v>
                </c:pt>
                <c:pt idx="11">
                  <c:v>336.765888</c:v>
                </c:pt>
                <c:pt idx="12">
                  <c:v>342.155079</c:v>
                </c:pt>
                <c:pt idx="13">
                  <c:v>342.155079</c:v>
                </c:pt>
                <c:pt idx="14">
                  <c:v>475.296496</c:v>
                </c:pt>
                <c:pt idx="15">
                  <c:v>475.296496</c:v>
                </c:pt>
                <c:pt idx="16">
                  <c:v>360.000300</c:v>
                </c:pt>
                <c:pt idx="17">
                  <c:v>360.000300</c:v>
                </c:pt>
                <c:pt idx="18">
                  <c:v>264.776724</c:v>
                </c:pt>
                <c:pt idx="19">
                  <c:v>264.776724</c:v>
                </c:pt>
                <c:pt idx="20">
                  <c:v>210.0001</c:v>
                </c:pt>
                <c:pt idx="21">
                  <c:v>210.0001</c:v>
                </c:pt>
                <c:pt idx="22">
                  <c:v>377.227832</c:v>
                </c:pt>
                <c:pt idx="23">
                  <c:v>377.227832</c:v>
                </c:pt>
                <c:pt idx="24">
                  <c:v>130.671716</c:v>
                </c:pt>
                <c:pt idx="25">
                  <c:v>130.671716</c:v>
                </c:pt>
                <c:pt idx="26">
                  <c:v>278.278970</c:v>
                </c:pt>
                <c:pt idx="27">
                  <c:v>278.278970</c:v>
                </c:pt>
                <c:pt idx="28">
                  <c:v>541.740165</c:v>
                </c:pt>
                <c:pt idx="29">
                  <c:v>541.740165</c:v>
                </c:pt>
                <c:pt idx="30">
                  <c:v>646.060635</c:v>
                </c:pt>
                <c:pt idx="31">
                  <c:v>646.060635</c:v>
                </c:pt>
                <c:pt idx="32">
                  <c:v>514.061642</c:v>
                </c:pt>
                <c:pt idx="33">
                  <c:v>514.061642</c:v>
                </c:pt>
                <c:pt idx="34">
                  <c:v>718.206111</c:v>
                </c:pt>
                <c:pt idx="35">
                  <c:v>718.206111</c:v>
                </c:pt>
                <c:pt idx="36">
                  <c:v>200</c:v>
                </c:pt>
                <c:pt idx="37">
                  <c:v>200</c:v>
                </c:pt>
                <c:pt idx="38">
                  <c:v>200</c:v>
                </c:pt>
                <c:pt idx="39">
                  <c:v>200</c:v>
                </c:pt>
                <c:pt idx="40">
                  <c:v>200</c:v>
                </c:pt>
                <c:pt idx="41">
                  <c:v>200</c:v>
                </c:pt>
                <c:pt idx="42">
                  <c:v>200</c:v>
                </c:pt>
                <c:pt idx="43">
                  <c:v>200</c:v>
                </c:pt>
                <c:pt idx="44">
                  <c:v>200</c:v>
                </c:pt>
                <c:pt idx="45">
                  <c:v>200</c:v>
                </c:pt>
                <c:pt idx="46">
                  <c:v>203.446</c:v>
                </c:pt>
                <c:pt idx="47">
                  <c:v>203.446</c:v>
                </c:pt>
                <c:pt idx="48">
                  <c:v>221.94</c:v>
                </c:pt>
                <c:pt idx="49">
                  <c:v>221.94</c:v>
                </c:pt>
                <c:pt idx="50">
                  <c:v>246.364</c:v>
                </c:pt>
                <c:pt idx="51">
                  <c:v>246.364</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90</c:v>
                </c:pt>
                <c:pt idx="75">
                  <c:v>90</c:v>
                </c:pt>
                <c:pt idx="76">
                  <c:v>42.425281</c:v>
                </c:pt>
                <c:pt idx="77">
                  <c:v>42.425281</c:v>
                </c:pt>
                <c:pt idx="78">
                  <c:v>90</c:v>
                </c:pt>
                <c:pt idx="79">
                  <c:v>90</c:v>
                </c:pt>
                <c:pt idx="80">
                  <c:v>59.999900</c:v>
                </c:pt>
                <c:pt idx="81">
                  <c:v>59.999900</c:v>
                </c:pt>
                <c:pt idx="82">
                  <c:v>60</c:v>
                </c:pt>
                <c:pt idx="83">
                  <c:v>60</c:v>
                </c:pt>
                <c:pt idx="84">
                  <c:v>1E-4</c:v>
                </c:pt>
                <c:pt idx="85">
                  <c:v>1E-4</c:v>
                </c:pt>
                <c:pt idx="86">
                  <c:v>1E-4</c:v>
                </c:pt>
                <c:pt idx="87">
                  <c:v>1E-4</c:v>
                </c:pt>
                <c:pt idx="88">
                  <c:v>107.595341</c:v>
                </c:pt>
                <c:pt idx="89">
                  <c:v>107.595341</c:v>
                </c:pt>
                <c:pt idx="90">
                  <c:v>199.992718</c:v>
                </c:pt>
                <c:pt idx="91">
                  <c:v>199.992718</c:v>
                </c:pt>
                <c:pt idx="92">
                  <c:v>39.553639</c:v>
                </c:pt>
                <c:pt idx="93">
                  <c:v>39.553639</c:v>
                </c:pt>
                <c:pt idx="94">
                  <c:v>90.000200</c:v>
                </c:pt>
                <c:pt idx="95">
                  <c:v>90.000200</c:v>
                </c:pt>
                <c:pt idx="96">
                  <c:v>180</c:v>
                </c:pt>
                <c:pt idx="97">
                  <c:v>180</c:v>
                </c:pt>
                <c:pt idx="98">
                  <c:v>0</c:v>
                </c:pt>
                <c:pt idx="99">
                  <c:v>0</c:v>
                </c:pt>
                <c:pt idx="100">
                  <c:v>60</c:v>
                </c:pt>
                <c:pt idx="101">
                  <c:v>60</c:v>
                </c:pt>
                <c:pt idx="102">
                  <c:v>0.000421</c:v>
                </c:pt>
                <c:pt idx="103">
                  <c:v>0.000421</c:v>
                </c:pt>
                <c:pt idx="104">
                  <c:v>0</c:v>
                </c:pt>
                <c:pt idx="105">
                  <c:v>0</c:v>
                </c:pt>
                <c:pt idx="106">
                  <c:v>60</c:v>
                </c:pt>
                <c:pt idx="107">
                  <c:v>60</c:v>
                </c:pt>
                <c:pt idx="108">
                  <c:v>47.306426</c:v>
                </c:pt>
                <c:pt idx="109">
                  <c:v>47.306426</c:v>
                </c:pt>
                <c:pt idx="110">
                  <c:v>0</c:v>
                </c:pt>
                <c:pt idx="111">
                  <c:v>0</c:v>
                </c:pt>
                <c:pt idx="112">
                  <c:v>48.293879</c:v>
                </c:pt>
                <c:pt idx="113">
                  <c:v>48.293879</c:v>
                </c:pt>
                <c:pt idx="114">
                  <c:v>60</c:v>
                </c:pt>
                <c:pt idx="115">
                  <c:v>60</c:v>
                </c:pt>
                <c:pt idx="116">
                  <c:v>0</c:v>
                </c:pt>
                <c:pt idx="117">
                  <c:v>0</c:v>
                </c:pt>
                <c:pt idx="118">
                  <c:v>1E-4</c:v>
                </c:pt>
                <c:pt idx="119">
                  <c:v>1E-4</c:v>
                </c:pt>
                <c:pt idx="120">
                  <c:v>30.0002</c:v>
                </c:pt>
                <c:pt idx="121">
                  <c:v>30.0002</c:v>
                </c:pt>
                <c:pt idx="122">
                  <c:v>11.818847</c:v>
                </c:pt>
                <c:pt idx="123">
                  <c:v>11.818847</c:v>
                </c:pt>
                <c:pt idx="124">
                  <c:v>0</c:v>
                </c:pt>
                <c:pt idx="125">
                  <c:v>0</c:v>
                </c:pt>
                <c:pt idx="126">
                  <c:v>1E-4</c:v>
                </c:pt>
                <c:pt idx="127">
                  <c:v>1E-4</c:v>
                </c:pt>
                <c:pt idx="128">
                  <c:v>22.342742</c:v>
                </c:pt>
                <c:pt idx="129">
                  <c:v>22.342742</c:v>
                </c:pt>
                <c:pt idx="130">
                  <c:v>66.61</c:v>
                </c:pt>
                <c:pt idx="131">
                  <c:v>66.61</c:v>
                </c:pt>
                <c:pt idx="132">
                  <c:v>24.9041</c:v>
                </c:pt>
                <c:pt idx="133">
                  <c:v>24.9041</c:v>
                </c:pt>
                <c:pt idx="134">
                  <c:v>0</c:v>
                </c:pt>
                <c:pt idx="135">
                  <c:v>0</c:v>
                </c:pt>
                <c:pt idx="136">
                  <c:v>1.44</c:v>
                </c:pt>
                <c:pt idx="137">
                  <c:v>1.44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90</c:v>
                </c:pt>
                <c:pt idx="167">
                  <c:v>90</c:v>
                </c:pt>
                <c:pt idx="168">
                  <c:v>179.9999</c:v>
                </c:pt>
                <c:pt idx="169">
                  <c:v>179.9999</c:v>
                </c:pt>
                <c:pt idx="170">
                  <c:v>180.0001</c:v>
                </c:pt>
                <c:pt idx="171">
                  <c:v>180.0001</c:v>
                </c:pt>
                <c:pt idx="172">
                  <c:v>180</c:v>
                </c:pt>
                <c:pt idx="173">
                  <c:v>180</c:v>
                </c:pt>
                <c:pt idx="174">
                  <c:v>270</c:v>
                </c:pt>
                <c:pt idx="175">
                  <c:v>270</c:v>
                </c:pt>
                <c:pt idx="176">
                  <c:v>330</c:v>
                </c:pt>
                <c:pt idx="177">
                  <c:v>330</c:v>
                </c:pt>
                <c:pt idx="178">
                  <c:v>420</c:v>
                </c:pt>
                <c:pt idx="179">
                  <c:v>420</c:v>
                </c:pt>
                <c:pt idx="180">
                  <c:v>437.874924</c:v>
                </c:pt>
                <c:pt idx="181">
                  <c:v>437.874924</c:v>
                </c:pt>
                <c:pt idx="182">
                  <c:v>660</c:v>
                </c:pt>
                <c:pt idx="183">
                  <c:v>660</c:v>
                </c:pt>
                <c:pt idx="184">
                  <c:v>728.803606</c:v>
                </c:pt>
                <c:pt idx="185">
                  <c:v>728.803606</c:v>
                </c:pt>
                <c:pt idx="186">
                  <c:v>704.183125</c:v>
                </c:pt>
                <c:pt idx="187">
                  <c:v>704.183125</c:v>
                </c:pt>
                <c:pt idx="188">
                  <c:v>810</c:v>
                </c:pt>
                <c:pt idx="189">
                  <c:v>810</c:v>
                </c:pt>
                <c:pt idx="190">
                  <c:v>817.947484</c:v>
                </c:pt>
                <c:pt idx="191">
                  <c:v>817.947484</c:v>
                </c:pt>
                <c:pt idx="192">
                  <c:v>840</c:v>
                </c:pt>
                <c:pt idx="193">
                  <c:v>840</c:v>
                </c:pt>
                <c:pt idx="194">
                  <c:v>200</c:v>
                </c:pt>
                <c:pt idx="195">
                  <c:v>200</c:v>
                </c:pt>
                <c:pt idx="196">
                  <c:v>240.000300</c:v>
                </c:pt>
                <c:pt idx="197">
                  <c:v>240.000300</c:v>
                </c:pt>
                <c:pt idx="198">
                  <c:v>270.490617</c:v>
                </c:pt>
                <c:pt idx="199">
                  <c:v>270.490617</c:v>
                </c:pt>
                <c:pt idx="200">
                  <c:v>240.001142</c:v>
                </c:pt>
                <c:pt idx="201">
                  <c:v>240.001142</c:v>
                </c:pt>
                <c:pt idx="202">
                  <c:v>210.0001</c:v>
                </c:pt>
                <c:pt idx="203">
                  <c:v>210.0001</c:v>
                </c:pt>
                <c:pt idx="204">
                  <c:v>270</c:v>
                </c:pt>
                <c:pt idx="205">
                  <c:v>270</c:v>
                </c:pt>
                <c:pt idx="206">
                  <c:v>200</c:v>
                </c:pt>
                <c:pt idx="207">
                  <c:v>200</c:v>
                </c:pt>
                <c:pt idx="208">
                  <c:v>402.210626</c:v>
                </c:pt>
                <c:pt idx="209">
                  <c:v>402.210626</c:v>
                </c:pt>
                <c:pt idx="210">
                  <c:v>230.255694</c:v>
                </c:pt>
                <c:pt idx="211">
                  <c:v>230.255694</c:v>
                </c:pt>
                <c:pt idx="212">
                  <c:v>435.993643</c:v>
                </c:pt>
                <c:pt idx="213">
                  <c:v>435.993643</c:v>
                </c:pt>
                <c:pt idx="214">
                  <c:v>312.210747</c:v>
                </c:pt>
                <c:pt idx="215">
                  <c:v>312.210747</c:v>
                </c:pt>
                <c:pt idx="216">
                  <c:v>353.451603</c:v>
                </c:pt>
                <c:pt idx="217">
                  <c:v>353.451603</c:v>
                </c:pt>
                <c:pt idx="218">
                  <c:v>435.993643</c:v>
                </c:pt>
                <c:pt idx="219">
                  <c:v>435.993643</c:v>
                </c:pt>
                <c:pt idx="220">
                  <c:v>360.000200</c:v>
                </c:pt>
                <c:pt idx="221">
                  <c:v>360.000200</c:v>
                </c:pt>
                <c:pt idx="222">
                  <c:v>270</c:v>
                </c:pt>
                <c:pt idx="223">
                  <c:v>270</c:v>
                </c:pt>
                <c:pt idx="224">
                  <c:v>222.724751</c:v>
                </c:pt>
                <c:pt idx="225">
                  <c:v>222.724751</c:v>
                </c:pt>
                <c:pt idx="226">
                  <c:v>200</c:v>
                </c:pt>
                <c:pt idx="227">
                  <c:v>200</c:v>
                </c:pt>
                <c:pt idx="228">
                  <c:v>209.998558</c:v>
                </c:pt>
                <c:pt idx="229">
                  <c:v>209.998558</c:v>
                </c:pt>
                <c:pt idx="230">
                  <c:v>227.788932</c:v>
                </c:pt>
                <c:pt idx="231">
                  <c:v>227.788932</c:v>
                </c:pt>
                <c:pt idx="232">
                  <c:v>398.140759</c:v>
                </c:pt>
                <c:pt idx="233">
                  <c:v>398.140759</c:v>
                </c:pt>
                <c:pt idx="234">
                  <c:v>318.931434</c:v>
                </c:pt>
                <c:pt idx="235">
                  <c:v>318.931434</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14.975806</c:v>
                </c:pt>
                <c:pt idx="263">
                  <c:v>14.975806</c:v>
                </c:pt>
                <c:pt idx="264">
                  <c:v>0</c:v>
                </c:pt>
                <c:pt idx="265">
                  <c:v>0</c:v>
                </c:pt>
                <c:pt idx="266">
                  <c:v>0</c:v>
                </c:pt>
                <c:pt idx="267">
                  <c:v>0</c:v>
                </c:pt>
                <c:pt idx="268">
                  <c:v>0</c:v>
                </c:pt>
                <c:pt idx="269">
                  <c:v>0</c:v>
                </c:pt>
                <c:pt idx="270">
                  <c:v>59.999579</c:v>
                </c:pt>
                <c:pt idx="271">
                  <c:v>59.999579</c:v>
                </c:pt>
                <c:pt idx="272">
                  <c:v>0</c:v>
                </c:pt>
                <c:pt idx="273">
                  <c:v>0</c:v>
                </c:pt>
                <c:pt idx="274">
                  <c:v>0.000421</c:v>
                </c:pt>
                <c:pt idx="275">
                  <c:v>0.000421</c:v>
                </c:pt>
                <c:pt idx="276">
                  <c:v>0</c:v>
                </c:pt>
                <c:pt idx="277">
                  <c:v>0</c:v>
                </c:pt>
                <c:pt idx="278">
                  <c:v>0</c:v>
                </c:pt>
                <c:pt idx="279">
                  <c:v>0</c:v>
                </c:pt>
                <c:pt idx="280">
                  <c:v>16.055297</c:v>
                </c:pt>
                <c:pt idx="281">
                  <c:v>16.055297</c:v>
                </c:pt>
                <c:pt idx="282">
                  <c:v>60</c:v>
                </c:pt>
                <c:pt idx="283">
                  <c:v>60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60</c:v>
                </c:pt>
                <c:pt idx="299">
                  <c:v>60</c:v>
                </c:pt>
                <c:pt idx="300">
                  <c:v>16.054876</c:v>
                </c:pt>
                <c:pt idx="301">
                  <c:v>16.054876</c:v>
                </c:pt>
                <c:pt idx="302">
                  <c:v>0.000421</c:v>
                </c:pt>
                <c:pt idx="303">
                  <c:v>0.000421</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69.805530</c:v>
                </c:pt>
                <c:pt idx="361">
                  <c:v>69.805530</c:v>
                </c:pt>
                <c:pt idx="362">
                  <c:v>187.680373</c:v>
                </c:pt>
                <c:pt idx="363">
                  <c:v>187.680373</c:v>
                </c:pt>
                <c:pt idx="364">
                  <c:v>150</c:v>
                </c:pt>
                <c:pt idx="365">
                  <c:v>150</c:v>
                </c:pt>
                <c:pt idx="366">
                  <c:v>120</c:v>
                </c:pt>
                <c:pt idx="367">
                  <c:v>120</c:v>
                </c:pt>
                <c:pt idx="368">
                  <c:v>120</c:v>
                </c:pt>
                <c:pt idx="369">
                  <c:v>120</c:v>
                </c:pt>
                <c:pt idx="370">
                  <c:v>252.210526</c:v>
                </c:pt>
                <c:pt idx="371">
                  <c:v>252.210526</c:v>
                </c:pt>
                <c:pt idx="372">
                  <c:v>330</c:v>
                </c:pt>
                <c:pt idx="373">
                  <c:v>330</c:v>
                </c:pt>
                <c:pt idx="374">
                  <c:v>480</c:v>
                </c:pt>
                <c:pt idx="375">
                  <c:v>480</c:v>
                </c:pt>
                <c:pt idx="376">
                  <c:v>510.000421</c:v>
                </c:pt>
                <c:pt idx="377">
                  <c:v>510.000421</c:v>
                </c:pt>
                <c:pt idx="378">
                  <c:v>697.409686</c:v>
                </c:pt>
                <c:pt idx="379">
                  <c:v>697.409686</c:v>
                </c:pt>
                <c:pt idx="380">
                  <c:v>750</c:v>
                </c:pt>
                <c:pt idx="381">
                  <c:v>750</c:v>
                </c:pt>
                <c:pt idx="382">
                  <c:v>745.162160</c:v>
                </c:pt>
                <c:pt idx="383">
                  <c:v>745.162160</c:v>
                </c:pt>
                <c:pt idx="384">
                  <c:v>846.583913</c:v>
                </c:pt>
                <c:pt idx="385">
                  <c:v>846.583913</c:v>
                </c:pt>
                <c:pt idx="386">
                  <c:v>834.405720</c:v>
                </c:pt>
                <c:pt idx="387">
                  <c:v>834.405720</c:v>
                </c:pt>
                <c:pt idx="388">
                  <c:v>831.375694</c:v>
                </c:pt>
                <c:pt idx="389">
                  <c:v>831.375694</c:v>
                </c:pt>
                <c:pt idx="390">
                  <c:v>690.564238</c:v>
                </c:pt>
                <c:pt idx="391">
                  <c:v>690.564238</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17.134450</c:v>
                </c:pt>
                <c:pt idx="461">
                  <c:v>17.134450</c:v>
                </c:pt>
                <c:pt idx="462">
                  <c:v>16.055297</c:v>
                </c:pt>
                <c:pt idx="463">
                  <c:v>16.055297</c:v>
                </c:pt>
                <c:pt idx="464">
                  <c:v>0</c:v>
                </c:pt>
                <c:pt idx="465">
                  <c:v>0</c:v>
                </c:pt>
                <c:pt idx="466">
                  <c:v>0</c:v>
                </c:pt>
                <c:pt idx="467">
                  <c:v>0</c:v>
                </c:pt>
                <c:pt idx="468">
                  <c:v>0</c:v>
                </c:pt>
                <c:pt idx="469">
                  <c:v>0</c:v>
                </c:pt>
                <c:pt idx="470">
                  <c:v>0</c:v>
                </c:pt>
                <c:pt idx="471">
                  <c:v>0</c:v>
                </c:pt>
                <c:pt idx="472">
                  <c:v>0</c:v>
                </c:pt>
                <c:pt idx="473">
                  <c:v>0</c:v>
                </c:pt>
                <c:pt idx="474">
                  <c:v>1E-4</c:v>
                </c:pt>
                <c:pt idx="475">
                  <c:v>1E-4</c:v>
                </c:pt>
                <c:pt idx="476">
                  <c:v>1E-4</c:v>
                </c:pt>
                <c:pt idx="477">
                  <c:v>1E-4</c:v>
                </c:pt>
                <c:pt idx="478">
                  <c:v>44.975006</c:v>
                </c:pt>
                <c:pt idx="479">
                  <c:v>44.975006</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49.027210</c:v>
                </c:pt>
                <c:pt idx="497">
                  <c:v>49.027210</c:v>
                </c:pt>
                <c:pt idx="498">
                  <c:v>60</c:v>
                </c:pt>
                <c:pt idx="499">
                  <c:v>60</c:v>
                </c:pt>
                <c:pt idx="500">
                  <c:v>0</c:v>
                </c:pt>
                <c:pt idx="501">
                  <c:v>0</c:v>
                </c:pt>
                <c:pt idx="502">
                  <c:v>1E-4</c:v>
                </c:pt>
                <c:pt idx="503">
                  <c:v>1E-4</c:v>
                </c:pt>
                <c:pt idx="504">
                  <c:v>0</c:v>
                </c:pt>
                <c:pt idx="505">
                  <c:v>0</c:v>
                </c:pt>
                <c:pt idx="506">
                  <c:v>0</c:v>
                </c:pt>
                <c:pt idx="507">
                  <c:v>0</c:v>
                </c:pt>
                <c:pt idx="508">
                  <c:v>0</c:v>
                </c:pt>
                <c:pt idx="509">
                  <c:v>0</c:v>
                </c:pt>
                <c:pt idx="510">
                  <c:v>0</c:v>
                </c:pt>
                <c:pt idx="511">
                  <c:v>0</c:v>
                </c:pt>
                <c:pt idx="512">
                  <c:v>0.000200</c:v>
                </c:pt>
                <c:pt idx="513">
                  <c:v>0.000200</c:v>
                </c:pt>
                <c:pt idx="514">
                  <c:v>61.801000</c:v>
                </c:pt>
                <c:pt idx="515">
                  <c:v>61.801000</c:v>
                </c:pt>
                <c:pt idx="516">
                  <c:v>8.117329</c:v>
                </c:pt>
                <c:pt idx="517">
                  <c:v>8.117329</c:v>
                </c:pt>
                <c:pt idx="518">
                  <c:v>0.000200</c:v>
                </c:pt>
                <c:pt idx="519">
                  <c:v>0.000200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94.167485</c:v>
                </c:pt>
                <c:pt idx="545">
                  <c:v>94.167485</c:v>
                </c:pt>
                <c:pt idx="546">
                  <c:v>210</c:v>
                </c:pt>
                <c:pt idx="547">
                  <c:v>210</c:v>
                </c:pt>
                <c:pt idx="548">
                  <c:v>180</c:v>
                </c:pt>
                <c:pt idx="549">
                  <c:v>180</c:v>
                </c:pt>
                <c:pt idx="550">
                  <c:v>81.568600</c:v>
                </c:pt>
                <c:pt idx="551">
                  <c:v>81.568600</c:v>
                </c:pt>
                <c:pt idx="552">
                  <c:v>38.950781</c:v>
                </c:pt>
                <c:pt idx="553">
                  <c:v>38.950781</c:v>
                </c:pt>
                <c:pt idx="554">
                  <c:v>0</c:v>
                </c:pt>
                <c:pt idx="555">
                  <c:v>0</c:v>
                </c:pt>
                <c:pt idx="556">
                  <c:v>0</c:v>
                </c:pt>
                <c:pt idx="557">
                  <c:v>0</c:v>
                </c:pt>
                <c:pt idx="558">
                  <c:v>60</c:v>
                </c:pt>
                <c:pt idx="559">
                  <c:v>60</c:v>
                </c:pt>
                <c:pt idx="560">
                  <c:v>60.000100</c:v>
                </c:pt>
                <c:pt idx="561">
                  <c:v>60.000100</c:v>
                </c:pt>
                <c:pt idx="562">
                  <c:v>14.82005</c:v>
                </c:pt>
                <c:pt idx="563">
                  <c:v>14.82005</c:v>
                </c:pt>
                <c:pt idx="564">
                  <c:v>74.819329</c:v>
                </c:pt>
                <c:pt idx="565">
                  <c:v>74.819329</c:v>
                </c:pt>
                <c:pt idx="566">
                  <c:v>15.420525</c:v>
                </c:pt>
                <c:pt idx="567">
                  <c:v>15.420525</c:v>
                </c:pt>
                <c:pt idx="568">
                  <c:v>270.001221</c:v>
                </c:pt>
                <c:pt idx="569">
                  <c:v>270.001221</c:v>
                </c:pt>
                <c:pt idx="570">
                  <c:v>467.990027</c:v>
                </c:pt>
                <c:pt idx="571">
                  <c:v>467.990027</c:v>
                </c:pt>
                <c:pt idx="572">
                  <c:v>612.777323</c:v>
                </c:pt>
                <c:pt idx="573">
                  <c:v>612.777323</c:v>
                </c:pt>
                <c:pt idx="574">
                  <c:v>750</c:v>
                </c:pt>
                <c:pt idx="575">
                  <c:v>750</c:v>
                </c:pt>
                <c:pt idx="576">
                  <c:v>270</c:v>
                </c:pt>
                <c:pt idx="577">
                  <c:v>270</c:v>
                </c:pt>
                <c:pt idx="578">
                  <c:v>134.163288</c:v>
                </c:pt>
                <c:pt idx="579">
                  <c:v>134.163288</c:v>
                </c:pt>
                <c:pt idx="580">
                  <c:v>60.000421</c:v>
                </c:pt>
                <c:pt idx="581">
                  <c:v>60.000421</c:v>
                </c:pt>
                <c:pt idx="582">
                  <c:v>60</c:v>
                </c:pt>
                <c:pt idx="583">
                  <c:v>60</c:v>
                </c:pt>
                <c:pt idx="584">
                  <c:v>328.090852</c:v>
                </c:pt>
                <c:pt idx="585">
                  <c:v>328.090852</c:v>
                </c:pt>
                <c:pt idx="586">
                  <c:v>330.000300</c:v>
                </c:pt>
                <c:pt idx="587">
                  <c:v>330.000300</c:v>
                </c:pt>
                <c:pt idx="588">
                  <c:v>438.570698</c:v>
                </c:pt>
                <c:pt idx="589">
                  <c:v>438.570698</c:v>
                </c:pt>
                <c:pt idx="590">
                  <c:v>390.000300</c:v>
                </c:pt>
                <c:pt idx="591">
                  <c:v>390.000300</c:v>
                </c:pt>
                <c:pt idx="592">
                  <c:v>390.000521</c:v>
                </c:pt>
                <c:pt idx="593">
                  <c:v>390.000521</c:v>
                </c:pt>
                <c:pt idx="594">
                  <c:v>459.126191</c:v>
                </c:pt>
                <c:pt idx="595">
                  <c:v>459.126191</c:v>
                </c:pt>
                <c:pt idx="596">
                  <c:v>600.000200</c:v>
                </c:pt>
                <c:pt idx="597">
                  <c:v>600.000200</c:v>
                </c:pt>
                <c:pt idx="598">
                  <c:v>402.463700</c:v>
                </c:pt>
                <c:pt idx="599">
                  <c:v>402.463700</c:v>
                </c:pt>
                <c:pt idx="600">
                  <c:v>539.999900</c:v>
                </c:pt>
                <c:pt idx="601">
                  <c:v>539.999900</c:v>
                </c:pt>
                <c:pt idx="602">
                  <c:v>321.652746</c:v>
                </c:pt>
                <c:pt idx="603">
                  <c:v>321.652746</c:v>
                </c:pt>
                <c:pt idx="604">
                  <c:v>362.210454</c:v>
                </c:pt>
                <c:pt idx="605">
                  <c:v>362.210454</c:v>
                </c:pt>
                <c:pt idx="606">
                  <c:v>630</c:v>
                </c:pt>
                <c:pt idx="607">
                  <c:v>630</c:v>
                </c:pt>
                <c:pt idx="608">
                  <c:v>350.541067</c:v>
                </c:pt>
                <c:pt idx="609">
                  <c:v>350.541067</c:v>
                </c:pt>
                <c:pt idx="610">
                  <c:v>300.000200</c:v>
                </c:pt>
                <c:pt idx="611">
                  <c:v>300.000200</c:v>
                </c:pt>
                <c:pt idx="612">
                  <c:v>464.635065</c:v>
                </c:pt>
                <c:pt idx="613">
                  <c:v>464.635065</c:v>
                </c:pt>
                <c:pt idx="614">
                  <c:v>540.000400</c:v>
                </c:pt>
                <c:pt idx="615">
                  <c:v>540.000400</c:v>
                </c:pt>
                <c:pt idx="616">
                  <c:v>500.496878</c:v>
                </c:pt>
                <c:pt idx="617">
                  <c:v>500.496878</c:v>
                </c:pt>
                <c:pt idx="618">
                  <c:v>612.211468</c:v>
                </c:pt>
                <c:pt idx="619">
                  <c:v>612.211468</c:v>
                </c:pt>
                <c:pt idx="620">
                  <c:v>348.843911</c:v>
                </c:pt>
                <c:pt idx="621">
                  <c:v>348.843911</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1E-4</c:v>
                </c:pt>
                <c:pt idx="651">
                  <c:v>1E-4</c:v>
                </c:pt>
                <c:pt idx="652">
                  <c:v>30</c:v>
                </c:pt>
                <c:pt idx="653">
                  <c:v>30</c:v>
                </c:pt>
                <c:pt idx="654">
                  <c:v>0</c:v>
                </c:pt>
                <c:pt idx="655">
                  <c:v>0</c:v>
                </c:pt>
                <c:pt idx="656">
                  <c:v>0</c:v>
                </c:pt>
                <c:pt idx="657">
                  <c:v>0</c:v>
                </c:pt>
                <c:pt idx="658">
                  <c:v>17.134550</c:v>
                </c:pt>
                <c:pt idx="659">
                  <c:v>17.134550</c:v>
                </c:pt>
                <c:pt idx="660">
                  <c:v>0</c:v>
                </c:pt>
                <c:pt idx="661">
                  <c:v>0</c:v>
                </c:pt>
                <c:pt idx="662">
                  <c:v>0</c:v>
                </c:pt>
                <c:pt idx="663">
                  <c:v>0</c:v>
                </c:pt>
                <c:pt idx="664">
                  <c:v>1E-4</c:v>
                </c:pt>
                <c:pt idx="665">
                  <c:v>1E-4</c:v>
                </c:pt>
                <c:pt idx="666">
                  <c:v>67.296857</c:v>
                </c:pt>
                <c:pt idx="667">
                  <c:v>67.296857</c:v>
                </c:pt>
                <c:pt idx="668">
                  <c:v>1E-4</c:v>
                </c:pt>
                <c:pt idx="669">
                  <c:v>1E-4</c:v>
                </c:pt>
                <c:pt idx="670">
                  <c:v>0</c:v>
                </c:pt>
                <c:pt idx="671">
                  <c:v>0</c:v>
                </c:pt>
                <c:pt idx="672">
                  <c:v>1E-4</c:v>
                </c:pt>
                <c:pt idx="673">
                  <c:v>1E-4</c:v>
                </c:pt>
                <c:pt idx="674">
                  <c:v>30</c:v>
                </c:pt>
                <c:pt idx="675">
                  <c:v>30</c:v>
                </c:pt>
                <c:pt idx="676">
                  <c:v>14.261686</c:v>
                </c:pt>
                <c:pt idx="677">
                  <c:v>14.261686</c:v>
                </c:pt>
                <c:pt idx="678">
                  <c:v>120</c:v>
                </c:pt>
                <c:pt idx="679">
                  <c:v>120</c:v>
                </c:pt>
                <c:pt idx="680">
                  <c:v>59.999779</c:v>
                </c:pt>
                <c:pt idx="681">
                  <c:v>59.999779</c:v>
                </c:pt>
                <c:pt idx="682">
                  <c:v>42.210526</c:v>
                </c:pt>
                <c:pt idx="683">
                  <c:v>42.210526</c:v>
                </c:pt>
                <c:pt idx="684">
                  <c:v>0</c:v>
                </c:pt>
                <c:pt idx="685">
                  <c:v>0</c:v>
                </c:pt>
                <c:pt idx="686">
                  <c:v>0</c:v>
                </c:pt>
                <c:pt idx="687">
                  <c:v>0</c:v>
                </c:pt>
                <c:pt idx="688">
                  <c:v>0</c:v>
                </c:pt>
                <c:pt idx="689">
                  <c:v>0</c:v>
                </c:pt>
                <c:pt idx="690">
                  <c:v>0</c:v>
                </c:pt>
                <c:pt idx="691">
                  <c:v>0</c:v>
                </c:pt>
                <c:pt idx="692">
                  <c:v>12.210326</c:v>
                </c:pt>
                <c:pt idx="693">
                  <c:v>12.210326</c:v>
                </c:pt>
                <c:pt idx="694">
                  <c:v>0</c:v>
                </c:pt>
                <c:pt idx="695">
                  <c:v>0</c:v>
                </c:pt>
                <c:pt idx="696">
                  <c:v>0</c:v>
                </c:pt>
                <c:pt idx="697">
                  <c:v>0</c:v>
                </c:pt>
                <c:pt idx="698">
                  <c:v>0.000521</c:v>
                </c:pt>
                <c:pt idx="699">
                  <c:v>0.000521</c:v>
                </c:pt>
                <c:pt idx="700">
                  <c:v>60.000100</c:v>
                </c:pt>
                <c:pt idx="701">
                  <c:v>60.000100</c:v>
                </c:pt>
                <c:pt idx="702">
                  <c:v>62.109735</c:v>
                </c:pt>
                <c:pt idx="703">
                  <c:v>62.109735</c:v>
                </c:pt>
                <c:pt idx="704">
                  <c:v>29.949321</c:v>
                </c:pt>
                <c:pt idx="705">
                  <c:v>29.949321</c:v>
                </c:pt>
                <c:pt idx="706">
                  <c:v>0.000421</c:v>
                </c:pt>
                <c:pt idx="707">
                  <c:v>0.000421</c:v>
                </c:pt>
                <c:pt idx="708">
                  <c:v>0</c:v>
                </c:pt>
                <c:pt idx="709">
                  <c:v>0</c:v>
                </c:pt>
                <c:pt idx="710">
                  <c:v>1E-4</c:v>
                </c:pt>
                <c:pt idx="711">
                  <c:v>1E-4</c:v>
                </c:pt>
                <c:pt idx="712">
                  <c:v>0.051000</c:v>
                </c:pt>
                <c:pt idx="713">
                  <c:v>0.051000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5.521629</c:v>
                </c:pt>
                <c:pt idx="739">
                  <c:v>5.521629</c:v>
                </c:pt>
                <c:pt idx="740">
                  <c:v>90</c:v>
                </c:pt>
                <c:pt idx="741">
                  <c:v>90</c:v>
                </c:pt>
                <c:pt idx="742">
                  <c:v>42.210226</c:v>
                </c:pt>
                <c:pt idx="743">
                  <c:v>42.210226</c:v>
                </c:pt>
                <c:pt idx="744">
                  <c:v>1E-4</c:v>
                </c:pt>
                <c:pt idx="745">
                  <c:v>1E-4</c:v>
                </c:pt>
                <c:pt idx="746">
                  <c:v>56.915144</c:v>
                </c:pt>
                <c:pt idx="747">
                  <c:v>56.915144</c:v>
                </c:pt>
                <c:pt idx="748">
                  <c:v>90</c:v>
                </c:pt>
                <c:pt idx="749">
                  <c:v>90</c:v>
                </c:pt>
                <c:pt idx="750">
                  <c:v>150</c:v>
                </c:pt>
                <c:pt idx="751">
                  <c:v>150</c:v>
                </c:pt>
                <c:pt idx="752">
                  <c:v>180</c:v>
                </c:pt>
                <c:pt idx="753">
                  <c:v>180</c:v>
                </c:pt>
                <c:pt idx="754">
                  <c:v>210.000521</c:v>
                </c:pt>
                <c:pt idx="755">
                  <c:v>210.000521</c:v>
                </c:pt>
                <c:pt idx="756">
                  <c:v>330</c:v>
                </c:pt>
                <c:pt idx="757">
                  <c:v>330</c:v>
                </c:pt>
                <c:pt idx="758">
                  <c:v>488.124755</c:v>
                </c:pt>
                <c:pt idx="759">
                  <c:v>488.124755</c:v>
                </c:pt>
                <c:pt idx="760">
                  <c:v>582.210626</c:v>
                </c:pt>
                <c:pt idx="761">
                  <c:v>582.210626</c:v>
                </c:pt>
                <c:pt idx="762">
                  <c:v>737.136527</c:v>
                </c:pt>
                <c:pt idx="763">
                  <c:v>737.136527</c:v>
                </c:pt>
                <c:pt idx="764">
                  <c:v>630.000200</c:v>
                </c:pt>
                <c:pt idx="765">
                  <c:v>630.000200</c:v>
                </c:pt>
                <c:pt idx="766">
                  <c:v>633.797427</c:v>
                </c:pt>
                <c:pt idx="767">
                  <c:v>633.797427</c:v>
                </c:pt>
                <c:pt idx="768">
                  <c:v>600.000200</c:v>
                </c:pt>
                <c:pt idx="769">
                  <c:v>600.000200</c:v>
                </c:pt>
                <c:pt idx="770">
                  <c:v>756.835524</c:v>
                </c:pt>
                <c:pt idx="771">
                  <c:v>756.835524</c:v>
                </c:pt>
                <c:pt idx="772">
                  <c:v>815.583435</c:v>
                </c:pt>
                <c:pt idx="773">
                  <c:v>815.583435</c:v>
                </c:pt>
                <c:pt idx="774">
                  <c:v>628.337751</c:v>
                </c:pt>
                <c:pt idx="775">
                  <c:v>628.337751</c:v>
                </c:pt>
                <c:pt idx="776">
                  <c:v>526.059351</c:v>
                </c:pt>
                <c:pt idx="777">
                  <c:v>526.059351</c:v>
                </c:pt>
                <c:pt idx="778">
                  <c:v>545.239635</c:v>
                </c:pt>
                <c:pt idx="779">
                  <c:v>545.239635</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c:v>
                </c:pt>
                <c:pt idx="793">
                  <c:v>194.579675</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199.997695</c:v>
                </c:pt>
                <c:pt idx="807">
                  <c:v>199.997695</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27.550945</c:v>
                </c:pt>
                <c:pt idx="845">
                  <c:v>27.550945</c:v>
                </c:pt>
                <c:pt idx="846">
                  <c:v>1E-4</c:v>
                </c:pt>
                <c:pt idx="847">
                  <c:v>1E-4</c:v>
                </c:pt>
                <c:pt idx="848">
                  <c:v>16.055818</c:v>
                </c:pt>
                <c:pt idx="849">
                  <c:v>16.055818</c:v>
                </c:pt>
                <c:pt idx="850">
                  <c:v>60</c:v>
                </c:pt>
                <c:pt idx="851">
                  <c:v>60</c:v>
                </c:pt>
                <c:pt idx="852">
                  <c:v>0</c:v>
                </c:pt>
                <c:pt idx="853">
                  <c:v>0</c:v>
                </c:pt>
                <c:pt idx="854">
                  <c:v>0</c:v>
                </c:pt>
                <c:pt idx="855">
                  <c:v>0</c:v>
                </c:pt>
                <c:pt idx="856">
                  <c:v>1E-4</c:v>
                </c:pt>
                <c:pt idx="857">
                  <c:v>1E-4</c:v>
                </c:pt>
                <c:pt idx="858">
                  <c:v>1E-4</c:v>
                </c:pt>
                <c:pt idx="859">
                  <c:v>1E-4</c:v>
                </c:pt>
                <c:pt idx="860">
                  <c:v>17.133929</c:v>
                </c:pt>
                <c:pt idx="861">
                  <c:v>17.133929</c:v>
                </c:pt>
                <c:pt idx="862">
                  <c:v>60</c:v>
                </c:pt>
                <c:pt idx="863">
                  <c:v>60</c:v>
                </c:pt>
                <c:pt idx="864">
                  <c:v>0.000421</c:v>
                </c:pt>
                <c:pt idx="865">
                  <c:v>0.000421</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1E-4</c:v>
                </c:pt>
                <c:pt idx="881">
                  <c:v>1E-4</c:v>
                </c:pt>
                <c:pt idx="882">
                  <c:v>1E-4</c:v>
                </c:pt>
                <c:pt idx="883">
                  <c:v>1E-4</c:v>
                </c:pt>
                <c:pt idx="884">
                  <c:v>1E-4</c:v>
                </c:pt>
                <c:pt idx="885">
                  <c:v>1E-4</c:v>
                </c:pt>
                <c:pt idx="886">
                  <c:v>46.054076</c:v>
                </c:pt>
                <c:pt idx="887">
                  <c:v>46.054076</c:v>
                </c:pt>
                <c:pt idx="888">
                  <c:v>0</c:v>
                </c:pt>
                <c:pt idx="889">
                  <c:v>0</c:v>
                </c:pt>
                <c:pt idx="890">
                  <c:v>0</c:v>
                </c:pt>
                <c:pt idx="891">
                  <c:v>0</c:v>
                </c:pt>
                <c:pt idx="892">
                  <c:v>0</c:v>
                </c:pt>
                <c:pt idx="893">
                  <c:v>0</c:v>
                </c:pt>
                <c:pt idx="894">
                  <c:v>0</c:v>
                </c:pt>
                <c:pt idx="895">
                  <c:v>0</c:v>
                </c:pt>
                <c:pt idx="896">
                  <c:v>90</c:v>
                </c:pt>
                <c:pt idx="897">
                  <c:v>90</c:v>
                </c:pt>
                <c:pt idx="898">
                  <c:v>57.08</c:v>
                </c:pt>
                <c:pt idx="899">
                  <c:v>57.08</c:v>
                </c:pt>
                <c:pt idx="900">
                  <c:v>30</c:v>
                </c:pt>
                <c:pt idx="901">
                  <c:v>30</c:v>
                </c:pt>
                <c:pt idx="902">
                  <c:v>29.998921</c:v>
                </c:pt>
                <c:pt idx="903">
                  <c:v>29.998921</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16.055297</c:v>
                </c:pt>
                <c:pt idx="929">
                  <c:v>16.055297</c:v>
                </c:pt>
                <c:pt idx="930">
                  <c:v>0</c:v>
                </c:pt>
                <c:pt idx="931">
                  <c:v>0</c:v>
                </c:pt>
                <c:pt idx="932">
                  <c:v>0</c:v>
                </c:pt>
                <c:pt idx="933">
                  <c:v>0</c:v>
                </c:pt>
                <c:pt idx="934">
                  <c:v>0</c:v>
                </c:pt>
                <c:pt idx="935">
                  <c:v>0</c:v>
                </c:pt>
                <c:pt idx="936">
                  <c:v>2.921579</c:v>
                </c:pt>
                <c:pt idx="937">
                  <c:v>2.921579</c:v>
                </c:pt>
                <c:pt idx="938">
                  <c:v>60.000421</c:v>
                </c:pt>
                <c:pt idx="939">
                  <c:v>60.000421</c:v>
                </c:pt>
                <c:pt idx="940">
                  <c:v>16.055297</c:v>
                </c:pt>
                <c:pt idx="941">
                  <c:v>16.055297</c:v>
                </c:pt>
                <c:pt idx="942">
                  <c:v>0</c:v>
                </c:pt>
                <c:pt idx="943">
                  <c:v>0</c:v>
                </c:pt>
                <c:pt idx="944">
                  <c:v>60</c:v>
                </c:pt>
                <c:pt idx="945">
                  <c:v>60</c:v>
                </c:pt>
                <c:pt idx="946">
                  <c:v>90.000100</c:v>
                </c:pt>
                <c:pt idx="947">
                  <c:v>90.000100</c:v>
                </c:pt>
                <c:pt idx="948">
                  <c:v>150</c:v>
                </c:pt>
                <c:pt idx="949">
                  <c:v>150</c:v>
                </c:pt>
                <c:pt idx="950">
                  <c:v>90</c:v>
                </c:pt>
                <c:pt idx="951">
                  <c:v>90</c:v>
                </c:pt>
                <c:pt idx="952">
                  <c:v>180.0001</c:v>
                </c:pt>
                <c:pt idx="953">
                  <c:v>180.0001</c:v>
                </c:pt>
                <c:pt idx="954">
                  <c:v>120.0001</c:v>
                </c:pt>
                <c:pt idx="955">
                  <c:v>120.0001</c:v>
                </c:pt>
                <c:pt idx="956">
                  <c:v>16.499457</c:v>
                </c:pt>
                <c:pt idx="957">
                  <c:v>16.499457</c:v>
                </c:pt>
                <c:pt idx="958">
                  <c:v>129.641076</c:v>
                </c:pt>
                <c:pt idx="959">
                  <c:v>129.641076</c:v>
                </c:pt>
                <c:pt idx="960">
                  <c:v>420.104350</c:v>
                </c:pt>
                <c:pt idx="961">
                  <c:v>420.104350</c:v>
                </c:pt>
                <c:pt idx="962">
                  <c:v>450.000100</c:v>
                </c:pt>
                <c:pt idx="963">
                  <c:v>450.000100</c:v>
                </c:pt>
                <c:pt idx="964">
                  <c:v>142.512702</c:v>
                </c:pt>
                <c:pt idx="965">
                  <c:v>142.512702</c:v>
                </c:pt>
                <c:pt idx="966">
                  <c:v>0</c:v>
                </c:pt>
                <c:pt idx="967">
                  <c:v>0</c:v>
                </c:pt>
                <c:pt idx="968">
                  <c:v>454.948963</c:v>
                </c:pt>
                <c:pt idx="969">
                  <c:v>454.948963</c:v>
                </c:pt>
                <c:pt idx="970">
                  <c:v>595.466221</c:v>
                </c:pt>
                <c:pt idx="971">
                  <c:v>595.466221</c:v>
                </c:pt>
                <c:pt idx="972">
                  <c:v>577.908699</c:v>
                </c:pt>
                <c:pt idx="973">
                  <c:v>577.908699</c:v>
                </c:pt>
                <c:pt idx="974">
                  <c:v>630.000521</c:v>
                </c:pt>
                <c:pt idx="975">
                  <c:v>630.000521</c:v>
                </c:pt>
                <c:pt idx="976">
                  <c:v>556.688111</c:v>
                </c:pt>
                <c:pt idx="977">
                  <c:v>556.688111</c:v>
                </c:pt>
                <c:pt idx="978">
                  <c:v>491.451356</c:v>
                </c:pt>
                <c:pt idx="979">
                  <c:v>491.451356</c:v>
                </c:pt>
                <c:pt idx="980">
                  <c:v>192.210526</c:v>
                </c:pt>
                <c:pt idx="981">
                  <c:v>192.210526</c:v>
                </c:pt>
                <c:pt idx="982">
                  <c:v>270.000100</c:v>
                </c:pt>
                <c:pt idx="983">
                  <c:v>270.000100</c:v>
                </c:pt>
                <c:pt idx="984">
                  <c:v>401.596416</c:v>
                </c:pt>
                <c:pt idx="985">
                  <c:v>401.596416</c:v>
                </c:pt>
                <c:pt idx="986">
                  <c:v>450.000521</c:v>
                </c:pt>
                <c:pt idx="987">
                  <c:v>450.000521</c:v>
                </c:pt>
                <c:pt idx="988">
                  <c:v>430.148401</c:v>
                </c:pt>
                <c:pt idx="989">
                  <c:v>430.148401</c:v>
                </c:pt>
                <c:pt idx="990">
                  <c:v>570.000200</c:v>
                </c:pt>
                <c:pt idx="991">
                  <c:v>570.000200</c:v>
                </c:pt>
                <c:pt idx="992">
                  <c:v>630.000100</c:v>
                </c:pt>
                <c:pt idx="993">
                  <c:v>630.000100</c:v>
                </c:pt>
                <c:pt idx="994">
                  <c:v>702.210947</c:v>
                </c:pt>
                <c:pt idx="995">
                  <c:v>702.210947</c:v>
                </c:pt>
                <c:pt idx="996">
                  <c:v>684.421895</c:v>
                </c:pt>
                <c:pt idx="997">
                  <c:v>684.421895</c:v>
                </c:pt>
                <c:pt idx="998">
                  <c:v>702.210947</c:v>
                </c:pt>
                <c:pt idx="999">
                  <c:v>702.210947</c:v>
                </c:pt>
                <c:pt idx="1000">
                  <c:v>522.211047</c:v>
                </c:pt>
                <c:pt idx="1001">
                  <c:v>522.211047</c:v>
                </c:pt>
                <c:pt idx="1002">
                  <c:v>667.838411</c:v>
                </c:pt>
                <c:pt idx="1003">
                  <c:v>667.838411</c:v>
                </c:pt>
                <c:pt idx="1004">
                  <c:v>540</c:v>
                </c:pt>
                <c:pt idx="1005">
                  <c:v>540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92.364092</c:v>
                </c:pt>
                <c:pt idx="1119">
                  <c:v>92.364092</c:v>
                </c:pt>
                <c:pt idx="1120">
                  <c:v>30.000300</c:v>
                </c:pt>
                <c:pt idx="1121">
                  <c:v>30.000300</c:v>
                </c:pt>
                <c:pt idx="1122">
                  <c:v>0</c:v>
                </c:pt>
                <c:pt idx="1123">
                  <c:v>0</c:v>
                </c:pt>
                <c:pt idx="1124">
                  <c:v>17.134550</c:v>
                </c:pt>
                <c:pt idx="1125">
                  <c:v>17.134550</c:v>
                </c:pt>
                <c:pt idx="1126">
                  <c:v>60.000300</c:v>
                </c:pt>
                <c:pt idx="1127">
                  <c:v>60.000300</c:v>
                </c:pt>
                <c:pt idx="1128">
                  <c:v>333.188826</c:v>
                </c:pt>
                <c:pt idx="1129">
                  <c:v>333.188826</c:v>
                </c:pt>
                <c:pt idx="1130">
                  <c:v>192.211368</c:v>
                </c:pt>
                <c:pt idx="1131">
                  <c:v>192.211368</c:v>
                </c:pt>
                <c:pt idx="1132">
                  <c:v>150</c:v>
                </c:pt>
                <c:pt idx="1133">
                  <c:v>150</c:v>
                </c:pt>
                <c:pt idx="1134">
                  <c:v>120</c:v>
                </c:pt>
                <c:pt idx="1135">
                  <c:v>120</c:v>
                </c:pt>
                <c:pt idx="1136">
                  <c:v>75.388087</c:v>
                </c:pt>
                <c:pt idx="1137">
                  <c:v>75.388087</c:v>
                </c:pt>
                <c:pt idx="1138">
                  <c:v>180</c:v>
                </c:pt>
                <c:pt idx="1139">
                  <c:v>180</c:v>
                </c:pt>
                <c:pt idx="1140">
                  <c:v>225.721420</c:v>
                </c:pt>
                <c:pt idx="1141">
                  <c:v>225.721420</c:v>
                </c:pt>
                <c:pt idx="1142">
                  <c:v>330</c:v>
                </c:pt>
                <c:pt idx="1143">
                  <c:v>330</c:v>
                </c:pt>
                <c:pt idx="1144">
                  <c:v>659.998479</c:v>
                </c:pt>
                <c:pt idx="1145">
                  <c:v>659.998479</c:v>
                </c:pt>
                <c:pt idx="1146">
                  <c:v>840</c:v>
                </c:pt>
                <c:pt idx="1147">
                  <c:v>840</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240.000200</c:v>
                </c:pt>
                <c:pt idx="1169">
                  <c:v>240.000200</c:v>
                </c:pt>
                <c:pt idx="1170">
                  <c:v>200</c:v>
                </c:pt>
                <c:pt idx="1171">
                  <c:v>200</c:v>
                </c:pt>
                <c:pt idx="1172">
                  <c:v>270</c:v>
                </c:pt>
                <c:pt idx="1173">
                  <c:v>270</c:v>
                </c:pt>
                <c:pt idx="1174">
                  <c:v>262.211968</c:v>
                </c:pt>
                <c:pt idx="1175">
                  <c:v>262.211968</c:v>
                </c:pt>
                <c:pt idx="1176">
                  <c:v>200</c:v>
                </c:pt>
                <c:pt idx="1177">
                  <c:v>200</c:v>
                </c:pt>
                <c:pt idx="1178">
                  <c:v>270.000200</c:v>
                </c:pt>
                <c:pt idx="1179">
                  <c:v>270.000200</c:v>
                </c:pt>
                <c:pt idx="1180">
                  <c:v>200</c:v>
                </c:pt>
                <c:pt idx="1181">
                  <c:v>200</c:v>
                </c:pt>
                <c:pt idx="1182">
                  <c:v>200</c:v>
                </c:pt>
                <c:pt idx="1183">
                  <c:v>200</c:v>
                </c:pt>
                <c:pt idx="1184">
                  <c:v>341.255570</c:v>
                </c:pt>
                <c:pt idx="1185">
                  <c:v>341.255570</c:v>
                </c:pt>
                <c:pt idx="1186">
                  <c:v>222.210626</c:v>
                </c:pt>
                <c:pt idx="1187">
                  <c:v>222.210626</c:v>
                </c:pt>
                <c:pt idx="1188">
                  <c:v>200</c:v>
                </c:pt>
                <c:pt idx="1189">
                  <c:v>200</c:v>
                </c:pt>
                <c:pt idx="1190">
                  <c:v>255.790860</c:v>
                </c:pt>
                <c:pt idx="1191">
                  <c:v>255.790860</c:v>
                </c:pt>
                <c:pt idx="1192">
                  <c:v>200</c:v>
                </c:pt>
                <c:pt idx="1193">
                  <c:v>200</c:v>
                </c:pt>
                <c:pt idx="1194">
                  <c:v>325.422767</c:v>
                </c:pt>
                <c:pt idx="1195">
                  <c:v>325.422767</c:v>
                </c:pt>
                <c:pt idx="1196">
                  <c:v>320.678202</c:v>
                </c:pt>
                <c:pt idx="1197">
                  <c:v>320.678202</c:v>
                </c:pt>
                <c:pt idx="1198">
                  <c:v>436.225643</c:v>
                </c:pt>
                <c:pt idx="1199">
                  <c:v>436.225643</c:v>
                </c:pt>
                <c:pt idx="1200">
                  <c:v>240.000421</c:v>
                </c:pt>
                <c:pt idx="1201">
                  <c:v>240.000421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6.841391</c:v>
                </c:pt>
                <c:pt idx="1309">
                  <c:v>6.841391</c:v>
                </c:pt>
                <c:pt idx="1310">
                  <c:v>0</c:v>
                </c:pt>
                <c:pt idx="1311">
                  <c:v>0</c:v>
                </c:pt>
                <c:pt idx="1312">
                  <c:v>46.055197</c:v>
                </c:pt>
                <c:pt idx="1313">
                  <c:v>46.055197</c:v>
                </c:pt>
                <c:pt idx="1314">
                  <c:v>1E-4</c:v>
                </c:pt>
                <c:pt idx="1315">
                  <c:v>1E-4</c:v>
                </c:pt>
                <c:pt idx="1316">
                  <c:v>0</c:v>
                </c:pt>
                <c:pt idx="1317">
                  <c:v>0</c:v>
                </c:pt>
                <c:pt idx="1318">
                  <c:v>0</c:v>
                </c:pt>
                <c:pt idx="1319">
                  <c:v>0</c:v>
                </c:pt>
                <c:pt idx="1320">
                  <c:v>30.0001</c:v>
                </c:pt>
                <c:pt idx="1321">
                  <c:v>30.0001</c:v>
                </c:pt>
                <c:pt idx="1322">
                  <c:v>33.484791</c:v>
                </c:pt>
                <c:pt idx="1323">
                  <c:v>33.484791</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390</c:v>
                </c:pt>
                <c:pt idx="1345">
                  <c:v>390</c:v>
                </c:pt>
                <c:pt idx="1346">
                  <c:v>370.301799</c:v>
                </c:pt>
                <c:pt idx="1347">
                  <c:v>370.301799</c:v>
                </c:pt>
                <c:pt idx="1348">
                  <c:v>150</c:v>
                </c:pt>
                <c:pt idx="1349">
                  <c:v>150</c:v>
                </c:pt>
                <c:pt idx="1350">
                  <c:v>90</c:v>
                </c:pt>
                <c:pt idx="1351">
                  <c:v>90</c:v>
                </c:pt>
                <c:pt idx="1352">
                  <c:v>390</c:v>
                </c:pt>
                <c:pt idx="1353">
                  <c:v>390</c:v>
                </c:pt>
                <c:pt idx="1354">
                  <c:v>480</c:v>
                </c:pt>
                <c:pt idx="1355">
                  <c:v>480</c:v>
                </c:pt>
                <c:pt idx="1356">
                  <c:v>270</c:v>
                </c:pt>
                <c:pt idx="1357">
                  <c:v>270</c:v>
                </c:pt>
                <c:pt idx="1358">
                  <c:v>150</c:v>
                </c:pt>
                <c:pt idx="1359">
                  <c:v>150</c:v>
                </c:pt>
                <c:pt idx="1360">
                  <c:v>167.794582</c:v>
                </c:pt>
                <c:pt idx="1361">
                  <c:v>167.794582</c:v>
                </c:pt>
                <c:pt idx="1362">
                  <c:v>120</c:v>
                </c:pt>
                <c:pt idx="1363">
                  <c:v>120</c:v>
                </c:pt>
                <c:pt idx="1364">
                  <c:v>120</c:v>
                </c:pt>
                <c:pt idx="1365">
                  <c:v>120</c:v>
                </c:pt>
                <c:pt idx="1366">
                  <c:v>90</c:v>
                </c:pt>
                <c:pt idx="1367">
                  <c:v>90</c:v>
                </c:pt>
                <c:pt idx="1368">
                  <c:v>360.000300</c:v>
                </c:pt>
                <c:pt idx="1369">
                  <c:v>360.000300</c:v>
                </c:pt>
                <c:pt idx="1370">
                  <c:v>314.269936</c:v>
                </c:pt>
                <c:pt idx="1371">
                  <c:v>314.269936</c:v>
                </c:pt>
                <c:pt idx="1372">
                  <c:v>553.497857</c:v>
                </c:pt>
                <c:pt idx="1373">
                  <c:v>553.497857</c:v>
                </c:pt>
                <c:pt idx="1374">
                  <c:v>222.348601</c:v>
                </c:pt>
                <c:pt idx="1375">
                  <c:v>222.348601</c:v>
                </c:pt>
                <c:pt idx="1376">
                  <c:v>218.339592</c:v>
                </c:pt>
                <c:pt idx="1377">
                  <c:v>218.339592</c:v>
                </c:pt>
                <c:pt idx="1378">
                  <c:v>476.063162</c:v>
                </c:pt>
                <c:pt idx="1379">
                  <c:v>476.063162</c:v>
                </c:pt>
                <c:pt idx="1380">
                  <c:v>630.000421</c:v>
                </c:pt>
                <c:pt idx="1381">
                  <c:v>630.000421</c:v>
                </c:pt>
                <c:pt idx="1382">
                  <c:v>630.000100</c:v>
                </c:pt>
                <c:pt idx="1383">
                  <c:v>630.000100</c:v>
                </c:pt>
                <c:pt idx="1384">
                  <c:v>527.789453</c:v>
                </c:pt>
                <c:pt idx="1385">
                  <c:v>527.789453</c:v>
                </c:pt>
                <c:pt idx="1386">
                  <c:v>689.999900</c:v>
                </c:pt>
                <c:pt idx="1387">
                  <c:v>689.999900</c:v>
                </c:pt>
                <c:pt idx="1388">
                  <c:v>618.842426</c:v>
                </c:pt>
                <c:pt idx="1389">
                  <c:v>618.842426</c:v>
                </c:pt>
                <c:pt idx="1390">
                  <c:v>570</c:v>
                </c:pt>
                <c:pt idx="1391">
                  <c:v>570</c:v>
                </c:pt>
                <c:pt idx="1392">
                  <c:v>144.421895</c:v>
                </c:pt>
                <c:pt idx="1393">
                  <c:v>144.421895</c:v>
                </c:pt>
              </c:numCache>
            </c:numRef>
          </c:yVal>
          <c:smooth val="0"/>
          <c:extLst>
            <c:ext xmlns:c16="http://schemas.microsoft.com/office/drawing/2014/chart" uri="{C3380CC4-5D6E-409C-BE32-E72D297353CC}">
              <c16:uniqueId val="{00000000-D94D-43A3-98C8-B4BC7C598E75}"/>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60.151159</c:v>
                </c:pt>
                <c:pt idx="35">
                  <c:v>60.151159</c:v>
                </c:pt>
                <c:pt idx="36">
                  <c:v>200</c:v>
                </c:pt>
                <c:pt idx="37">
                  <c:v>200</c:v>
                </c:pt>
                <c:pt idx="38">
                  <c:v>200</c:v>
                </c:pt>
                <c:pt idx="39">
                  <c:v>200</c:v>
                </c:pt>
                <c:pt idx="40">
                  <c:v>200</c:v>
                </c:pt>
                <c:pt idx="41">
                  <c:v>200</c:v>
                </c:pt>
                <c:pt idx="42">
                  <c:v>200</c:v>
                </c:pt>
                <c:pt idx="43">
                  <c:v>200</c:v>
                </c:pt>
                <c:pt idx="44">
                  <c:v>200</c:v>
                </c:pt>
                <c:pt idx="45">
                  <c:v>200</c:v>
                </c:pt>
                <c:pt idx="46">
                  <c:v>201.746000</c:v>
                </c:pt>
                <c:pt idx="47">
                  <c:v>201.746000</c:v>
                </c:pt>
                <c:pt idx="48">
                  <c:v>209.19</c:v>
                </c:pt>
                <c:pt idx="49">
                  <c:v>209.19</c:v>
                </c:pt>
                <c:pt idx="50">
                  <c:v>193.664000</c:v>
                </c:pt>
                <c:pt idx="51">
                  <c:v>193.664000</c:v>
                </c:pt>
                <c:pt idx="52">
                  <c:v>77.75</c:v>
                </c:pt>
                <c:pt idx="53">
                  <c:v>77.75</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200</c:v>
                </c:pt>
                <c:pt idx="193">
                  <c:v>200</c:v>
                </c:pt>
                <c:pt idx="194">
                  <c:v>200</c:v>
                </c:pt>
                <c:pt idx="195">
                  <c:v>200</c:v>
                </c:pt>
                <c:pt idx="196">
                  <c:v>240.000300</c:v>
                </c:pt>
                <c:pt idx="197">
                  <c:v>240.000300</c:v>
                </c:pt>
                <c:pt idx="198">
                  <c:v>270.490617</c:v>
                </c:pt>
                <c:pt idx="199">
                  <c:v>270.490617</c:v>
                </c:pt>
                <c:pt idx="200">
                  <c:v>240.001142</c:v>
                </c:pt>
                <c:pt idx="201">
                  <c:v>240.001142</c:v>
                </c:pt>
                <c:pt idx="202">
                  <c:v>210.0001</c:v>
                </c:pt>
                <c:pt idx="203">
                  <c:v>210.0001</c:v>
                </c:pt>
                <c:pt idx="204">
                  <c:v>270</c:v>
                </c:pt>
                <c:pt idx="205">
                  <c:v>270</c:v>
                </c:pt>
                <c:pt idx="206">
                  <c:v>200</c:v>
                </c:pt>
                <c:pt idx="207">
                  <c:v>200</c:v>
                </c:pt>
                <c:pt idx="208">
                  <c:v>402.210626</c:v>
                </c:pt>
                <c:pt idx="209">
                  <c:v>402.210626</c:v>
                </c:pt>
                <c:pt idx="210">
                  <c:v>230.255694</c:v>
                </c:pt>
                <c:pt idx="211">
                  <c:v>230.255694</c:v>
                </c:pt>
                <c:pt idx="212">
                  <c:v>435.993643</c:v>
                </c:pt>
                <c:pt idx="213">
                  <c:v>435.993643</c:v>
                </c:pt>
                <c:pt idx="214">
                  <c:v>312.210747</c:v>
                </c:pt>
                <c:pt idx="215">
                  <c:v>312.210747</c:v>
                </c:pt>
                <c:pt idx="216">
                  <c:v>353.451603</c:v>
                </c:pt>
                <c:pt idx="217">
                  <c:v>353.451603</c:v>
                </c:pt>
                <c:pt idx="218">
                  <c:v>435.993643</c:v>
                </c:pt>
                <c:pt idx="219">
                  <c:v>435.993643</c:v>
                </c:pt>
                <c:pt idx="220">
                  <c:v>360.000200</c:v>
                </c:pt>
                <c:pt idx="221">
                  <c:v>360.000200</c:v>
                </c:pt>
                <c:pt idx="222">
                  <c:v>270</c:v>
                </c:pt>
                <c:pt idx="223">
                  <c:v>270</c:v>
                </c:pt>
                <c:pt idx="224">
                  <c:v>222.724751</c:v>
                </c:pt>
                <c:pt idx="225">
                  <c:v>222.724751</c:v>
                </c:pt>
                <c:pt idx="226">
                  <c:v>200</c:v>
                </c:pt>
                <c:pt idx="227">
                  <c:v>200</c:v>
                </c:pt>
                <c:pt idx="228">
                  <c:v>209.998558</c:v>
                </c:pt>
                <c:pt idx="229">
                  <c:v>209.998558</c:v>
                </c:pt>
                <c:pt idx="230">
                  <c:v>227.788932</c:v>
                </c:pt>
                <c:pt idx="231">
                  <c:v>227.788932</c:v>
                </c:pt>
                <c:pt idx="232">
                  <c:v>398.140759</c:v>
                </c:pt>
                <c:pt idx="233">
                  <c:v>398.140759</c:v>
                </c:pt>
                <c:pt idx="234">
                  <c:v>318.931434</c:v>
                </c:pt>
                <c:pt idx="235">
                  <c:v>318.931434</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60.564238</c:v>
                </c:pt>
                <c:pt idx="391">
                  <c:v>60.564238</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169.033634</c:v>
                </c:pt>
                <c:pt idx="779">
                  <c:v>169.033634</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c:v>
                </c:pt>
                <c:pt idx="793">
                  <c:v>194.579675</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199.997695</c:v>
                </c:pt>
                <c:pt idx="807">
                  <c:v>199.997695</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199.998479</c:v>
                </c:pt>
                <c:pt idx="1147">
                  <c:v>199.998479</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240.000200</c:v>
                </c:pt>
                <c:pt idx="1169">
                  <c:v>240.000200</c:v>
                </c:pt>
                <c:pt idx="1170">
                  <c:v>200</c:v>
                </c:pt>
                <c:pt idx="1171">
                  <c:v>200</c:v>
                </c:pt>
                <c:pt idx="1172">
                  <c:v>270</c:v>
                </c:pt>
                <c:pt idx="1173">
                  <c:v>270</c:v>
                </c:pt>
                <c:pt idx="1174">
                  <c:v>262.211968</c:v>
                </c:pt>
                <c:pt idx="1175">
                  <c:v>262.211968</c:v>
                </c:pt>
                <c:pt idx="1176">
                  <c:v>200</c:v>
                </c:pt>
                <c:pt idx="1177">
                  <c:v>200</c:v>
                </c:pt>
                <c:pt idx="1178">
                  <c:v>270.000200</c:v>
                </c:pt>
                <c:pt idx="1179">
                  <c:v>270.000200</c:v>
                </c:pt>
                <c:pt idx="1180">
                  <c:v>200</c:v>
                </c:pt>
                <c:pt idx="1181">
                  <c:v>200</c:v>
                </c:pt>
                <c:pt idx="1182">
                  <c:v>200</c:v>
                </c:pt>
                <c:pt idx="1183">
                  <c:v>200</c:v>
                </c:pt>
                <c:pt idx="1184">
                  <c:v>341.255570</c:v>
                </c:pt>
                <c:pt idx="1185">
                  <c:v>341.255570</c:v>
                </c:pt>
                <c:pt idx="1186">
                  <c:v>222.210626</c:v>
                </c:pt>
                <c:pt idx="1187">
                  <c:v>222.210626</c:v>
                </c:pt>
                <c:pt idx="1188">
                  <c:v>200</c:v>
                </c:pt>
                <c:pt idx="1189">
                  <c:v>200</c:v>
                </c:pt>
                <c:pt idx="1190">
                  <c:v>255.790860</c:v>
                </c:pt>
                <c:pt idx="1191">
                  <c:v>255.790860</c:v>
                </c:pt>
                <c:pt idx="1192">
                  <c:v>200</c:v>
                </c:pt>
                <c:pt idx="1193">
                  <c:v>200</c:v>
                </c:pt>
                <c:pt idx="1194">
                  <c:v>325.422767</c:v>
                </c:pt>
                <c:pt idx="1195">
                  <c:v>325.422767</c:v>
                </c:pt>
                <c:pt idx="1196">
                  <c:v>320.678202</c:v>
                </c:pt>
                <c:pt idx="1197">
                  <c:v>320.678202</c:v>
                </c:pt>
                <c:pt idx="1198">
                  <c:v>433.675643</c:v>
                </c:pt>
                <c:pt idx="1199">
                  <c:v>433.675643</c:v>
                </c:pt>
                <c:pt idx="1200">
                  <c:v>226.400421</c:v>
                </c:pt>
                <c:pt idx="1201">
                  <c:v>226.400421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1-D94D-43A3-98C8-B4BC7C598E75}"/>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1.7</c:v>
                </c:pt>
                <c:pt idx="47">
                  <c:v>1.7</c:v>
                </c:pt>
                <c:pt idx="48">
                  <c:v>12.75</c:v>
                </c:pt>
                <c:pt idx="49">
                  <c:v>12.75</c:v>
                </c:pt>
                <c:pt idx="50">
                  <c:v>52.7</c:v>
                </c:pt>
                <c:pt idx="51">
                  <c:v>52.7</c:v>
                </c:pt>
                <c:pt idx="52">
                  <c:v>72.25</c:v>
                </c:pt>
                <c:pt idx="53">
                  <c:v>72.25</c:v>
                </c:pt>
                <c:pt idx="54">
                  <c:v>135.15</c:v>
                </c:pt>
                <c:pt idx="55">
                  <c:v>135.15</c:v>
                </c:pt>
                <c:pt idx="56">
                  <c:v>139.4</c:v>
                </c:pt>
                <c:pt idx="57">
                  <c:v>139.4</c:v>
                </c:pt>
                <c:pt idx="58">
                  <c:v>90.95</c:v>
                </c:pt>
                <c:pt idx="59">
                  <c:v>90.95</c:v>
                </c:pt>
                <c:pt idx="60">
                  <c:v>87.55</c:v>
                </c:pt>
                <c:pt idx="61">
                  <c:v>87.55</c:v>
                </c:pt>
                <c:pt idx="62">
                  <c:v>154.700000</c:v>
                </c:pt>
                <c:pt idx="63">
                  <c:v>154.700000</c:v>
                </c:pt>
                <c:pt idx="64">
                  <c:v>265.2</c:v>
                </c:pt>
                <c:pt idx="65">
                  <c:v>265.2</c:v>
                </c:pt>
                <c:pt idx="66">
                  <c:v>263.5</c:v>
                </c:pt>
                <c:pt idx="67">
                  <c:v>263.5</c:v>
                </c:pt>
                <c:pt idx="68">
                  <c:v>325.55</c:v>
                </c:pt>
                <c:pt idx="69">
                  <c:v>325.55</c:v>
                </c:pt>
                <c:pt idx="70">
                  <c:v>396.95</c:v>
                </c:pt>
                <c:pt idx="71">
                  <c:v>396.95</c:v>
                </c:pt>
                <c:pt idx="72">
                  <c:v>365.5</c:v>
                </c:pt>
                <c:pt idx="73">
                  <c:v>365.5</c:v>
                </c:pt>
                <c:pt idx="74">
                  <c:v>448.8</c:v>
                </c:pt>
                <c:pt idx="75">
                  <c:v>448.8</c:v>
                </c:pt>
                <c:pt idx="76">
                  <c:v>478.55</c:v>
                </c:pt>
                <c:pt idx="77">
                  <c:v>478.55</c:v>
                </c:pt>
                <c:pt idx="78">
                  <c:v>447.1</c:v>
                </c:pt>
                <c:pt idx="79">
                  <c:v>447.1</c:v>
                </c:pt>
                <c:pt idx="80">
                  <c:v>407.15</c:v>
                </c:pt>
                <c:pt idx="81">
                  <c:v>407.15</c:v>
                </c:pt>
                <c:pt idx="82">
                  <c:v>449.65</c:v>
                </c:pt>
                <c:pt idx="83">
                  <c:v>449.65</c:v>
                </c:pt>
                <c:pt idx="84">
                  <c:v>454.75</c:v>
                </c:pt>
                <c:pt idx="85">
                  <c:v>454.75</c:v>
                </c:pt>
                <c:pt idx="86">
                  <c:v>390.15</c:v>
                </c:pt>
                <c:pt idx="87">
                  <c:v>390.15</c:v>
                </c:pt>
                <c:pt idx="88">
                  <c:v>427.55</c:v>
                </c:pt>
                <c:pt idx="89">
                  <c:v>427.55</c:v>
                </c:pt>
                <c:pt idx="90">
                  <c:v>217.6</c:v>
                </c:pt>
                <c:pt idx="91">
                  <c:v>217.6</c:v>
                </c:pt>
                <c:pt idx="92">
                  <c:v>198.9</c:v>
                </c:pt>
                <c:pt idx="93">
                  <c:v>198.9</c:v>
                </c:pt>
                <c:pt idx="94">
                  <c:v>226.1</c:v>
                </c:pt>
                <c:pt idx="95">
                  <c:v>226.1</c:v>
                </c:pt>
                <c:pt idx="96">
                  <c:v>137.700000</c:v>
                </c:pt>
                <c:pt idx="97">
                  <c:v>137.700000</c:v>
                </c:pt>
                <c:pt idx="98">
                  <c:v>221.85</c:v>
                </c:pt>
                <c:pt idx="99">
                  <c:v>221.85</c:v>
                </c:pt>
                <c:pt idx="100">
                  <c:v>249.9</c:v>
                </c:pt>
                <c:pt idx="101">
                  <c:v>249.9</c:v>
                </c:pt>
                <c:pt idx="102">
                  <c:v>135.15</c:v>
                </c:pt>
                <c:pt idx="103">
                  <c:v>135.15</c:v>
                </c:pt>
                <c:pt idx="104">
                  <c:v>308.55</c:v>
                </c:pt>
                <c:pt idx="105">
                  <c:v>308.55</c:v>
                </c:pt>
                <c:pt idx="106">
                  <c:v>321.3</c:v>
                </c:pt>
                <c:pt idx="107">
                  <c:v>321.3</c:v>
                </c:pt>
                <c:pt idx="108">
                  <c:v>175.1</c:v>
                </c:pt>
                <c:pt idx="109">
                  <c:v>175.1</c:v>
                </c:pt>
                <c:pt idx="110">
                  <c:v>134.300000</c:v>
                </c:pt>
                <c:pt idx="111">
                  <c:v>134.300000</c:v>
                </c:pt>
                <c:pt idx="112">
                  <c:v>85</c:v>
                </c:pt>
                <c:pt idx="113">
                  <c:v>85</c:v>
                </c:pt>
                <c:pt idx="114">
                  <c:v>45.05</c:v>
                </c:pt>
                <c:pt idx="115">
                  <c:v>45.05</c:v>
                </c:pt>
                <c:pt idx="116">
                  <c:v>26.35</c:v>
                </c:pt>
                <c:pt idx="117">
                  <c:v>26.35</c:v>
                </c:pt>
                <c:pt idx="118">
                  <c:v>24.65</c:v>
                </c:pt>
                <c:pt idx="119">
                  <c:v>24.65</c:v>
                </c:pt>
                <c:pt idx="120">
                  <c:v>45.9</c:v>
                </c:pt>
                <c:pt idx="121">
                  <c:v>45.9</c:v>
                </c:pt>
                <c:pt idx="122">
                  <c:v>96.05</c:v>
                </c:pt>
                <c:pt idx="123">
                  <c:v>96.05</c:v>
                </c:pt>
                <c:pt idx="124">
                  <c:v>79.900000</c:v>
                </c:pt>
                <c:pt idx="125">
                  <c:v>79.900000</c:v>
                </c:pt>
                <c:pt idx="126">
                  <c:v>53.55</c:v>
                </c:pt>
                <c:pt idx="127">
                  <c:v>53.55</c:v>
                </c:pt>
                <c:pt idx="128">
                  <c:v>36.550000</c:v>
                </c:pt>
                <c:pt idx="129">
                  <c:v>36.550000</c:v>
                </c:pt>
                <c:pt idx="130">
                  <c:v>28.05</c:v>
                </c:pt>
                <c:pt idx="131">
                  <c:v>28.05</c:v>
                </c:pt>
                <c:pt idx="132">
                  <c:v>18.7</c:v>
                </c:pt>
                <c:pt idx="133">
                  <c:v>18.7</c:v>
                </c:pt>
                <c:pt idx="134">
                  <c:v>11.05</c:v>
                </c:pt>
                <c:pt idx="135">
                  <c:v>11.05</c:v>
                </c:pt>
                <c:pt idx="136">
                  <c:v>3.4</c:v>
                </c:pt>
                <c:pt idx="137">
                  <c:v>3.4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3.4</c:v>
                </c:pt>
                <c:pt idx="239">
                  <c:v>3.4</c:v>
                </c:pt>
                <c:pt idx="240">
                  <c:v>22.95</c:v>
                </c:pt>
                <c:pt idx="241">
                  <c:v>22.95</c:v>
                </c:pt>
                <c:pt idx="242">
                  <c:v>26.35</c:v>
                </c:pt>
                <c:pt idx="243">
                  <c:v>26.35</c:v>
                </c:pt>
                <c:pt idx="244">
                  <c:v>39.950000</c:v>
                </c:pt>
                <c:pt idx="245">
                  <c:v>39.950000</c:v>
                </c:pt>
                <c:pt idx="246">
                  <c:v>66.3</c:v>
                </c:pt>
                <c:pt idx="247">
                  <c:v>66.3</c:v>
                </c:pt>
                <c:pt idx="248">
                  <c:v>96.05</c:v>
                </c:pt>
                <c:pt idx="249">
                  <c:v>96.05</c:v>
                </c:pt>
                <c:pt idx="250">
                  <c:v>113.9</c:v>
                </c:pt>
                <c:pt idx="251">
                  <c:v>113.9</c:v>
                </c:pt>
                <c:pt idx="252">
                  <c:v>130.9</c:v>
                </c:pt>
                <c:pt idx="253">
                  <c:v>130.9</c:v>
                </c:pt>
                <c:pt idx="254">
                  <c:v>158.1</c:v>
                </c:pt>
                <c:pt idx="255">
                  <c:v>158.1</c:v>
                </c:pt>
                <c:pt idx="256">
                  <c:v>180.2</c:v>
                </c:pt>
                <c:pt idx="257">
                  <c:v>180.2</c:v>
                </c:pt>
                <c:pt idx="258">
                  <c:v>174.25</c:v>
                </c:pt>
                <c:pt idx="259">
                  <c:v>174.25</c:v>
                </c:pt>
                <c:pt idx="260">
                  <c:v>167.45</c:v>
                </c:pt>
                <c:pt idx="261">
                  <c:v>167.45</c:v>
                </c:pt>
                <c:pt idx="262">
                  <c:v>170.85</c:v>
                </c:pt>
                <c:pt idx="263">
                  <c:v>170.85</c:v>
                </c:pt>
                <c:pt idx="264">
                  <c:v>189.55</c:v>
                </c:pt>
                <c:pt idx="265">
                  <c:v>189.55</c:v>
                </c:pt>
                <c:pt idx="266">
                  <c:v>252.45</c:v>
                </c:pt>
                <c:pt idx="267">
                  <c:v>252.45</c:v>
                </c:pt>
                <c:pt idx="268">
                  <c:v>260.95</c:v>
                </c:pt>
                <c:pt idx="269">
                  <c:v>260.95</c:v>
                </c:pt>
                <c:pt idx="270">
                  <c:v>246.5</c:v>
                </c:pt>
                <c:pt idx="271">
                  <c:v>246.5</c:v>
                </c:pt>
                <c:pt idx="272">
                  <c:v>284.75</c:v>
                </c:pt>
                <c:pt idx="273">
                  <c:v>284.75</c:v>
                </c:pt>
                <c:pt idx="274">
                  <c:v>322.150000</c:v>
                </c:pt>
                <c:pt idx="275">
                  <c:v>322.150000</c:v>
                </c:pt>
                <c:pt idx="276">
                  <c:v>346.8</c:v>
                </c:pt>
                <c:pt idx="277">
                  <c:v>346.8</c:v>
                </c:pt>
                <c:pt idx="278">
                  <c:v>290.7</c:v>
                </c:pt>
                <c:pt idx="279">
                  <c:v>290.7</c:v>
                </c:pt>
                <c:pt idx="280">
                  <c:v>328.1</c:v>
                </c:pt>
                <c:pt idx="281">
                  <c:v>328.1</c:v>
                </c:pt>
                <c:pt idx="282">
                  <c:v>362.95</c:v>
                </c:pt>
                <c:pt idx="283">
                  <c:v>362.95</c:v>
                </c:pt>
                <c:pt idx="284">
                  <c:v>435.2</c:v>
                </c:pt>
                <c:pt idx="285">
                  <c:v>435.2</c:v>
                </c:pt>
                <c:pt idx="286">
                  <c:v>449.65</c:v>
                </c:pt>
                <c:pt idx="287">
                  <c:v>449.65</c:v>
                </c:pt>
                <c:pt idx="288">
                  <c:v>371.45</c:v>
                </c:pt>
                <c:pt idx="289">
                  <c:v>371.45</c:v>
                </c:pt>
                <c:pt idx="290">
                  <c:v>437.75</c:v>
                </c:pt>
                <c:pt idx="291">
                  <c:v>437.75</c:v>
                </c:pt>
                <c:pt idx="292">
                  <c:v>472.6</c:v>
                </c:pt>
                <c:pt idx="293">
                  <c:v>472.6</c:v>
                </c:pt>
                <c:pt idx="294">
                  <c:v>430.95</c:v>
                </c:pt>
                <c:pt idx="295">
                  <c:v>430.95</c:v>
                </c:pt>
                <c:pt idx="296">
                  <c:v>327.25</c:v>
                </c:pt>
                <c:pt idx="297">
                  <c:v>327.25</c:v>
                </c:pt>
                <c:pt idx="298">
                  <c:v>295.8</c:v>
                </c:pt>
                <c:pt idx="299">
                  <c:v>295.8</c:v>
                </c:pt>
                <c:pt idx="300">
                  <c:v>272</c:v>
                </c:pt>
                <c:pt idx="301">
                  <c:v>272</c:v>
                </c:pt>
                <c:pt idx="302">
                  <c:v>239.7</c:v>
                </c:pt>
                <c:pt idx="303">
                  <c:v>239.7</c:v>
                </c:pt>
                <c:pt idx="304">
                  <c:v>84.15</c:v>
                </c:pt>
                <c:pt idx="305">
                  <c:v>84.15</c:v>
                </c:pt>
                <c:pt idx="306">
                  <c:v>73.95</c:v>
                </c:pt>
                <c:pt idx="307">
                  <c:v>73.95</c:v>
                </c:pt>
                <c:pt idx="308">
                  <c:v>130.9</c:v>
                </c:pt>
                <c:pt idx="309">
                  <c:v>130.9</c:v>
                </c:pt>
                <c:pt idx="310">
                  <c:v>120.7</c:v>
                </c:pt>
                <c:pt idx="311">
                  <c:v>120.7</c:v>
                </c:pt>
                <c:pt idx="312">
                  <c:v>115.6</c:v>
                </c:pt>
                <c:pt idx="313">
                  <c:v>115.6</c:v>
                </c:pt>
                <c:pt idx="314">
                  <c:v>101.15</c:v>
                </c:pt>
                <c:pt idx="315">
                  <c:v>101.15</c:v>
                </c:pt>
                <c:pt idx="316">
                  <c:v>82.45</c:v>
                </c:pt>
                <c:pt idx="317">
                  <c:v>82.45</c:v>
                </c:pt>
                <c:pt idx="318">
                  <c:v>74.8</c:v>
                </c:pt>
                <c:pt idx="319">
                  <c:v>74.8</c:v>
                </c:pt>
                <c:pt idx="320">
                  <c:v>52.7</c:v>
                </c:pt>
                <c:pt idx="321">
                  <c:v>52.7</c:v>
                </c:pt>
                <c:pt idx="322">
                  <c:v>31.45</c:v>
                </c:pt>
                <c:pt idx="323">
                  <c:v>31.45</c:v>
                </c:pt>
                <c:pt idx="324">
                  <c:v>12.75</c:v>
                </c:pt>
                <c:pt idx="325">
                  <c:v>12.75</c:v>
                </c:pt>
                <c:pt idx="326">
                  <c:v>11.9</c:v>
                </c:pt>
                <c:pt idx="327">
                  <c:v>11.9</c:v>
                </c:pt>
                <c:pt idx="328">
                  <c:v>3.4</c:v>
                </c:pt>
                <c:pt idx="329">
                  <c:v>3.4</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5.95</c:v>
                </c:pt>
                <c:pt idx="431">
                  <c:v>5.95</c:v>
                </c:pt>
                <c:pt idx="432">
                  <c:v>21.25</c:v>
                </c:pt>
                <c:pt idx="433">
                  <c:v>21.25</c:v>
                </c:pt>
                <c:pt idx="434">
                  <c:v>52.7</c:v>
                </c:pt>
                <c:pt idx="435">
                  <c:v>52.7</c:v>
                </c:pt>
                <c:pt idx="436">
                  <c:v>99.45</c:v>
                </c:pt>
                <c:pt idx="437">
                  <c:v>99.45</c:v>
                </c:pt>
                <c:pt idx="438">
                  <c:v>137.700000</c:v>
                </c:pt>
                <c:pt idx="439">
                  <c:v>137.700000</c:v>
                </c:pt>
                <c:pt idx="440">
                  <c:v>178.5</c:v>
                </c:pt>
                <c:pt idx="441">
                  <c:v>178.5</c:v>
                </c:pt>
                <c:pt idx="442">
                  <c:v>219.3</c:v>
                </c:pt>
                <c:pt idx="443">
                  <c:v>219.3</c:v>
                </c:pt>
                <c:pt idx="444">
                  <c:v>259.25</c:v>
                </c:pt>
                <c:pt idx="445">
                  <c:v>259.25</c:v>
                </c:pt>
                <c:pt idx="446">
                  <c:v>299.2</c:v>
                </c:pt>
                <c:pt idx="447">
                  <c:v>299.2</c:v>
                </c:pt>
                <c:pt idx="448">
                  <c:v>337.45</c:v>
                </c:pt>
                <c:pt idx="449">
                  <c:v>337.45</c:v>
                </c:pt>
                <c:pt idx="450">
                  <c:v>374</c:v>
                </c:pt>
                <c:pt idx="451">
                  <c:v>374</c:v>
                </c:pt>
                <c:pt idx="452">
                  <c:v>409.7</c:v>
                </c:pt>
                <c:pt idx="453">
                  <c:v>409.7</c:v>
                </c:pt>
                <c:pt idx="454">
                  <c:v>443.7</c:v>
                </c:pt>
                <c:pt idx="455">
                  <c:v>443.7</c:v>
                </c:pt>
                <c:pt idx="456">
                  <c:v>476</c:v>
                </c:pt>
                <c:pt idx="457">
                  <c:v>476</c:v>
                </c:pt>
                <c:pt idx="458">
                  <c:v>504.9</c:v>
                </c:pt>
                <c:pt idx="459">
                  <c:v>504.9</c:v>
                </c:pt>
                <c:pt idx="460">
                  <c:v>530.4</c:v>
                </c:pt>
                <c:pt idx="461">
                  <c:v>530.4</c:v>
                </c:pt>
                <c:pt idx="462">
                  <c:v>553.35</c:v>
                </c:pt>
                <c:pt idx="463">
                  <c:v>553.35</c:v>
                </c:pt>
                <c:pt idx="464">
                  <c:v>572.050000</c:v>
                </c:pt>
                <c:pt idx="465">
                  <c:v>572.050000</c:v>
                </c:pt>
                <c:pt idx="466">
                  <c:v>588.200000</c:v>
                </c:pt>
                <c:pt idx="467">
                  <c:v>588.200000</c:v>
                </c:pt>
                <c:pt idx="468">
                  <c:v>600.950000</c:v>
                </c:pt>
                <c:pt idx="469">
                  <c:v>600.950000</c:v>
                </c:pt>
                <c:pt idx="470">
                  <c:v>610.300000</c:v>
                </c:pt>
                <c:pt idx="471">
                  <c:v>610.300000</c:v>
                </c:pt>
                <c:pt idx="472">
                  <c:v>617.1</c:v>
                </c:pt>
                <c:pt idx="473">
                  <c:v>617.1</c:v>
                </c:pt>
                <c:pt idx="474">
                  <c:v>619.65</c:v>
                </c:pt>
                <c:pt idx="475">
                  <c:v>619.65</c:v>
                </c:pt>
                <c:pt idx="476">
                  <c:v>618.800000</c:v>
                </c:pt>
                <c:pt idx="477">
                  <c:v>618.800000</c:v>
                </c:pt>
                <c:pt idx="478">
                  <c:v>615.4</c:v>
                </c:pt>
                <c:pt idx="479">
                  <c:v>615.4</c:v>
                </c:pt>
                <c:pt idx="480">
                  <c:v>607.75</c:v>
                </c:pt>
                <c:pt idx="481">
                  <c:v>607.75</c:v>
                </c:pt>
                <c:pt idx="482">
                  <c:v>597.550000</c:v>
                </c:pt>
                <c:pt idx="483">
                  <c:v>597.550000</c:v>
                </c:pt>
                <c:pt idx="484">
                  <c:v>580.550000</c:v>
                </c:pt>
                <c:pt idx="485">
                  <c:v>580.550000</c:v>
                </c:pt>
                <c:pt idx="486">
                  <c:v>566.1</c:v>
                </c:pt>
                <c:pt idx="487">
                  <c:v>566.1</c:v>
                </c:pt>
                <c:pt idx="488">
                  <c:v>476</c:v>
                </c:pt>
                <c:pt idx="489">
                  <c:v>476</c:v>
                </c:pt>
                <c:pt idx="490">
                  <c:v>425.85</c:v>
                </c:pt>
                <c:pt idx="491">
                  <c:v>425.85</c:v>
                </c:pt>
                <c:pt idx="492">
                  <c:v>420.75</c:v>
                </c:pt>
                <c:pt idx="493">
                  <c:v>420.75</c:v>
                </c:pt>
                <c:pt idx="494">
                  <c:v>322.150000</c:v>
                </c:pt>
                <c:pt idx="495">
                  <c:v>322.150000</c:v>
                </c:pt>
                <c:pt idx="496">
                  <c:v>275.400000</c:v>
                </c:pt>
                <c:pt idx="497">
                  <c:v>275.400000</c:v>
                </c:pt>
                <c:pt idx="498">
                  <c:v>249.9</c:v>
                </c:pt>
                <c:pt idx="499">
                  <c:v>249.9</c:v>
                </c:pt>
                <c:pt idx="500">
                  <c:v>232.05</c:v>
                </c:pt>
                <c:pt idx="501">
                  <c:v>232.05</c:v>
                </c:pt>
                <c:pt idx="502">
                  <c:v>214.2</c:v>
                </c:pt>
                <c:pt idx="503">
                  <c:v>214.2</c:v>
                </c:pt>
                <c:pt idx="504">
                  <c:v>168.3</c:v>
                </c:pt>
                <c:pt idx="505">
                  <c:v>168.3</c:v>
                </c:pt>
                <c:pt idx="506">
                  <c:v>143.65</c:v>
                </c:pt>
                <c:pt idx="507">
                  <c:v>143.65</c:v>
                </c:pt>
                <c:pt idx="508">
                  <c:v>118.15</c:v>
                </c:pt>
                <c:pt idx="509">
                  <c:v>118.15</c:v>
                </c:pt>
                <c:pt idx="510">
                  <c:v>97.75</c:v>
                </c:pt>
                <c:pt idx="511">
                  <c:v>97.75</c:v>
                </c:pt>
                <c:pt idx="512">
                  <c:v>68.850000</c:v>
                </c:pt>
                <c:pt idx="513">
                  <c:v>68.850000</c:v>
                </c:pt>
                <c:pt idx="514">
                  <c:v>41.65</c:v>
                </c:pt>
                <c:pt idx="515">
                  <c:v>41.65</c:v>
                </c:pt>
                <c:pt idx="516">
                  <c:v>23.8</c:v>
                </c:pt>
                <c:pt idx="517">
                  <c:v>23.8</c:v>
                </c:pt>
                <c:pt idx="518">
                  <c:v>13.6</c:v>
                </c:pt>
                <c:pt idx="519">
                  <c:v>13.6</c:v>
                </c:pt>
                <c:pt idx="520">
                  <c:v>0.85</c:v>
                </c:pt>
                <c:pt idx="521">
                  <c:v>0.85</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0.85</c:v>
                </c:pt>
                <c:pt idx="623">
                  <c:v>0.85</c:v>
                </c:pt>
                <c:pt idx="624">
                  <c:v>10.200000</c:v>
                </c:pt>
                <c:pt idx="625">
                  <c:v>10.200000</c:v>
                </c:pt>
                <c:pt idx="626">
                  <c:v>17.850000</c:v>
                </c:pt>
                <c:pt idx="627">
                  <c:v>17.850000</c:v>
                </c:pt>
                <c:pt idx="628">
                  <c:v>22.1</c:v>
                </c:pt>
                <c:pt idx="629">
                  <c:v>22.1</c:v>
                </c:pt>
                <c:pt idx="630">
                  <c:v>52.7</c:v>
                </c:pt>
                <c:pt idx="631">
                  <c:v>52.7</c:v>
                </c:pt>
                <c:pt idx="632">
                  <c:v>74.8</c:v>
                </c:pt>
                <c:pt idx="633">
                  <c:v>74.8</c:v>
                </c:pt>
                <c:pt idx="634">
                  <c:v>92.65</c:v>
                </c:pt>
                <c:pt idx="635">
                  <c:v>92.65</c:v>
                </c:pt>
                <c:pt idx="636">
                  <c:v>115.6</c:v>
                </c:pt>
                <c:pt idx="637">
                  <c:v>115.6</c:v>
                </c:pt>
                <c:pt idx="638">
                  <c:v>159.800000</c:v>
                </c:pt>
                <c:pt idx="639">
                  <c:v>159.800000</c:v>
                </c:pt>
                <c:pt idx="640">
                  <c:v>184.45</c:v>
                </c:pt>
                <c:pt idx="641">
                  <c:v>184.45</c:v>
                </c:pt>
                <c:pt idx="642">
                  <c:v>201.45</c:v>
                </c:pt>
                <c:pt idx="643">
                  <c:v>201.45</c:v>
                </c:pt>
                <c:pt idx="644">
                  <c:v>235.45</c:v>
                </c:pt>
                <c:pt idx="645">
                  <c:v>235.45</c:v>
                </c:pt>
                <c:pt idx="646">
                  <c:v>241.4</c:v>
                </c:pt>
                <c:pt idx="647">
                  <c:v>241.4</c:v>
                </c:pt>
                <c:pt idx="648">
                  <c:v>214.2</c:v>
                </c:pt>
                <c:pt idx="649">
                  <c:v>214.2</c:v>
                </c:pt>
                <c:pt idx="650">
                  <c:v>214.2</c:v>
                </c:pt>
                <c:pt idx="651">
                  <c:v>214.2</c:v>
                </c:pt>
                <c:pt idx="652">
                  <c:v>213.35</c:v>
                </c:pt>
                <c:pt idx="653">
                  <c:v>213.35</c:v>
                </c:pt>
                <c:pt idx="654">
                  <c:v>164.05</c:v>
                </c:pt>
                <c:pt idx="655">
                  <c:v>164.05</c:v>
                </c:pt>
                <c:pt idx="656">
                  <c:v>154.700000</c:v>
                </c:pt>
                <c:pt idx="657">
                  <c:v>154.700000</c:v>
                </c:pt>
                <c:pt idx="658">
                  <c:v>175.1</c:v>
                </c:pt>
                <c:pt idx="659">
                  <c:v>175.1</c:v>
                </c:pt>
                <c:pt idx="660">
                  <c:v>331.5</c:v>
                </c:pt>
                <c:pt idx="661">
                  <c:v>331.5</c:v>
                </c:pt>
                <c:pt idx="662">
                  <c:v>411.4</c:v>
                </c:pt>
                <c:pt idx="663">
                  <c:v>411.4</c:v>
                </c:pt>
                <c:pt idx="664">
                  <c:v>305.150000</c:v>
                </c:pt>
                <c:pt idx="665">
                  <c:v>305.150000</c:v>
                </c:pt>
                <c:pt idx="666">
                  <c:v>276.25</c:v>
                </c:pt>
                <c:pt idx="667">
                  <c:v>276.25</c:v>
                </c:pt>
                <c:pt idx="668">
                  <c:v>266.900000</c:v>
                </c:pt>
                <c:pt idx="669">
                  <c:v>266.900000</c:v>
                </c:pt>
                <c:pt idx="670">
                  <c:v>223.55</c:v>
                </c:pt>
                <c:pt idx="671">
                  <c:v>223.55</c:v>
                </c:pt>
                <c:pt idx="672">
                  <c:v>248.2</c:v>
                </c:pt>
                <c:pt idx="673">
                  <c:v>248.2</c:v>
                </c:pt>
                <c:pt idx="674">
                  <c:v>277.95</c:v>
                </c:pt>
                <c:pt idx="675">
                  <c:v>277.95</c:v>
                </c:pt>
                <c:pt idx="676">
                  <c:v>243.1</c:v>
                </c:pt>
                <c:pt idx="677">
                  <c:v>243.1</c:v>
                </c:pt>
                <c:pt idx="678">
                  <c:v>204.85</c:v>
                </c:pt>
                <c:pt idx="679">
                  <c:v>204.85</c:v>
                </c:pt>
                <c:pt idx="680">
                  <c:v>219.3</c:v>
                </c:pt>
                <c:pt idx="681">
                  <c:v>219.3</c:v>
                </c:pt>
                <c:pt idx="682">
                  <c:v>229.5</c:v>
                </c:pt>
                <c:pt idx="683">
                  <c:v>229.5</c:v>
                </c:pt>
                <c:pt idx="684">
                  <c:v>219.3</c:v>
                </c:pt>
                <c:pt idx="685">
                  <c:v>219.3</c:v>
                </c:pt>
                <c:pt idx="686">
                  <c:v>203.15</c:v>
                </c:pt>
                <c:pt idx="687">
                  <c:v>203.15</c:v>
                </c:pt>
                <c:pt idx="688">
                  <c:v>178.5</c:v>
                </c:pt>
                <c:pt idx="689">
                  <c:v>178.5</c:v>
                </c:pt>
                <c:pt idx="690">
                  <c:v>176.8</c:v>
                </c:pt>
                <c:pt idx="691">
                  <c:v>176.8</c:v>
                </c:pt>
                <c:pt idx="692">
                  <c:v>159.800000</c:v>
                </c:pt>
                <c:pt idx="693">
                  <c:v>159.800000</c:v>
                </c:pt>
                <c:pt idx="694">
                  <c:v>130.9</c:v>
                </c:pt>
                <c:pt idx="695">
                  <c:v>130.9</c:v>
                </c:pt>
                <c:pt idx="696">
                  <c:v>73.100000</c:v>
                </c:pt>
                <c:pt idx="697">
                  <c:v>73.100000</c:v>
                </c:pt>
                <c:pt idx="698">
                  <c:v>68</c:v>
                </c:pt>
                <c:pt idx="699">
                  <c:v>68</c:v>
                </c:pt>
                <c:pt idx="700">
                  <c:v>58.65</c:v>
                </c:pt>
                <c:pt idx="701">
                  <c:v>58.65</c:v>
                </c:pt>
                <c:pt idx="702">
                  <c:v>34</c:v>
                </c:pt>
                <c:pt idx="703">
                  <c:v>34</c:v>
                </c:pt>
                <c:pt idx="704">
                  <c:v>57.8</c:v>
                </c:pt>
                <c:pt idx="705">
                  <c:v>57.8</c:v>
                </c:pt>
                <c:pt idx="706">
                  <c:v>51</c:v>
                </c:pt>
                <c:pt idx="707">
                  <c:v>51</c:v>
                </c:pt>
                <c:pt idx="708">
                  <c:v>51.85</c:v>
                </c:pt>
                <c:pt idx="709">
                  <c:v>51.85</c:v>
                </c:pt>
                <c:pt idx="710">
                  <c:v>18.7</c:v>
                </c:pt>
                <c:pt idx="711">
                  <c:v>18.7</c:v>
                </c:pt>
                <c:pt idx="712">
                  <c:v>3.4</c:v>
                </c:pt>
                <c:pt idx="713">
                  <c:v>3.4</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2.550000</c:v>
                </c:pt>
                <c:pt idx="815">
                  <c:v>2.550000</c:v>
                </c:pt>
                <c:pt idx="816">
                  <c:v>16.150000</c:v>
                </c:pt>
                <c:pt idx="817">
                  <c:v>16.150000</c:v>
                </c:pt>
                <c:pt idx="818">
                  <c:v>26.35</c:v>
                </c:pt>
                <c:pt idx="819">
                  <c:v>26.35</c:v>
                </c:pt>
                <c:pt idx="820">
                  <c:v>41.65</c:v>
                </c:pt>
                <c:pt idx="821">
                  <c:v>41.65</c:v>
                </c:pt>
                <c:pt idx="822">
                  <c:v>71.400000</c:v>
                </c:pt>
                <c:pt idx="823">
                  <c:v>71.400000</c:v>
                </c:pt>
                <c:pt idx="824">
                  <c:v>84.15</c:v>
                </c:pt>
                <c:pt idx="825">
                  <c:v>84.15</c:v>
                </c:pt>
                <c:pt idx="826">
                  <c:v>107.1</c:v>
                </c:pt>
                <c:pt idx="827">
                  <c:v>107.1</c:v>
                </c:pt>
                <c:pt idx="828">
                  <c:v>145.35</c:v>
                </c:pt>
                <c:pt idx="829">
                  <c:v>145.35</c:v>
                </c:pt>
                <c:pt idx="830">
                  <c:v>192.95</c:v>
                </c:pt>
                <c:pt idx="831">
                  <c:v>192.95</c:v>
                </c:pt>
                <c:pt idx="832">
                  <c:v>236.3</c:v>
                </c:pt>
                <c:pt idx="833">
                  <c:v>236.3</c:v>
                </c:pt>
                <c:pt idx="834">
                  <c:v>266.05</c:v>
                </c:pt>
                <c:pt idx="835">
                  <c:v>266.05</c:v>
                </c:pt>
                <c:pt idx="836">
                  <c:v>266.900000</c:v>
                </c:pt>
                <c:pt idx="837">
                  <c:v>266.900000</c:v>
                </c:pt>
                <c:pt idx="838">
                  <c:v>329.8</c:v>
                </c:pt>
                <c:pt idx="839">
                  <c:v>329.8</c:v>
                </c:pt>
                <c:pt idx="840">
                  <c:v>399.5</c:v>
                </c:pt>
                <c:pt idx="841">
                  <c:v>399.5</c:v>
                </c:pt>
                <c:pt idx="842">
                  <c:v>487.9</c:v>
                </c:pt>
                <c:pt idx="843">
                  <c:v>487.9</c:v>
                </c:pt>
                <c:pt idx="844">
                  <c:v>523.6</c:v>
                </c:pt>
                <c:pt idx="845">
                  <c:v>523.6</c:v>
                </c:pt>
                <c:pt idx="846">
                  <c:v>545.700000</c:v>
                </c:pt>
                <c:pt idx="847">
                  <c:v>545.700000</c:v>
                </c:pt>
                <c:pt idx="848">
                  <c:v>565.25</c:v>
                </c:pt>
                <c:pt idx="849">
                  <c:v>565.25</c:v>
                </c:pt>
                <c:pt idx="850">
                  <c:v>582.25</c:v>
                </c:pt>
                <c:pt idx="851">
                  <c:v>582.25</c:v>
                </c:pt>
                <c:pt idx="852">
                  <c:v>595</c:v>
                </c:pt>
                <c:pt idx="853">
                  <c:v>595</c:v>
                </c:pt>
                <c:pt idx="854">
                  <c:v>601.800000</c:v>
                </c:pt>
                <c:pt idx="855">
                  <c:v>601.800000</c:v>
                </c:pt>
                <c:pt idx="856">
                  <c:v>610.300000</c:v>
                </c:pt>
                <c:pt idx="857">
                  <c:v>610.300000</c:v>
                </c:pt>
                <c:pt idx="858">
                  <c:v>612.85</c:v>
                </c:pt>
                <c:pt idx="859">
                  <c:v>612.85</c:v>
                </c:pt>
                <c:pt idx="860">
                  <c:v>612</c:v>
                </c:pt>
                <c:pt idx="861">
                  <c:v>612</c:v>
                </c:pt>
                <c:pt idx="862">
                  <c:v>606.9</c:v>
                </c:pt>
                <c:pt idx="863">
                  <c:v>606.9</c:v>
                </c:pt>
                <c:pt idx="864">
                  <c:v>598.4</c:v>
                </c:pt>
                <c:pt idx="865">
                  <c:v>598.4</c:v>
                </c:pt>
                <c:pt idx="866">
                  <c:v>586.5</c:v>
                </c:pt>
                <c:pt idx="867">
                  <c:v>586.5</c:v>
                </c:pt>
                <c:pt idx="868">
                  <c:v>572.050000</c:v>
                </c:pt>
                <c:pt idx="869">
                  <c:v>572.050000</c:v>
                </c:pt>
                <c:pt idx="870">
                  <c:v>554.200000</c:v>
                </c:pt>
                <c:pt idx="871">
                  <c:v>554.200000</c:v>
                </c:pt>
                <c:pt idx="872">
                  <c:v>532.950000</c:v>
                </c:pt>
                <c:pt idx="873">
                  <c:v>532.950000</c:v>
                </c:pt>
                <c:pt idx="874">
                  <c:v>510</c:v>
                </c:pt>
                <c:pt idx="875">
                  <c:v>510</c:v>
                </c:pt>
                <c:pt idx="876">
                  <c:v>482.8</c:v>
                </c:pt>
                <c:pt idx="877">
                  <c:v>482.8</c:v>
                </c:pt>
                <c:pt idx="878">
                  <c:v>351.05</c:v>
                </c:pt>
                <c:pt idx="879">
                  <c:v>351.05</c:v>
                </c:pt>
                <c:pt idx="880">
                  <c:v>303.45</c:v>
                </c:pt>
                <c:pt idx="881">
                  <c:v>303.45</c:v>
                </c:pt>
                <c:pt idx="882">
                  <c:v>267.75</c:v>
                </c:pt>
                <c:pt idx="883">
                  <c:v>267.75</c:v>
                </c:pt>
                <c:pt idx="884">
                  <c:v>226.95</c:v>
                </c:pt>
                <c:pt idx="885">
                  <c:v>226.95</c:v>
                </c:pt>
                <c:pt idx="886">
                  <c:v>221.85</c:v>
                </c:pt>
                <c:pt idx="887">
                  <c:v>221.85</c:v>
                </c:pt>
                <c:pt idx="888">
                  <c:v>230.35</c:v>
                </c:pt>
                <c:pt idx="889">
                  <c:v>230.35</c:v>
                </c:pt>
                <c:pt idx="890">
                  <c:v>203.15</c:v>
                </c:pt>
                <c:pt idx="891">
                  <c:v>203.15</c:v>
                </c:pt>
                <c:pt idx="892">
                  <c:v>167.45</c:v>
                </c:pt>
                <c:pt idx="893">
                  <c:v>167.45</c:v>
                </c:pt>
                <c:pt idx="894">
                  <c:v>133.450000</c:v>
                </c:pt>
                <c:pt idx="895">
                  <c:v>133.450000</c:v>
                </c:pt>
                <c:pt idx="896">
                  <c:v>80.75</c:v>
                </c:pt>
                <c:pt idx="897">
                  <c:v>80.75</c:v>
                </c:pt>
                <c:pt idx="898">
                  <c:v>44.2</c:v>
                </c:pt>
                <c:pt idx="899">
                  <c:v>44.2</c:v>
                </c:pt>
                <c:pt idx="900">
                  <c:v>22.95</c:v>
                </c:pt>
                <c:pt idx="901">
                  <c:v>22.95</c:v>
                </c:pt>
                <c:pt idx="902">
                  <c:v>11.05</c:v>
                </c:pt>
                <c:pt idx="903">
                  <c:v>11.05</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1.7</c:v>
                </c:pt>
                <c:pt idx="1007">
                  <c:v>1.7</c:v>
                </c:pt>
                <c:pt idx="1008">
                  <c:v>10.200000</c:v>
                </c:pt>
                <c:pt idx="1009">
                  <c:v>10.200000</c:v>
                </c:pt>
                <c:pt idx="1010">
                  <c:v>16.150000</c:v>
                </c:pt>
                <c:pt idx="1011">
                  <c:v>16.150000</c:v>
                </c:pt>
                <c:pt idx="1012">
                  <c:v>25.5</c:v>
                </c:pt>
                <c:pt idx="1013">
                  <c:v>25.5</c:v>
                </c:pt>
                <c:pt idx="1014">
                  <c:v>37.4</c:v>
                </c:pt>
                <c:pt idx="1015">
                  <c:v>37.4</c:v>
                </c:pt>
                <c:pt idx="1016">
                  <c:v>55.25</c:v>
                </c:pt>
                <c:pt idx="1017">
                  <c:v>55.25</c:v>
                </c:pt>
                <c:pt idx="1018">
                  <c:v>69.7</c:v>
                </c:pt>
                <c:pt idx="1019">
                  <c:v>69.7</c:v>
                </c:pt>
                <c:pt idx="1020">
                  <c:v>74.8</c:v>
                </c:pt>
                <c:pt idx="1021">
                  <c:v>74.8</c:v>
                </c:pt>
                <c:pt idx="1022">
                  <c:v>65.45</c:v>
                </c:pt>
                <c:pt idx="1023">
                  <c:v>65.45</c:v>
                </c:pt>
                <c:pt idx="1024">
                  <c:v>78.2</c:v>
                </c:pt>
                <c:pt idx="1025">
                  <c:v>78.2</c:v>
                </c:pt>
                <c:pt idx="1026">
                  <c:v>62.05</c:v>
                </c:pt>
                <c:pt idx="1027">
                  <c:v>62.05</c:v>
                </c:pt>
                <c:pt idx="1028">
                  <c:v>50.15</c:v>
                </c:pt>
                <c:pt idx="1029">
                  <c:v>50.15</c:v>
                </c:pt>
                <c:pt idx="1030">
                  <c:v>31.45</c:v>
                </c:pt>
                <c:pt idx="1031">
                  <c:v>31.45</c:v>
                </c:pt>
                <c:pt idx="1032">
                  <c:v>42.5</c:v>
                </c:pt>
                <c:pt idx="1033">
                  <c:v>42.5</c:v>
                </c:pt>
                <c:pt idx="1034">
                  <c:v>49.3</c:v>
                </c:pt>
                <c:pt idx="1035">
                  <c:v>49.3</c:v>
                </c:pt>
                <c:pt idx="1036">
                  <c:v>68</c:v>
                </c:pt>
                <c:pt idx="1037">
                  <c:v>68</c:v>
                </c:pt>
                <c:pt idx="1038">
                  <c:v>76.5</c:v>
                </c:pt>
                <c:pt idx="1039">
                  <c:v>76.5</c:v>
                </c:pt>
                <c:pt idx="1040">
                  <c:v>96.05</c:v>
                </c:pt>
                <c:pt idx="1041">
                  <c:v>96.05</c:v>
                </c:pt>
                <c:pt idx="1042">
                  <c:v>84.15</c:v>
                </c:pt>
                <c:pt idx="1043">
                  <c:v>84.15</c:v>
                </c:pt>
                <c:pt idx="1044">
                  <c:v>47.6</c:v>
                </c:pt>
                <c:pt idx="1045">
                  <c:v>47.6</c:v>
                </c:pt>
                <c:pt idx="1046">
                  <c:v>33.15</c:v>
                </c:pt>
                <c:pt idx="1047">
                  <c:v>33.15</c:v>
                </c:pt>
                <c:pt idx="1048">
                  <c:v>104.55</c:v>
                </c:pt>
                <c:pt idx="1049">
                  <c:v>104.55</c:v>
                </c:pt>
                <c:pt idx="1050">
                  <c:v>87.55</c:v>
                </c:pt>
                <c:pt idx="1051">
                  <c:v>87.55</c:v>
                </c:pt>
                <c:pt idx="1052">
                  <c:v>78.2</c:v>
                </c:pt>
                <c:pt idx="1053">
                  <c:v>78.2</c:v>
                </c:pt>
                <c:pt idx="1054">
                  <c:v>55.25</c:v>
                </c:pt>
                <c:pt idx="1055">
                  <c:v>55.25</c:v>
                </c:pt>
                <c:pt idx="1056">
                  <c:v>105.4</c:v>
                </c:pt>
                <c:pt idx="1057">
                  <c:v>105.4</c:v>
                </c:pt>
                <c:pt idx="1058">
                  <c:v>107.1</c:v>
                </c:pt>
                <c:pt idx="1059">
                  <c:v>107.1</c:v>
                </c:pt>
                <c:pt idx="1060">
                  <c:v>103.7</c:v>
                </c:pt>
                <c:pt idx="1061">
                  <c:v>103.7</c:v>
                </c:pt>
                <c:pt idx="1062">
                  <c:v>79.05</c:v>
                </c:pt>
                <c:pt idx="1063">
                  <c:v>79.05</c:v>
                </c:pt>
                <c:pt idx="1064">
                  <c:v>96.9</c:v>
                </c:pt>
                <c:pt idx="1065">
                  <c:v>96.9</c:v>
                </c:pt>
                <c:pt idx="1066">
                  <c:v>83.3</c:v>
                </c:pt>
                <c:pt idx="1067">
                  <c:v>83.3</c:v>
                </c:pt>
                <c:pt idx="1068">
                  <c:v>94.35</c:v>
                </c:pt>
                <c:pt idx="1069">
                  <c:v>94.35</c:v>
                </c:pt>
                <c:pt idx="1070">
                  <c:v>95.2</c:v>
                </c:pt>
                <c:pt idx="1071">
                  <c:v>95.2</c:v>
                </c:pt>
                <c:pt idx="1072">
                  <c:v>79.05</c:v>
                </c:pt>
                <c:pt idx="1073">
                  <c:v>79.05</c:v>
                </c:pt>
                <c:pt idx="1074">
                  <c:v>80.75</c:v>
                </c:pt>
                <c:pt idx="1075">
                  <c:v>80.75</c:v>
                </c:pt>
                <c:pt idx="1076">
                  <c:v>93.5</c:v>
                </c:pt>
                <c:pt idx="1077">
                  <c:v>93.5</c:v>
                </c:pt>
                <c:pt idx="1078">
                  <c:v>104.55</c:v>
                </c:pt>
                <c:pt idx="1079">
                  <c:v>104.55</c:v>
                </c:pt>
                <c:pt idx="1080">
                  <c:v>82.45</c:v>
                </c:pt>
                <c:pt idx="1081">
                  <c:v>82.45</c:v>
                </c:pt>
                <c:pt idx="1082">
                  <c:v>45.05</c:v>
                </c:pt>
                <c:pt idx="1083">
                  <c:v>45.05</c:v>
                </c:pt>
                <c:pt idx="1084">
                  <c:v>33.15</c:v>
                </c:pt>
                <c:pt idx="1085">
                  <c:v>33.15</c:v>
                </c:pt>
                <c:pt idx="1086">
                  <c:v>27.2</c:v>
                </c:pt>
                <c:pt idx="1087">
                  <c:v>27.2</c:v>
                </c:pt>
                <c:pt idx="1088">
                  <c:v>20.400000</c:v>
                </c:pt>
                <c:pt idx="1089">
                  <c:v>20.400000</c:v>
                </c:pt>
                <c:pt idx="1090">
                  <c:v>11.05</c:v>
                </c:pt>
                <c:pt idx="1091">
                  <c:v>11.05</c:v>
                </c:pt>
                <c:pt idx="1092">
                  <c:v>9.35</c:v>
                </c:pt>
                <c:pt idx="1093">
                  <c:v>9.35</c:v>
                </c:pt>
                <c:pt idx="1094">
                  <c:v>5.100000</c:v>
                </c:pt>
                <c:pt idx="1095">
                  <c:v>5.100000</c:v>
                </c:pt>
                <c:pt idx="1096">
                  <c:v>0.85</c:v>
                </c:pt>
                <c:pt idx="1097">
                  <c:v>0.85</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2.550000</c:v>
                </c:pt>
                <c:pt idx="1199">
                  <c:v>2.550000</c:v>
                </c:pt>
                <c:pt idx="1200">
                  <c:v>13.6</c:v>
                </c:pt>
                <c:pt idx="1201">
                  <c:v>13.6</c:v>
                </c:pt>
                <c:pt idx="1202">
                  <c:v>28.05</c:v>
                </c:pt>
                <c:pt idx="1203">
                  <c:v>28.05</c:v>
                </c:pt>
                <c:pt idx="1204">
                  <c:v>49.3</c:v>
                </c:pt>
                <c:pt idx="1205">
                  <c:v>49.3</c:v>
                </c:pt>
                <c:pt idx="1206">
                  <c:v>77.350000</c:v>
                </c:pt>
                <c:pt idx="1207">
                  <c:v>77.350000</c:v>
                </c:pt>
                <c:pt idx="1208">
                  <c:v>108.8</c:v>
                </c:pt>
                <c:pt idx="1209">
                  <c:v>108.8</c:v>
                </c:pt>
                <c:pt idx="1210">
                  <c:v>137.700000</c:v>
                </c:pt>
                <c:pt idx="1211">
                  <c:v>137.700000</c:v>
                </c:pt>
                <c:pt idx="1212">
                  <c:v>166.6</c:v>
                </c:pt>
                <c:pt idx="1213">
                  <c:v>166.6</c:v>
                </c:pt>
                <c:pt idx="1214">
                  <c:v>195.5</c:v>
                </c:pt>
                <c:pt idx="1215">
                  <c:v>195.5</c:v>
                </c:pt>
                <c:pt idx="1216">
                  <c:v>224.4</c:v>
                </c:pt>
                <c:pt idx="1217">
                  <c:v>224.4</c:v>
                </c:pt>
                <c:pt idx="1218">
                  <c:v>251.6</c:v>
                </c:pt>
                <c:pt idx="1219">
                  <c:v>251.6</c:v>
                </c:pt>
                <c:pt idx="1220">
                  <c:v>278.8</c:v>
                </c:pt>
                <c:pt idx="1221">
                  <c:v>278.8</c:v>
                </c:pt>
                <c:pt idx="1222">
                  <c:v>302.600000</c:v>
                </c:pt>
                <c:pt idx="1223">
                  <c:v>302.600000</c:v>
                </c:pt>
                <c:pt idx="1224">
                  <c:v>336.6</c:v>
                </c:pt>
                <c:pt idx="1225">
                  <c:v>336.6</c:v>
                </c:pt>
                <c:pt idx="1226">
                  <c:v>359.55</c:v>
                </c:pt>
                <c:pt idx="1227">
                  <c:v>359.55</c:v>
                </c:pt>
                <c:pt idx="1228">
                  <c:v>379.95</c:v>
                </c:pt>
                <c:pt idx="1229">
                  <c:v>379.95</c:v>
                </c:pt>
                <c:pt idx="1230">
                  <c:v>396.95</c:v>
                </c:pt>
                <c:pt idx="1231">
                  <c:v>396.95</c:v>
                </c:pt>
                <c:pt idx="1232">
                  <c:v>407.15</c:v>
                </c:pt>
                <c:pt idx="1233">
                  <c:v>407.15</c:v>
                </c:pt>
                <c:pt idx="1234">
                  <c:v>416.5</c:v>
                </c:pt>
                <c:pt idx="1235">
                  <c:v>416.5</c:v>
                </c:pt>
                <c:pt idx="1236">
                  <c:v>426.7</c:v>
                </c:pt>
                <c:pt idx="1237">
                  <c:v>426.7</c:v>
                </c:pt>
                <c:pt idx="1238">
                  <c:v>433.5</c:v>
                </c:pt>
                <c:pt idx="1239">
                  <c:v>433.5</c:v>
                </c:pt>
                <c:pt idx="1240">
                  <c:v>438.6</c:v>
                </c:pt>
                <c:pt idx="1241">
                  <c:v>438.6</c:v>
                </c:pt>
                <c:pt idx="1242">
                  <c:v>440.3</c:v>
                </c:pt>
                <c:pt idx="1243">
                  <c:v>440.3</c:v>
                </c:pt>
                <c:pt idx="1244">
                  <c:v>439.45</c:v>
                </c:pt>
                <c:pt idx="1245">
                  <c:v>439.45</c:v>
                </c:pt>
                <c:pt idx="1246">
                  <c:v>430.95</c:v>
                </c:pt>
                <c:pt idx="1247">
                  <c:v>430.95</c:v>
                </c:pt>
                <c:pt idx="1248">
                  <c:v>422.45</c:v>
                </c:pt>
                <c:pt idx="1249">
                  <c:v>422.45</c:v>
                </c:pt>
                <c:pt idx="1250">
                  <c:v>413.95</c:v>
                </c:pt>
                <c:pt idx="1251">
                  <c:v>413.95</c:v>
                </c:pt>
                <c:pt idx="1252">
                  <c:v>402.9</c:v>
                </c:pt>
                <c:pt idx="1253">
                  <c:v>402.9</c:v>
                </c:pt>
                <c:pt idx="1254">
                  <c:v>390.15</c:v>
                </c:pt>
                <c:pt idx="1255">
                  <c:v>390.15</c:v>
                </c:pt>
                <c:pt idx="1256">
                  <c:v>374.85</c:v>
                </c:pt>
                <c:pt idx="1257">
                  <c:v>374.85</c:v>
                </c:pt>
                <c:pt idx="1258">
                  <c:v>357</c:v>
                </c:pt>
                <c:pt idx="1259">
                  <c:v>357</c:v>
                </c:pt>
                <c:pt idx="1260">
                  <c:v>333.2</c:v>
                </c:pt>
                <c:pt idx="1261">
                  <c:v>333.2</c:v>
                </c:pt>
                <c:pt idx="1262">
                  <c:v>309.400000</c:v>
                </c:pt>
                <c:pt idx="1263">
                  <c:v>309.400000</c:v>
                </c:pt>
                <c:pt idx="1264">
                  <c:v>287.3</c:v>
                </c:pt>
                <c:pt idx="1265">
                  <c:v>287.3</c:v>
                </c:pt>
                <c:pt idx="1266">
                  <c:v>263.5</c:v>
                </c:pt>
                <c:pt idx="1267">
                  <c:v>263.5</c:v>
                </c:pt>
                <c:pt idx="1268">
                  <c:v>238.85</c:v>
                </c:pt>
                <c:pt idx="1269">
                  <c:v>238.85</c:v>
                </c:pt>
                <c:pt idx="1270">
                  <c:v>213.35</c:v>
                </c:pt>
                <c:pt idx="1271">
                  <c:v>213.35</c:v>
                </c:pt>
                <c:pt idx="1272">
                  <c:v>185.3</c:v>
                </c:pt>
                <c:pt idx="1273">
                  <c:v>185.3</c:v>
                </c:pt>
                <c:pt idx="1274">
                  <c:v>154.700000</c:v>
                </c:pt>
                <c:pt idx="1275">
                  <c:v>154.700000</c:v>
                </c:pt>
                <c:pt idx="1276">
                  <c:v>125.8</c:v>
                </c:pt>
                <c:pt idx="1277">
                  <c:v>125.8</c:v>
                </c:pt>
                <c:pt idx="1278">
                  <c:v>96.9</c:v>
                </c:pt>
                <c:pt idx="1279">
                  <c:v>96.9</c:v>
                </c:pt>
                <c:pt idx="1280">
                  <c:v>66.3</c:v>
                </c:pt>
                <c:pt idx="1281">
                  <c:v>66.3</c:v>
                </c:pt>
                <c:pt idx="1282">
                  <c:v>19.55</c:v>
                </c:pt>
                <c:pt idx="1283">
                  <c:v>19.55</c:v>
                </c:pt>
                <c:pt idx="1284">
                  <c:v>10.200000</c:v>
                </c:pt>
                <c:pt idx="1285">
                  <c:v>10.200000</c:v>
                </c:pt>
                <c:pt idx="1286">
                  <c:v>6.8</c:v>
                </c:pt>
                <c:pt idx="1287">
                  <c:v>6.8</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6.8</c:v>
                </c:pt>
                <c:pt idx="1393">
                  <c:v>6.8</c:v>
                </c:pt>
              </c:numCache>
            </c:numRef>
          </c:yVal>
          <c:smooth val="0"/>
          <c:extLst>
            <c:ext xmlns:c16="http://schemas.microsoft.com/office/drawing/2014/chart" uri="{C3380CC4-5D6E-409C-BE32-E72D297353CC}">
              <c16:uniqueId val="{00000002-D94D-43A3-98C8-B4BC7C598E7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38.112900</c:v>
                </c:pt>
                <c:pt idx="1">
                  <c:v>38.112908</c:v>
                </c:pt>
                <c:pt idx="2">
                  <c:v>38.112915</c:v>
                </c:pt>
                <c:pt idx="3">
                  <c:v>38.112923</c:v>
                </c:pt>
                <c:pt idx="4">
                  <c:v>38.1372</c:v>
                </c:pt>
                <c:pt idx="5">
                  <c:v>38.1372</c:v>
                </c:pt>
                <c:pt idx="6">
                  <c:v>38.1372</c:v>
                </c:pt>
                <c:pt idx="7">
                  <c:v>38.1372</c:v>
                </c:pt>
                <c:pt idx="8">
                  <c:v>38.1372</c:v>
                </c:pt>
                <c:pt idx="9">
                  <c:v>38.1372</c:v>
                </c:pt>
                <c:pt idx="10">
                  <c:v>38.1372</c:v>
                </c:pt>
                <c:pt idx="11">
                  <c:v>38.1372</c:v>
                </c:pt>
                <c:pt idx="12">
                  <c:v>42.675417</c:v>
                </c:pt>
                <c:pt idx="13">
                  <c:v>42.675417</c:v>
                </c:pt>
                <c:pt idx="14">
                  <c:v>42.675417</c:v>
                </c:pt>
                <c:pt idx="15">
                  <c:v>45.349508</c:v>
                </c:pt>
                <c:pt idx="16">
                  <c:v>49.887725</c:v>
                </c:pt>
                <c:pt idx="17">
                  <c:v>54.425941</c:v>
                </c:pt>
                <c:pt idx="18">
                  <c:v>54.425941</c:v>
                </c:pt>
                <c:pt idx="19">
                  <c:v>54.425941</c:v>
                </c:pt>
                <c:pt idx="20">
                  <c:v>54.425949</c:v>
                </c:pt>
                <c:pt idx="21">
                  <c:v>61.233274</c:v>
                </c:pt>
                <c:pt idx="22">
                  <c:v>68.040599</c:v>
                </c:pt>
                <c:pt idx="23">
                  <c:v>69.420166</c:v>
                </c:pt>
                <c:pt idx="24">
                  <c:v>69.474000</c:v>
                </c:pt>
                <c:pt idx="25">
                  <c:v>68.372558</c:v>
                </c:pt>
                <c:pt idx="26">
                  <c:v>67.090031</c:v>
                </c:pt>
                <c:pt idx="27">
                  <c:v>66.662522</c:v>
                </c:pt>
                <c:pt idx="28">
                  <c:v>66.662522</c:v>
                </c:pt>
                <c:pt idx="29">
                  <c:v>63.644942</c:v>
                </c:pt>
                <c:pt idx="30">
                  <c:v>62.928496</c:v>
                </c:pt>
                <c:pt idx="31">
                  <c:v>61.73442</c:v>
                </c:pt>
                <c:pt idx="32">
                  <c:v>61.336394</c:v>
                </c:pt>
                <c:pt idx="33">
                  <c:v>61.336394</c:v>
                </c:pt>
                <c:pt idx="34">
                  <c:v>61.336394</c:v>
                </c:pt>
                <c:pt idx="35">
                  <c:v>61.336394</c:v>
                </c:pt>
                <c:pt idx="36">
                  <c:v>61.336394</c:v>
                </c:pt>
                <c:pt idx="37">
                  <c:v>61.336394</c:v>
                </c:pt>
                <c:pt idx="38">
                  <c:v>61.336394</c:v>
                </c:pt>
                <c:pt idx="39">
                  <c:v>61.121242</c:v>
                </c:pt>
                <c:pt idx="40">
                  <c:v>60.040974</c:v>
                </c:pt>
                <c:pt idx="41">
                  <c:v>58.960705</c:v>
                </c:pt>
                <c:pt idx="42">
                  <c:v>58.888687</c:v>
                </c:pt>
                <c:pt idx="43">
                  <c:v>58.160682</c:v>
                </c:pt>
                <c:pt idx="44">
                  <c:v>56.947339</c:v>
                </c:pt>
                <c:pt idx="45">
                  <c:v>55.733997</c:v>
                </c:pt>
                <c:pt idx="46">
                  <c:v>55.167771</c:v>
                </c:pt>
                <c:pt idx="47">
                  <c:v>54.620741</c:v>
                </c:pt>
                <c:pt idx="48">
                  <c:v>53.448535</c:v>
                </c:pt>
                <c:pt idx="49">
                  <c:v>52.276328</c:v>
                </c:pt>
                <c:pt idx="50">
                  <c:v>51.494857</c:v>
                </c:pt>
                <c:pt idx="51">
                  <c:v>51.494857</c:v>
                </c:pt>
                <c:pt idx="52">
                  <c:v>51.494857</c:v>
                </c:pt>
                <c:pt idx="53">
                  <c:v>51.494857</c:v>
                </c:pt>
                <c:pt idx="54">
                  <c:v>51.494857</c:v>
                </c:pt>
                <c:pt idx="55">
                  <c:v>51.494857</c:v>
                </c:pt>
                <c:pt idx="56">
                  <c:v>50.572979</c:v>
                </c:pt>
                <c:pt idx="57">
                  <c:v>50.340422</c:v>
                </c:pt>
                <c:pt idx="58">
                  <c:v>49.589144</c:v>
                </c:pt>
                <c:pt idx="59">
                  <c:v>48.337015</c:v>
                </c:pt>
                <c:pt idx="60">
                  <c:v>47.084885</c:v>
                </c:pt>
                <c:pt idx="61">
                  <c:v>46.667508</c:v>
                </c:pt>
                <c:pt idx="62">
                  <c:v>46.667508</c:v>
                </c:pt>
                <c:pt idx="63">
                  <c:v>46.667508</c:v>
                </c:pt>
                <c:pt idx="64">
                  <c:v>46.083835</c:v>
                </c:pt>
                <c:pt idx="65">
                  <c:v>44.989448</c:v>
                </c:pt>
                <c:pt idx="66">
                  <c:v>43.895061</c:v>
                </c:pt>
                <c:pt idx="67">
                  <c:v>42.946592</c:v>
                </c:pt>
                <c:pt idx="68">
                  <c:v>42.946592</c:v>
                </c:pt>
                <c:pt idx="69">
                  <c:v>42.008827</c:v>
                </c:pt>
                <c:pt idx="70">
                  <c:v>40.836620</c:v>
                </c:pt>
                <c:pt idx="71">
                  <c:v>39.664414</c:v>
                </c:pt>
                <c:pt idx="72">
                  <c:v>39.273678</c:v>
                </c:pt>
                <c:pt idx="73">
                  <c:v>38.325210</c:v>
                </c:pt>
                <c:pt idx="74">
                  <c:v>37.230822</c:v>
                </c:pt>
                <c:pt idx="75">
                  <c:v>36.136435</c:v>
                </c:pt>
                <c:pt idx="76">
                  <c:v>35.552762</c:v>
                </c:pt>
                <c:pt idx="77">
                  <c:v>35.456107</c:v>
                </c:pt>
                <c:pt idx="78">
                  <c:v>34.006272</c:v>
                </c:pt>
                <c:pt idx="79">
                  <c:v>32.556438</c:v>
                </c:pt>
                <c:pt idx="80">
                  <c:v>31.879849</c:v>
                </c:pt>
                <c:pt idx="81">
                  <c:v>31.879849</c:v>
                </c:pt>
                <c:pt idx="82">
                  <c:v>28.736536</c:v>
                </c:pt>
                <c:pt idx="83">
                  <c:v>28.736536</c:v>
                </c:pt>
                <c:pt idx="84">
                  <c:v>32.175127</c:v>
                </c:pt>
                <c:pt idx="85">
                  <c:v>31.762168</c:v>
                </c:pt>
                <c:pt idx="86">
                  <c:v>30.523291</c:v>
                </c:pt>
                <c:pt idx="87">
                  <c:v>29.284414</c:v>
                </c:pt>
                <c:pt idx="88">
                  <c:v>28.293312</c:v>
                </c:pt>
                <c:pt idx="89">
                  <c:v>28.293312</c:v>
                </c:pt>
                <c:pt idx="90">
                  <c:v>26.934764</c:v>
                </c:pt>
                <c:pt idx="91">
                  <c:v>26.431834</c:v>
                </c:pt>
                <c:pt idx="92">
                  <c:v>27.482566</c:v>
                </c:pt>
                <c:pt idx="93">
                  <c:v>24.339254</c:v>
                </c:pt>
                <c:pt idx="94">
                  <c:v>26.431834</c:v>
                </c:pt>
                <c:pt idx="95">
                  <c:v>26.431834</c:v>
                </c:pt>
                <c:pt idx="96">
                  <c:v>26.431834</c:v>
                </c:pt>
                <c:pt idx="97">
                  <c:v>26.431834</c:v>
                </c:pt>
                <c:pt idx="98">
                  <c:v>26.431834</c:v>
                </c:pt>
                <c:pt idx="99">
                  <c:v>26.431834</c:v>
                </c:pt>
                <c:pt idx="100">
                  <c:v>26.431834</c:v>
                </c:pt>
                <c:pt idx="101">
                  <c:v>30.970051</c:v>
                </c:pt>
                <c:pt idx="102">
                  <c:v>35.508267</c:v>
                </c:pt>
                <c:pt idx="103">
                  <c:v>35.508267</c:v>
                </c:pt>
                <c:pt idx="104">
                  <c:v>35.508267</c:v>
                </c:pt>
                <c:pt idx="105">
                  <c:v>40.046484</c:v>
                </c:pt>
                <c:pt idx="106">
                  <c:v>40.046491</c:v>
                </c:pt>
                <c:pt idx="107">
                  <c:v>46.853816</c:v>
                </c:pt>
                <c:pt idx="108">
                  <c:v>53.661141</c:v>
                </c:pt>
                <c:pt idx="109">
                  <c:v>58.375886</c:v>
                </c:pt>
                <c:pt idx="110">
                  <c:v>62.770701</c:v>
                </c:pt>
                <c:pt idx="111">
                  <c:v>63.359903</c:v>
                </c:pt>
                <c:pt idx="112">
                  <c:v>63.359903</c:v>
                </c:pt>
                <c:pt idx="113">
                  <c:v>67.898119</c:v>
                </c:pt>
                <c:pt idx="114">
                  <c:v>71.847102</c:v>
                </c:pt>
                <c:pt idx="115">
                  <c:v>74.116250</c:v>
                </c:pt>
                <c:pt idx="116">
                  <c:v>74.116257</c:v>
                </c:pt>
                <c:pt idx="117">
                  <c:v>78.962324</c:v>
                </c:pt>
                <c:pt idx="118">
                  <c:v>85.461783</c:v>
                </c:pt>
                <c:pt idx="119">
                  <c:v>90</c:v>
                </c:pt>
                <c:pt idx="120">
                  <c:v>88.784985</c:v>
                </c:pt>
                <c:pt idx="121">
                  <c:v>87.914658</c:v>
                </c:pt>
                <c:pt idx="122">
                  <c:v>86.634155</c:v>
                </c:pt>
                <c:pt idx="123">
                  <c:v>85.280031</c:v>
                </c:pt>
                <c:pt idx="124">
                  <c:v>84.049669</c:v>
                </c:pt>
                <c:pt idx="125">
                  <c:v>82.926861</c:v>
                </c:pt>
                <c:pt idx="126">
                  <c:v>82.133066</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71.200430</c:v>
                </c:pt>
                <c:pt idx="141">
                  <c:v>70.035883</c:v>
                </c:pt>
                <c:pt idx="142">
                  <c:v>68.871335</c:v>
                </c:pt>
                <c:pt idx="143">
                  <c:v>67.972465</c:v>
                </c:pt>
                <c:pt idx="144">
                  <c:v>67.228953</c:v>
                </c:pt>
                <c:pt idx="145">
                  <c:v>65.974752</c:v>
                </c:pt>
                <c:pt idx="146">
                  <c:v>64.720552</c:v>
                </c:pt>
                <c:pt idx="147">
                  <c:v>64.198098</c:v>
                </c:pt>
                <c:pt idx="148">
                  <c:v>63.421733</c:v>
                </c:pt>
                <c:pt idx="149">
                  <c:v>62.323341</c:v>
                </c:pt>
                <c:pt idx="150">
                  <c:v>61.084461</c:v>
                </c:pt>
                <c:pt idx="151">
                  <c:v>60.455826</c:v>
                </c:pt>
                <c:pt idx="152">
                  <c:v>59.491906</c:v>
                </c:pt>
                <c:pt idx="153">
                  <c:v>58.447071</c:v>
                </c:pt>
                <c:pt idx="154">
                  <c:v>57.334856</c:v>
                </c:pt>
                <c:pt idx="155">
                  <c:v>56.436002</c:v>
                </c:pt>
                <c:pt idx="156">
                  <c:v>55.610082</c:v>
                </c:pt>
                <c:pt idx="157">
                  <c:v>54.842058</c:v>
                </c:pt>
                <c:pt idx="158">
                  <c:v>53.603178</c:v>
                </c:pt>
                <c:pt idx="159">
                  <c:v>52.859850</c:v>
                </c:pt>
                <c:pt idx="160">
                  <c:v>52.859850</c:v>
                </c:pt>
                <c:pt idx="161">
                  <c:v>51.807217</c:v>
                </c:pt>
                <c:pt idx="162">
                  <c:v>50.754585</c:v>
                </c:pt>
                <c:pt idx="163">
                  <c:v>49.701953</c:v>
                </c:pt>
                <c:pt idx="164">
                  <c:v>48.930023</c:v>
                </c:pt>
                <c:pt idx="165">
                  <c:v>48.464204</c:v>
                </c:pt>
                <c:pt idx="166">
                  <c:v>47.299656</c:v>
                </c:pt>
                <c:pt idx="167">
                  <c:v>46.135109</c:v>
                </c:pt>
                <c:pt idx="168">
                  <c:v>45.048198</c:v>
                </c:pt>
                <c:pt idx="169">
                  <c:v>44.697321</c:v>
                </c:pt>
                <c:pt idx="170">
                  <c:v>43.644688</c:v>
                </c:pt>
                <c:pt idx="171">
                  <c:v>42.592056</c:v>
                </c:pt>
                <c:pt idx="172">
                  <c:v>41.539424</c:v>
                </c:pt>
                <c:pt idx="173">
                  <c:v>41.118371</c:v>
                </c:pt>
                <c:pt idx="174">
                  <c:v>41.118371</c:v>
                </c:pt>
                <c:pt idx="175">
                  <c:v>41.118371</c:v>
                </c:pt>
                <c:pt idx="176">
                  <c:v>40.083824</c:v>
                </c:pt>
                <c:pt idx="177">
                  <c:v>39.741165</c:v>
                </c:pt>
                <c:pt idx="178">
                  <c:v>38.513094</c:v>
                </c:pt>
                <c:pt idx="179">
                  <c:v>37.285023</c:v>
                </c:pt>
                <c:pt idx="180">
                  <c:v>36.056952</c:v>
                </c:pt>
                <c:pt idx="181">
                  <c:v>35.534433</c:v>
                </c:pt>
                <c:pt idx="182">
                  <c:v>34.698403</c:v>
                </c:pt>
                <c:pt idx="183">
                  <c:v>34.345833</c:v>
                </c:pt>
                <c:pt idx="184">
                  <c:v>31.429359</c:v>
                </c:pt>
                <c:pt idx="185">
                  <c:v>31.16469</c:v>
                </c:pt>
                <c:pt idx="186">
                  <c:v>29.841344</c:v>
                </c:pt>
                <c:pt idx="187">
                  <c:v>28.517998</c:v>
                </c:pt>
                <c:pt idx="188">
                  <c:v>27.547544</c:v>
                </c:pt>
                <c:pt idx="189">
                  <c:v>27.129529</c:v>
                </c:pt>
                <c:pt idx="190">
                  <c:v>26.188996</c:v>
                </c:pt>
                <c:pt idx="191">
                  <c:v>25.686066</c:v>
                </c:pt>
                <c:pt idx="192">
                  <c:v>30.224282</c:v>
                </c:pt>
                <c:pt idx="193">
                  <c:v>37.031607</c:v>
                </c:pt>
                <c:pt idx="194">
                  <c:v>43.838932</c:v>
                </c:pt>
                <c:pt idx="195">
                  <c:v>50.646257</c:v>
                </c:pt>
                <c:pt idx="196">
                  <c:v>57.453582</c:v>
                </c:pt>
                <c:pt idx="197">
                  <c:v>62.578009</c:v>
                </c:pt>
                <c:pt idx="198">
                  <c:v>62.578009</c:v>
                </c:pt>
                <c:pt idx="199">
                  <c:v>62.578009</c:v>
                </c:pt>
                <c:pt idx="200">
                  <c:v>62.578009</c:v>
                </c:pt>
                <c:pt idx="201">
                  <c:v>62.578017</c:v>
                </c:pt>
                <c:pt idx="202">
                  <c:v>69.385342</c:v>
                </c:pt>
                <c:pt idx="203">
                  <c:v>73.192621</c:v>
                </c:pt>
                <c:pt idx="204">
                  <c:v>73.192621</c:v>
                </c:pt>
                <c:pt idx="205">
                  <c:v>73.192621</c:v>
                </c:pt>
                <c:pt idx="206">
                  <c:v>73.192621</c:v>
                </c:pt>
                <c:pt idx="207">
                  <c:v>73.192621</c:v>
                </c:pt>
                <c:pt idx="208">
                  <c:v>75.461729</c:v>
                </c:pt>
                <c:pt idx="209">
                  <c:v>75.461729</c:v>
                </c:pt>
                <c:pt idx="210">
                  <c:v>75.461729</c:v>
                </c:pt>
                <c:pt idx="211">
                  <c:v>75.461752</c:v>
                </c:pt>
                <c:pt idx="212">
                  <c:v>77.547319</c:v>
                </c:pt>
                <c:pt idx="213">
                  <c:v>78.677151</c:v>
                </c:pt>
                <c:pt idx="214">
                  <c:v>85.461783</c:v>
                </c:pt>
                <c:pt idx="215">
                  <c:v>90</c:v>
                </c:pt>
                <c:pt idx="216">
                  <c:v>88.784985</c:v>
                </c:pt>
                <c:pt idx="217">
                  <c:v>87.914658</c:v>
                </c:pt>
                <c:pt idx="218">
                  <c:v>86.634155</c:v>
                </c:pt>
                <c:pt idx="219">
                  <c:v>85.280031</c:v>
                </c:pt>
                <c:pt idx="220">
                  <c:v>84.045210</c:v>
                </c:pt>
                <c:pt idx="221">
                  <c:v>82.926861</c:v>
                </c:pt>
                <c:pt idx="222">
                  <c:v>82.133066</c:v>
                </c:pt>
                <c:pt idx="223">
                  <c:v>81.147691</c:v>
                </c:pt>
                <c:pt idx="224">
                  <c:v>79.934621</c:v>
                </c:pt>
                <c:pt idx="225">
                  <c:v>79.045036</c:v>
                </c:pt>
                <c:pt idx="226">
                  <c:v>78.877810</c:v>
                </c:pt>
                <c:pt idx="227">
                  <c:v>77.623610</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64.782900</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54.908327</c:v>
                </c:pt>
                <c:pt idx="254">
                  <c:v>53.855695</c:v>
                </c:pt>
                <c:pt idx="255">
                  <c:v>52.803062</c:v>
                </c:pt>
                <c:pt idx="256">
                  <c:v>51.750430</c:v>
                </c:pt>
                <c:pt idx="257">
                  <c:v>51.680255</c:v>
                </c:pt>
                <c:pt idx="258">
                  <c:v>51.680255</c:v>
                </c:pt>
                <c:pt idx="259">
                  <c:v>51.680255</c:v>
                </c:pt>
                <c:pt idx="260">
                  <c:v>51.136799</c:v>
                </c:pt>
                <c:pt idx="261">
                  <c:v>49.972252</c:v>
                </c:pt>
                <c:pt idx="262">
                  <c:v>48.807705</c:v>
                </c:pt>
                <c:pt idx="263">
                  <c:v>47.798430</c:v>
                </c:pt>
                <c:pt idx="264">
                  <c:v>47.307202</c:v>
                </c:pt>
                <c:pt idx="265">
                  <c:v>46.254570</c:v>
                </c:pt>
                <c:pt idx="266">
                  <c:v>45.201937</c:v>
                </c:pt>
                <c:pt idx="267">
                  <c:v>44.149305</c:v>
                </c:pt>
                <c:pt idx="268">
                  <c:v>43.868603</c:v>
                </c:pt>
                <c:pt idx="269">
                  <c:v>42.667086</c:v>
                </c:pt>
                <c:pt idx="270">
                  <c:v>41.280720</c:v>
                </c:pt>
                <c:pt idx="271">
                  <c:v>39.986779</c:v>
                </c:pt>
                <c:pt idx="272">
                  <c:v>39.505575</c:v>
                </c:pt>
                <c:pt idx="273">
                  <c:v>38.302567</c:v>
                </c:pt>
                <c:pt idx="274">
                  <c:v>37.099559</c:v>
                </c:pt>
                <c:pt idx="275">
                  <c:v>36.056952</c:v>
                </c:pt>
                <c:pt idx="276">
                  <c:v>36.056952</c:v>
                </c:pt>
                <c:pt idx="277">
                  <c:v>36.056952</c:v>
                </c:pt>
                <c:pt idx="278">
                  <c:v>36.056952</c:v>
                </c:pt>
                <c:pt idx="279">
                  <c:v>35.137572</c:v>
                </c:pt>
                <c:pt idx="280">
                  <c:v>33.605273</c:v>
                </c:pt>
                <c:pt idx="281">
                  <c:v>32.175127</c:v>
                </c:pt>
                <c:pt idx="282">
                  <c:v>31.645789</c:v>
                </c:pt>
                <c:pt idx="283">
                  <c:v>30.322443</c:v>
                </c:pt>
                <c:pt idx="284">
                  <c:v>28.999097</c:v>
                </c:pt>
                <c:pt idx="285">
                  <c:v>28.293312</c:v>
                </c:pt>
                <c:pt idx="286">
                  <c:v>28.293312</c:v>
                </c:pt>
                <c:pt idx="287">
                  <c:v>26.281593</c:v>
                </c:pt>
                <c:pt idx="288">
                  <c:v>30.819809</c:v>
                </c:pt>
                <c:pt idx="289">
                  <c:v>30.819809</c:v>
                </c:pt>
                <c:pt idx="290">
                  <c:v>30.819809</c:v>
                </c:pt>
                <c:pt idx="291">
                  <c:v>30.819809</c:v>
                </c:pt>
                <c:pt idx="292">
                  <c:v>30.819809</c:v>
                </c:pt>
                <c:pt idx="293">
                  <c:v>35.358026</c:v>
                </c:pt>
                <c:pt idx="294">
                  <c:v>35.358033</c:v>
                </c:pt>
                <c:pt idx="295">
                  <c:v>35.358033</c:v>
                </c:pt>
                <c:pt idx="296">
                  <c:v>35.358033</c:v>
                </c:pt>
                <c:pt idx="297">
                  <c:v>39.896250</c:v>
                </c:pt>
                <c:pt idx="298">
                  <c:v>46.703575</c:v>
                </c:pt>
                <c:pt idx="299">
                  <c:v>48.525892</c:v>
                </c:pt>
                <c:pt idx="300">
                  <c:v>48.5259</c:v>
                </c:pt>
                <c:pt idx="301">
                  <c:v>55.333225</c:v>
                </c:pt>
                <c:pt idx="302">
                  <c:v>60.318224</c:v>
                </c:pt>
                <c:pt idx="303">
                  <c:v>60.318224</c:v>
                </c:pt>
                <c:pt idx="304">
                  <c:v>60.318224</c:v>
                </c:pt>
                <c:pt idx="305">
                  <c:v>60.318224</c:v>
                </c:pt>
                <c:pt idx="306">
                  <c:v>64.856441</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63.000596</c:v>
                </c:pt>
                <c:pt idx="340">
                  <c:v>61.836049</c:v>
                </c:pt>
                <c:pt idx="341">
                  <c:v>60.671501</c:v>
                </c:pt>
                <c:pt idx="342">
                  <c:v>60.085088</c:v>
                </c:pt>
                <c:pt idx="343">
                  <c:v>59.188548</c:v>
                </c:pt>
                <c:pt idx="344">
                  <c:v>58.076332</c:v>
                </c:pt>
                <c:pt idx="345">
                  <c:v>56.964117</c:v>
                </c:pt>
                <c:pt idx="346">
                  <c:v>56.741674</c:v>
                </c:pt>
                <c:pt idx="347">
                  <c:v>56.741674</c:v>
                </c:pt>
                <c:pt idx="348">
                  <c:v>56.741674</c:v>
                </c:pt>
                <c:pt idx="349">
                  <c:v>55.610082</c:v>
                </c:pt>
                <c:pt idx="350">
                  <c:v>55.259204</c:v>
                </c:pt>
                <c:pt idx="351">
                  <c:v>54.206572</c:v>
                </c:pt>
                <c:pt idx="352">
                  <c:v>53.153940</c:v>
                </c:pt>
                <c:pt idx="353">
                  <c:v>52.101308</c:v>
                </c:pt>
                <c:pt idx="354">
                  <c:v>51.680255</c:v>
                </c:pt>
                <c:pt idx="355">
                  <c:v>51.680255</c:v>
                </c:pt>
                <c:pt idx="356">
                  <c:v>50.903451</c:v>
                </c:pt>
                <c:pt idx="357">
                  <c:v>49.887538</c:v>
                </c:pt>
                <c:pt idx="358">
                  <c:v>48.807705</c:v>
                </c:pt>
                <c:pt idx="359">
                  <c:v>47.798430</c:v>
                </c:pt>
                <c:pt idx="360">
                  <c:v>47.307202</c:v>
                </c:pt>
                <c:pt idx="361">
                  <c:v>46.239581</c:v>
                </c:pt>
                <c:pt idx="362">
                  <c:v>45.201937</c:v>
                </c:pt>
                <c:pt idx="363">
                  <c:v>44.149305</c:v>
                </c:pt>
                <c:pt idx="364">
                  <c:v>43.868603</c:v>
                </c:pt>
                <c:pt idx="365">
                  <c:v>42.667086</c:v>
                </c:pt>
                <c:pt idx="366">
                  <c:v>41.280720</c:v>
                </c:pt>
                <c:pt idx="367">
                  <c:v>39.986779</c:v>
                </c:pt>
                <c:pt idx="368">
                  <c:v>39.505575</c:v>
                </c:pt>
                <c:pt idx="369">
                  <c:v>38.302567</c:v>
                </c:pt>
                <c:pt idx="370">
                  <c:v>37.099559</c:v>
                </c:pt>
                <c:pt idx="371">
                  <c:v>36.056952</c:v>
                </c:pt>
                <c:pt idx="372">
                  <c:v>36.056952</c:v>
                </c:pt>
                <c:pt idx="373">
                  <c:v>35.534433</c:v>
                </c:pt>
                <c:pt idx="374">
                  <c:v>34.698403</c:v>
                </c:pt>
                <c:pt idx="375">
                  <c:v>34.195473</c:v>
                </c:pt>
                <c:pt idx="376">
                  <c:v>33.113608</c:v>
                </c:pt>
                <c:pt idx="377">
                  <c:v>32.693846</c:v>
                </c:pt>
                <c:pt idx="378">
                  <c:v>32.412388</c:v>
                </c:pt>
                <c:pt idx="379">
                  <c:v>29.550534</c:v>
                </c:pt>
                <c:pt idx="380">
                  <c:v>30.546847</c:v>
                </c:pt>
                <c:pt idx="381">
                  <c:v>31.026552</c:v>
                </c:pt>
                <c:pt idx="382">
                  <c:v>30.523622</c:v>
                </c:pt>
                <c:pt idx="383">
                  <c:v>31.269390</c:v>
                </c:pt>
                <c:pt idx="384">
                  <c:v>31.269390</c:v>
                </c:pt>
                <c:pt idx="385">
                  <c:v>31.269390</c:v>
                </c:pt>
                <c:pt idx="386">
                  <c:v>35.807607</c:v>
                </c:pt>
                <c:pt idx="387">
                  <c:v>42.614932</c:v>
                </c:pt>
                <c:pt idx="388">
                  <c:v>49.422256</c:v>
                </c:pt>
                <c:pt idx="389">
                  <c:v>49.422256</c:v>
                </c:pt>
                <c:pt idx="390">
                  <c:v>53.960473</c:v>
                </c:pt>
                <c:pt idx="391">
                  <c:v>53.960481</c:v>
                </c:pt>
                <c:pt idx="392">
                  <c:v>53.960488</c:v>
                </c:pt>
                <c:pt idx="393">
                  <c:v>56.440447</c:v>
                </c:pt>
                <c:pt idx="394">
                  <c:v>61.257922</c:v>
                </c:pt>
                <c:pt idx="395">
                  <c:v>65.796139</c:v>
                </c:pt>
                <c:pt idx="396">
                  <c:v>65.796139</c:v>
                </c:pt>
                <c:pt idx="397">
                  <c:v>65.796139</c:v>
                </c:pt>
                <c:pt idx="398">
                  <c:v>65.796139</c:v>
                </c:pt>
                <c:pt idx="399">
                  <c:v>65.796139</c:v>
                </c:pt>
                <c:pt idx="400">
                  <c:v>65.796139</c:v>
                </c:pt>
                <c:pt idx="401">
                  <c:v>70.334355</c:v>
                </c:pt>
                <c:pt idx="402">
                  <c:v>76.420456</c:v>
                </c:pt>
                <c:pt idx="403">
                  <c:v>79.999961</c:v>
                </c:pt>
                <c:pt idx="404">
                  <c:v>79.999968</c:v>
                </c:pt>
                <c:pt idx="405">
                  <c:v>80.958672</c:v>
                </c:pt>
                <c:pt idx="406">
                  <c:v>85.496889</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78.877810</c:v>
                </c:pt>
                <c:pt idx="419">
                  <c:v>77.623610</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64.198098</c:v>
                </c:pt>
                <c:pt idx="436">
                  <c:v>63.421733</c:v>
                </c:pt>
                <c:pt idx="437">
                  <c:v>62.323341</c:v>
                </c:pt>
                <c:pt idx="438">
                  <c:v>61.084461</c:v>
                </c:pt>
                <c:pt idx="439">
                  <c:v>60.455826</c:v>
                </c:pt>
                <c:pt idx="440">
                  <c:v>59.491906</c:v>
                </c:pt>
                <c:pt idx="441">
                  <c:v>58.447071</c:v>
                </c:pt>
                <c:pt idx="442">
                  <c:v>57.334856</c:v>
                </c:pt>
                <c:pt idx="443">
                  <c:v>56.741674</c:v>
                </c:pt>
                <c:pt idx="444">
                  <c:v>56.741674</c:v>
                </c:pt>
                <c:pt idx="445">
                  <c:v>55.610082</c:v>
                </c:pt>
                <c:pt idx="446">
                  <c:v>54.568200</c:v>
                </c:pt>
                <c:pt idx="447">
                  <c:v>53.560452</c:v>
                </c:pt>
                <c:pt idx="448">
                  <c:v>53.153940</c:v>
                </c:pt>
                <c:pt idx="449">
                  <c:v>52.101308</c:v>
                </c:pt>
                <c:pt idx="450">
                  <c:v>51.680255</c:v>
                </c:pt>
                <c:pt idx="451">
                  <c:v>50.512715</c:v>
                </c:pt>
                <c:pt idx="452">
                  <c:v>49.584070</c:v>
                </c:pt>
                <c:pt idx="453">
                  <c:v>48.419522</c:v>
                </c:pt>
                <c:pt idx="454">
                  <c:v>47.798430</c:v>
                </c:pt>
                <c:pt idx="455">
                  <c:v>47.042132</c:v>
                </c:pt>
                <c:pt idx="456">
                  <c:v>46.044043</c:v>
                </c:pt>
                <c:pt idx="457">
                  <c:v>44.991411</c:v>
                </c:pt>
                <c:pt idx="458">
                  <c:v>43.938779</c:v>
                </c:pt>
                <c:pt idx="459">
                  <c:v>43.747874</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30.851781</c:v>
                </c:pt>
                <c:pt idx="472">
                  <c:v>29.528435</c:v>
                </c:pt>
                <c:pt idx="473">
                  <c:v>28.293312</c:v>
                </c:pt>
                <c:pt idx="474">
                  <c:v>28.293312</c:v>
                </c:pt>
                <c:pt idx="475">
                  <c:v>27.457283</c:v>
                </c:pt>
                <c:pt idx="476">
                  <c:v>26.934764</c:v>
                </c:pt>
                <c:pt idx="477">
                  <c:v>26.431834</c:v>
                </c:pt>
                <c:pt idx="478">
                  <c:v>26.431834</c:v>
                </c:pt>
                <c:pt idx="479">
                  <c:v>26.431834</c:v>
                </c:pt>
                <c:pt idx="480">
                  <c:v>26.431834</c:v>
                </c:pt>
                <c:pt idx="481">
                  <c:v>26.431834</c:v>
                </c:pt>
                <c:pt idx="482">
                  <c:v>26.431834</c:v>
                </c:pt>
                <c:pt idx="483">
                  <c:v>26.431834</c:v>
                </c:pt>
                <c:pt idx="484">
                  <c:v>26.431834</c:v>
                </c:pt>
                <c:pt idx="485">
                  <c:v>29.801069</c:v>
                </c:pt>
                <c:pt idx="486">
                  <c:v>29.801069</c:v>
                </c:pt>
                <c:pt idx="487">
                  <c:v>29.801069</c:v>
                </c:pt>
                <c:pt idx="488">
                  <c:v>29.801069</c:v>
                </c:pt>
                <c:pt idx="489">
                  <c:v>29.801069</c:v>
                </c:pt>
                <c:pt idx="490">
                  <c:v>29.801069</c:v>
                </c:pt>
                <c:pt idx="491">
                  <c:v>29.801069</c:v>
                </c:pt>
                <c:pt idx="492">
                  <c:v>34.339286</c:v>
                </c:pt>
                <c:pt idx="493">
                  <c:v>36.886911</c:v>
                </c:pt>
                <c:pt idx="494">
                  <c:v>43.694236</c:v>
                </c:pt>
                <c:pt idx="495">
                  <c:v>50.501561</c:v>
                </c:pt>
                <c:pt idx="496">
                  <c:v>57.308885</c:v>
                </c:pt>
                <c:pt idx="497">
                  <c:v>57.308885</c:v>
                </c:pt>
                <c:pt idx="498">
                  <c:v>60.501592</c:v>
                </c:pt>
                <c:pt idx="499">
                  <c:v>67.308917</c:v>
                </c:pt>
                <c:pt idx="500">
                  <c:v>71.847134</c:v>
                </c:pt>
                <c:pt idx="501">
                  <c:v>78.654459</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79.462858</c:v>
                </c:pt>
                <c:pt idx="515">
                  <c:v>79.350709</c:v>
                </c:pt>
                <c:pt idx="516">
                  <c:v>78.111828</c:v>
                </c:pt>
                <c:pt idx="517">
                  <c:v>76.872948</c:v>
                </c:pt>
                <c:pt idx="518">
                  <c:v>76.294804</c:v>
                </c:pt>
                <c:pt idx="519">
                  <c:v>75.741942</c:v>
                </c:pt>
                <c:pt idx="520">
                  <c:v>75.184201</c:v>
                </c:pt>
                <c:pt idx="521">
                  <c:v>73.902736</c:v>
                </c:pt>
                <c:pt idx="522">
                  <c:v>72.621270</c:v>
                </c:pt>
                <c:pt idx="523">
                  <c:v>72.215676</c:v>
                </c:pt>
                <c:pt idx="524">
                  <c:v>71.095919</c:v>
                </c:pt>
                <c:pt idx="525">
                  <c:v>69.976162</c:v>
                </c:pt>
                <c:pt idx="526">
                  <c:v>68.856405</c:v>
                </c:pt>
                <c:pt idx="527">
                  <c:v>68.483153</c:v>
                </c:pt>
                <c:pt idx="528">
                  <c:v>68.399539</c:v>
                </c:pt>
                <c:pt idx="529">
                  <c:v>67.145339</c:v>
                </c:pt>
                <c:pt idx="530">
                  <c:v>65.891139</c:v>
                </c:pt>
                <c:pt idx="531">
                  <c:v>64.636939</c:v>
                </c:pt>
                <c:pt idx="532">
                  <c:v>64.553326</c:v>
                </c:pt>
                <c:pt idx="533">
                  <c:v>64.553326</c:v>
                </c:pt>
                <c:pt idx="534">
                  <c:v>63.853135</c:v>
                </c:pt>
                <c:pt idx="535">
                  <c:v>63.265469</c:v>
                </c:pt>
                <c:pt idx="536">
                  <c:v>63.265469</c:v>
                </c:pt>
                <c:pt idx="537">
                  <c:v>62.126413</c:v>
                </c:pt>
                <c:pt idx="538">
                  <c:v>60.987357</c:v>
                </c:pt>
                <c:pt idx="539">
                  <c:v>59.848301</c:v>
                </c:pt>
                <c:pt idx="540">
                  <c:v>59.544553</c:v>
                </c:pt>
                <c:pt idx="541">
                  <c:v>59.544553</c:v>
                </c:pt>
                <c:pt idx="542">
                  <c:v>58.883429</c:v>
                </c:pt>
                <c:pt idx="543">
                  <c:v>57.781554</c:v>
                </c:pt>
                <c:pt idx="544">
                  <c:v>56.679680</c:v>
                </c:pt>
                <c:pt idx="545">
                  <c:v>55.871639</c:v>
                </c:pt>
                <c:pt idx="546">
                  <c:v>55.871639</c:v>
                </c:pt>
                <c:pt idx="547">
                  <c:v>55.059803</c:v>
                </c:pt>
                <c:pt idx="548">
                  <c:v>54.045008</c:v>
                </c:pt>
                <c:pt idx="549">
                  <c:v>53.030212</c:v>
                </c:pt>
                <c:pt idx="550">
                  <c:v>52.150723</c:v>
                </c:pt>
                <c:pt idx="551">
                  <c:v>52.150723</c:v>
                </c:pt>
                <c:pt idx="552">
                  <c:v>51.195766</c:v>
                </c:pt>
                <c:pt idx="553">
                  <c:v>50.093891</c:v>
                </c:pt>
                <c:pt idx="554">
                  <c:v>48.992017</c:v>
                </c:pt>
                <c:pt idx="555">
                  <c:v>48.477809</c:v>
                </c:pt>
                <c:pt idx="556">
                  <c:v>47.606957</c:v>
                </c:pt>
                <c:pt idx="557">
                  <c:v>46.419430</c:v>
                </c:pt>
                <c:pt idx="558">
                  <c:v>45.231904</c:v>
                </c:pt>
                <c:pt idx="559">
                  <c:v>44.756893</c:v>
                </c:pt>
                <c:pt idx="560">
                  <c:v>44.481425</c:v>
                </c:pt>
                <c:pt idx="561">
                  <c:v>43.104082</c:v>
                </c:pt>
                <c:pt idx="562">
                  <c:v>41.726739</c:v>
                </c:pt>
                <c:pt idx="563">
                  <c:v>41.083979</c:v>
                </c:pt>
                <c:pt idx="564">
                  <c:v>41.044749</c:v>
                </c:pt>
                <c:pt idx="565">
                  <c:v>39.798463</c:v>
                </c:pt>
                <c:pt idx="566">
                  <c:v>38.421124</c:v>
                </c:pt>
                <c:pt idx="567">
                  <c:v>37.411075</c:v>
                </c:pt>
                <c:pt idx="568">
                  <c:v>37.411075</c:v>
                </c:pt>
                <c:pt idx="569">
                  <c:v>36.740454</c:v>
                </c:pt>
                <c:pt idx="570">
                  <c:v>36.261438</c:v>
                </c:pt>
                <c:pt idx="571">
                  <c:v>35.758508</c:v>
                </c:pt>
                <c:pt idx="572">
                  <c:v>36.104964</c:v>
                </c:pt>
                <c:pt idx="573">
                  <c:v>36.104964</c:v>
                </c:pt>
                <c:pt idx="574">
                  <c:v>34.093244</c:v>
                </c:pt>
                <c:pt idx="575">
                  <c:v>34.093244</c:v>
                </c:pt>
                <c:pt idx="576">
                  <c:v>34.093244</c:v>
                </c:pt>
                <c:pt idx="577">
                  <c:v>38.631461</c:v>
                </c:pt>
                <c:pt idx="578">
                  <c:v>42.055137</c:v>
                </c:pt>
                <c:pt idx="579">
                  <c:v>42.055137</c:v>
                </c:pt>
                <c:pt idx="580">
                  <c:v>42.055137</c:v>
                </c:pt>
                <c:pt idx="581">
                  <c:v>42.055137</c:v>
                </c:pt>
                <c:pt idx="582">
                  <c:v>42.055137</c:v>
                </c:pt>
                <c:pt idx="583">
                  <c:v>42.055137</c:v>
                </c:pt>
                <c:pt idx="584">
                  <c:v>42.055145</c:v>
                </c:pt>
                <c:pt idx="585">
                  <c:v>42.055145</c:v>
                </c:pt>
                <c:pt idx="586">
                  <c:v>42.055145</c:v>
                </c:pt>
                <c:pt idx="587">
                  <c:v>42.055145</c:v>
                </c:pt>
                <c:pt idx="588">
                  <c:v>42.055145</c:v>
                </c:pt>
                <c:pt idx="589">
                  <c:v>42.055152</c:v>
                </c:pt>
                <c:pt idx="590">
                  <c:v>48.862477</c:v>
                </c:pt>
                <c:pt idx="591">
                  <c:v>52.770654</c:v>
                </c:pt>
                <c:pt idx="592">
                  <c:v>52.770661</c:v>
                </c:pt>
                <c:pt idx="593">
                  <c:v>56.723649</c:v>
                </c:pt>
                <c:pt idx="594">
                  <c:v>59.577994</c:v>
                </c:pt>
                <c:pt idx="595">
                  <c:v>65.280107</c:v>
                </c:pt>
                <c:pt idx="596">
                  <c:v>69.578025</c:v>
                </c:pt>
                <c:pt idx="597">
                  <c:v>69.578025</c:v>
                </c:pt>
                <c:pt idx="598">
                  <c:v>74.116242</c:v>
                </c:pt>
                <c:pt idx="599">
                  <c:v>78.654459</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80.015492</c:v>
                </c:pt>
                <c:pt idx="611">
                  <c:v>79.045036</c:v>
                </c:pt>
                <c:pt idx="612">
                  <c:v>79.045036</c:v>
                </c:pt>
                <c:pt idx="613">
                  <c:v>78.222514</c:v>
                </c:pt>
                <c:pt idx="614">
                  <c:v>76.851645</c:v>
                </c:pt>
                <c:pt idx="615">
                  <c:v>75.480775</c:v>
                </c:pt>
                <c:pt idx="616">
                  <c:v>75.115209</c:v>
                </c:pt>
                <c:pt idx="617">
                  <c:v>74.425107</c:v>
                </c:pt>
                <c:pt idx="618">
                  <c:v>73.131166</c:v>
                </c:pt>
                <c:pt idx="619">
                  <c:v>71.837224</c:v>
                </c:pt>
                <c:pt idx="620">
                  <c:v>71.233385</c:v>
                </c:pt>
                <c:pt idx="621">
                  <c:v>71.151513</c:v>
                </c:pt>
                <c:pt idx="622">
                  <c:v>69.923442</c:v>
                </c:pt>
                <c:pt idx="623">
                  <c:v>68.695372</c:v>
                </c:pt>
                <c:pt idx="624">
                  <c:v>67.467301</c:v>
                </c:pt>
                <c:pt idx="625">
                  <c:v>67.303558</c:v>
                </c:pt>
                <c:pt idx="626">
                  <c:v>67.103757</c:v>
                </c:pt>
                <c:pt idx="627">
                  <c:v>66.362746</c:v>
                </c:pt>
                <c:pt idx="628">
                  <c:v>65.134675</c:v>
                </c:pt>
                <c:pt idx="629">
                  <c:v>64.353371</c:v>
                </c:pt>
                <c:pt idx="630">
                  <c:v>63.421733</c:v>
                </c:pt>
                <c:pt idx="631">
                  <c:v>62.616428</c:v>
                </c:pt>
                <c:pt idx="632">
                  <c:v>61.451881</c:v>
                </c:pt>
                <c:pt idx="633">
                  <c:v>60.597879</c:v>
                </c:pt>
                <c:pt idx="634">
                  <c:v>59.983135</c:v>
                </c:pt>
                <c:pt idx="635">
                  <c:v>59.491906</c:v>
                </c:pt>
                <c:pt idx="636">
                  <c:v>58.305480</c:v>
                </c:pt>
                <c:pt idx="637">
                  <c:v>57.077409</c:v>
                </c:pt>
                <c:pt idx="638">
                  <c:v>56.668052</c:v>
                </c:pt>
                <c:pt idx="639">
                  <c:v>55.736414</c:v>
                </c:pt>
                <c:pt idx="640">
                  <c:v>54.571867</c:v>
                </c:pt>
                <c:pt idx="641">
                  <c:v>53.407320</c:v>
                </c:pt>
                <c:pt idx="642">
                  <c:v>52.786228</c:v>
                </c:pt>
                <c:pt idx="643">
                  <c:v>52.710654</c:v>
                </c:pt>
                <c:pt idx="644">
                  <c:v>51.57705</c:v>
                </c:pt>
                <c:pt idx="645">
                  <c:v>50.443446</c:v>
                </c:pt>
                <c:pt idx="646">
                  <c:v>49.309842</c:v>
                </c:pt>
                <c:pt idx="647">
                  <c:v>48.856401</c:v>
                </c:pt>
                <c:pt idx="648">
                  <c:v>47.734985</c:v>
                </c:pt>
                <c:pt idx="649">
                  <c:v>46.441043</c:v>
                </c:pt>
                <c:pt idx="650">
                  <c:v>45.147102</c:v>
                </c:pt>
                <c:pt idx="651">
                  <c:v>44.974576</c:v>
                </c:pt>
                <c:pt idx="652">
                  <c:v>44.974576</c:v>
                </c:pt>
                <c:pt idx="653">
                  <c:v>41.831264</c:v>
                </c:pt>
                <c:pt idx="654">
                  <c:v>41.831264</c:v>
                </c:pt>
                <c:pt idx="655">
                  <c:v>42.147191</c:v>
                </c:pt>
                <c:pt idx="656">
                  <c:v>41.083979</c:v>
                </c:pt>
                <c:pt idx="657">
                  <c:v>40.702347</c:v>
                </c:pt>
                <c:pt idx="658">
                  <c:v>39.271225</c:v>
                </c:pt>
                <c:pt idx="659">
                  <c:v>37.840104</c:v>
                </c:pt>
                <c:pt idx="660">
                  <c:v>37.363063</c:v>
                </c:pt>
                <c:pt idx="661">
                  <c:v>37.363063</c:v>
                </c:pt>
                <c:pt idx="662">
                  <c:v>36.056952</c:v>
                </c:pt>
                <c:pt idx="663">
                  <c:v>36.056952</c:v>
                </c:pt>
                <c:pt idx="664">
                  <c:v>35.489730</c:v>
                </c:pt>
                <c:pt idx="665">
                  <c:v>34.034049</c:v>
                </c:pt>
                <c:pt idx="666">
                  <c:v>33.354732</c:v>
                </c:pt>
                <c:pt idx="667">
                  <c:v>31.956566</c:v>
                </c:pt>
                <c:pt idx="668">
                  <c:v>31.956566</c:v>
                </c:pt>
                <c:pt idx="669">
                  <c:v>30.546837</c:v>
                </c:pt>
                <c:pt idx="670">
                  <c:v>30.546837</c:v>
                </c:pt>
                <c:pt idx="671">
                  <c:v>30.546837</c:v>
                </c:pt>
                <c:pt idx="672">
                  <c:v>30.546837</c:v>
                </c:pt>
                <c:pt idx="673">
                  <c:v>31.269390</c:v>
                </c:pt>
                <c:pt idx="674">
                  <c:v>31.269390</c:v>
                </c:pt>
                <c:pt idx="675">
                  <c:v>31.269390</c:v>
                </c:pt>
                <c:pt idx="676">
                  <c:v>31.269390</c:v>
                </c:pt>
                <c:pt idx="677">
                  <c:v>31.493254</c:v>
                </c:pt>
                <c:pt idx="678">
                  <c:v>31.493254</c:v>
                </c:pt>
                <c:pt idx="679">
                  <c:v>31.493254</c:v>
                </c:pt>
                <c:pt idx="680">
                  <c:v>31.493254</c:v>
                </c:pt>
                <c:pt idx="681">
                  <c:v>31.493254</c:v>
                </c:pt>
                <c:pt idx="682">
                  <c:v>31.493254</c:v>
                </c:pt>
                <c:pt idx="683">
                  <c:v>33.762362</c:v>
                </c:pt>
                <c:pt idx="684">
                  <c:v>33.762362</c:v>
                </c:pt>
                <c:pt idx="685">
                  <c:v>38.300578</c:v>
                </c:pt>
                <c:pt idx="686">
                  <c:v>45.107903</c:v>
                </c:pt>
                <c:pt idx="687">
                  <c:v>49.149294</c:v>
                </c:pt>
                <c:pt idx="688">
                  <c:v>49.149294</c:v>
                </c:pt>
                <c:pt idx="689">
                  <c:v>49.156051</c:v>
                </c:pt>
                <c:pt idx="690">
                  <c:v>55.963376</c:v>
                </c:pt>
                <c:pt idx="691">
                  <c:v>55.963376</c:v>
                </c:pt>
                <c:pt idx="692">
                  <c:v>60.501592</c:v>
                </c:pt>
                <c:pt idx="693">
                  <c:v>65.039809</c:v>
                </c:pt>
                <c:pt idx="694">
                  <c:v>71.847134</c:v>
                </c:pt>
                <c:pt idx="695">
                  <c:v>78.654459</c:v>
                </c:pt>
                <c:pt idx="696">
                  <c:v>85.461783</c:v>
                </c:pt>
                <c:pt idx="697">
                  <c:v>90</c:v>
                </c:pt>
              </c:numCache>
            </c:numRef>
          </c:yVal>
          <c:smooth val="0"/>
          <c:extLst>
            <c:ext xmlns:c16="http://schemas.microsoft.com/office/drawing/2014/chart" uri="{C3380CC4-5D6E-409C-BE32-E72D297353CC}">
              <c16:uniqueId val="{00000000-5683-4773-AB6D-527D025CD5CC}"/>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59.166550</c:v>
                </c:pt>
                <c:pt idx="1">
                  <c:v>59.166550</c:v>
                </c:pt>
                <c:pt idx="2">
                  <c:v>61.197262</c:v>
                </c:pt>
                <c:pt idx="3">
                  <c:v>61.593879</c:v>
                </c:pt>
                <c:pt idx="4">
                  <c:v>66.124971</c:v>
                </c:pt>
                <c:pt idx="5">
                  <c:v>67.108429</c:v>
                </c:pt>
                <c:pt idx="6">
                  <c:v>68.160830</c:v>
                </c:pt>
                <c:pt idx="7">
                  <c:v>69.622450</c:v>
                </c:pt>
                <c:pt idx="8">
                  <c:v>70.352400</c:v>
                </c:pt>
                <c:pt idx="9">
                  <c:v>70.769590</c:v>
                </c:pt>
                <c:pt idx="10">
                  <c:v>71.033450</c:v>
                </c:pt>
                <c:pt idx="11">
                  <c:v>71.033450</c:v>
                </c:pt>
                <c:pt idx="12">
                  <c:v>71.822837</c:v>
                </c:pt>
                <c:pt idx="13">
                  <c:v>71.822837</c:v>
                </c:pt>
                <c:pt idx="14">
                  <c:v>72.699061</c:v>
                </c:pt>
                <c:pt idx="15">
                  <c:v>72.699061</c:v>
                </c:pt>
                <c:pt idx="16">
                  <c:v>74.272142</c:v>
                </c:pt>
                <c:pt idx="17">
                  <c:v>76.569415</c:v>
                </c:pt>
                <c:pt idx="18">
                  <c:v>79.999964</c:v>
                </c:pt>
                <c:pt idx="19">
                  <c:v>81.208152</c:v>
                </c:pt>
                <c:pt idx="20">
                  <c:v>83.457453</c:v>
                </c:pt>
                <c:pt idx="21">
                  <c:v>83.457453</c:v>
                </c:pt>
                <c:pt idx="22">
                  <c:v>83.457453</c:v>
                </c:pt>
                <c:pt idx="23">
                  <c:v>83.753181</c:v>
                </c:pt>
                <c:pt idx="24">
                  <c:v>83.753181</c:v>
                </c:pt>
                <c:pt idx="25">
                  <c:v>84.944115</c:v>
                </c:pt>
                <c:pt idx="26">
                  <c:v>84.472617</c:v>
                </c:pt>
                <c:pt idx="27">
                  <c:v>84.267004</c:v>
                </c:pt>
                <c:pt idx="28">
                  <c:v>83.952498</c:v>
                </c:pt>
                <c:pt idx="29">
                  <c:v>82.945093</c:v>
                </c:pt>
                <c:pt idx="30">
                  <c:v>81.946483</c:v>
                </c:pt>
                <c:pt idx="31">
                  <c:v>81.383945</c:v>
                </c:pt>
                <c:pt idx="32">
                  <c:v>80.637226</c:v>
                </c:pt>
                <c:pt idx="33">
                  <c:v>79.447945</c:v>
                </c:pt>
                <c:pt idx="34">
                  <c:v>78.668380</c:v>
                </c:pt>
                <c:pt idx="35">
                  <c:v>77.74145</c:v>
                </c:pt>
                <c:pt idx="36">
                  <c:v>77.272293</c:v>
                </c:pt>
                <c:pt idx="37">
                  <c:v>76.143233</c:v>
                </c:pt>
                <c:pt idx="38">
                  <c:v>75.122357</c:v>
                </c:pt>
                <c:pt idx="39">
                  <c:v>74.419857</c:v>
                </c:pt>
                <c:pt idx="40">
                  <c:v>74.362079</c:v>
                </c:pt>
                <c:pt idx="41">
                  <c:v>73.760730</c:v>
                </c:pt>
                <c:pt idx="42">
                  <c:v>72.658569</c:v>
                </c:pt>
                <c:pt idx="43">
                  <c:v>71.883902</c:v>
                </c:pt>
                <c:pt idx="44">
                  <c:v>71.555462</c:v>
                </c:pt>
                <c:pt idx="45">
                  <c:v>71.216588</c:v>
                </c:pt>
                <c:pt idx="46">
                  <c:v>70.512678</c:v>
                </c:pt>
                <c:pt idx="47">
                  <c:v>69.689423</c:v>
                </c:pt>
                <c:pt idx="48">
                  <c:v>70.056260</c:v>
                </c:pt>
                <c:pt idx="49">
                  <c:v>70.056260</c:v>
                </c:pt>
                <c:pt idx="50">
                  <c:v>70.056260</c:v>
                </c:pt>
                <c:pt idx="51">
                  <c:v>69.695258</c:v>
                </c:pt>
                <c:pt idx="52">
                  <c:v>69.285968</c:v>
                </c:pt>
                <c:pt idx="53">
                  <c:v>68.997586</c:v>
                </c:pt>
                <c:pt idx="54">
                  <c:v>68.209663</c:v>
                </c:pt>
                <c:pt idx="55">
                  <c:v>67.377118</c:v>
                </c:pt>
                <c:pt idx="56">
                  <c:v>66.444435</c:v>
                </c:pt>
                <c:pt idx="57">
                  <c:v>65.430149</c:v>
                </c:pt>
                <c:pt idx="58">
                  <c:v>64.874042</c:v>
                </c:pt>
                <c:pt idx="59">
                  <c:v>64.577451</c:v>
                </c:pt>
                <c:pt idx="60">
                  <c:v>64.053285</c:v>
                </c:pt>
                <c:pt idx="61">
                  <c:v>62.852452</c:v>
                </c:pt>
                <c:pt idx="62">
                  <c:v>61.651619</c:v>
                </c:pt>
                <c:pt idx="63">
                  <c:v>60.776081</c:v>
                </c:pt>
                <c:pt idx="64">
                  <c:v>60.776081</c:v>
                </c:pt>
                <c:pt idx="65">
                  <c:v>60.424419</c:v>
                </c:pt>
                <c:pt idx="66">
                  <c:v>59.417263</c:v>
                </c:pt>
                <c:pt idx="67">
                  <c:v>58.304843</c:v>
                </c:pt>
                <c:pt idx="68">
                  <c:v>57.465939</c:v>
                </c:pt>
                <c:pt idx="69">
                  <c:v>56.646394</c:v>
                </c:pt>
                <c:pt idx="70">
                  <c:v>55.982746</c:v>
                </c:pt>
                <c:pt idx="71">
                  <c:v>54.861223</c:v>
                </c:pt>
                <c:pt idx="72">
                  <c:v>53.83325</c:v>
                </c:pt>
                <c:pt idx="73">
                  <c:v>53.250976</c:v>
                </c:pt>
                <c:pt idx="74">
                  <c:v>52.530577</c:v>
                </c:pt>
                <c:pt idx="75">
                  <c:v>51.332387</c:v>
                </c:pt>
                <c:pt idx="76">
                  <c:v>50.407608</c:v>
                </c:pt>
                <c:pt idx="77">
                  <c:v>49.410003</c:v>
                </c:pt>
                <c:pt idx="78">
                  <c:v>48.522630</c:v>
                </c:pt>
                <c:pt idx="79">
                  <c:v>47.840461</c:v>
                </c:pt>
                <c:pt idx="80">
                  <c:v>46.592132</c:v>
                </c:pt>
                <c:pt idx="81">
                  <c:v>45.825982</c:v>
                </c:pt>
                <c:pt idx="82">
                  <c:v>45.570599</c:v>
                </c:pt>
                <c:pt idx="83">
                  <c:v>44.472797</c:v>
                </c:pt>
                <c:pt idx="84">
                  <c:v>43.437955</c:v>
                </c:pt>
                <c:pt idx="85">
                  <c:v>43.299279</c:v>
                </c:pt>
                <c:pt idx="86">
                  <c:v>48.481244</c:v>
                </c:pt>
                <c:pt idx="87">
                  <c:v>50.840406</c:v>
                </c:pt>
                <c:pt idx="88">
                  <c:v>50.370139</c:v>
                </c:pt>
                <c:pt idx="89">
                  <c:v>49.543856</c:v>
                </c:pt>
                <c:pt idx="90">
                  <c:v>53.481433</c:v>
                </c:pt>
                <c:pt idx="91">
                  <c:v>60.288758</c:v>
                </c:pt>
                <c:pt idx="92">
                  <c:v>67.096083</c:v>
                </c:pt>
                <c:pt idx="93">
                  <c:v>73.192643</c:v>
                </c:pt>
                <c:pt idx="94">
                  <c:v>77.479488</c:v>
                </c:pt>
                <c:pt idx="95">
                  <c:v>78.712830</c:v>
                </c:pt>
                <c:pt idx="96">
                  <c:v>79.733514</c:v>
                </c:pt>
                <c:pt idx="97">
                  <c:v>83.923833</c:v>
                </c:pt>
                <c:pt idx="98">
                  <c:v>84.538185</c:v>
                </c:pt>
                <c:pt idx="99">
                  <c:v>84.538185</c:v>
                </c:pt>
                <c:pt idx="100">
                  <c:v>84.999953</c:v>
                </c:pt>
                <c:pt idx="101">
                  <c:v>84.999953</c:v>
                </c:pt>
                <c:pt idx="102">
                  <c:v>84.999953</c:v>
                </c:pt>
                <c:pt idx="103">
                  <c:v>85.445197</c:v>
                </c:pt>
                <c:pt idx="104">
                  <c:v>85.528819</c:v>
                </c:pt>
                <c:pt idx="105">
                  <c:v>86.663408</c:v>
                </c:pt>
                <c:pt idx="106">
                  <c:v>86.663408</c:v>
                </c:pt>
                <c:pt idx="107">
                  <c:v>86.663408</c:v>
                </c:pt>
                <c:pt idx="108">
                  <c:v>87.797923</c:v>
                </c:pt>
                <c:pt idx="109">
                  <c:v>88.932478</c:v>
                </c:pt>
                <c:pt idx="110">
                  <c:v>89.538170</c:v>
                </c:pt>
                <c:pt idx="111">
                  <c:v>89.538170</c:v>
                </c:pt>
                <c:pt idx="112">
                  <c:v>89.538170</c:v>
                </c:pt>
                <c:pt idx="113">
                  <c:v>89.999965</c:v>
                </c:pt>
                <c:pt idx="114">
                  <c:v>89.999965</c:v>
                </c:pt>
                <c:pt idx="115">
                  <c:v>89.999965</c:v>
                </c:pt>
                <c:pt idx="116">
                  <c:v>89.999984</c:v>
                </c:pt>
                <c:pt idx="117">
                  <c:v>90</c:v>
                </c:pt>
                <c:pt idx="118">
                  <c:v>90</c:v>
                </c:pt>
                <c:pt idx="119">
                  <c:v>90</c:v>
                </c:pt>
                <c:pt idx="120">
                  <c:v>90</c:v>
                </c:pt>
                <c:pt idx="121">
                  <c:v>90</c:v>
                </c:pt>
                <c:pt idx="122">
                  <c:v>90</c:v>
                </c:pt>
                <c:pt idx="123">
                  <c:v>88.233380</c:v>
                </c:pt>
                <c:pt idx="124">
                  <c:v>87.188522</c:v>
                </c:pt>
                <c:pt idx="125">
                  <c:v>86.894460</c:v>
                </c:pt>
                <c:pt idx="126">
                  <c:v>85.409523</c:v>
                </c:pt>
                <c:pt idx="127">
                  <c:v>84.207318</c:v>
                </c:pt>
                <c:pt idx="128">
                  <c:v>82.923289</c:v>
                </c:pt>
                <c:pt idx="129">
                  <c:v>81.875108</c:v>
                </c:pt>
                <c:pt idx="130">
                  <c:v>81.794218</c:v>
                </c:pt>
                <c:pt idx="131">
                  <c:v>81.171578</c:v>
                </c:pt>
                <c:pt idx="132">
                  <c:v>80.042518</c:v>
                </c:pt>
                <c:pt idx="133">
                  <c:v>79.682540</c:v>
                </c:pt>
                <c:pt idx="134">
                  <c:v>79.340111</c:v>
                </c:pt>
                <c:pt idx="135">
                  <c:v>78.476418</c:v>
                </c:pt>
                <c:pt idx="136">
                  <c:v>77.827764</c:v>
                </c:pt>
                <c:pt idx="137">
                  <c:v>77.092835</c:v>
                </c:pt>
                <c:pt idx="138">
                  <c:v>76.749902</c:v>
                </c:pt>
                <c:pt idx="139">
                  <c:v>76.035381</c:v>
                </c:pt>
                <c:pt idx="140">
                  <c:v>75.350563</c:v>
                </c:pt>
                <c:pt idx="141">
                  <c:v>74.376143</c:v>
                </c:pt>
                <c:pt idx="142">
                  <c:v>73.288572</c:v>
                </c:pt>
                <c:pt idx="143">
                  <c:v>72.428954</c:v>
                </c:pt>
                <c:pt idx="144">
                  <c:v>71.875230</c:v>
                </c:pt>
                <c:pt idx="145">
                  <c:v>71.651206</c:v>
                </c:pt>
                <c:pt idx="146">
                  <c:v>71.465837</c:v>
                </c:pt>
                <c:pt idx="147">
                  <c:v>70.909730</c:v>
                </c:pt>
                <c:pt idx="148">
                  <c:v>70.866012</c:v>
                </c:pt>
                <c:pt idx="149">
                  <c:v>70.866012</c:v>
                </c:pt>
                <c:pt idx="150">
                  <c:v>70.284619</c:v>
                </c:pt>
                <c:pt idx="151">
                  <c:v>69.315630</c:v>
                </c:pt>
                <c:pt idx="152">
                  <c:v>68.152844</c:v>
                </c:pt>
                <c:pt idx="153">
                  <c:v>67.930816</c:v>
                </c:pt>
                <c:pt idx="154">
                  <c:v>67.555178</c:v>
                </c:pt>
                <c:pt idx="155">
                  <c:v>66.665801</c:v>
                </c:pt>
                <c:pt idx="156">
                  <c:v>65.458343</c:v>
                </c:pt>
                <c:pt idx="157">
                  <c:v>65.133376</c:v>
                </c:pt>
                <c:pt idx="158">
                  <c:v>64.977082</c:v>
                </c:pt>
                <c:pt idx="159">
                  <c:v>64.390978</c:v>
                </c:pt>
                <c:pt idx="160">
                  <c:v>63.294211</c:v>
                </c:pt>
                <c:pt idx="161">
                  <c:v>62.926430</c:v>
                </c:pt>
                <c:pt idx="162">
                  <c:v>62.926430</c:v>
                </c:pt>
                <c:pt idx="163">
                  <c:v>62.926430</c:v>
                </c:pt>
                <c:pt idx="164">
                  <c:v>62.926430</c:v>
                </c:pt>
                <c:pt idx="165">
                  <c:v>62.598114</c:v>
                </c:pt>
                <c:pt idx="166">
                  <c:v>61.934465</c:v>
                </c:pt>
                <c:pt idx="167">
                  <c:v>60.804998</c:v>
                </c:pt>
                <c:pt idx="168">
                  <c:v>59.784970</c:v>
                </c:pt>
                <c:pt idx="169">
                  <c:v>59.202696</c:v>
                </c:pt>
                <c:pt idx="170">
                  <c:v>58.482297</c:v>
                </c:pt>
                <c:pt idx="171">
                  <c:v>57.284106</c:v>
                </c:pt>
                <c:pt idx="172">
                  <c:v>56.130707</c:v>
                </c:pt>
                <c:pt idx="173">
                  <c:v>55.361723</c:v>
                </c:pt>
                <c:pt idx="174">
                  <c:v>54.474350</c:v>
                </c:pt>
                <c:pt idx="175">
                  <c:v>53.938199</c:v>
                </c:pt>
                <c:pt idx="176">
                  <c:v>52.669119</c:v>
                </c:pt>
                <c:pt idx="177">
                  <c:v>51.902969</c:v>
                </c:pt>
                <c:pt idx="178">
                  <c:v>51.647586</c:v>
                </c:pt>
                <c:pt idx="179">
                  <c:v>52.982840</c:v>
                </c:pt>
                <c:pt idx="180">
                  <c:v>54.530250</c:v>
                </c:pt>
                <c:pt idx="181">
                  <c:v>54.298412</c:v>
                </c:pt>
                <c:pt idx="182">
                  <c:v>57.649604</c:v>
                </c:pt>
                <c:pt idx="183">
                  <c:v>59.131660</c:v>
                </c:pt>
                <c:pt idx="184">
                  <c:v>58.344607</c:v>
                </c:pt>
                <c:pt idx="185">
                  <c:v>59.601546</c:v>
                </c:pt>
                <c:pt idx="186">
                  <c:v>58.929673</c:v>
                </c:pt>
                <c:pt idx="187">
                  <c:v>59.223374</c:v>
                </c:pt>
                <c:pt idx="188">
                  <c:v>62.186973</c:v>
                </c:pt>
                <c:pt idx="189">
                  <c:v>67.859744</c:v>
                </c:pt>
                <c:pt idx="190">
                  <c:v>74.373811</c:v>
                </c:pt>
                <c:pt idx="191">
                  <c:v>77.090670</c:v>
                </c:pt>
                <c:pt idx="192">
                  <c:v>78.050331</c:v>
                </c:pt>
                <c:pt idx="193">
                  <c:v>78.913139</c:v>
                </c:pt>
                <c:pt idx="194">
                  <c:v>78.913139</c:v>
                </c:pt>
                <c:pt idx="195">
                  <c:v>79.265704</c:v>
                </c:pt>
                <c:pt idx="196">
                  <c:v>79.999930</c:v>
                </c:pt>
                <c:pt idx="197">
                  <c:v>81.023915</c:v>
                </c:pt>
                <c:pt idx="198">
                  <c:v>82.140801</c:v>
                </c:pt>
                <c:pt idx="199">
                  <c:v>82.140801</c:v>
                </c:pt>
                <c:pt idx="200">
                  <c:v>82.140801</c:v>
                </c:pt>
                <c:pt idx="201">
                  <c:v>82.140801</c:v>
                </c:pt>
                <c:pt idx="202">
                  <c:v>82.798664</c:v>
                </c:pt>
                <c:pt idx="203">
                  <c:v>82.798664</c:v>
                </c:pt>
                <c:pt idx="204">
                  <c:v>83.678272</c:v>
                </c:pt>
                <c:pt idx="205">
                  <c:v>85.164527</c:v>
                </c:pt>
                <c:pt idx="206">
                  <c:v>87.323674</c:v>
                </c:pt>
                <c:pt idx="207">
                  <c:v>87.730896</c:v>
                </c:pt>
                <c:pt idx="208">
                  <c:v>88.351569</c:v>
                </c:pt>
                <c:pt idx="209">
                  <c:v>89.458524</c:v>
                </c:pt>
                <c:pt idx="210">
                  <c:v>89.999953</c:v>
                </c:pt>
                <c:pt idx="211">
                  <c:v>89.999964</c:v>
                </c:pt>
                <c:pt idx="212">
                  <c:v>89.999968</c:v>
                </c:pt>
                <c:pt idx="213">
                  <c:v>90</c:v>
                </c:pt>
                <c:pt idx="214">
                  <c:v>90</c:v>
                </c:pt>
                <c:pt idx="215">
                  <c:v>90</c:v>
                </c:pt>
                <c:pt idx="216">
                  <c:v>90</c:v>
                </c:pt>
                <c:pt idx="217">
                  <c:v>90</c:v>
                </c:pt>
                <c:pt idx="218">
                  <c:v>90</c:v>
                </c:pt>
                <c:pt idx="219">
                  <c:v>88.233380</c:v>
                </c:pt>
                <c:pt idx="220">
                  <c:v>87.188522</c:v>
                </c:pt>
                <c:pt idx="221">
                  <c:v>86.591341</c:v>
                </c:pt>
                <c:pt idx="222">
                  <c:v>85.295746</c:v>
                </c:pt>
                <c:pt idx="223">
                  <c:v>84.135536</c:v>
                </c:pt>
                <c:pt idx="224">
                  <c:v>83.249849</c:v>
                </c:pt>
                <c:pt idx="225">
                  <c:v>82.615690</c:v>
                </c:pt>
                <c:pt idx="226">
                  <c:v>81.814913</c:v>
                </c:pt>
                <c:pt idx="227">
                  <c:v>81.171578</c:v>
                </c:pt>
                <c:pt idx="228">
                  <c:v>80.042518</c:v>
                </c:pt>
                <c:pt idx="229">
                  <c:v>79.682540</c:v>
                </c:pt>
                <c:pt idx="230">
                  <c:v>79.340111</c:v>
                </c:pt>
                <c:pt idx="231">
                  <c:v>78.713238</c:v>
                </c:pt>
                <c:pt idx="232">
                  <c:v>77.632969</c:v>
                </c:pt>
                <c:pt idx="233">
                  <c:v>77.092835</c:v>
                </c:pt>
                <c:pt idx="234">
                  <c:v>76.925165</c:v>
                </c:pt>
                <c:pt idx="235">
                  <c:v>76.517560</c:v>
                </c:pt>
                <c:pt idx="236">
                  <c:v>75.906463</c:v>
                </c:pt>
                <c:pt idx="237">
                  <c:v>74.926239</c:v>
                </c:pt>
                <c:pt idx="238">
                  <c:v>73.780802</c:v>
                </c:pt>
                <c:pt idx="239">
                  <c:v>73.062395</c:v>
                </c:pt>
                <c:pt idx="240">
                  <c:v>72.375559</c:v>
                </c:pt>
                <c:pt idx="241">
                  <c:v>72.069028</c:v>
                </c:pt>
                <c:pt idx="242">
                  <c:v>71.404707</c:v>
                </c:pt>
                <c:pt idx="243">
                  <c:v>70.698962</c:v>
                </c:pt>
                <c:pt idx="244">
                  <c:v>70.161147</c:v>
                </c:pt>
                <c:pt idx="245">
                  <c:v>70.161147</c:v>
                </c:pt>
                <c:pt idx="246">
                  <c:v>69.579754</c:v>
                </c:pt>
                <c:pt idx="247">
                  <c:v>68.610766</c:v>
                </c:pt>
                <c:pt idx="248">
                  <c:v>67.447979</c:v>
                </c:pt>
                <c:pt idx="249">
                  <c:v>66.750308</c:v>
                </c:pt>
                <c:pt idx="250">
                  <c:v>66.064592</c:v>
                </c:pt>
                <c:pt idx="251">
                  <c:v>65.271577</c:v>
                </c:pt>
                <c:pt idx="252">
                  <c:v>64.437211</c:v>
                </c:pt>
                <c:pt idx="253">
                  <c:v>64.398393</c:v>
                </c:pt>
                <c:pt idx="254">
                  <c:v>63.816119</c:v>
                </c:pt>
                <c:pt idx="255">
                  <c:v>63.198758</c:v>
                </c:pt>
                <c:pt idx="256">
                  <c:v>62.401898</c:v>
                </c:pt>
                <c:pt idx="257">
                  <c:v>61.875582</c:v>
                </c:pt>
                <c:pt idx="258">
                  <c:v>61.349266</c:v>
                </c:pt>
                <c:pt idx="259">
                  <c:v>60.998388</c:v>
                </c:pt>
                <c:pt idx="260">
                  <c:v>60.998388</c:v>
                </c:pt>
                <c:pt idx="261">
                  <c:v>60.765479</c:v>
                </c:pt>
                <c:pt idx="262">
                  <c:v>60.183205</c:v>
                </c:pt>
                <c:pt idx="263">
                  <c:v>59.600932</c:v>
                </c:pt>
                <c:pt idx="264">
                  <c:v>59.057476</c:v>
                </c:pt>
                <c:pt idx="265">
                  <c:v>58.601180</c:v>
                </c:pt>
                <c:pt idx="266">
                  <c:v>57.527670</c:v>
                </c:pt>
                <c:pt idx="267">
                  <c:v>56.454161</c:v>
                </c:pt>
                <c:pt idx="268">
                  <c:v>55.636008</c:v>
                </c:pt>
                <c:pt idx="269">
                  <c:v>55.377154</c:v>
                </c:pt>
                <c:pt idx="270">
                  <c:v>54.215531</c:v>
                </c:pt>
                <c:pt idx="271">
                  <c:v>52.762772</c:v>
                </c:pt>
                <c:pt idx="272">
                  <c:v>51.696635</c:v>
                </c:pt>
                <c:pt idx="273">
                  <c:v>50.993746</c:v>
                </c:pt>
                <c:pt idx="274">
                  <c:v>49.715261</c:v>
                </c:pt>
                <c:pt idx="275">
                  <c:v>48.436776</c:v>
                </c:pt>
                <c:pt idx="276">
                  <c:v>47.822741</c:v>
                </c:pt>
                <c:pt idx="277">
                  <c:v>47.561482</c:v>
                </c:pt>
                <c:pt idx="278">
                  <c:v>46.356414</c:v>
                </c:pt>
                <c:pt idx="279">
                  <c:v>45.317896</c:v>
                </c:pt>
                <c:pt idx="280">
                  <c:v>47.324653</c:v>
                </c:pt>
                <c:pt idx="281">
                  <c:v>47.324653</c:v>
                </c:pt>
                <c:pt idx="282">
                  <c:v>45.752997</c:v>
                </c:pt>
                <c:pt idx="283">
                  <c:v>45.752997</c:v>
                </c:pt>
                <c:pt idx="284">
                  <c:v>45.752997</c:v>
                </c:pt>
                <c:pt idx="285">
                  <c:v>49.156660</c:v>
                </c:pt>
                <c:pt idx="286">
                  <c:v>52.560322</c:v>
                </c:pt>
                <c:pt idx="287">
                  <c:v>57.890313</c:v>
                </c:pt>
                <c:pt idx="288">
                  <c:v>62.216381</c:v>
                </c:pt>
                <c:pt idx="289">
                  <c:v>64.485489</c:v>
                </c:pt>
                <c:pt idx="290">
                  <c:v>65.620043</c:v>
                </c:pt>
                <c:pt idx="291">
                  <c:v>65.620043</c:v>
                </c:pt>
                <c:pt idx="292">
                  <c:v>65.620043</c:v>
                </c:pt>
                <c:pt idx="293">
                  <c:v>65.620043</c:v>
                </c:pt>
                <c:pt idx="294">
                  <c:v>66.950661</c:v>
                </c:pt>
                <c:pt idx="295">
                  <c:v>70.354324</c:v>
                </c:pt>
                <c:pt idx="296">
                  <c:v>71.131815</c:v>
                </c:pt>
                <c:pt idx="297">
                  <c:v>71.131815</c:v>
                </c:pt>
                <c:pt idx="298">
                  <c:v>72.536489</c:v>
                </c:pt>
                <c:pt idx="299">
                  <c:v>75.104692</c:v>
                </c:pt>
                <c:pt idx="300">
                  <c:v>75.461763</c:v>
                </c:pt>
                <c:pt idx="301">
                  <c:v>77.373801</c:v>
                </c:pt>
                <c:pt idx="302">
                  <c:v>78.192659</c:v>
                </c:pt>
                <c:pt idx="303">
                  <c:v>78.654459</c:v>
                </c:pt>
                <c:pt idx="304">
                  <c:v>79.999968</c:v>
                </c:pt>
                <c:pt idx="305">
                  <c:v>83.192652</c:v>
                </c:pt>
                <c:pt idx="306">
                  <c:v>85.461768</c:v>
                </c:pt>
                <c:pt idx="307">
                  <c:v>89.999964</c:v>
                </c:pt>
                <c:pt idx="308">
                  <c:v>89.999968</c:v>
                </c:pt>
                <c:pt idx="309">
                  <c:v>90</c:v>
                </c:pt>
                <c:pt idx="310">
                  <c:v>90</c:v>
                </c:pt>
                <c:pt idx="311">
                  <c:v>90</c:v>
                </c:pt>
                <c:pt idx="312">
                  <c:v>90</c:v>
                </c:pt>
                <c:pt idx="313">
                  <c:v>90</c:v>
                </c:pt>
                <c:pt idx="314">
                  <c:v>89.559936</c:v>
                </c:pt>
                <c:pt idx="315">
                  <c:v>87.869521</c:v>
                </c:pt>
                <c:pt idx="316">
                  <c:v>87.188522</c:v>
                </c:pt>
                <c:pt idx="317">
                  <c:v>86.053308</c:v>
                </c:pt>
                <c:pt idx="318">
                  <c:v>84.784814</c:v>
                </c:pt>
                <c:pt idx="319">
                  <c:v>83.376222</c:v>
                </c:pt>
                <c:pt idx="320">
                  <c:v>82.822897</c:v>
                </c:pt>
                <c:pt idx="321">
                  <c:v>81.862394</c:v>
                </c:pt>
                <c:pt idx="322">
                  <c:v>81.787182</c:v>
                </c:pt>
                <c:pt idx="323">
                  <c:v>81.367031</c:v>
                </c:pt>
                <c:pt idx="324">
                  <c:v>80.416373</c:v>
                </c:pt>
                <c:pt idx="325">
                  <c:v>79.913909</c:v>
                </c:pt>
                <c:pt idx="326">
                  <c:v>79.164664</c:v>
                </c:pt>
                <c:pt idx="327">
                  <c:v>78.476418</c:v>
                </c:pt>
                <c:pt idx="328">
                  <c:v>77.780231</c:v>
                </c:pt>
                <c:pt idx="329">
                  <c:v>77.020515</c:v>
                </c:pt>
                <c:pt idx="330">
                  <c:v>76.109137</c:v>
                </c:pt>
                <c:pt idx="331">
                  <c:v>75.155061</c:v>
                </c:pt>
                <c:pt idx="332">
                  <c:v>75.012513</c:v>
                </c:pt>
                <c:pt idx="333">
                  <c:v>74.496977</c:v>
                </c:pt>
                <c:pt idx="334">
                  <c:v>73.332429</c:v>
                </c:pt>
                <c:pt idx="335">
                  <c:v>72.585704</c:v>
                </c:pt>
                <c:pt idx="336">
                  <c:v>71.958604</c:v>
                </c:pt>
                <c:pt idx="337">
                  <c:v>71.651206</c:v>
                </c:pt>
                <c:pt idx="338">
                  <c:v>71.651206</c:v>
                </c:pt>
                <c:pt idx="339">
                  <c:v>71.263611</c:v>
                </c:pt>
                <c:pt idx="340">
                  <c:v>70.682218</c:v>
                </c:pt>
                <c:pt idx="341">
                  <c:v>70.272927</c:v>
                </c:pt>
                <c:pt idx="342">
                  <c:v>70.272927</c:v>
                </c:pt>
                <c:pt idx="343">
                  <c:v>70.272927</c:v>
                </c:pt>
                <c:pt idx="344">
                  <c:v>70.272927</c:v>
                </c:pt>
                <c:pt idx="345">
                  <c:v>69.902189</c:v>
                </c:pt>
                <c:pt idx="346">
                  <c:v>69.334165</c:v>
                </c:pt>
                <c:pt idx="347">
                  <c:v>68.307795</c:v>
                </c:pt>
                <c:pt idx="348">
                  <c:v>67.825835</c:v>
                </c:pt>
                <c:pt idx="349">
                  <c:v>67.286165</c:v>
                </c:pt>
                <c:pt idx="350">
                  <c:v>66.077826</c:v>
                </c:pt>
                <c:pt idx="351">
                  <c:v>64.869488</c:v>
                </c:pt>
                <c:pt idx="352">
                  <c:v>64.203739</c:v>
                </c:pt>
                <c:pt idx="353">
                  <c:v>63.829588</c:v>
                </c:pt>
                <c:pt idx="354">
                  <c:v>62.861342</c:v>
                </c:pt>
                <c:pt idx="355">
                  <c:v>61.787832</c:v>
                </c:pt>
                <c:pt idx="356">
                  <c:v>60.714322</c:v>
                </c:pt>
                <c:pt idx="357">
                  <c:v>60.223094</c:v>
                </c:pt>
                <c:pt idx="358">
                  <c:v>59.793285</c:v>
                </c:pt>
                <c:pt idx="359">
                  <c:v>58.997845</c:v>
                </c:pt>
                <c:pt idx="360">
                  <c:v>57.973987</c:v>
                </c:pt>
                <c:pt idx="361">
                  <c:v>57.281368</c:v>
                </c:pt>
                <c:pt idx="362">
                  <c:v>56.764292</c:v>
                </c:pt>
                <c:pt idx="363">
                  <c:v>55.694529</c:v>
                </c:pt>
                <c:pt idx="364">
                  <c:v>54.511338</c:v>
                </c:pt>
                <c:pt idx="365">
                  <c:v>53.799963</c:v>
                </c:pt>
                <c:pt idx="366">
                  <c:v>52.618473</c:v>
                </c:pt>
                <c:pt idx="367">
                  <c:v>52.045535</c:v>
                </c:pt>
                <c:pt idx="368">
                  <c:v>50.842073</c:v>
                </c:pt>
                <c:pt idx="369">
                  <c:v>50.562800</c:v>
                </c:pt>
                <c:pt idx="370">
                  <c:v>49.775747</c:v>
                </c:pt>
                <c:pt idx="371">
                  <c:v>47.693862</c:v>
                </c:pt>
                <c:pt idx="372">
                  <c:v>47.431511</c:v>
                </c:pt>
                <c:pt idx="373">
                  <c:v>46.775635</c:v>
                </c:pt>
                <c:pt idx="374">
                  <c:v>46.390120</c:v>
                </c:pt>
                <c:pt idx="375">
                  <c:v>47.758285</c:v>
                </c:pt>
                <c:pt idx="376">
                  <c:v>49.330655</c:v>
                </c:pt>
                <c:pt idx="377">
                  <c:v>48.343919</c:v>
                </c:pt>
                <c:pt idx="378">
                  <c:v>51.117939</c:v>
                </c:pt>
                <c:pt idx="379">
                  <c:v>54.521601</c:v>
                </c:pt>
                <c:pt idx="380">
                  <c:v>59.557020</c:v>
                </c:pt>
                <c:pt idx="381">
                  <c:v>66.364345</c:v>
                </c:pt>
                <c:pt idx="382">
                  <c:v>70.500843</c:v>
                </c:pt>
                <c:pt idx="383">
                  <c:v>72.769952</c:v>
                </c:pt>
                <c:pt idx="384">
                  <c:v>72.769952</c:v>
                </c:pt>
                <c:pt idx="385">
                  <c:v>72.769952</c:v>
                </c:pt>
                <c:pt idx="386">
                  <c:v>72.769952</c:v>
                </c:pt>
                <c:pt idx="387">
                  <c:v>74.848869</c:v>
                </c:pt>
                <c:pt idx="388">
                  <c:v>78.675298</c:v>
                </c:pt>
                <c:pt idx="389">
                  <c:v>79.387082</c:v>
                </c:pt>
                <c:pt idx="390">
                  <c:v>79.999968</c:v>
                </c:pt>
                <c:pt idx="391">
                  <c:v>81.275201</c:v>
                </c:pt>
                <c:pt idx="392">
                  <c:v>83.166074</c:v>
                </c:pt>
                <c:pt idx="393">
                  <c:v>84.038584</c:v>
                </c:pt>
                <c:pt idx="394">
                  <c:v>84.295426</c:v>
                </c:pt>
                <c:pt idx="395">
                  <c:v>84.427999</c:v>
                </c:pt>
                <c:pt idx="396">
                  <c:v>86.134538</c:v>
                </c:pt>
                <c:pt idx="397">
                  <c:v>87.730892</c:v>
                </c:pt>
                <c:pt idx="398">
                  <c:v>88.136845</c:v>
                </c:pt>
                <c:pt idx="399">
                  <c:v>88.576800</c:v>
                </c:pt>
                <c:pt idx="400">
                  <c:v>89.665175</c:v>
                </c:pt>
                <c:pt idx="401">
                  <c:v>89.999957</c:v>
                </c:pt>
                <c:pt idx="402">
                  <c:v>89.999957</c:v>
                </c:pt>
                <c:pt idx="403">
                  <c:v>90</c:v>
                </c:pt>
                <c:pt idx="404">
                  <c:v>90</c:v>
                </c:pt>
                <c:pt idx="405">
                  <c:v>90</c:v>
                </c:pt>
                <c:pt idx="406">
                  <c:v>90</c:v>
                </c:pt>
                <c:pt idx="407">
                  <c:v>90</c:v>
                </c:pt>
                <c:pt idx="408">
                  <c:v>90</c:v>
                </c:pt>
                <c:pt idx="409">
                  <c:v>90</c:v>
                </c:pt>
                <c:pt idx="410">
                  <c:v>89.663033</c:v>
                </c:pt>
                <c:pt idx="411">
                  <c:v>87.979099</c:v>
                </c:pt>
                <c:pt idx="412">
                  <c:v>87.188522</c:v>
                </c:pt>
                <c:pt idx="413">
                  <c:v>86.803772</c:v>
                </c:pt>
                <c:pt idx="414">
                  <c:v>85.107817</c:v>
                </c:pt>
                <c:pt idx="415">
                  <c:v>84.094720</c:v>
                </c:pt>
                <c:pt idx="416">
                  <c:v>83.249849</c:v>
                </c:pt>
                <c:pt idx="417">
                  <c:v>82.205887</c:v>
                </c:pt>
                <c:pt idx="418">
                  <c:v>81.821578</c:v>
                </c:pt>
                <c:pt idx="419">
                  <c:v>81.367031</c:v>
                </c:pt>
                <c:pt idx="420">
                  <c:v>80.309764</c:v>
                </c:pt>
                <c:pt idx="421">
                  <c:v>79.682540</c:v>
                </c:pt>
                <c:pt idx="422">
                  <c:v>79.005134</c:v>
                </c:pt>
                <c:pt idx="423">
                  <c:v>78.476418</c:v>
                </c:pt>
                <c:pt idx="424">
                  <c:v>77.706430</c:v>
                </c:pt>
                <c:pt idx="425">
                  <c:v>76.705081</c:v>
                </c:pt>
                <c:pt idx="426">
                  <c:v>76.109137</c:v>
                </c:pt>
                <c:pt idx="427">
                  <c:v>75.155061</c:v>
                </c:pt>
                <c:pt idx="428">
                  <c:v>74.470435</c:v>
                </c:pt>
                <c:pt idx="429">
                  <c:v>73.443760</c:v>
                </c:pt>
                <c:pt idx="430">
                  <c:v>72.691764</c:v>
                </c:pt>
                <c:pt idx="431">
                  <c:v>72.180192</c:v>
                </c:pt>
                <c:pt idx="432">
                  <c:v>71.667588</c:v>
                </c:pt>
                <c:pt idx="433">
                  <c:v>71.651206</c:v>
                </c:pt>
                <c:pt idx="434">
                  <c:v>71.651206</c:v>
                </c:pt>
                <c:pt idx="435">
                  <c:v>71.229661</c:v>
                </c:pt>
                <c:pt idx="436">
                  <c:v>70.643558</c:v>
                </c:pt>
                <c:pt idx="437">
                  <c:v>70.448190</c:v>
                </c:pt>
                <c:pt idx="438">
                  <c:v>69.866797</c:v>
                </c:pt>
                <c:pt idx="439">
                  <c:v>69.285404</c:v>
                </c:pt>
                <c:pt idx="440">
                  <c:v>68.152844</c:v>
                </c:pt>
                <c:pt idx="441">
                  <c:v>67.455172</c:v>
                </c:pt>
                <c:pt idx="442">
                  <c:v>66.769457</c:v>
                </c:pt>
                <c:pt idx="443">
                  <c:v>66.344704</c:v>
                </c:pt>
                <c:pt idx="444">
                  <c:v>65.718640</c:v>
                </c:pt>
                <c:pt idx="445">
                  <c:v>65.092575</c:v>
                </c:pt>
                <c:pt idx="446">
                  <c:v>64.675198</c:v>
                </c:pt>
                <c:pt idx="447">
                  <c:v>64.675198</c:v>
                </c:pt>
                <c:pt idx="448">
                  <c:v>64.383362</c:v>
                </c:pt>
                <c:pt idx="449">
                  <c:v>63.836168</c:v>
                </c:pt>
                <c:pt idx="450">
                  <c:v>63.216015</c:v>
                </c:pt>
                <c:pt idx="451">
                  <c:v>62.194587</c:v>
                </c:pt>
                <c:pt idx="452">
                  <c:v>61.647394</c:v>
                </c:pt>
                <c:pt idx="453">
                  <c:v>60.631318</c:v>
                </c:pt>
                <c:pt idx="454">
                  <c:v>59.899296</c:v>
                </c:pt>
                <c:pt idx="455">
                  <c:v>59.078752</c:v>
                </c:pt>
                <c:pt idx="456">
                  <c:v>58.297281</c:v>
                </c:pt>
                <c:pt idx="457">
                  <c:v>57.236943</c:v>
                </c:pt>
                <c:pt idx="458">
                  <c:v>56.25994</c:v>
                </c:pt>
                <c:pt idx="459">
                  <c:v>55.722094</c:v>
                </c:pt>
                <c:pt idx="460">
                  <c:v>54.890826</c:v>
                </c:pt>
                <c:pt idx="461">
                  <c:v>53.828798</c:v>
                </c:pt>
                <c:pt idx="462">
                  <c:v>52.792862</c:v>
                </c:pt>
                <c:pt idx="463">
                  <c:v>51.825830</c:v>
                </c:pt>
                <c:pt idx="464">
                  <c:v>50.838562</c:v>
                </c:pt>
                <c:pt idx="465">
                  <c:v>49.887538</c:v>
                </c:pt>
                <c:pt idx="466">
                  <c:v>49.533165</c:v>
                </c:pt>
                <c:pt idx="467">
                  <c:v>48.647233</c:v>
                </c:pt>
                <c:pt idx="468">
                  <c:v>47.798590</c:v>
                </c:pt>
                <c:pt idx="469">
                  <c:v>46.478265</c:v>
                </c:pt>
                <c:pt idx="470">
                  <c:v>46.114152</c:v>
                </c:pt>
                <c:pt idx="471">
                  <c:v>45.327099</c:v>
                </c:pt>
                <c:pt idx="472">
                  <c:v>44.987612</c:v>
                </c:pt>
                <c:pt idx="473">
                  <c:v>44.412793</c:v>
                </c:pt>
                <c:pt idx="474">
                  <c:v>45.364345</c:v>
                </c:pt>
                <c:pt idx="475">
                  <c:v>45.267242</c:v>
                </c:pt>
                <c:pt idx="476">
                  <c:v>44.924281</c:v>
                </c:pt>
                <c:pt idx="477">
                  <c:v>44.924281</c:v>
                </c:pt>
                <c:pt idx="478">
                  <c:v>44.924281</c:v>
                </c:pt>
                <c:pt idx="479">
                  <c:v>44.924281</c:v>
                </c:pt>
                <c:pt idx="480">
                  <c:v>47.148945</c:v>
                </c:pt>
                <c:pt idx="481">
                  <c:v>49.156047</c:v>
                </c:pt>
                <c:pt idx="482">
                  <c:v>54.828818</c:v>
                </c:pt>
                <c:pt idx="483">
                  <c:v>59.270700</c:v>
                </c:pt>
                <c:pt idx="484">
                  <c:v>59.270700</c:v>
                </c:pt>
                <c:pt idx="485">
                  <c:v>59.270700</c:v>
                </c:pt>
                <c:pt idx="486">
                  <c:v>60.501589</c:v>
                </c:pt>
                <c:pt idx="487">
                  <c:v>61.187973</c:v>
                </c:pt>
                <c:pt idx="488">
                  <c:v>61.187973</c:v>
                </c:pt>
                <c:pt idx="489">
                  <c:v>64.578006</c:v>
                </c:pt>
                <c:pt idx="490">
                  <c:v>69.116238</c:v>
                </c:pt>
                <c:pt idx="491">
                  <c:v>70.250776</c:v>
                </c:pt>
                <c:pt idx="492">
                  <c:v>72.519889</c:v>
                </c:pt>
                <c:pt idx="493">
                  <c:v>74.788997</c:v>
                </c:pt>
                <c:pt idx="494">
                  <c:v>74.788997</c:v>
                </c:pt>
                <c:pt idx="495">
                  <c:v>76.385350</c:v>
                </c:pt>
                <c:pt idx="496">
                  <c:v>80.461764</c:v>
                </c:pt>
                <c:pt idx="497">
                  <c:v>80.461764</c:v>
                </c:pt>
                <c:pt idx="498">
                  <c:v>82.730872</c:v>
                </c:pt>
                <c:pt idx="499">
                  <c:v>86.596334</c:v>
                </c:pt>
                <c:pt idx="500">
                  <c:v>88.865446</c:v>
                </c:pt>
                <c:pt idx="501">
                  <c:v>90</c:v>
                </c:pt>
                <c:pt idx="502">
                  <c:v>90</c:v>
                </c:pt>
                <c:pt idx="503">
                  <c:v>90</c:v>
                </c:pt>
                <c:pt idx="504">
                  <c:v>90</c:v>
                </c:pt>
                <c:pt idx="505">
                  <c:v>90</c:v>
                </c:pt>
                <c:pt idx="506">
                  <c:v>90</c:v>
                </c:pt>
                <c:pt idx="507">
                  <c:v>90</c:v>
                </c:pt>
                <c:pt idx="508">
                  <c:v>89.329661</c:v>
                </c:pt>
                <c:pt idx="509">
                  <c:v>87.914658</c:v>
                </c:pt>
                <c:pt idx="510">
                  <c:v>87.914658</c:v>
                </c:pt>
                <c:pt idx="511">
                  <c:v>87.281880</c:v>
                </c:pt>
                <c:pt idx="512">
                  <c:v>87.106891</c:v>
                </c:pt>
                <c:pt idx="513">
                  <c:v>86.228273</c:v>
                </c:pt>
                <c:pt idx="514">
                  <c:v>85.155806</c:v>
                </c:pt>
                <c:pt idx="515">
                  <c:v>84.119744</c:v>
                </c:pt>
                <c:pt idx="516">
                  <c:v>83.584303</c:v>
                </c:pt>
                <c:pt idx="517">
                  <c:v>83.071717</c:v>
                </c:pt>
                <c:pt idx="518">
                  <c:v>82.993057</c:v>
                </c:pt>
                <c:pt idx="519">
                  <c:v>82.419164</c:v>
                </c:pt>
                <c:pt idx="520">
                  <c:v>81.995890</c:v>
                </c:pt>
                <c:pt idx="521">
                  <c:v>81.514934</c:v>
                </c:pt>
                <c:pt idx="522">
                  <c:v>80.953839</c:v>
                </c:pt>
                <c:pt idx="523">
                  <c:v>80.416373</c:v>
                </c:pt>
                <c:pt idx="524">
                  <c:v>80.416373</c:v>
                </c:pt>
                <c:pt idx="525">
                  <c:v>80.043121</c:v>
                </c:pt>
                <c:pt idx="526">
                  <c:v>79.042493</c:v>
                </c:pt>
                <c:pt idx="527">
                  <c:v>77.931677</c:v>
                </c:pt>
                <c:pt idx="528">
                  <c:v>76.932837</c:v>
                </c:pt>
                <c:pt idx="529">
                  <c:v>76.639004</c:v>
                </c:pt>
                <c:pt idx="530">
                  <c:v>76.270583</c:v>
                </c:pt>
                <c:pt idx="531">
                  <c:v>75.208891</c:v>
                </c:pt>
                <c:pt idx="532">
                  <c:v>74.067619</c:v>
                </c:pt>
                <c:pt idx="533">
                  <c:v>73.007430</c:v>
                </c:pt>
                <c:pt idx="534">
                  <c:v>72.813632</c:v>
                </c:pt>
                <c:pt idx="535">
                  <c:v>72.813632</c:v>
                </c:pt>
                <c:pt idx="536">
                  <c:v>72.629987</c:v>
                </c:pt>
                <c:pt idx="537">
                  <c:v>72.079050</c:v>
                </c:pt>
                <c:pt idx="538">
                  <c:v>71.111103</c:v>
                </c:pt>
                <c:pt idx="539">
                  <c:v>70.448190</c:v>
                </c:pt>
                <c:pt idx="540">
                  <c:v>70.272752</c:v>
                </c:pt>
                <c:pt idx="541">
                  <c:v>69.436359</c:v>
                </c:pt>
                <c:pt idx="542">
                  <c:v>68.393249</c:v>
                </c:pt>
                <c:pt idx="543">
                  <c:v>67.350139</c:v>
                </c:pt>
                <c:pt idx="544">
                  <c:v>66.622819</c:v>
                </c:pt>
                <c:pt idx="545">
                  <c:v>66.305215</c:v>
                </c:pt>
                <c:pt idx="546">
                  <c:v>65.394724</c:v>
                </c:pt>
                <c:pt idx="547">
                  <c:v>64.345632</c:v>
                </c:pt>
                <c:pt idx="548">
                  <c:v>63.29654</c:v>
                </c:pt>
                <c:pt idx="549">
                  <c:v>62.84545</c:v>
                </c:pt>
                <c:pt idx="550">
                  <c:v>62.604144</c:v>
                </c:pt>
                <c:pt idx="551">
                  <c:v>61.708080</c:v>
                </c:pt>
                <c:pt idx="552">
                  <c:v>60.674203</c:v>
                </c:pt>
                <c:pt idx="553">
                  <c:v>59.640327</c:v>
                </c:pt>
                <c:pt idx="554">
                  <c:v>59.020078</c:v>
                </c:pt>
                <c:pt idx="555">
                  <c:v>58.342809</c:v>
                </c:pt>
                <c:pt idx="556">
                  <c:v>57.096994</c:v>
                </c:pt>
                <c:pt idx="557">
                  <c:v>55.851179</c:v>
                </c:pt>
                <c:pt idx="558">
                  <c:v>58.277735</c:v>
                </c:pt>
                <c:pt idx="559">
                  <c:v>59.624983</c:v>
                </c:pt>
                <c:pt idx="560">
                  <c:v>58.437134</c:v>
                </c:pt>
                <c:pt idx="561">
                  <c:v>57.154176</c:v>
                </c:pt>
                <c:pt idx="562">
                  <c:v>56.692054</c:v>
                </c:pt>
                <c:pt idx="563">
                  <c:v>56.692054</c:v>
                </c:pt>
                <c:pt idx="564">
                  <c:v>56.211741</c:v>
                </c:pt>
                <c:pt idx="565">
                  <c:v>58.370699</c:v>
                </c:pt>
                <c:pt idx="566">
                  <c:v>61.119390</c:v>
                </c:pt>
                <c:pt idx="567">
                  <c:v>64.348394</c:v>
                </c:pt>
                <c:pt idx="568">
                  <c:v>67.121260</c:v>
                </c:pt>
                <c:pt idx="569">
                  <c:v>66.975372</c:v>
                </c:pt>
                <c:pt idx="570">
                  <c:v>71.310047</c:v>
                </c:pt>
                <c:pt idx="571">
                  <c:v>73.860077</c:v>
                </c:pt>
                <c:pt idx="572">
                  <c:v>76.955366</c:v>
                </c:pt>
                <c:pt idx="573">
                  <c:v>81.493582</c:v>
                </c:pt>
                <c:pt idx="574">
                  <c:v>84.897245</c:v>
                </c:pt>
                <c:pt idx="575">
                  <c:v>84.897248</c:v>
                </c:pt>
                <c:pt idx="576">
                  <c:v>84.897248</c:v>
                </c:pt>
                <c:pt idx="577">
                  <c:v>86.031803</c:v>
                </c:pt>
                <c:pt idx="578">
                  <c:v>86.031803</c:v>
                </c:pt>
                <c:pt idx="579">
                  <c:v>86.031803</c:v>
                </c:pt>
                <c:pt idx="580">
                  <c:v>86.031803</c:v>
                </c:pt>
                <c:pt idx="581">
                  <c:v>86.031806</c:v>
                </c:pt>
                <c:pt idx="582">
                  <c:v>86.031810</c:v>
                </c:pt>
                <c:pt idx="583">
                  <c:v>87.147676</c:v>
                </c:pt>
                <c:pt idx="584">
                  <c:v>87.147680</c:v>
                </c:pt>
                <c:pt idx="585">
                  <c:v>87.147684</c:v>
                </c:pt>
                <c:pt idx="586">
                  <c:v>87.147715</c:v>
                </c:pt>
                <c:pt idx="587">
                  <c:v>87.147715</c:v>
                </c:pt>
                <c:pt idx="588">
                  <c:v>87.147715</c:v>
                </c:pt>
                <c:pt idx="589">
                  <c:v>87.147715</c:v>
                </c:pt>
                <c:pt idx="590">
                  <c:v>87.147715</c:v>
                </c:pt>
                <c:pt idx="591">
                  <c:v>87.147715</c:v>
                </c:pt>
                <c:pt idx="592">
                  <c:v>88.282269</c:v>
                </c:pt>
                <c:pt idx="593">
                  <c:v>89.416769</c:v>
                </c:pt>
                <c:pt idx="594">
                  <c:v>89.416769</c:v>
                </c:pt>
                <c:pt idx="595">
                  <c:v>89.416769</c:v>
                </c:pt>
                <c:pt idx="596">
                  <c:v>89.538143</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88.917176</c:v>
                </c:pt>
                <c:pt idx="618">
                  <c:v>88.594261</c:v>
                </c:pt>
                <c:pt idx="619">
                  <c:v>88.594261</c:v>
                </c:pt>
                <c:pt idx="620">
                  <c:v>88.594261</c:v>
                </c:pt>
                <c:pt idx="621">
                  <c:v>88.594261</c:v>
                </c:pt>
                <c:pt idx="622">
                  <c:v>88.594261</c:v>
                </c:pt>
                <c:pt idx="623">
                  <c:v>87.022302</c:v>
                </c:pt>
                <c:pt idx="624">
                  <c:v>86.415767</c:v>
                </c:pt>
                <c:pt idx="625">
                  <c:v>85.809232</c:v>
                </c:pt>
                <c:pt idx="626">
                  <c:v>85.647489</c:v>
                </c:pt>
                <c:pt idx="627">
                  <c:v>85.524682</c:v>
                </c:pt>
                <c:pt idx="628">
                  <c:v>84.910646</c:v>
                </c:pt>
                <c:pt idx="629">
                  <c:v>84.296611</c:v>
                </c:pt>
                <c:pt idx="630">
                  <c:v>83.682575</c:v>
                </c:pt>
                <c:pt idx="631">
                  <c:v>83.604939</c:v>
                </c:pt>
                <c:pt idx="632">
                  <c:v>83.022665</c:v>
                </c:pt>
                <c:pt idx="633">
                  <c:v>82.440391</c:v>
                </c:pt>
                <c:pt idx="634">
                  <c:v>81.858118</c:v>
                </c:pt>
                <c:pt idx="635">
                  <c:v>81.741663</c:v>
                </c:pt>
                <c:pt idx="636">
                  <c:v>81.496049</c:v>
                </c:pt>
                <c:pt idx="637">
                  <c:v>80.882013</c:v>
                </c:pt>
                <c:pt idx="638">
                  <c:v>80.267978</c:v>
                </c:pt>
                <c:pt idx="639">
                  <c:v>79.776750</c:v>
                </c:pt>
                <c:pt idx="640">
                  <c:v>79.582658</c:v>
                </c:pt>
                <c:pt idx="641">
                  <c:v>79.000385</c:v>
                </c:pt>
                <c:pt idx="642">
                  <c:v>78.418111</c:v>
                </c:pt>
                <c:pt idx="643">
                  <c:v>77.835837</c:v>
                </c:pt>
                <c:pt idx="644">
                  <c:v>77.835837</c:v>
                </c:pt>
                <c:pt idx="645">
                  <c:v>77.467416</c:v>
                </c:pt>
                <c:pt idx="646">
                  <c:v>76.853381</c:v>
                </c:pt>
                <c:pt idx="647">
                  <c:v>76.239345</c:v>
                </c:pt>
                <c:pt idx="648">
                  <c:v>75.870924</c:v>
                </c:pt>
                <c:pt idx="649">
                  <c:v>75.569004</c:v>
                </c:pt>
                <c:pt idx="650">
                  <c:v>74.922033</c:v>
                </c:pt>
                <c:pt idx="651">
                  <c:v>74.222059</c:v>
                </c:pt>
                <c:pt idx="652">
                  <c:v>73.081948</c:v>
                </c:pt>
                <c:pt idx="653">
                  <c:v>72.309006</c:v>
                </c:pt>
                <c:pt idx="654">
                  <c:v>71.387685</c:v>
                </c:pt>
                <c:pt idx="655">
                  <c:v>70.717828</c:v>
                </c:pt>
                <c:pt idx="656">
                  <c:v>70.494542</c:v>
                </c:pt>
                <c:pt idx="657">
                  <c:v>72.104490</c:v>
                </c:pt>
                <c:pt idx="658">
                  <c:v>71.900183</c:v>
                </c:pt>
                <c:pt idx="659">
                  <c:v>71.173751</c:v>
                </c:pt>
                <c:pt idx="660">
                  <c:v>71.173751</c:v>
                </c:pt>
                <c:pt idx="661">
                  <c:v>71.173754</c:v>
                </c:pt>
                <c:pt idx="662">
                  <c:v>72.440098</c:v>
                </c:pt>
                <c:pt idx="663">
                  <c:v>72.440098</c:v>
                </c:pt>
                <c:pt idx="664">
                  <c:v>72.440098</c:v>
                </c:pt>
                <c:pt idx="665">
                  <c:v>72.440098</c:v>
                </c:pt>
                <c:pt idx="666">
                  <c:v>72.440098</c:v>
                </c:pt>
                <c:pt idx="667">
                  <c:v>72.440098</c:v>
                </c:pt>
                <c:pt idx="668">
                  <c:v>72.440098</c:v>
                </c:pt>
                <c:pt idx="669">
                  <c:v>72.440098</c:v>
                </c:pt>
                <c:pt idx="670">
                  <c:v>72.440098</c:v>
                </c:pt>
                <c:pt idx="671">
                  <c:v>72.440098</c:v>
                </c:pt>
                <c:pt idx="672">
                  <c:v>72.440098</c:v>
                </c:pt>
                <c:pt idx="673">
                  <c:v>72.440098</c:v>
                </c:pt>
                <c:pt idx="674">
                  <c:v>73.096495</c:v>
                </c:pt>
                <c:pt idx="675">
                  <c:v>74.116242</c:v>
                </c:pt>
                <c:pt idx="676">
                  <c:v>74.116242</c:v>
                </c:pt>
                <c:pt idx="677">
                  <c:v>75.250796</c:v>
                </c:pt>
                <c:pt idx="678">
                  <c:v>75.250796</c:v>
                </c:pt>
                <c:pt idx="679">
                  <c:v>77.448546</c:v>
                </c:pt>
                <c:pt idx="680">
                  <c:v>79.116049</c:v>
                </c:pt>
                <c:pt idx="681">
                  <c:v>80.923567</c:v>
                </c:pt>
                <c:pt idx="682">
                  <c:v>80.923567</c:v>
                </c:pt>
                <c:pt idx="683">
                  <c:v>83.192675</c:v>
                </c:pt>
                <c:pt idx="684">
                  <c:v>86.596338</c:v>
                </c:pt>
                <c:pt idx="685">
                  <c:v>87.730892</c:v>
                </c:pt>
                <c:pt idx="686">
                  <c:v>87.730892</c:v>
                </c:pt>
                <c:pt idx="687">
                  <c:v>87.730892</c:v>
                </c:pt>
                <c:pt idx="688">
                  <c:v>87.730892</c:v>
                </c:pt>
                <c:pt idx="689">
                  <c:v>87.730892</c:v>
                </c:pt>
                <c:pt idx="690">
                  <c:v>87.730892</c:v>
                </c:pt>
                <c:pt idx="691">
                  <c:v>87.730892</c:v>
                </c:pt>
                <c:pt idx="692">
                  <c:v>88.865446</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5683-4773-AB6D-527D025CD5CC}"/>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77.433000</c:v>
                </c:pt>
                <c:pt idx="1">
                  <c:v>77.433000</c:v>
                </c:pt>
                <c:pt idx="2">
                  <c:v>79.660341</c:v>
                </c:pt>
                <c:pt idx="3">
                  <c:v>80</c:v>
                </c:pt>
                <c:pt idx="4">
                  <c:v>83.192636</c:v>
                </c:pt>
                <c:pt idx="5">
                  <c:v>83.192636</c:v>
                </c:pt>
                <c:pt idx="6">
                  <c:v>83.192636</c:v>
                </c:pt>
                <c:pt idx="7">
                  <c:v>83.192636</c:v>
                </c:pt>
                <c:pt idx="8">
                  <c:v>84.533174</c:v>
                </c:pt>
                <c:pt idx="9">
                  <c:v>85.461752</c:v>
                </c:pt>
                <c:pt idx="10">
                  <c:v>89.999968</c:v>
                </c:pt>
                <c:pt idx="11">
                  <c:v>89.999968</c:v>
                </c:pt>
                <c:pt idx="12">
                  <c:v>89.999968</c:v>
                </c:pt>
                <c:pt idx="13">
                  <c:v>89.999968</c:v>
                </c:pt>
                <c:pt idx="14">
                  <c:v>89.999968</c:v>
                </c:pt>
                <c:pt idx="15">
                  <c:v>89.999968</c:v>
                </c:pt>
                <c:pt idx="16">
                  <c:v>89.999968</c:v>
                </c:pt>
                <c:pt idx="17">
                  <c:v>89.999968</c:v>
                </c:pt>
                <c:pt idx="18">
                  <c:v>89.999968</c:v>
                </c:pt>
                <c:pt idx="19">
                  <c:v>89.999968</c:v>
                </c:pt>
                <c:pt idx="20">
                  <c:v>89.999968</c:v>
                </c:pt>
                <c:pt idx="21">
                  <c:v>89.999968</c:v>
                </c:pt>
                <c:pt idx="22">
                  <c:v>90</c:v>
                </c:pt>
                <c:pt idx="23">
                  <c:v>90</c:v>
                </c:pt>
                <c:pt idx="24">
                  <c:v>90</c:v>
                </c:pt>
                <c:pt idx="25">
                  <c:v>90</c:v>
                </c:pt>
                <c:pt idx="26">
                  <c:v>90</c:v>
                </c:pt>
                <c:pt idx="27">
                  <c:v>90</c:v>
                </c:pt>
                <c:pt idx="28">
                  <c:v>90</c:v>
                </c:pt>
                <c:pt idx="29">
                  <c:v>88.413676</c:v>
                </c:pt>
                <c:pt idx="30">
                  <c:v>88.123569</c:v>
                </c:pt>
                <c:pt idx="31">
                  <c:v>87.188522</c:v>
                </c:pt>
                <c:pt idx="32">
                  <c:v>87.188522</c:v>
                </c:pt>
                <c:pt idx="33">
                  <c:v>87.188522</c:v>
                </c:pt>
                <c:pt idx="34">
                  <c:v>87.188522</c:v>
                </c:pt>
                <c:pt idx="35">
                  <c:v>87.188522</c:v>
                </c:pt>
                <c:pt idx="36">
                  <c:v>87.188522</c:v>
                </c:pt>
                <c:pt idx="37">
                  <c:v>86.133787</c:v>
                </c:pt>
                <c:pt idx="38">
                  <c:v>86.133787</c:v>
                </c:pt>
                <c:pt idx="39">
                  <c:v>86.133787</c:v>
                </c:pt>
                <c:pt idx="40">
                  <c:v>86.133787</c:v>
                </c:pt>
                <c:pt idx="41">
                  <c:v>86.133787</c:v>
                </c:pt>
                <c:pt idx="42">
                  <c:v>89.999961</c:v>
                </c:pt>
                <c:pt idx="43">
                  <c:v>89.999961</c:v>
                </c:pt>
                <c:pt idx="44">
                  <c:v>89.999961</c:v>
                </c:pt>
                <c:pt idx="45">
                  <c:v>89.999961</c:v>
                </c:pt>
                <c:pt idx="46">
                  <c:v>89.999961</c:v>
                </c:pt>
                <c:pt idx="47">
                  <c:v>89.999961</c:v>
                </c:pt>
                <c:pt idx="48">
                  <c:v>89.999961</c:v>
                </c:pt>
                <c:pt idx="49">
                  <c:v>89.999961</c:v>
                </c:pt>
                <c:pt idx="50">
                  <c:v>89.999961</c:v>
                </c:pt>
                <c:pt idx="51">
                  <c:v>89.999961</c:v>
                </c:pt>
                <c:pt idx="52">
                  <c:v>89.999961</c:v>
                </c:pt>
                <c:pt idx="53">
                  <c:v>89.999961</c:v>
                </c:pt>
                <c:pt idx="54">
                  <c:v>89.999961</c:v>
                </c:pt>
                <c:pt idx="55">
                  <c:v>89.999961</c:v>
                </c:pt>
                <c:pt idx="56">
                  <c:v>89.999961</c:v>
                </c:pt>
                <c:pt idx="57">
                  <c:v>89.999961</c:v>
                </c:pt>
                <c:pt idx="58">
                  <c:v>89.999961</c:v>
                </c:pt>
                <c:pt idx="59">
                  <c:v>89.999961</c:v>
                </c:pt>
                <c:pt idx="60">
                  <c:v>89.999961</c:v>
                </c:pt>
                <c:pt idx="61">
                  <c:v>89.999968</c:v>
                </c:pt>
                <c:pt idx="62">
                  <c:v>89.999968</c:v>
                </c:pt>
                <c:pt idx="63">
                  <c:v>89.999968</c:v>
                </c:pt>
                <c:pt idx="64">
                  <c:v>89.999968</c:v>
                </c:pt>
                <c:pt idx="65">
                  <c:v>89.999968</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89.999968</c:v>
                </c:pt>
                <c:pt idx="137">
                  <c:v>89.999968</c:v>
                </c:pt>
                <c:pt idx="138">
                  <c:v>90</c:v>
                </c:pt>
                <c:pt idx="139">
                  <c:v>90</c:v>
                </c:pt>
                <c:pt idx="140">
                  <c:v>90</c:v>
                </c:pt>
                <c:pt idx="141">
                  <c:v>90</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87.730846</c:v>
                </c:pt>
                <c:pt idx="241">
                  <c:v>87.730846</c:v>
                </c:pt>
                <c:pt idx="242">
                  <c:v>87.730846</c:v>
                </c:pt>
                <c:pt idx="243">
                  <c:v>87.730846</c:v>
                </c:pt>
                <c:pt idx="244">
                  <c:v>87.730846</c:v>
                </c:pt>
                <c:pt idx="245">
                  <c:v>87.730846</c:v>
                </c:pt>
                <c:pt idx="246">
                  <c:v>87.730846</c:v>
                </c:pt>
                <c:pt idx="247">
                  <c:v>87.730846</c:v>
                </c:pt>
                <c:pt idx="248">
                  <c:v>87.730846</c:v>
                </c:pt>
                <c:pt idx="249">
                  <c:v>87.730846</c:v>
                </c:pt>
                <c:pt idx="250">
                  <c:v>87.730846</c:v>
                </c:pt>
                <c:pt idx="251">
                  <c:v>87.730846</c:v>
                </c:pt>
                <c:pt idx="252">
                  <c:v>87.730846</c:v>
                </c:pt>
                <c:pt idx="253">
                  <c:v>87.730846</c:v>
                </c:pt>
                <c:pt idx="254">
                  <c:v>87.730846</c:v>
                </c:pt>
                <c:pt idx="255">
                  <c:v>87.730846</c:v>
                </c:pt>
                <c:pt idx="256">
                  <c:v>87.730846</c:v>
                </c:pt>
                <c:pt idx="257">
                  <c:v>87.730854</c:v>
                </c:pt>
                <c:pt idx="258">
                  <c:v>89.999908</c:v>
                </c:pt>
                <c:pt idx="259">
                  <c:v>89.999915</c:v>
                </c:pt>
                <c:pt idx="260">
                  <c:v>89.999923</c:v>
                </c:pt>
                <c:pt idx="261">
                  <c:v>89.999923</c:v>
                </c:pt>
                <c:pt idx="262">
                  <c:v>89.999923</c:v>
                </c:pt>
                <c:pt idx="263">
                  <c:v>89.999923</c:v>
                </c:pt>
                <c:pt idx="264">
                  <c:v>89.999923</c:v>
                </c:pt>
                <c:pt idx="265">
                  <c:v>89.999923</c:v>
                </c:pt>
                <c:pt idx="266">
                  <c:v>89.999923</c:v>
                </c:pt>
                <c:pt idx="267">
                  <c:v>89.999923</c:v>
                </c:pt>
                <c:pt idx="268">
                  <c:v>89.999923</c:v>
                </c:pt>
                <c:pt idx="269">
                  <c:v>89.999923</c:v>
                </c:pt>
                <c:pt idx="270">
                  <c:v>89.999923</c:v>
                </c:pt>
                <c:pt idx="271">
                  <c:v>89.999923</c:v>
                </c:pt>
                <c:pt idx="272">
                  <c:v>89.999923</c:v>
                </c:pt>
                <c:pt idx="273">
                  <c:v>89.999923</c:v>
                </c:pt>
                <c:pt idx="274">
                  <c:v>89.999923</c:v>
                </c:pt>
                <c:pt idx="275">
                  <c:v>89.999923</c:v>
                </c:pt>
                <c:pt idx="276">
                  <c:v>89.999923</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87.730892</c:v>
                </c:pt>
                <c:pt idx="331">
                  <c:v>87.730892</c:v>
                </c:pt>
                <c:pt idx="332">
                  <c:v>87.730892</c:v>
                </c:pt>
                <c:pt idx="333">
                  <c:v>87.730892</c:v>
                </c:pt>
                <c:pt idx="334">
                  <c:v>87.730892</c:v>
                </c:pt>
                <c:pt idx="335">
                  <c:v>87.730892</c:v>
                </c:pt>
                <c:pt idx="336">
                  <c:v>87.730892</c:v>
                </c:pt>
                <c:pt idx="337">
                  <c:v>87.730892</c:v>
                </c:pt>
                <c:pt idx="338">
                  <c:v>87.730892</c:v>
                </c:pt>
                <c:pt idx="339">
                  <c:v>87.730892</c:v>
                </c:pt>
                <c:pt idx="340">
                  <c:v>87.730892</c:v>
                </c:pt>
                <c:pt idx="341">
                  <c:v>89.076409</c:v>
                </c:pt>
                <c:pt idx="342">
                  <c:v>89.999968</c:v>
                </c:pt>
                <c:pt idx="343">
                  <c:v>89.999968</c:v>
                </c:pt>
                <c:pt idx="344">
                  <c:v>89.999968</c:v>
                </c:pt>
                <c:pt idx="345">
                  <c:v>89.999968</c:v>
                </c:pt>
                <c:pt idx="346">
                  <c:v>89.999968</c:v>
                </c:pt>
                <c:pt idx="347">
                  <c:v>89.999968</c:v>
                </c:pt>
                <c:pt idx="348">
                  <c:v>89.999968</c:v>
                </c:pt>
                <c:pt idx="349">
                  <c:v>89.999968</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90</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683-4773-AB6D-527D025CD5C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240.0001</c:v>
                </c:pt>
                <c:pt idx="1">
                  <c:v>240.0001</c:v>
                </c:pt>
                <c:pt idx="2">
                  <c:v>255.489838</c:v>
                </c:pt>
                <c:pt idx="3">
                  <c:v>255.489838</c:v>
                </c:pt>
                <c:pt idx="4">
                  <c:v>432.210526</c:v>
                </c:pt>
                <c:pt idx="5">
                  <c:v>432.210526</c:v>
                </c:pt>
                <c:pt idx="6">
                  <c:v>270</c:v>
                </c:pt>
                <c:pt idx="7">
                  <c:v>270</c:v>
                </c:pt>
                <c:pt idx="8">
                  <c:v>329.999900</c:v>
                </c:pt>
                <c:pt idx="9">
                  <c:v>329.999900</c:v>
                </c:pt>
                <c:pt idx="10">
                  <c:v>647.347738</c:v>
                </c:pt>
                <c:pt idx="11">
                  <c:v>647.347738</c:v>
                </c:pt>
                <c:pt idx="12">
                  <c:v>582.981639</c:v>
                </c:pt>
                <c:pt idx="13">
                  <c:v>582.981639</c:v>
                </c:pt>
                <c:pt idx="14">
                  <c:v>690</c:v>
                </c:pt>
                <c:pt idx="15">
                  <c:v>690</c:v>
                </c:pt>
                <c:pt idx="16">
                  <c:v>608.660584</c:v>
                </c:pt>
                <c:pt idx="17">
                  <c:v>608.660584</c:v>
                </c:pt>
                <c:pt idx="18">
                  <c:v>684.484268</c:v>
                </c:pt>
                <c:pt idx="19">
                  <c:v>684.484268</c:v>
                </c:pt>
                <c:pt idx="20">
                  <c:v>768.881676</c:v>
                </c:pt>
                <c:pt idx="21">
                  <c:v>768.881676</c:v>
                </c:pt>
                <c:pt idx="22">
                  <c:v>839.943732</c:v>
                </c:pt>
                <c:pt idx="23">
                  <c:v>839.943732</c:v>
                </c:pt>
                <c:pt idx="24">
                  <c:v>690</c:v>
                </c:pt>
                <c:pt idx="25">
                  <c:v>690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200.82</c:v>
                </c:pt>
                <c:pt idx="51">
                  <c:v>200.82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60</c:v>
                </c:pt>
                <c:pt idx="89">
                  <c:v>60</c:v>
                </c:pt>
                <c:pt idx="90">
                  <c:v>60</c:v>
                </c:pt>
                <c:pt idx="91">
                  <c:v>60</c:v>
                </c:pt>
                <c:pt idx="92">
                  <c:v>0</c:v>
                </c:pt>
                <c:pt idx="93">
                  <c:v>0</c:v>
                </c:pt>
                <c:pt idx="94">
                  <c:v>57.41433</c:v>
                </c:pt>
                <c:pt idx="95">
                  <c:v>57.41433</c:v>
                </c:pt>
                <c:pt idx="96">
                  <c:v>125.084338</c:v>
                </c:pt>
                <c:pt idx="97">
                  <c:v>125.084338</c:v>
                </c:pt>
                <c:pt idx="98">
                  <c:v>137.430623</c:v>
                </c:pt>
                <c:pt idx="99">
                  <c:v>137.430623</c:v>
                </c:pt>
                <c:pt idx="100">
                  <c:v>86.538645</c:v>
                </c:pt>
                <c:pt idx="101">
                  <c:v>86.538645</c:v>
                </c:pt>
                <c:pt idx="102">
                  <c:v>12.210105</c:v>
                </c:pt>
                <c:pt idx="103">
                  <c:v>12.210105</c:v>
                </c:pt>
                <c:pt idx="104">
                  <c:v>180</c:v>
                </c:pt>
                <c:pt idx="105">
                  <c:v>180</c:v>
                </c:pt>
                <c:pt idx="106">
                  <c:v>57.218933</c:v>
                </c:pt>
                <c:pt idx="107">
                  <c:v>57.218933</c:v>
                </c:pt>
                <c:pt idx="108">
                  <c:v>150.0001</c:v>
                </c:pt>
                <c:pt idx="109">
                  <c:v>150.0001</c:v>
                </c:pt>
                <c:pt idx="110">
                  <c:v>42.210947</c:v>
                </c:pt>
                <c:pt idx="111">
                  <c:v>42.210947</c:v>
                </c:pt>
                <c:pt idx="112">
                  <c:v>36.898053</c:v>
                </c:pt>
                <c:pt idx="113">
                  <c:v>36.898053</c:v>
                </c:pt>
                <c:pt idx="114">
                  <c:v>72.210947</c:v>
                </c:pt>
                <c:pt idx="115">
                  <c:v>72.210947</c:v>
                </c:pt>
                <c:pt idx="116">
                  <c:v>60</c:v>
                </c:pt>
                <c:pt idx="117">
                  <c:v>60</c:v>
                </c:pt>
                <c:pt idx="118">
                  <c:v>59.9998</c:v>
                </c:pt>
                <c:pt idx="119">
                  <c:v>59.9998</c:v>
                </c:pt>
                <c:pt idx="120">
                  <c:v>59.999900</c:v>
                </c:pt>
                <c:pt idx="121">
                  <c:v>59.999900</c:v>
                </c:pt>
                <c:pt idx="122">
                  <c:v>1E-4</c:v>
                </c:pt>
                <c:pt idx="123">
                  <c:v>1E-4</c:v>
                </c:pt>
                <c:pt idx="124">
                  <c:v>55.158842</c:v>
                </c:pt>
                <c:pt idx="125">
                  <c:v>55.158842</c:v>
                </c:pt>
                <c:pt idx="126">
                  <c:v>46.901000</c:v>
                </c:pt>
                <c:pt idx="127">
                  <c:v>46.901000</c:v>
                </c:pt>
                <c:pt idx="128">
                  <c:v>23.99</c:v>
                </c:pt>
                <c:pt idx="129">
                  <c:v>23.99</c:v>
                </c:pt>
                <c:pt idx="130">
                  <c:v>4.842000</c:v>
                </c:pt>
                <c:pt idx="131">
                  <c:v>4.842000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60.000100</c:v>
                </c:pt>
                <c:pt idx="169">
                  <c:v>60.000100</c:v>
                </c:pt>
                <c:pt idx="170">
                  <c:v>1E-4</c:v>
                </c:pt>
                <c:pt idx="171">
                  <c:v>1E-4</c:v>
                </c:pt>
                <c:pt idx="172">
                  <c:v>1E-4</c:v>
                </c:pt>
                <c:pt idx="173">
                  <c:v>1E-4</c:v>
                </c:pt>
                <c:pt idx="174">
                  <c:v>60</c:v>
                </c:pt>
                <c:pt idx="175">
                  <c:v>60</c:v>
                </c:pt>
                <c:pt idx="176">
                  <c:v>210</c:v>
                </c:pt>
                <c:pt idx="177">
                  <c:v>210</c:v>
                </c:pt>
                <c:pt idx="178">
                  <c:v>420</c:v>
                </c:pt>
                <c:pt idx="179">
                  <c:v>420</c:v>
                </c:pt>
                <c:pt idx="180">
                  <c:v>534.396505</c:v>
                </c:pt>
                <c:pt idx="181">
                  <c:v>534.396505</c:v>
                </c:pt>
                <c:pt idx="182">
                  <c:v>652.751352</c:v>
                </c:pt>
                <c:pt idx="183">
                  <c:v>652.751352</c:v>
                </c:pt>
                <c:pt idx="184">
                  <c:v>658.279297</c:v>
                </c:pt>
                <c:pt idx="185">
                  <c:v>658.279297</c:v>
                </c:pt>
                <c:pt idx="186">
                  <c:v>763.852634</c:v>
                </c:pt>
                <c:pt idx="187">
                  <c:v>763.852634</c:v>
                </c:pt>
                <c:pt idx="188">
                  <c:v>840</c:v>
                </c:pt>
                <c:pt idx="189">
                  <c:v>840</c:v>
                </c:pt>
                <c:pt idx="190">
                  <c:v>840</c:v>
                </c:pt>
                <c:pt idx="191">
                  <c:v>840</c:v>
                </c:pt>
                <c:pt idx="192">
                  <c:v>867.430128</c:v>
                </c:pt>
                <c:pt idx="193">
                  <c:v>867.430128</c:v>
                </c:pt>
                <c:pt idx="194">
                  <c:v>882.210226</c:v>
                </c:pt>
                <c:pt idx="195">
                  <c:v>882.210226</c:v>
                </c:pt>
                <c:pt idx="196">
                  <c:v>828.745859</c:v>
                </c:pt>
                <c:pt idx="197">
                  <c:v>828.745859</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1E-4</c:v>
                </c:pt>
                <c:pt idx="281">
                  <c:v>1E-4</c:v>
                </c:pt>
                <c:pt idx="282">
                  <c:v>56.471792</c:v>
                </c:pt>
                <c:pt idx="283">
                  <c:v>56.471792</c:v>
                </c:pt>
                <c:pt idx="284">
                  <c:v>60</c:v>
                </c:pt>
                <c:pt idx="285">
                  <c:v>60</c:v>
                </c:pt>
                <c:pt idx="286">
                  <c:v>0</c:v>
                </c:pt>
                <c:pt idx="287">
                  <c:v>0</c:v>
                </c:pt>
                <c:pt idx="288">
                  <c:v>17.134229</c:v>
                </c:pt>
                <c:pt idx="289">
                  <c:v>17.134229</c:v>
                </c:pt>
                <c:pt idx="290">
                  <c:v>60</c:v>
                </c:pt>
                <c:pt idx="291">
                  <c:v>60</c:v>
                </c:pt>
                <c:pt idx="292">
                  <c:v>60</c:v>
                </c:pt>
                <c:pt idx="293">
                  <c:v>60</c:v>
                </c:pt>
                <c:pt idx="294">
                  <c:v>21.576826</c:v>
                </c:pt>
                <c:pt idx="295">
                  <c:v>21.576826</c:v>
                </c:pt>
                <c:pt idx="296">
                  <c:v>0</c:v>
                </c:pt>
                <c:pt idx="297">
                  <c:v>0</c:v>
                </c:pt>
                <c:pt idx="298">
                  <c:v>46.055197</c:v>
                </c:pt>
                <c:pt idx="299">
                  <c:v>46.055197</c:v>
                </c:pt>
                <c:pt idx="300">
                  <c:v>1E-4</c:v>
                </c:pt>
                <c:pt idx="301">
                  <c:v>1E-4</c:v>
                </c:pt>
                <c:pt idx="302">
                  <c:v>1E-4</c:v>
                </c:pt>
                <c:pt idx="303">
                  <c:v>1E-4</c:v>
                </c:pt>
                <c:pt idx="304">
                  <c:v>75.338689</c:v>
                </c:pt>
                <c:pt idx="305">
                  <c:v>75.338689</c:v>
                </c:pt>
                <c:pt idx="306">
                  <c:v>60</c:v>
                </c:pt>
                <c:pt idx="307">
                  <c:v>60</c:v>
                </c:pt>
                <c:pt idx="308">
                  <c:v>0</c:v>
                </c:pt>
                <c:pt idx="309">
                  <c:v>0</c:v>
                </c:pt>
                <c:pt idx="310">
                  <c:v>0</c:v>
                </c:pt>
                <c:pt idx="311">
                  <c:v>0</c:v>
                </c:pt>
                <c:pt idx="312">
                  <c:v>34.095058</c:v>
                </c:pt>
                <c:pt idx="313">
                  <c:v>34.095058</c:v>
                </c:pt>
                <c:pt idx="314">
                  <c:v>1E-4</c:v>
                </c:pt>
                <c:pt idx="315">
                  <c:v>1E-4</c:v>
                </c:pt>
                <c:pt idx="316">
                  <c:v>0.000421</c:v>
                </c:pt>
                <c:pt idx="317">
                  <c:v>0.000421</c:v>
                </c:pt>
                <c:pt idx="318">
                  <c:v>0.000421</c:v>
                </c:pt>
                <c:pt idx="319">
                  <c:v>0.000421</c:v>
                </c:pt>
                <c:pt idx="320">
                  <c:v>18.681000</c:v>
                </c:pt>
                <c:pt idx="321">
                  <c:v>18.681000</c:v>
                </c:pt>
                <c:pt idx="322">
                  <c:v>4.096000</c:v>
                </c:pt>
                <c:pt idx="323">
                  <c:v>4.096000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30</c:v>
                </c:pt>
                <c:pt idx="347">
                  <c:v>30</c:v>
                </c:pt>
                <c:pt idx="348">
                  <c:v>0</c:v>
                </c:pt>
                <c:pt idx="349">
                  <c:v>0</c:v>
                </c:pt>
                <c:pt idx="350">
                  <c:v>60</c:v>
                </c:pt>
                <c:pt idx="351">
                  <c:v>60</c:v>
                </c:pt>
                <c:pt idx="352">
                  <c:v>60</c:v>
                </c:pt>
                <c:pt idx="353">
                  <c:v>60</c:v>
                </c:pt>
                <c:pt idx="354">
                  <c:v>0</c:v>
                </c:pt>
                <c:pt idx="355">
                  <c:v>0</c:v>
                </c:pt>
                <c:pt idx="356">
                  <c:v>1E-4</c:v>
                </c:pt>
                <c:pt idx="357">
                  <c:v>1E-4</c:v>
                </c:pt>
                <c:pt idx="358">
                  <c:v>120</c:v>
                </c:pt>
                <c:pt idx="359">
                  <c:v>120</c:v>
                </c:pt>
                <c:pt idx="360">
                  <c:v>150</c:v>
                </c:pt>
                <c:pt idx="361">
                  <c:v>150</c:v>
                </c:pt>
                <c:pt idx="362">
                  <c:v>68.837043</c:v>
                </c:pt>
                <c:pt idx="363">
                  <c:v>68.837043</c:v>
                </c:pt>
                <c:pt idx="364">
                  <c:v>150</c:v>
                </c:pt>
                <c:pt idx="365">
                  <c:v>150</c:v>
                </c:pt>
                <c:pt idx="366">
                  <c:v>227.134550</c:v>
                </c:pt>
                <c:pt idx="367">
                  <c:v>227.134550</c:v>
                </c:pt>
                <c:pt idx="368">
                  <c:v>274.243489</c:v>
                </c:pt>
                <c:pt idx="369">
                  <c:v>274.243489</c:v>
                </c:pt>
                <c:pt idx="370">
                  <c:v>402.210947</c:v>
                </c:pt>
                <c:pt idx="371">
                  <c:v>402.210947</c:v>
                </c:pt>
                <c:pt idx="372">
                  <c:v>372.785746</c:v>
                </c:pt>
                <c:pt idx="373">
                  <c:v>372.785746</c:v>
                </c:pt>
                <c:pt idx="374">
                  <c:v>600</c:v>
                </c:pt>
                <c:pt idx="375">
                  <c:v>600</c:v>
                </c:pt>
                <c:pt idx="376">
                  <c:v>750</c:v>
                </c:pt>
                <c:pt idx="377">
                  <c:v>750</c:v>
                </c:pt>
                <c:pt idx="378">
                  <c:v>840</c:v>
                </c:pt>
                <c:pt idx="379">
                  <c:v>840</c:v>
                </c:pt>
                <c:pt idx="380">
                  <c:v>870</c:v>
                </c:pt>
                <c:pt idx="381">
                  <c:v>870</c:v>
                </c:pt>
                <c:pt idx="382">
                  <c:v>300.000500</c:v>
                </c:pt>
                <c:pt idx="383">
                  <c:v>300.000500</c:v>
                </c:pt>
                <c:pt idx="384">
                  <c:v>216.541603</c:v>
                </c:pt>
                <c:pt idx="385">
                  <c:v>216.541603</c:v>
                </c:pt>
                <c:pt idx="386">
                  <c:v>240</c:v>
                </c:pt>
                <c:pt idx="387">
                  <c:v>240</c:v>
                </c:pt>
                <c:pt idx="388">
                  <c:v>180</c:v>
                </c:pt>
                <c:pt idx="389">
                  <c:v>180</c:v>
                </c:pt>
                <c:pt idx="390">
                  <c:v>200</c:v>
                </c:pt>
                <c:pt idx="391">
                  <c:v>200</c:v>
                </c:pt>
                <c:pt idx="392">
                  <c:v>240.000300</c:v>
                </c:pt>
                <c:pt idx="393">
                  <c:v>240.000300</c:v>
                </c:pt>
                <c:pt idx="394">
                  <c:v>441.075619</c:v>
                </c:pt>
                <c:pt idx="395">
                  <c:v>441.075619</c:v>
                </c:pt>
                <c:pt idx="396">
                  <c:v>320.603840</c:v>
                </c:pt>
                <c:pt idx="397">
                  <c:v>320.603840</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210.000200</c:v>
                </c:pt>
                <c:pt idx="409">
                  <c:v>210.000200</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1E-4</c:v>
                </c:pt>
                <c:pt idx="463">
                  <c:v>1E-4</c:v>
                </c:pt>
                <c:pt idx="464">
                  <c:v>30</c:v>
                </c:pt>
                <c:pt idx="465">
                  <c:v>30</c:v>
                </c:pt>
                <c:pt idx="466">
                  <c:v>0</c:v>
                </c:pt>
                <c:pt idx="467">
                  <c:v>0</c:v>
                </c:pt>
                <c:pt idx="468">
                  <c:v>0</c:v>
                </c:pt>
                <c:pt idx="469">
                  <c:v>0</c:v>
                </c:pt>
                <c:pt idx="470">
                  <c:v>46.055197</c:v>
                </c:pt>
                <c:pt idx="471">
                  <c:v>46.055197</c:v>
                </c:pt>
                <c:pt idx="472">
                  <c:v>14.261365</c:v>
                </c:pt>
                <c:pt idx="473">
                  <c:v>14.261365</c:v>
                </c:pt>
                <c:pt idx="474">
                  <c:v>0</c:v>
                </c:pt>
                <c:pt idx="475">
                  <c:v>0</c:v>
                </c:pt>
                <c:pt idx="476">
                  <c:v>60.000100</c:v>
                </c:pt>
                <c:pt idx="477">
                  <c:v>60.000100</c:v>
                </c:pt>
                <c:pt idx="478">
                  <c:v>106.055197</c:v>
                </c:pt>
                <c:pt idx="479">
                  <c:v>106.055197</c:v>
                </c:pt>
                <c:pt idx="480">
                  <c:v>1E-4</c:v>
                </c:pt>
                <c:pt idx="481">
                  <c:v>1E-4</c:v>
                </c:pt>
                <c:pt idx="482">
                  <c:v>0</c:v>
                </c:pt>
                <c:pt idx="483">
                  <c:v>0</c:v>
                </c:pt>
                <c:pt idx="484">
                  <c:v>0</c:v>
                </c:pt>
                <c:pt idx="485">
                  <c:v>0</c:v>
                </c:pt>
                <c:pt idx="486">
                  <c:v>0</c:v>
                </c:pt>
                <c:pt idx="487">
                  <c:v>0</c:v>
                </c:pt>
                <c:pt idx="488">
                  <c:v>47.134450</c:v>
                </c:pt>
                <c:pt idx="489">
                  <c:v>47.134450</c:v>
                </c:pt>
                <c:pt idx="490">
                  <c:v>60</c:v>
                </c:pt>
                <c:pt idx="491">
                  <c:v>60</c:v>
                </c:pt>
                <c:pt idx="492">
                  <c:v>0</c:v>
                </c:pt>
                <c:pt idx="493">
                  <c:v>0</c:v>
                </c:pt>
                <c:pt idx="494">
                  <c:v>0</c:v>
                </c:pt>
                <c:pt idx="495">
                  <c:v>0</c:v>
                </c:pt>
                <c:pt idx="496">
                  <c:v>1E-4</c:v>
                </c:pt>
                <c:pt idx="497">
                  <c:v>1E-4</c:v>
                </c:pt>
                <c:pt idx="498">
                  <c:v>90</c:v>
                </c:pt>
                <c:pt idx="499">
                  <c:v>90</c:v>
                </c:pt>
                <c:pt idx="500">
                  <c:v>90</c:v>
                </c:pt>
                <c:pt idx="501">
                  <c:v>90</c:v>
                </c:pt>
                <c:pt idx="502">
                  <c:v>64.167385</c:v>
                </c:pt>
                <c:pt idx="503">
                  <c:v>64.167385</c:v>
                </c:pt>
                <c:pt idx="504">
                  <c:v>115.519935</c:v>
                </c:pt>
                <c:pt idx="505">
                  <c:v>115.519935</c:v>
                </c:pt>
                <c:pt idx="506">
                  <c:v>96.59</c:v>
                </c:pt>
                <c:pt idx="507">
                  <c:v>96.59</c:v>
                </c:pt>
                <c:pt idx="508">
                  <c:v>40.234316</c:v>
                </c:pt>
                <c:pt idx="509">
                  <c:v>40.234316</c:v>
                </c:pt>
                <c:pt idx="510">
                  <c:v>44.188000</c:v>
                </c:pt>
                <c:pt idx="511">
                  <c:v>44.188000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78.366721</c:v>
                </c:pt>
                <c:pt idx="549">
                  <c:v>78.366721</c:v>
                </c:pt>
                <c:pt idx="550">
                  <c:v>90</c:v>
                </c:pt>
                <c:pt idx="551">
                  <c:v>90</c:v>
                </c:pt>
                <c:pt idx="552">
                  <c:v>89.999800</c:v>
                </c:pt>
                <c:pt idx="553">
                  <c:v>89.999800</c:v>
                </c:pt>
                <c:pt idx="554">
                  <c:v>47.003034</c:v>
                </c:pt>
                <c:pt idx="555">
                  <c:v>47.003034</c:v>
                </c:pt>
                <c:pt idx="556">
                  <c:v>60.000100</c:v>
                </c:pt>
                <c:pt idx="557">
                  <c:v>60.000100</c:v>
                </c:pt>
                <c:pt idx="558">
                  <c:v>60</c:v>
                </c:pt>
                <c:pt idx="559">
                  <c:v>60</c:v>
                </c:pt>
                <c:pt idx="560">
                  <c:v>60.000100</c:v>
                </c:pt>
                <c:pt idx="561">
                  <c:v>60.000100</c:v>
                </c:pt>
                <c:pt idx="562">
                  <c:v>264.420853</c:v>
                </c:pt>
                <c:pt idx="563">
                  <c:v>264.420853</c:v>
                </c:pt>
                <c:pt idx="564">
                  <c:v>330.000100</c:v>
                </c:pt>
                <c:pt idx="565">
                  <c:v>330.000100</c:v>
                </c:pt>
                <c:pt idx="566">
                  <c:v>480</c:v>
                </c:pt>
                <c:pt idx="567">
                  <c:v>480</c:v>
                </c:pt>
                <c:pt idx="568">
                  <c:v>674.705846</c:v>
                </c:pt>
                <c:pt idx="569">
                  <c:v>674.705846</c:v>
                </c:pt>
                <c:pt idx="570">
                  <c:v>741.485773</c:v>
                </c:pt>
                <c:pt idx="571">
                  <c:v>741.485773</c:v>
                </c:pt>
                <c:pt idx="572">
                  <c:v>687.164227</c:v>
                </c:pt>
                <c:pt idx="573">
                  <c:v>687.164227</c:v>
                </c:pt>
                <c:pt idx="574">
                  <c:v>648.226919</c:v>
                </c:pt>
                <c:pt idx="575">
                  <c:v>648.226919</c:v>
                </c:pt>
                <c:pt idx="576">
                  <c:v>754.706623</c:v>
                </c:pt>
                <c:pt idx="577">
                  <c:v>754.706623</c:v>
                </c:pt>
                <c:pt idx="578">
                  <c:v>710.711066</c:v>
                </c:pt>
                <c:pt idx="579">
                  <c:v>710.711066</c:v>
                </c:pt>
                <c:pt idx="580">
                  <c:v>596.537814</c:v>
                </c:pt>
                <c:pt idx="581">
                  <c:v>596.537814</c:v>
                </c:pt>
                <c:pt idx="582">
                  <c:v>574.583773</c:v>
                </c:pt>
                <c:pt idx="583">
                  <c:v>574.583773</c:v>
                </c:pt>
                <c:pt idx="584">
                  <c:v>240.000621</c:v>
                </c:pt>
                <c:pt idx="585">
                  <c:v>240.000621</c:v>
                </c:pt>
                <c:pt idx="586">
                  <c:v>455.085396</c:v>
                </c:pt>
                <c:pt idx="587">
                  <c:v>455.085396</c:v>
                </c:pt>
                <c:pt idx="588">
                  <c:v>484.709103</c:v>
                </c:pt>
                <c:pt idx="589">
                  <c:v>484.709103</c:v>
                </c:pt>
                <c:pt idx="590">
                  <c:v>450.000100</c:v>
                </c:pt>
                <c:pt idx="591">
                  <c:v>450.000100</c:v>
                </c:pt>
                <c:pt idx="592">
                  <c:v>106.025038</c:v>
                </c:pt>
                <c:pt idx="593">
                  <c:v>106.025038</c:v>
                </c:pt>
                <c:pt idx="594">
                  <c:v>174.648700</c:v>
                </c:pt>
                <c:pt idx="595">
                  <c:v>174.648700</c:v>
                </c:pt>
                <c:pt idx="596">
                  <c:v>180.000200</c:v>
                </c:pt>
                <c:pt idx="597">
                  <c:v>180.000200</c:v>
                </c:pt>
                <c:pt idx="598">
                  <c:v>200</c:v>
                </c:pt>
                <c:pt idx="599">
                  <c:v>200</c:v>
                </c:pt>
                <c:pt idx="600">
                  <c:v>200</c:v>
                </c:pt>
                <c:pt idx="601">
                  <c:v>200</c:v>
                </c:pt>
                <c:pt idx="602">
                  <c:v>168.666033</c:v>
                </c:pt>
                <c:pt idx="603">
                  <c:v>168.666033</c:v>
                </c:pt>
                <c:pt idx="604">
                  <c:v>173.526180</c:v>
                </c:pt>
                <c:pt idx="605">
                  <c:v>173.526180</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60</c:v>
                </c:pt>
                <c:pt idx="653">
                  <c:v>60</c:v>
                </c:pt>
                <c:pt idx="654">
                  <c:v>16.055297</c:v>
                </c:pt>
                <c:pt idx="655">
                  <c:v>16.055297</c:v>
                </c:pt>
                <c:pt idx="656">
                  <c:v>0</c:v>
                </c:pt>
                <c:pt idx="657">
                  <c:v>0</c:v>
                </c:pt>
                <c:pt idx="658">
                  <c:v>0</c:v>
                </c:pt>
                <c:pt idx="659">
                  <c:v>0</c:v>
                </c:pt>
                <c:pt idx="660">
                  <c:v>0</c:v>
                </c:pt>
                <c:pt idx="661">
                  <c:v>0</c:v>
                </c:pt>
                <c:pt idx="662">
                  <c:v>0</c:v>
                </c:pt>
                <c:pt idx="663">
                  <c:v>0</c:v>
                </c:pt>
                <c:pt idx="664">
                  <c:v>0</c:v>
                </c:pt>
                <c:pt idx="665">
                  <c:v>0</c:v>
                </c:pt>
                <c:pt idx="666">
                  <c:v>1E-4</c:v>
                </c:pt>
                <c:pt idx="667">
                  <c:v>1E-4</c:v>
                </c:pt>
                <c:pt idx="668">
                  <c:v>0</c:v>
                </c:pt>
                <c:pt idx="669">
                  <c:v>0</c:v>
                </c:pt>
                <c:pt idx="670">
                  <c:v>0</c:v>
                </c:pt>
                <c:pt idx="671">
                  <c:v>0</c:v>
                </c:pt>
                <c:pt idx="672">
                  <c:v>17.134129</c:v>
                </c:pt>
                <c:pt idx="673">
                  <c:v>17.134129</c:v>
                </c:pt>
                <c:pt idx="674">
                  <c:v>0</c:v>
                </c:pt>
                <c:pt idx="675">
                  <c:v>0</c:v>
                </c:pt>
                <c:pt idx="676">
                  <c:v>0</c:v>
                </c:pt>
                <c:pt idx="677">
                  <c:v>0</c:v>
                </c:pt>
                <c:pt idx="678">
                  <c:v>0.000200</c:v>
                </c:pt>
                <c:pt idx="679">
                  <c:v>0.000200</c:v>
                </c:pt>
                <c:pt idx="680">
                  <c:v>1E-4</c:v>
                </c:pt>
                <c:pt idx="681">
                  <c:v>1E-4</c:v>
                </c:pt>
                <c:pt idx="682">
                  <c:v>53.811571</c:v>
                </c:pt>
                <c:pt idx="683">
                  <c:v>53.811571</c:v>
                </c:pt>
                <c:pt idx="684">
                  <c:v>0</c:v>
                </c:pt>
                <c:pt idx="685">
                  <c:v>0</c:v>
                </c:pt>
                <c:pt idx="686">
                  <c:v>60</c:v>
                </c:pt>
                <c:pt idx="687">
                  <c:v>60</c:v>
                </c:pt>
                <c:pt idx="688">
                  <c:v>53.322679</c:v>
                </c:pt>
                <c:pt idx="689">
                  <c:v>53.322679</c:v>
                </c:pt>
                <c:pt idx="690">
                  <c:v>0</c:v>
                </c:pt>
                <c:pt idx="691">
                  <c:v>0</c:v>
                </c:pt>
                <c:pt idx="692">
                  <c:v>1E-4</c:v>
                </c:pt>
                <c:pt idx="693">
                  <c:v>1E-4</c:v>
                </c:pt>
                <c:pt idx="694">
                  <c:v>90</c:v>
                </c:pt>
                <c:pt idx="695">
                  <c:v>90</c:v>
                </c:pt>
                <c:pt idx="696">
                  <c:v>28.306630</c:v>
                </c:pt>
                <c:pt idx="697">
                  <c:v>28.306630</c:v>
                </c:pt>
                <c:pt idx="698">
                  <c:v>56.472313</c:v>
                </c:pt>
                <c:pt idx="699">
                  <c:v>56.472313</c:v>
                </c:pt>
                <c:pt idx="700">
                  <c:v>60.000421</c:v>
                </c:pt>
                <c:pt idx="701">
                  <c:v>60.000421</c:v>
                </c:pt>
                <c:pt idx="702">
                  <c:v>0</c:v>
                </c:pt>
                <c:pt idx="703">
                  <c:v>0</c:v>
                </c:pt>
                <c:pt idx="704">
                  <c:v>20.505000</c:v>
                </c:pt>
                <c:pt idx="705">
                  <c:v>20.505000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69.126291</c:v>
                </c:pt>
                <c:pt idx="747">
                  <c:v>69.126291</c:v>
                </c:pt>
                <c:pt idx="748">
                  <c:v>90</c:v>
                </c:pt>
                <c:pt idx="749">
                  <c:v>90</c:v>
                </c:pt>
                <c:pt idx="750">
                  <c:v>90</c:v>
                </c:pt>
                <c:pt idx="751">
                  <c:v>90</c:v>
                </c:pt>
                <c:pt idx="752">
                  <c:v>97.680373</c:v>
                </c:pt>
                <c:pt idx="753">
                  <c:v>97.680373</c:v>
                </c:pt>
                <c:pt idx="754">
                  <c:v>257.789053</c:v>
                </c:pt>
                <c:pt idx="755">
                  <c:v>257.789053</c:v>
                </c:pt>
                <c:pt idx="756">
                  <c:v>390</c:v>
                </c:pt>
                <c:pt idx="757">
                  <c:v>390</c:v>
                </c:pt>
                <c:pt idx="758">
                  <c:v>600</c:v>
                </c:pt>
                <c:pt idx="759">
                  <c:v>600</c:v>
                </c:pt>
                <c:pt idx="760">
                  <c:v>732.210026</c:v>
                </c:pt>
                <c:pt idx="761">
                  <c:v>732.210026</c:v>
                </c:pt>
                <c:pt idx="762">
                  <c:v>240.000600</c:v>
                </c:pt>
                <c:pt idx="763">
                  <c:v>240.000600</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330.000100</c:v>
                </c:pt>
                <c:pt idx="787">
                  <c:v>330.000100</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28.13439</c:v>
                </c:pt>
                <c:pt idx="841">
                  <c:v>28.13439</c:v>
                </c:pt>
                <c:pt idx="842">
                  <c:v>0</c:v>
                </c:pt>
                <c:pt idx="843">
                  <c:v>0</c:v>
                </c:pt>
                <c:pt idx="844">
                  <c:v>0</c:v>
                </c:pt>
                <c:pt idx="845">
                  <c:v>0</c:v>
                </c:pt>
                <c:pt idx="846">
                  <c:v>0</c:v>
                </c:pt>
                <c:pt idx="847">
                  <c:v>0</c:v>
                </c:pt>
                <c:pt idx="848">
                  <c:v>0.000200</c:v>
                </c:pt>
                <c:pt idx="849">
                  <c:v>0.000200</c:v>
                </c:pt>
                <c:pt idx="850">
                  <c:v>0</c:v>
                </c:pt>
                <c:pt idx="851">
                  <c:v>0</c:v>
                </c:pt>
                <c:pt idx="852">
                  <c:v>17.134550</c:v>
                </c:pt>
                <c:pt idx="853">
                  <c:v>17.134550</c:v>
                </c:pt>
                <c:pt idx="854">
                  <c:v>46.054776</c:v>
                </c:pt>
                <c:pt idx="855">
                  <c:v>46.054776</c:v>
                </c:pt>
                <c:pt idx="856">
                  <c:v>60.000100</c:v>
                </c:pt>
                <c:pt idx="857">
                  <c:v>60.000100</c:v>
                </c:pt>
                <c:pt idx="858">
                  <c:v>29.9999</c:v>
                </c:pt>
                <c:pt idx="859">
                  <c:v>29.9999</c:v>
                </c:pt>
                <c:pt idx="860">
                  <c:v>0.000200</c:v>
                </c:pt>
                <c:pt idx="861">
                  <c:v>0.000200</c:v>
                </c:pt>
                <c:pt idx="862">
                  <c:v>15.340939</c:v>
                </c:pt>
                <c:pt idx="863">
                  <c:v>15.340939</c:v>
                </c:pt>
                <c:pt idx="864">
                  <c:v>12.210626</c:v>
                </c:pt>
                <c:pt idx="865">
                  <c:v>12.210626</c:v>
                </c:pt>
                <c:pt idx="866">
                  <c:v>47.134450</c:v>
                </c:pt>
                <c:pt idx="867">
                  <c:v>47.134450</c:v>
                </c:pt>
                <c:pt idx="868">
                  <c:v>0</c:v>
                </c:pt>
                <c:pt idx="869">
                  <c:v>0</c:v>
                </c:pt>
                <c:pt idx="870">
                  <c:v>0</c:v>
                </c:pt>
                <c:pt idx="871">
                  <c:v>0</c:v>
                </c:pt>
                <c:pt idx="872">
                  <c:v>30</c:v>
                </c:pt>
                <c:pt idx="873">
                  <c:v>30</c:v>
                </c:pt>
                <c:pt idx="874">
                  <c:v>0</c:v>
                </c:pt>
                <c:pt idx="875">
                  <c:v>0</c:v>
                </c:pt>
                <c:pt idx="876">
                  <c:v>1E-4</c:v>
                </c:pt>
                <c:pt idx="877">
                  <c:v>1E-4</c:v>
                </c:pt>
                <c:pt idx="878">
                  <c:v>59.999579</c:v>
                </c:pt>
                <c:pt idx="879">
                  <c:v>59.999579</c:v>
                </c:pt>
                <c:pt idx="880">
                  <c:v>150</c:v>
                </c:pt>
                <c:pt idx="881">
                  <c:v>150</c:v>
                </c:pt>
                <c:pt idx="882">
                  <c:v>1E-4</c:v>
                </c:pt>
                <c:pt idx="883">
                  <c:v>1E-4</c:v>
                </c:pt>
                <c:pt idx="884">
                  <c:v>76.055197</c:v>
                </c:pt>
                <c:pt idx="885">
                  <c:v>76.055197</c:v>
                </c:pt>
                <c:pt idx="886">
                  <c:v>26.472213</c:v>
                </c:pt>
                <c:pt idx="887">
                  <c:v>26.472213</c:v>
                </c:pt>
                <c:pt idx="888">
                  <c:v>10.552900</c:v>
                </c:pt>
                <c:pt idx="889">
                  <c:v>10.552900</c:v>
                </c:pt>
                <c:pt idx="890">
                  <c:v>60</c:v>
                </c:pt>
                <c:pt idx="891">
                  <c:v>60</c:v>
                </c:pt>
                <c:pt idx="892">
                  <c:v>30</c:v>
                </c:pt>
                <c:pt idx="893">
                  <c:v>30</c:v>
                </c:pt>
                <c:pt idx="894">
                  <c:v>29.9999</c:v>
                </c:pt>
                <c:pt idx="895">
                  <c:v>29.9999</c:v>
                </c:pt>
                <c:pt idx="896">
                  <c:v>19.447000</c:v>
                </c:pt>
                <c:pt idx="897">
                  <c:v>19.447000</c:v>
                </c:pt>
                <c:pt idx="898">
                  <c:v>0.000842</c:v>
                </c:pt>
                <c:pt idx="899">
                  <c:v>0.000842</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30</c:v>
                </c:pt>
                <c:pt idx="931">
                  <c:v>30</c:v>
                </c:pt>
                <c:pt idx="932">
                  <c:v>0</c:v>
                </c:pt>
                <c:pt idx="933">
                  <c:v>0</c:v>
                </c:pt>
                <c:pt idx="934">
                  <c:v>0</c:v>
                </c:pt>
                <c:pt idx="935">
                  <c:v>0</c:v>
                </c:pt>
                <c:pt idx="936">
                  <c:v>0</c:v>
                </c:pt>
                <c:pt idx="937">
                  <c:v>0</c:v>
                </c:pt>
                <c:pt idx="938">
                  <c:v>0</c:v>
                </c:pt>
                <c:pt idx="939">
                  <c:v>0</c:v>
                </c:pt>
                <c:pt idx="940">
                  <c:v>60</c:v>
                </c:pt>
                <c:pt idx="941">
                  <c:v>60</c:v>
                </c:pt>
                <c:pt idx="942">
                  <c:v>90</c:v>
                </c:pt>
                <c:pt idx="943">
                  <c:v>90</c:v>
                </c:pt>
                <c:pt idx="944">
                  <c:v>90</c:v>
                </c:pt>
                <c:pt idx="945">
                  <c:v>90</c:v>
                </c:pt>
                <c:pt idx="946">
                  <c:v>179.639301</c:v>
                </c:pt>
                <c:pt idx="947">
                  <c:v>179.639301</c:v>
                </c:pt>
                <c:pt idx="948">
                  <c:v>354.706005</c:v>
                </c:pt>
                <c:pt idx="949">
                  <c:v>354.706005</c:v>
                </c:pt>
                <c:pt idx="950">
                  <c:v>480.000100</c:v>
                </c:pt>
                <c:pt idx="951">
                  <c:v>480.000100</c:v>
                </c:pt>
                <c:pt idx="952">
                  <c:v>540.000100</c:v>
                </c:pt>
                <c:pt idx="953">
                  <c:v>540.000100</c:v>
                </c:pt>
                <c:pt idx="954">
                  <c:v>668.313787</c:v>
                </c:pt>
                <c:pt idx="955">
                  <c:v>668.313787</c:v>
                </c:pt>
                <c:pt idx="956">
                  <c:v>805.412988</c:v>
                </c:pt>
                <c:pt idx="957">
                  <c:v>805.412988</c:v>
                </c:pt>
                <c:pt idx="958">
                  <c:v>810.438066</c:v>
                </c:pt>
                <c:pt idx="959">
                  <c:v>810.438066</c:v>
                </c:pt>
                <c:pt idx="960">
                  <c:v>540.000100</c:v>
                </c:pt>
                <c:pt idx="961">
                  <c:v>540.000100</c:v>
                </c:pt>
                <c:pt idx="962">
                  <c:v>407.159389</c:v>
                </c:pt>
                <c:pt idx="963">
                  <c:v>407.159389</c:v>
                </c:pt>
                <c:pt idx="964">
                  <c:v>485.863903</c:v>
                </c:pt>
                <c:pt idx="965">
                  <c:v>485.863903</c:v>
                </c:pt>
                <c:pt idx="966">
                  <c:v>481.886340</c:v>
                </c:pt>
                <c:pt idx="967">
                  <c:v>481.886340</c:v>
                </c:pt>
                <c:pt idx="968">
                  <c:v>468.125710</c:v>
                </c:pt>
                <c:pt idx="969">
                  <c:v>468.125710</c:v>
                </c:pt>
                <c:pt idx="970">
                  <c:v>767.790616</c:v>
                </c:pt>
                <c:pt idx="971">
                  <c:v>767.790616</c:v>
                </c:pt>
                <c:pt idx="972">
                  <c:v>690.000200</c:v>
                </c:pt>
                <c:pt idx="973">
                  <c:v>690.000200</c:v>
                </c:pt>
                <c:pt idx="974">
                  <c:v>531.124299</c:v>
                </c:pt>
                <c:pt idx="975">
                  <c:v>531.124299</c:v>
                </c:pt>
                <c:pt idx="976">
                  <c:v>510.000521</c:v>
                </c:pt>
                <c:pt idx="977">
                  <c:v>510.000521</c:v>
                </c:pt>
                <c:pt idx="978">
                  <c:v>493.055101</c:v>
                </c:pt>
                <c:pt idx="979">
                  <c:v>493.055101</c:v>
                </c:pt>
                <c:pt idx="980">
                  <c:v>421.769073</c:v>
                </c:pt>
                <c:pt idx="981">
                  <c:v>421.769073</c:v>
                </c:pt>
                <c:pt idx="982">
                  <c:v>240.000021</c:v>
                </c:pt>
                <c:pt idx="983">
                  <c:v>240.000021</c:v>
                </c:pt>
                <c:pt idx="984">
                  <c:v>188.163071</c:v>
                </c:pt>
                <c:pt idx="985">
                  <c:v>188.163071</c:v>
                </c:pt>
                <c:pt idx="986">
                  <c:v>283.842101</c:v>
                </c:pt>
                <c:pt idx="987">
                  <c:v>283.842101</c:v>
                </c:pt>
                <c:pt idx="988">
                  <c:v>0.000400</c:v>
                </c:pt>
                <c:pt idx="989">
                  <c:v>0.000400</c:v>
                </c:pt>
                <c:pt idx="990">
                  <c:v>108.700893</c:v>
                </c:pt>
                <c:pt idx="991">
                  <c:v>108.700893</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46.055297</c:v>
                </c:pt>
                <c:pt idx="1121">
                  <c:v>46.055297</c:v>
                </c:pt>
                <c:pt idx="1122">
                  <c:v>24.132247</c:v>
                </c:pt>
                <c:pt idx="1123">
                  <c:v>24.132247</c:v>
                </c:pt>
                <c:pt idx="1124">
                  <c:v>30.0001</c:v>
                </c:pt>
                <c:pt idx="1125">
                  <c:v>30.0001</c:v>
                </c:pt>
                <c:pt idx="1126">
                  <c:v>60</c:v>
                </c:pt>
                <c:pt idx="1127">
                  <c:v>60</c:v>
                </c:pt>
                <c:pt idx="1128">
                  <c:v>106.054876</c:v>
                </c:pt>
                <c:pt idx="1129">
                  <c:v>106.054876</c:v>
                </c:pt>
                <c:pt idx="1130">
                  <c:v>120</c:v>
                </c:pt>
                <c:pt idx="1131">
                  <c:v>120</c:v>
                </c:pt>
                <c:pt idx="1132">
                  <c:v>0</c:v>
                </c:pt>
                <c:pt idx="1133">
                  <c:v>0</c:v>
                </c:pt>
                <c:pt idx="1134">
                  <c:v>30</c:v>
                </c:pt>
                <c:pt idx="1135">
                  <c:v>30</c:v>
                </c:pt>
                <c:pt idx="1136">
                  <c:v>30</c:v>
                </c:pt>
                <c:pt idx="1137">
                  <c:v>30</c:v>
                </c:pt>
                <c:pt idx="1138">
                  <c:v>0</c:v>
                </c:pt>
                <c:pt idx="1139">
                  <c:v>0</c:v>
                </c:pt>
                <c:pt idx="1140">
                  <c:v>60</c:v>
                </c:pt>
                <c:pt idx="1141">
                  <c:v>60</c:v>
                </c:pt>
                <c:pt idx="1142">
                  <c:v>60.000100</c:v>
                </c:pt>
                <c:pt idx="1143">
                  <c:v>60.000100</c:v>
                </c:pt>
                <c:pt idx="1144">
                  <c:v>384.933580</c:v>
                </c:pt>
                <c:pt idx="1145">
                  <c:v>384.933580</c:v>
                </c:pt>
                <c:pt idx="1146">
                  <c:v>330.000300</c:v>
                </c:pt>
                <c:pt idx="1147">
                  <c:v>330.000300</c:v>
                </c:pt>
                <c:pt idx="1148">
                  <c:v>551.451156</c:v>
                </c:pt>
                <c:pt idx="1149">
                  <c:v>551.451156</c:v>
                </c:pt>
                <c:pt idx="1150">
                  <c:v>570</c:v>
                </c:pt>
                <c:pt idx="1151">
                  <c:v>570</c:v>
                </c:pt>
                <c:pt idx="1152">
                  <c:v>360</c:v>
                </c:pt>
                <c:pt idx="1153">
                  <c:v>360</c:v>
                </c:pt>
                <c:pt idx="1154">
                  <c:v>390.559373</c:v>
                </c:pt>
                <c:pt idx="1155">
                  <c:v>390.559373</c:v>
                </c:pt>
                <c:pt idx="1156">
                  <c:v>261.655829</c:v>
                </c:pt>
                <c:pt idx="1157">
                  <c:v>261.655829</c:v>
                </c:pt>
                <c:pt idx="1158">
                  <c:v>86.670857</c:v>
                </c:pt>
                <c:pt idx="1159">
                  <c:v>86.670857</c:v>
                </c:pt>
                <c:pt idx="1160">
                  <c:v>197.135071</c:v>
                </c:pt>
                <c:pt idx="1161">
                  <c:v>197.135071</c:v>
                </c:pt>
                <c:pt idx="1162">
                  <c:v>240</c:v>
                </c:pt>
                <c:pt idx="1163">
                  <c:v>240</c:v>
                </c:pt>
                <c:pt idx="1164">
                  <c:v>387.577221</c:v>
                </c:pt>
                <c:pt idx="1165">
                  <c:v>387.577221</c:v>
                </c:pt>
                <c:pt idx="1166">
                  <c:v>420</c:v>
                </c:pt>
                <c:pt idx="1167">
                  <c:v>420</c:v>
                </c:pt>
                <c:pt idx="1168">
                  <c:v>69.174467</c:v>
                </c:pt>
                <c:pt idx="1169">
                  <c:v>69.174467</c:v>
                </c:pt>
                <c:pt idx="1170">
                  <c:v>44.164230</c:v>
                </c:pt>
                <c:pt idx="1171">
                  <c:v>44.164230</c:v>
                </c:pt>
                <c:pt idx="1172">
                  <c:v>90</c:v>
                </c:pt>
                <c:pt idx="1173">
                  <c:v>90</c:v>
                </c:pt>
                <c:pt idx="1174">
                  <c:v>119.9999</c:v>
                </c:pt>
                <c:pt idx="1175">
                  <c:v>119.9999</c:v>
                </c:pt>
                <c:pt idx="1176">
                  <c:v>462.211347</c:v>
                </c:pt>
                <c:pt idx="1177">
                  <c:v>462.211347</c:v>
                </c:pt>
                <c:pt idx="1178">
                  <c:v>702.210847</c:v>
                </c:pt>
                <c:pt idx="1179">
                  <c:v>702.210847</c:v>
                </c:pt>
                <c:pt idx="1180">
                  <c:v>493.619568</c:v>
                </c:pt>
                <c:pt idx="1181">
                  <c:v>493.619568</c:v>
                </c:pt>
                <c:pt idx="1182">
                  <c:v>282.785625</c:v>
                </c:pt>
                <c:pt idx="1183">
                  <c:v>282.785625</c:v>
                </c:pt>
                <c:pt idx="1184">
                  <c:v>340.094632</c:v>
                </c:pt>
                <c:pt idx="1185">
                  <c:v>340.094632</c:v>
                </c:pt>
                <c:pt idx="1186">
                  <c:v>462.211047</c:v>
                </c:pt>
                <c:pt idx="1187">
                  <c:v>462.211047</c:v>
                </c:pt>
                <c:pt idx="1188">
                  <c:v>480</c:v>
                </c:pt>
                <c:pt idx="1189">
                  <c:v>480</c:v>
                </c:pt>
                <c:pt idx="1190">
                  <c:v>222.785725</c:v>
                </c:pt>
                <c:pt idx="1191">
                  <c:v>222.785725</c:v>
                </c:pt>
                <c:pt idx="1192">
                  <c:v>197.789153</c:v>
                </c:pt>
                <c:pt idx="1193">
                  <c:v>197.789153</c:v>
                </c:pt>
                <c:pt idx="1194">
                  <c:v>252.210947</c:v>
                </c:pt>
                <c:pt idx="1195">
                  <c:v>252.210947</c:v>
                </c:pt>
                <c:pt idx="1196">
                  <c:v>205.412653</c:v>
                </c:pt>
                <c:pt idx="1197">
                  <c:v>205.412653</c:v>
                </c:pt>
                <c:pt idx="1198">
                  <c:v>522.210847</c:v>
                </c:pt>
                <c:pt idx="1199">
                  <c:v>522.210847</c:v>
                </c:pt>
                <c:pt idx="1200">
                  <c:v>265.897175</c:v>
                </c:pt>
                <c:pt idx="1201">
                  <c:v>265.897175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1E-4</c:v>
                </c:pt>
                <c:pt idx="1313">
                  <c:v>1E-4</c:v>
                </c:pt>
                <c:pt idx="1314">
                  <c:v>0</c:v>
                </c:pt>
                <c:pt idx="1315">
                  <c:v>0</c:v>
                </c:pt>
                <c:pt idx="1316">
                  <c:v>1E-4</c:v>
                </c:pt>
                <c:pt idx="1317">
                  <c:v>1E-4</c:v>
                </c:pt>
                <c:pt idx="1318">
                  <c:v>30.5594</c:v>
                </c:pt>
                <c:pt idx="1319">
                  <c:v>30.5594</c:v>
                </c:pt>
                <c:pt idx="1320">
                  <c:v>230.74524</c:v>
                </c:pt>
                <c:pt idx="1321">
                  <c:v>230.74524</c:v>
                </c:pt>
                <c:pt idx="1322">
                  <c:v>410.442392</c:v>
                </c:pt>
                <c:pt idx="1323">
                  <c:v>410.442392</c:v>
                </c:pt>
                <c:pt idx="1324">
                  <c:v>285.863648</c:v>
                </c:pt>
                <c:pt idx="1325">
                  <c:v>285.863648</c:v>
                </c:pt>
                <c:pt idx="1326">
                  <c:v>312.211147</c:v>
                </c:pt>
                <c:pt idx="1327">
                  <c:v>312.211147</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30.0001</c:v>
                </c:pt>
                <c:pt idx="1345">
                  <c:v>30.0001</c:v>
                </c:pt>
                <c:pt idx="1346">
                  <c:v>47.788532</c:v>
                </c:pt>
                <c:pt idx="1347">
                  <c:v>47.788532</c:v>
                </c:pt>
                <c:pt idx="1348">
                  <c:v>60.000521</c:v>
                </c:pt>
                <c:pt idx="1349">
                  <c:v>60.000521</c:v>
                </c:pt>
                <c:pt idx="1350">
                  <c:v>1E-4</c:v>
                </c:pt>
                <c:pt idx="1351">
                  <c:v>1E-4</c:v>
                </c:pt>
                <c:pt idx="1352">
                  <c:v>0</c:v>
                </c:pt>
                <c:pt idx="1353">
                  <c:v>0</c:v>
                </c:pt>
                <c:pt idx="1354">
                  <c:v>0</c:v>
                </c:pt>
                <c:pt idx="1355">
                  <c:v>0</c:v>
                </c:pt>
                <c:pt idx="1356">
                  <c:v>0</c:v>
                </c:pt>
                <c:pt idx="1357">
                  <c:v>0</c:v>
                </c:pt>
                <c:pt idx="1358">
                  <c:v>90</c:v>
                </c:pt>
                <c:pt idx="1359">
                  <c:v>90</c:v>
                </c:pt>
                <c:pt idx="1360">
                  <c:v>420</c:v>
                </c:pt>
                <c:pt idx="1361">
                  <c:v>420</c:v>
                </c:pt>
                <c:pt idx="1362">
                  <c:v>527.789053</c:v>
                </c:pt>
                <c:pt idx="1363">
                  <c:v>527.789053</c:v>
                </c:pt>
                <c:pt idx="1364">
                  <c:v>420</c:v>
                </c:pt>
                <c:pt idx="1365">
                  <c:v>420</c:v>
                </c:pt>
                <c:pt idx="1366">
                  <c:v>192.210947</c:v>
                </c:pt>
                <c:pt idx="1367">
                  <c:v>192.210947</c:v>
                </c:pt>
                <c:pt idx="1368">
                  <c:v>104.831169</c:v>
                </c:pt>
                <c:pt idx="1369">
                  <c:v>104.831169</c:v>
                </c:pt>
                <c:pt idx="1370">
                  <c:v>313.419890</c:v>
                </c:pt>
                <c:pt idx="1371">
                  <c:v>313.419890</c:v>
                </c:pt>
                <c:pt idx="1372">
                  <c:v>342.211247</c:v>
                </c:pt>
                <c:pt idx="1373">
                  <c:v>342.211247</c:v>
                </c:pt>
                <c:pt idx="1374">
                  <c:v>582.926414</c:v>
                </c:pt>
                <c:pt idx="1375">
                  <c:v>582.926414</c:v>
                </c:pt>
                <c:pt idx="1376">
                  <c:v>591.851502</c:v>
                </c:pt>
                <c:pt idx="1377">
                  <c:v>591.851502</c:v>
                </c:pt>
                <c:pt idx="1378">
                  <c:v>617.789474</c:v>
                </c:pt>
                <c:pt idx="1379">
                  <c:v>617.789474</c:v>
                </c:pt>
                <c:pt idx="1380">
                  <c:v>673.796458</c:v>
                </c:pt>
                <c:pt idx="1381">
                  <c:v>673.796458</c:v>
                </c:pt>
                <c:pt idx="1382">
                  <c:v>720.000421</c:v>
                </c:pt>
                <c:pt idx="1383">
                  <c:v>720.000421</c:v>
                </c:pt>
                <c:pt idx="1384">
                  <c:v>785.577684</c:v>
                </c:pt>
                <c:pt idx="1385">
                  <c:v>785.577684</c:v>
                </c:pt>
                <c:pt idx="1386">
                  <c:v>750</c:v>
                </c:pt>
                <c:pt idx="1387">
                  <c:v>750</c:v>
                </c:pt>
                <c:pt idx="1388">
                  <c:v>324.423258</c:v>
                </c:pt>
                <c:pt idx="1389">
                  <c:v>324.423258</c:v>
                </c:pt>
              </c:numCache>
            </c:numRef>
          </c:yVal>
          <c:smooth val="0"/>
          <c:extLst>
            <c:ext xmlns:c16="http://schemas.microsoft.com/office/drawing/2014/chart" uri="{C3380CC4-5D6E-409C-BE32-E72D297353CC}">
              <c16:uniqueId val="{00000000-70BD-4523-982C-6D25E01126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69.883928</c:v>
                </c:pt>
                <c:pt idx="381">
                  <c:v>69.883928</c:v>
                </c:pt>
                <c:pt idx="382">
                  <c:v>300.000500</c:v>
                </c:pt>
                <c:pt idx="383">
                  <c:v>300.000500</c:v>
                </c:pt>
                <c:pt idx="384">
                  <c:v>216.541603</c:v>
                </c:pt>
                <c:pt idx="385">
                  <c:v>216.541603</c:v>
                </c:pt>
                <c:pt idx="386">
                  <c:v>240</c:v>
                </c:pt>
                <c:pt idx="387">
                  <c:v>240</c:v>
                </c:pt>
                <c:pt idx="388">
                  <c:v>180</c:v>
                </c:pt>
                <c:pt idx="389">
                  <c:v>180</c:v>
                </c:pt>
                <c:pt idx="390">
                  <c:v>200</c:v>
                </c:pt>
                <c:pt idx="391">
                  <c:v>200</c:v>
                </c:pt>
                <c:pt idx="392">
                  <c:v>240.000300</c:v>
                </c:pt>
                <c:pt idx="393">
                  <c:v>240.000300</c:v>
                </c:pt>
                <c:pt idx="394">
                  <c:v>441.075619</c:v>
                </c:pt>
                <c:pt idx="395">
                  <c:v>441.075619</c:v>
                </c:pt>
                <c:pt idx="396">
                  <c:v>320.603840</c:v>
                </c:pt>
                <c:pt idx="397">
                  <c:v>320.603840</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210.000200</c:v>
                </c:pt>
                <c:pt idx="409">
                  <c:v>210.000200</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130.673738</c:v>
                </c:pt>
                <c:pt idx="597">
                  <c:v>130.673738</c:v>
                </c:pt>
                <c:pt idx="598">
                  <c:v>200</c:v>
                </c:pt>
                <c:pt idx="599">
                  <c:v>200</c:v>
                </c:pt>
                <c:pt idx="600">
                  <c:v>200</c:v>
                </c:pt>
                <c:pt idx="601">
                  <c:v>200</c:v>
                </c:pt>
                <c:pt idx="602">
                  <c:v>168.666033</c:v>
                </c:pt>
                <c:pt idx="603">
                  <c:v>168.666033</c:v>
                </c:pt>
                <c:pt idx="604">
                  <c:v>173.526180</c:v>
                </c:pt>
                <c:pt idx="605">
                  <c:v>173.526180</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143.813530</c:v>
                </c:pt>
                <c:pt idx="761">
                  <c:v>143.813530</c:v>
                </c:pt>
                <c:pt idx="762">
                  <c:v>240.000600</c:v>
                </c:pt>
                <c:pt idx="763">
                  <c:v>240.000600</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330.000100</c:v>
                </c:pt>
                <c:pt idx="787">
                  <c:v>330.000100</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70BD-4523-982C-6D25E01126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4.25</c:v>
                </c:pt>
                <c:pt idx="51">
                  <c:v>4.25</c:v>
                </c:pt>
                <c:pt idx="52">
                  <c:v>8.5</c:v>
                </c:pt>
                <c:pt idx="53">
                  <c:v>8.5</c:v>
                </c:pt>
                <c:pt idx="54">
                  <c:v>24.65</c:v>
                </c:pt>
                <c:pt idx="55">
                  <c:v>24.65</c:v>
                </c:pt>
                <c:pt idx="56">
                  <c:v>38.25</c:v>
                </c:pt>
                <c:pt idx="57">
                  <c:v>38.25</c:v>
                </c:pt>
                <c:pt idx="58">
                  <c:v>87.55</c:v>
                </c:pt>
                <c:pt idx="59">
                  <c:v>87.55</c:v>
                </c:pt>
                <c:pt idx="60">
                  <c:v>160.65</c:v>
                </c:pt>
                <c:pt idx="61">
                  <c:v>160.65</c:v>
                </c:pt>
                <c:pt idx="62">
                  <c:v>182.75</c:v>
                </c:pt>
                <c:pt idx="63">
                  <c:v>182.75</c:v>
                </c:pt>
                <c:pt idx="64">
                  <c:v>260.100000</c:v>
                </c:pt>
                <c:pt idx="65">
                  <c:v>260.100000</c:v>
                </c:pt>
                <c:pt idx="66">
                  <c:v>295.8</c:v>
                </c:pt>
                <c:pt idx="67">
                  <c:v>295.8</c:v>
                </c:pt>
                <c:pt idx="68">
                  <c:v>329.8</c:v>
                </c:pt>
                <c:pt idx="69">
                  <c:v>329.8</c:v>
                </c:pt>
                <c:pt idx="70">
                  <c:v>361.25</c:v>
                </c:pt>
                <c:pt idx="71">
                  <c:v>361.25</c:v>
                </c:pt>
                <c:pt idx="72">
                  <c:v>390.15</c:v>
                </c:pt>
                <c:pt idx="73">
                  <c:v>390.15</c:v>
                </c:pt>
                <c:pt idx="74">
                  <c:v>417.35</c:v>
                </c:pt>
                <c:pt idx="75">
                  <c:v>417.35</c:v>
                </c:pt>
                <c:pt idx="76">
                  <c:v>440.3</c:v>
                </c:pt>
                <c:pt idx="77">
                  <c:v>440.3</c:v>
                </c:pt>
                <c:pt idx="78">
                  <c:v>460.7</c:v>
                </c:pt>
                <c:pt idx="79">
                  <c:v>460.7</c:v>
                </c:pt>
                <c:pt idx="80">
                  <c:v>478.55</c:v>
                </c:pt>
                <c:pt idx="81">
                  <c:v>478.55</c:v>
                </c:pt>
                <c:pt idx="82">
                  <c:v>493</c:v>
                </c:pt>
                <c:pt idx="83">
                  <c:v>493</c:v>
                </c:pt>
                <c:pt idx="84">
                  <c:v>504.05</c:v>
                </c:pt>
                <c:pt idx="85">
                  <c:v>504.05</c:v>
                </c:pt>
                <c:pt idx="86">
                  <c:v>511.7</c:v>
                </c:pt>
                <c:pt idx="87">
                  <c:v>511.7</c:v>
                </c:pt>
                <c:pt idx="88">
                  <c:v>509.15</c:v>
                </c:pt>
                <c:pt idx="89">
                  <c:v>509.15</c:v>
                </c:pt>
                <c:pt idx="90">
                  <c:v>379.1</c:v>
                </c:pt>
                <c:pt idx="91">
                  <c:v>379.1</c:v>
                </c:pt>
                <c:pt idx="92">
                  <c:v>262.650000</c:v>
                </c:pt>
                <c:pt idx="93">
                  <c:v>262.650000</c:v>
                </c:pt>
                <c:pt idx="94">
                  <c:v>130.9</c:v>
                </c:pt>
                <c:pt idx="95">
                  <c:v>130.9</c:v>
                </c:pt>
                <c:pt idx="96">
                  <c:v>157.25</c:v>
                </c:pt>
                <c:pt idx="97">
                  <c:v>157.25</c:v>
                </c:pt>
                <c:pt idx="98">
                  <c:v>65.45</c:v>
                </c:pt>
                <c:pt idx="99">
                  <c:v>65.45</c:v>
                </c:pt>
                <c:pt idx="100">
                  <c:v>25.5</c:v>
                </c:pt>
                <c:pt idx="101">
                  <c:v>25.5</c:v>
                </c:pt>
                <c:pt idx="102">
                  <c:v>76.5</c:v>
                </c:pt>
                <c:pt idx="103">
                  <c:v>76.5</c:v>
                </c:pt>
                <c:pt idx="104">
                  <c:v>354.45</c:v>
                </c:pt>
                <c:pt idx="105">
                  <c:v>354.45</c:v>
                </c:pt>
                <c:pt idx="106">
                  <c:v>413.95</c:v>
                </c:pt>
                <c:pt idx="107">
                  <c:v>413.95</c:v>
                </c:pt>
                <c:pt idx="108">
                  <c:v>362.95</c:v>
                </c:pt>
                <c:pt idx="109">
                  <c:v>362.95</c:v>
                </c:pt>
                <c:pt idx="110">
                  <c:v>92.65</c:v>
                </c:pt>
                <c:pt idx="111">
                  <c:v>92.65</c:v>
                </c:pt>
                <c:pt idx="112">
                  <c:v>206.55</c:v>
                </c:pt>
                <c:pt idx="113">
                  <c:v>206.55</c:v>
                </c:pt>
                <c:pt idx="114">
                  <c:v>237.15</c:v>
                </c:pt>
                <c:pt idx="115">
                  <c:v>237.15</c:v>
                </c:pt>
                <c:pt idx="116">
                  <c:v>190.4</c:v>
                </c:pt>
                <c:pt idx="117">
                  <c:v>190.4</c:v>
                </c:pt>
                <c:pt idx="118">
                  <c:v>209.1</c:v>
                </c:pt>
                <c:pt idx="119">
                  <c:v>209.1</c:v>
                </c:pt>
                <c:pt idx="120">
                  <c:v>181.9</c:v>
                </c:pt>
                <c:pt idx="121">
                  <c:v>181.9</c:v>
                </c:pt>
                <c:pt idx="122">
                  <c:v>157.25</c:v>
                </c:pt>
                <c:pt idx="123">
                  <c:v>157.25</c:v>
                </c:pt>
                <c:pt idx="124">
                  <c:v>119</c:v>
                </c:pt>
                <c:pt idx="125">
                  <c:v>119</c:v>
                </c:pt>
                <c:pt idx="126">
                  <c:v>81.600000</c:v>
                </c:pt>
                <c:pt idx="127">
                  <c:v>81.600000</c:v>
                </c:pt>
                <c:pt idx="128">
                  <c:v>42.5</c:v>
                </c:pt>
                <c:pt idx="129">
                  <c:v>42.5</c:v>
                </c:pt>
                <c:pt idx="130">
                  <c:v>12.75</c:v>
                </c:pt>
                <c:pt idx="131">
                  <c:v>12.75</c:v>
                </c:pt>
                <c:pt idx="132">
                  <c:v>0.85</c:v>
                </c:pt>
                <c:pt idx="133">
                  <c:v>0.85</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3.4</c:v>
                </c:pt>
                <c:pt idx="243">
                  <c:v>3.4</c:v>
                </c:pt>
                <c:pt idx="244">
                  <c:v>12.75</c:v>
                </c:pt>
                <c:pt idx="245">
                  <c:v>12.75</c:v>
                </c:pt>
                <c:pt idx="246">
                  <c:v>34.85</c:v>
                </c:pt>
                <c:pt idx="247">
                  <c:v>34.85</c:v>
                </c:pt>
                <c:pt idx="248">
                  <c:v>52.7</c:v>
                </c:pt>
                <c:pt idx="249">
                  <c:v>52.7</c:v>
                </c:pt>
                <c:pt idx="250">
                  <c:v>79.05</c:v>
                </c:pt>
                <c:pt idx="251">
                  <c:v>79.05</c:v>
                </c:pt>
                <c:pt idx="252">
                  <c:v>127.5</c:v>
                </c:pt>
                <c:pt idx="253">
                  <c:v>127.5</c:v>
                </c:pt>
                <c:pt idx="254">
                  <c:v>118.15</c:v>
                </c:pt>
                <c:pt idx="255">
                  <c:v>118.15</c:v>
                </c:pt>
                <c:pt idx="256">
                  <c:v>118.15</c:v>
                </c:pt>
                <c:pt idx="257">
                  <c:v>118.15</c:v>
                </c:pt>
                <c:pt idx="258">
                  <c:v>162.35</c:v>
                </c:pt>
                <c:pt idx="259">
                  <c:v>162.35</c:v>
                </c:pt>
                <c:pt idx="260">
                  <c:v>134.300000</c:v>
                </c:pt>
                <c:pt idx="261">
                  <c:v>134.300000</c:v>
                </c:pt>
                <c:pt idx="262">
                  <c:v>191.25</c:v>
                </c:pt>
                <c:pt idx="263">
                  <c:v>191.25</c:v>
                </c:pt>
                <c:pt idx="264">
                  <c:v>228.65</c:v>
                </c:pt>
                <c:pt idx="265">
                  <c:v>228.65</c:v>
                </c:pt>
                <c:pt idx="266">
                  <c:v>205.7</c:v>
                </c:pt>
                <c:pt idx="267">
                  <c:v>205.7</c:v>
                </c:pt>
                <c:pt idx="268">
                  <c:v>255</c:v>
                </c:pt>
                <c:pt idx="269">
                  <c:v>255</c:v>
                </c:pt>
                <c:pt idx="270">
                  <c:v>311.100000</c:v>
                </c:pt>
                <c:pt idx="271">
                  <c:v>311.100000</c:v>
                </c:pt>
                <c:pt idx="272">
                  <c:v>291.55</c:v>
                </c:pt>
                <c:pt idx="273">
                  <c:v>291.55</c:v>
                </c:pt>
                <c:pt idx="274">
                  <c:v>319.600000</c:v>
                </c:pt>
                <c:pt idx="275">
                  <c:v>319.600000</c:v>
                </c:pt>
                <c:pt idx="276">
                  <c:v>348.5</c:v>
                </c:pt>
                <c:pt idx="277">
                  <c:v>348.5</c:v>
                </c:pt>
                <c:pt idx="278">
                  <c:v>236.3</c:v>
                </c:pt>
                <c:pt idx="279">
                  <c:v>236.3</c:v>
                </c:pt>
                <c:pt idx="280">
                  <c:v>151.300000</c:v>
                </c:pt>
                <c:pt idx="281">
                  <c:v>151.300000</c:v>
                </c:pt>
                <c:pt idx="282">
                  <c:v>161.5</c:v>
                </c:pt>
                <c:pt idx="283">
                  <c:v>161.5</c:v>
                </c:pt>
                <c:pt idx="284">
                  <c:v>218.45</c:v>
                </c:pt>
                <c:pt idx="285">
                  <c:v>218.45</c:v>
                </c:pt>
                <c:pt idx="286">
                  <c:v>200.6</c:v>
                </c:pt>
                <c:pt idx="287">
                  <c:v>200.6</c:v>
                </c:pt>
                <c:pt idx="288">
                  <c:v>141.950000</c:v>
                </c:pt>
                <c:pt idx="289">
                  <c:v>141.950000</c:v>
                </c:pt>
                <c:pt idx="290">
                  <c:v>124.95</c:v>
                </c:pt>
                <c:pt idx="291">
                  <c:v>124.95</c:v>
                </c:pt>
                <c:pt idx="292">
                  <c:v>122.4</c:v>
                </c:pt>
                <c:pt idx="293">
                  <c:v>122.4</c:v>
                </c:pt>
                <c:pt idx="294">
                  <c:v>147.050000</c:v>
                </c:pt>
                <c:pt idx="295">
                  <c:v>147.050000</c:v>
                </c:pt>
                <c:pt idx="296">
                  <c:v>173.4</c:v>
                </c:pt>
                <c:pt idx="297">
                  <c:v>173.4</c:v>
                </c:pt>
                <c:pt idx="298">
                  <c:v>246.5</c:v>
                </c:pt>
                <c:pt idx="299">
                  <c:v>246.5</c:v>
                </c:pt>
                <c:pt idx="300">
                  <c:v>241.4</c:v>
                </c:pt>
                <c:pt idx="301">
                  <c:v>241.4</c:v>
                </c:pt>
                <c:pt idx="302">
                  <c:v>173.4</c:v>
                </c:pt>
                <c:pt idx="303">
                  <c:v>173.4</c:v>
                </c:pt>
                <c:pt idx="304">
                  <c:v>127.5</c:v>
                </c:pt>
                <c:pt idx="305">
                  <c:v>127.5</c:v>
                </c:pt>
                <c:pt idx="306">
                  <c:v>113.05</c:v>
                </c:pt>
                <c:pt idx="307">
                  <c:v>113.05</c:v>
                </c:pt>
                <c:pt idx="308">
                  <c:v>110.5</c:v>
                </c:pt>
                <c:pt idx="309">
                  <c:v>110.5</c:v>
                </c:pt>
                <c:pt idx="310">
                  <c:v>76.5</c:v>
                </c:pt>
                <c:pt idx="311">
                  <c:v>76.5</c:v>
                </c:pt>
                <c:pt idx="312">
                  <c:v>58.65</c:v>
                </c:pt>
                <c:pt idx="313">
                  <c:v>58.65</c:v>
                </c:pt>
                <c:pt idx="314">
                  <c:v>68.850000</c:v>
                </c:pt>
                <c:pt idx="315">
                  <c:v>68.850000</c:v>
                </c:pt>
                <c:pt idx="316">
                  <c:v>36.550000</c:v>
                </c:pt>
                <c:pt idx="317">
                  <c:v>36.550000</c:v>
                </c:pt>
                <c:pt idx="318">
                  <c:v>11.05</c:v>
                </c:pt>
                <c:pt idx="319">
                  <c:v>11.05</c:v>
                </c:pt>
                <c:pt idx="320">
                  <c:v>6.8</c:v>
                </c:pt>
                <c:pt idx="321">
                  <c:v>6.8</c:v>
                </c:pt>
                <c:pt idx="322">
                  <c:v>6.8</c:v>
                </c:pt>
                <c:pt idx="323">
                  <c:v>6.8</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6.8</c:v>
                </c:pt>
                <c:pt idx="435">
                  <c:v>6.8</c:v>
                </c:pt>
                <c:pt idx="436">
                  <c:v>35.700000</c:v>
                </c:pt>
                <c:pt idx="437">
                  <c:v>35.700000</c:v>
                </c:pt>
                <c:pt idx="438">
                  <c:v>70.55</c:v>
                </c:pt>
                <c:pt idx="439">
                  <c:v>70.55</c:v>
                </c:pt>
                <c:pt idx="440">
                  <c:v>108.8</c:v>
                </c:pt>
                <c:pt idx="441">
                  <c:v>108.8</c:v>
                </c:pt>
                <c:pt idx="442">
                  <c:v>148.75</c:v>
                </c:pt>
                <c:pt idx="443">
                  <c:v>148.75</c:v>
                </c:pt>
                <c:pt idx="444">
                  <c:v>170</c:v>
                </c:pt>
                <c:pt idx="445">
                  <c:v>170</c:v>
                </c:pt>
                <c:pt idx="446">
                  <c:v>227.8</c:v>
                </c:pt>
                <c:pt idx="447">
                  <c:v>227.8</c:v>
                </c:pt>
                <c:pt idx="448">
                  <c:v>266.05</c:v>
                </c:pt>
                <c:pt idx="449">
                  <c:v>266.05</c:v>
                </c:pt>
                <c:pt idx="450">
                  <c:v>302.600000</c:v>
                </c:pt>
                <c:pt idx="451">
                  <c:v>302.600000</c:v>
                </c:pt>
                <c:pt idx="452">
                  <c:v>337.45</c:v>
                </c:pt>
                <c:pt idx="453">
                  <c:v>337.45</c:v>
                </c:pt>
                <c:pt idx="454">
                  <c:v>371.45</c:v>
                </c:pt>
                <c:pt idx="455">
                  <c:v>371.45</c:v>
                </c:pt>
                <c:pt idx="456">
                  <c:v>402.05</c:v>
                </c:pt>
                <c:pt idx="457">
                  <c:v>402.05</c:v>
                </c:pt>
                <c:pt idx="458">
                  <c:v>430.1</c:v>
                </c:pt>
                <c:pt idx="459">
                  <c:v>430.1</c:v>
                </c:pt>
                <c:pt idx="460">
                  <c:v>451.35</c:v>
                </c:pt>
                <c:pt idx="461">
                  <c:v>451.35</c:v>
                </c:pt>
                <c:pt idx="462">
                  <c:v>476.85</c:v>
                </c:pt>
                <c:pt idx="463">
                  <c:v>476.85</c:v>
                </c:pt>
                <c:pt idx="464">
                  <c:v>475.15</c:v>
                </c:pt>
                <c:pt idx="465">
                  <c:v>475.15</c:v>
                </c:pt>
                <c:pt idx="466">
                  <c:v>457.3</c:v>
                </c:pt>
                <c:pt idx="467">
                  <c:v>457.3</c:v>
                </c:pt>
                <c:pt idx="468">
                  <c:v>335.75</c:v>
                </c:pt>
                <c:pt idx="469">
                  <c:v>335.75</c:v>
                </c:pt>
                <c:pt idx="470">
                  <c:v>359.55</c:v>
                </c:pt>
                <c:pt idx="471">
                  <c:v>359.55</c:v>
                </c:pt>
                <c:pt idx="472">
                  <c:v>333.2</c:v>
                </c:pt>
                <c:pt idx="473">
                  <c:v>333.2</c:v>
                </c:pt>
                <c:pt idx="474">
                  <c:v>336.6</c:v>
                </c:pt>
                <c:pt idx="475">
                  <c:v>336.6</c:v>
                </c:pt>
                <c:pt idx="476">
                  <c:v>345.1</c:v>
                </c:pt>
                <c:pt idx="477">
                  <c:v>345.1</c:v>
                </c:pt>
                <c:pt idx="478">
                  <c:v>382.5</c:v>
                </c:pt>
                <c:pt idx="479">
                  <c:v>382.5</c:v>
                </c:pt>
                <c:pt idx="480">
                  <c:v>322.150000</c:v>
                </c:pt>
                <c:pt idx="481">
                  <c:v>322.150000</c:v>
                </c:pt>
                <c:pt idx="482">
                  <c:v>256.7</c:v>
                </c:pt>
                <c:pt idx="483">
                  <c:v>256.7</c:v>
                </c:pt>
                <c:pt idx="484">
                  <c:v>233.75</c:v>
                </c:pt>
                <c:pt idx="485">
                  <c:v>233.75</c:v>
                </c:pt>
                <c:pt idx="486">
                  <c:v>283.900000</c:v>
                </c:pt>
                <c:pt idx="487">
                  <c:v>283.900000</c:v>
                </c:pt>
                <c:pt idx="488">
                  <c:v>392.7</c:v>
                </c:pt>
                <c:pt idx="489">
                  <c:v>392.7</c:v>
                </c:pt>
                <c:pt idx="490">
                  <c:v>392.7</c:v>
                </c:pt>
                <c:pt idx="491">
                  <c:v>392.7</c:v>
                </c:pt>
                <c:pt idx="492">
                  <c:v>359.55</c:v>
                </c:pt>
                <c:pt idx="493">
                  <c:v>359.55</c:v>
                </c:pt>
                <c:pt idx="494">
                  <c:v>345.1</c:v>
                </c:pt>
                <c:pt idx="495">
                  <c:v>345.1</c:v>
                </c:pt>
                <c:pt idx="496">
                  <c:v>310.25</c:v>
                </c:pt>
                <c:pt idx="497">
                  <c:v>310.25</c:v>
                </c:pt>
                <c:pt idx="498">
                  <c:v>248.2</c:v>
                </c:pt>
                <c:pt idx="499">
                  <c:v>248.2</c:v>
                </c:pt>
                <c:pt idx="500">
                  <c:v>251.6</c:v>
                </c:pt>
                <c:pt idx="501">
                  <c:v>251.6</c:v>
                </c:pt>
                <c:pt idx="502">
                  <c:v>186.15</c:v>
                </c:pt>
                <c:pt idx="503">
                  <c:v>186.15</c:v>
                </c:pt>
                <c:pt idx="504">
                  <c:v>113.9</c:v>
                </c:pt>
                <c:pt idx="505">
                  <c:v>113.9</c:v>
                </c:pt>
                <c:pt idx="506">
                  <c:v>117.3</c:v>
                </c:pt>
                <c:pt idx="507">
                  <c:v>117.3</c:v>
                </c:pt>
                <c:pt idx="508">
                  <c:v>91.8</c:v>
                </c:pt>
                <c:pt idx="509">
                  <c:v>91.8</c:v>
                </c:pt>
                <c:pt idx="510">
                  <c:v>68</c:v>
                </c:pt>
                <c:pt idx="511">
                  <c:v>68</c:v>
                </c:pt>
                <c:pt idx="512">
                  <c:v>28.9</c:v>
                </c:pt>
                <c:pt idx="513">
                  <c:v>28.9</c:v>
                </c:pt>
                <c:pt idx="514">
                  <c:v>6.8</c:v>
                </c:pt>
                <c:pt idx="515">
                  <c:v>6.8</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8.5</c:v>
                </c:pt>
                <c:pt idx="629">
                  <c:v>8.5</c:v>
                </c:pt>
                <c:pt idx="630">
                  <c:v>11.9</c:v>
                </c:pt>
                <c:pt idx="631">
                  <c:v>11.9</c:v>
                </c:pt>
                <c:pt idx="632">
                  <c:v>28.05</c:v>
                </c:pt>
                <c:pt idx="633">
                  <c:v>28.05</c:v>
                </c:pt>
                <c:pt idx="634">
                  <c:v>30.6</c:v>
                </c:pt>
                <c:pt idx="635">
                  <c:v>30.6</c:v>
                </c:pt>
                <c:pt idx="636">
                  <c:v>48.45</c:v>
                </c:pt>
                <c:pt idx="637">
                  <c:v>48.45</c:v>
                </c:pt>
                <c:pt idx="638">
                  <c:v>73.100000</c:v>
                </c:pt>
                <c:pt idx="639">
                  <c:v>73.100000</c:v>
                </c:pt>
                <c:pt idx="640">
                  <c:v>57.8</c:v>
                </c:pt>
                <c:pt idx="641">
                  <c:v>57.8</c:v>
                </c:pt>
                <c:pt idx="642">
                  <c:v>73.95</c:v>
                </c:pt>
                <c:pt idx="643">
                  <c:v>73.95</c:v>
                </c:pt>
                <c:pt idx="644">
                  <c:v>71.400000</c:v>
                </c:pt>
                <c:pt idx="645">
                  <c:v>71.400000</c:v>
                </c:pt>
                <c:pt idx="646">
                  <c:v>82.45</c:v>
                </c:pt>
                <c:pt idx="647">
                  <c:v>82.45</c:v>
                </c:pt>
                <c:pt idx="648">
                  <c:v>90.1</c:v>
                </c:pt>
                <c:pt idx="649">
                  <c:v>90.1</c:v>
                </c:pt>
                <c:pt idx="650">
                  <c:v>76.5</c:v>
                </c:pt>
                <c:pt idx="651">
                  <c:v>76.5</c:v>
                </c:pt>
                <c:pt idx="652">
                  <c:v>100.3</c:v>
                </c:pt>
                <c:pt idx="653">
                  <c:v>100.3</c:v>
                </c:pt>
                <c:pt idx="654">
                  <c:v>105.4</c:v>
                </c:pt>
                <c:pt idx="655">
                  <c:v>105.4</c:v>
                </c:pt>
                <c:pt idx="656">
                  <c:v>116.45</c:v>
                </c:pt>
                <c:pt idx="657">
                  <c:v>116.45</c:v>
                </c:pt>
                <c:pt idx="658">
                  <c:v>96.9</c:v>
                </c:pt>
                <c:pt idx="659">
                  <c:v>96.9</c:v>
                </c:pt>
                <c:pt idx="660">
                  <c:v>104.55</c:v>
                </c:pt>
                <c:pt idx="661">
                  <c:v>104.55</c:v>
                </c:pt>
                <c:pt idx="662">
                  <c:v>158.1</c:v>
                </c:pt>
                <c:pt idx="663">
                  <c:v>158.1</c:v>
                </c:pt>
                <c:pt idx="664">
                  <c:v>145.35</c:v>
                </c:pt>
                <c:pt idx="665">
                  <c:v>145.35</c:v>
                </c:pt>
                <c:pt idx="666">
                  <c:v>142.800000</c:v>
                </c:pt>
                <c:pt idx="667">
                  <c:v>142.800000</c:v>
                </c:pt>
                <c:pt idx="668">
                  <c:v>130.050000</c:v>
                </c:pt>
                <c:pt idx="669">
                  <c:v>130.050000</c:v>
                </c:pt>
                <c:pt idx="670">
                  <c:v>103.7</c:v>
                </c:pt>
                <c:pt idx="671">
                  <c:v>103.7</c:v>
                </c:pt>
                <c:pt idx="672">
                  <c:v>74.8</c:v>
                </c:pt>
                <c:pt idx="673">
                  <c:v>74.8</c:v>
                </c:pt>
                <c:pt idx="674">
                  <c:v>139.4</c:v>
                </c:pt>
                <c:pt idx="675">
                  <c:v>139.4</c:v>
                </c:pt>
                <c:pt idx="676">
                  <c:v>173.4</c:v>
                </c:pt>
                <c:pt idx="677">
                  <c:v>173.4</c:v>
                </c:pt>
                <c:pt idx="678">
                  <c:v>85</c:v>
                </c:pt>
                <c:pt idx="679">
                  <c:v>85</c:v>
                </c:pt>
                <c:pt idx="680">
                  <c:v>79.05</c:v>
                </c:pt>
                <c:pt idx="681">
                  <c:v>79.05</c:v>
                </c:pt>
                <c:pt idx="682">
                  <c:v>60.35</c:v>
                </c:pt>
                <c:pt idx="683">
                  <c:v>60.35</c:v>
                </c:pt>
                <c:pt idx="684">
                  <c:v>85</c:v>
                </c:pt>
                <c:pt idx="685">
                  <c:v>85</c:v>
                </c:pt>
                <c:pt idx="686">
                  <c:v>84.15</c:v>
                </c:pt>
                <c:pt idx="687">
                  <c:v>84.15</c:v>
                </c:pt>
                <c:pt idx="688">
                  <c:v>79.05</c:v>
                </c:pt>
                <c:pt idx="689">
                  <c:v>79.05</c:v>
                </c:pt>
                <c:pt idx="690">
                  <c:v>56.95</c:v>
                </c:pt>
                <c:pt idx="691">
                  <c:v>56.95</c:v>
                </c:pt>
                <c:pt idx="692">
                  <c:v>57.8</c:v>
                </c:pt>
                <c:pt idx="693">
                  <c:v>57.8</c:v>
                </c:pt>
                <c:pt idx="694">
                  <c:v>61.2</c:v>
                </c:pt>
                <c:pt idx="695">
                  <c:v>61.2</c:v>
                </c:pt>
                <c:pt idx="696">
                  <c:v>47.6</c:v>
                </c:pt>
                <c:pt idx="697">
                  <c:v>47.6</c:v>
                </c:pt>
                <c:pt idx="698">
                  <c:v>33.15</c:v>
                </c:pt>
                <c:pt idx="699">
                  <c:v>33.15</c:v>
                </c:pt>
                <c:pt idx="700">
                  <c:v>17.850000</c:v>
                </c:pt>
                <c:pt idx="701">
                  <c:v>17.850000</c:v>
                </c:pt>
                <c:pt idx="702">
                  <c:v>10.200000</c:v>
                </c:pt>
                <c:pt idx="703">
                  <c:v>10.200000</c:v>
                </c:pt>
                <c:pt idx="704">
                  <c:v>8.5</c:v>
                </c:pt>
                <c:pt idx="705">
                  <c:v>8.5</c:v>
                </c:pt>
                <c:pt idx="706">
                  <c:v>2.550000</c:v>
                </c:pt>
                <c:pt idx="707">
                  <c:v>2.550000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2.550000</c:v>
                </c:pt>
                <c:pt idx="819">
                  <c:v>2.550000</c:v>
                </c:pt>
                <c:pt idx="820">
                  <c:v>22.1</c:v>
                </c:pt>
                <c:pt idx="821">
                  <c:v>22.1</c:v>
                </c:pt>
                <c:pt idx="822">
                  <c:v>56.95</c:v>
                </c:pt>
                <c:pt idx="823">
                  <c:v>56.95</c:v>
                </c:pt>
                <c:pt idx="824">
                  <c:v>91.8</c:v>
                </c:pt>
                <c:pt idx="825">
                  <c:v>91.8</c:v>
                </c:pt>
                <c:pt idx="826">
                  <c:v>128.35</c:v>
                </c:pt>
                <c:pt idx="827">
                  <c:v>128.35</c:v>
                </c:pt>
                <c:pt idx="828">
                  <c:v>160.65</c:v>
                </c:pt>
                <c:pt idx="829">
                  <c:v>160.65</c:v>
                </c:pt>
                <c:pt idx="830">
                  <c:v>198.05</c:v>
                </c:pt>
                <c:pt idx="831">
                  <c:v>198.05</c:v>
                </c:pt>
                <c:pt idx="832">
                  <c:v>240.55</c:v>
                </c:pt>
                <c:pt idx="833">
                  <c:v>240.55</c:v>
                </c:pt>
                <c:pt idx="834">
                  <c:v>276.25</c:v>
                </c:pt>
                <c:pt idx="835">
                  <c:v>276.25</c:v>
                </c:pt>
                <c:pt idx="836">
                  <c:v>311.100000</c:v>
                </c:pt>
                <c:pt idx="837">
                  <c:v>311.100000</c:v>
                </c:pt>
                <c:pt idx="838">
                  <c:v>344.25</c:v>
                </c:pt>
                <c:pt idx="839">
                  <c:v>344.25</c:v>
                </c:pt>
                <c:pt idx="840">
                  <c:v>376.55</c:v>
                </c:pt>
                <c:pt idx="841">
                  <c:v>376.55</c:v>
                </c:pt>
                <c:pt idx="842">
                  <c:v>405.45</c:v>
                </c:pt>
                <c:pt idx="843">
                  <c:v>405.45</c:v>
                </c:pt>
                <c:pt idx="844">
                  <c:v>430.95</c:v>
                </c:pt>
                <c:pt idx="845">
                  <c:v>430.95</c:v>
                </c:pt>
                <c:pt idx="846">
                  <c:v>451.35</c:v>
                </c:pt>
                <c:pt idx="847">
                  <c:v>451.35</c:v>
                </c:pt>
                <c:pt idx="848">
                  <c:v>469.2</c:v>
                </c:pt>
                <c:pt idx="849">
                  <c:v>469.2</c:v>
                </c:pt>
                <c:pt idx="850">
                  <c:v>484.5</c:v>
                </c:pt>
                <c:pt idx="851">
                  <c:v>484.5</c:v>
                </c:pt>
                <c:pt idx="852">
                  <c:v>496.4</c:v>
                </c:pt>
                <c:pt idx="853">
                  <c:v>496.4</c:v>
                </c:pt>
                <c:pt idx="854">
                  <c:v>504.9</c:v>
                </c:pt>
                <c:pt idx="855">
                  <c:v>504.9</c:v>
                </c:pt>
                <c:pt idx="856">
                  <c:v>510</c:v>
                </c:pt>
                <c:pt idx="857">
                  <c:v>510</c:v>
                </c:pt>
                <c:pt idx="858">
                  <c:v>511.7</c:v>
                </c:pt>
                <c:pt idx="859">
                  <c:v>511.7</c:v>
                </c:pt>
                <c:pt idx="860">
                  <c:v>510</c:v>
                </c:pt>
                <c:pt idx="861">
                  <c:v>510</c:v>
                </c:pt>
                <c:pt idx="862">
                  <c:v>504.9</c:v>
                </c:pt>
                <c:pt idx="863">
                  <c:v>504.9</c:v>
                </c:pt>
                <c:pt idx="864">
                  <c:v>496.4</c:v>
                </c:pt>
                <c:pt idx="865">
                  <c:v>496.4</c:v>
                </c:pt>
                <c:pt idx="866">
                  <c:v>484.5</c:v>
                </c:pt>
                <c:pt idx="867">
                  <c:v>484.5</c:v>
                </c:pt>
                <c:pt idx="868">
                  <c:v>469.2</c:v>
                </c:pt>
                <c:pt idx="869">
                  <c:v>469.2</c:v>
                </c:pt>
                <c:pt idx="870">
                  <c:v>451.35</c:v>
                </c:pt>
                <c:pt idx="871">
                  <c:v>451.35</c:v>
                </c:pt>
                <c:pt idx="872">
                  <c:v>430.1</c:v>
                </c:pt>
                <c:pt idx="873">
                  <c:v>430.1</c:v>
                </c:pt>
                <c:pt idx="874">
                  <c:v>405.45</c:v>
                </c:pt>
                <c:pt idx="875">
                  <c:v>405.45</c:v>
                </c:pt>
                <c:pt idx="876">
                  <c:v>378.25</c:v>
                </c:pt>
                <c:pt idx="877">
                  <c:v>378.25</c:v>
                </c:pt>
                <c:pt idx="878">
                  <c:v>349.35</c:v>
                </c:pt>
                <c:pt idx="879">
                  <c:v>349.35</c:v>
                </c:pt>
                <c:pt idx="880">
                  <c:v>311.100000</c:v>
                </c:pt>
                <c:pt idx="881">
                  <c:v>311.100000</c:v>
                </c:pt>
                <c:pt idx="882">
                  <c:v>283.05</c:v>
                </c:pt>
                <c:pt idx="883">
                  <c:v>283.05</c:v>
                </c:pt>
                <c:pt idx="884">
                  <c:v>248.2</c:v>
                </c:pt>
                <c:pt idx="885">
                  <c:v>248.2</c:v>
                </c:pt>
                <c:pt idx="886">
                  <c:v>206.55</c:v>
                </c:pt>
                <c:pt idx="887">
                  <c:v>206.55</c:v>
                </c:pt>
                <c:pt idx="888">
                  <c:v>175.1</c:v>
                </c:pt>
                <c:pt idx="889">
                  <c:v>175.1</c:v>
                </c:pt>
                <c:pt idx="890">
                  <c:v>138.550000</c:v>
                </c:pt>
                <c:pt idx="891">
                  <c:v>138.550000</c:v>
                </c:pt>
                <c:pt idx="892">
                  <c:v>96.9</c:v>
                </c:pt>
                <c:pt idx="893">
                  <c:v>96.9</c:v>
                </c:pt>
                <c:pt idx="894">
                  <c:v>67.150000</c:v>
                </c:pt>
                <c:pt idx="895">
                  <c:v>67.150000</c:v>
                </c:pt>
                <c:pt idx="896">
                  <c:v>27.2</c:v>
                </c:pt>
                <c:pt idx="897">
                  <c:v>27.2</c:v>
                </c:pt>
                <c:pt idx="898">
                  <c:v>5.95</c:v>
                </c:pt>
                <c:pt idx="899">
                  <c:v>5.95</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0.85</c:v>
                </c:pt>
                <c:pt idx="1011">
                  <c:v>0.85</c:v>
                </c:pt>
                <c:pt idx="1012">
                  <c:v>11.05</c:v>
                </c:pt>
                <c:pt idx="1013">
                  <c:v>11.05</c:v>
                </c:pt>
                <c:pt idx="1014">
                  <c:v>16.150000</c:v>
                </c:pt>
                <c:pt idx="1015">
                  <c:v>16.150000</c:v>
                </c:pt>
                <c:pt idx="1016">
                  <c:v>30.6</c:v>
                </c:pt>
                <c:pt idx="1017">
                  <c:v>30.6</c:v>
                </c:pt>
                <c:pt idx="1018">
                  <c:v>39.950000</c:v>
                </c:pt>
                <c:pt idx="1019">
                  <c:v>39.950000</c:v>
                </c:pt>
                <c:pt idx="1020">
                  <c:v>83.3</c:v>
                </c:pt>
                <c:pt idx="1021">
                  <c:v>83.3</c:v>
                </c:pt>
                <c:pt idx="1022">
                  <c:v>155.550000</c:v>
                </c:pt>
                <c:pt idx="1023">
                  <c:v>155.550000</c:v>
                </c:pt>
                <c:pt idx="1024">
                  <c:v>220.15</c:v>
                </c:pt>
                <c:pt idx="1025">
                  <c:v>220.15</c:v>
                </c:pt>
                <c:pt idx="1026">
                  <c:v>256.7</c:v>
                </c:pt>
                <c:pt idx="1027">
                  <c:v>256.7</c:v>
                </c:pt>
                <c:pt idx="1028">
                  <c:v>293.25</c:v>
                </c:pt>
                <c:pt idx="1029">
                  <c:v>293.25</c:v>
                </c:pt>
                <c:pt idx="1030">
                  <c:v>320.45</c:v>
                </c:pt>
                <c:pt idx="1031">
                  <c:v>320.45</c:v>
                </c:pt>
                <c:pt idx="1032">
                  <c:v>277.100000</c:v>
                </c:pt>
                <c:pt idx="1033">
                  <c:v>277.100000</c:v>
                </c:pt>
                <c:pt idx="1034">
                  <c:v>252.45</c:v>
                </c:pt>
                <c:pt idx="1035">
                  <c:v>252.45</c:v>
                </c:pt>
                <c:pt idx="1036">
                  <c:v>356.15</c:v>
                </c:pt>
                <c:pt idx="1037">
                  <c:v>356.15</c:v>
                </c:pt>
                <c:pt idx="1038">
                  <c:v>440.3</c:v>
                </c:pt>
                <c:pt idx="1039">
                  <c:v>440.3</c:v>
                </c:pt>
                <c:pt idx="1040">
                  <c:v>459</c:v>
                </c:pt>
                <c:pt idx="1041">
                  <c:v>459</c:v>
                </c:pt>
                <c:pt idx="1042">
                  <c:v>475.15</c:v>
                </c:pt>
                <c:pt idx="1043">
                  <c:v>475.15</c:v>
                </c:pt>
                <c:pt idx="1044">
                  <c:v>487.9</c:v>
                </c:pt>
                <c:pt idx="1045">
                  <c:v>487.9</c:v>
                </c:pt>
                <c:pt idx="1046">
                  <c:v>497.25</c:v>
                </c:pt>
                <c:pt idx="1047">
                  <c:v>497.25</c:v>
                </c:pt>
                <c:pt idx="1048">
                  <c:v>504.05</c:v>
                </c:pt>
                <c:pt idx="1049">
                  <c:v>504.05</c:v>
                </c:pt>
                <c:pt idx="1050">
                  <c:v>506.6</c:v>
                </c:pt>
                <c:pt idx="1051">
                  <c:v>506.6</c:v>
                </c:pt>
                <c:pt idx="1052">
                  <c:v>506.6</c:v>
                </c:pt>
                <c:pt idx="1053">
                  <c:v>506.6</c:v>
                </c:pt>
                <c:pt idx="1054">
                  <c:v>502.35</c:v>
                </c:pt>
                <c:pt idx="1055">
                  <c:v>502.35</c:v>
                </c:pt>
                <c:pt idx="1056">
                  <c:v>495.55</c:v>
                </c:pt>
                <c:pt idx="1057">
                  <c:v>495.55</c:v>
                </c:pt>
                <c:pt idx="1058">
                  <c:v>485.35</c:v>
                </c:pt>
                <c:pt idx="1059">
                  <c:v>485.35</c:v>
                </c:pt>
                <c:pt idx="1060">
                  <c:v>470.9</c:v>
                </c:pt>
                <c:pt idx="1061">
                  <c:v>470.9</c:v>
                </c:pt>
                <c:pt idx="1062">
                  <c:v>453.9</c:v>
                </c:pt>
                <c:pt idx="1063">
                  <c:v>453.9</c:v>
                </c:pt>
                <c:pt idx="1064">
                  <c:v>433.5</c:v>
                </c:pt>
                <c:pt idx="1065">
                  <c:v>433.5</c:v>
                </c:pt>
                <c:pt idx="1066">
                  <c:v>410.55</c:v>
                </c:pt>
                <c:pt idx="1067">
                  <c:v>410.55</c:v>
                </c:pt>
                <c:pt idx="1068">
                  <c:v>385.05</c:v>
                </c:pt>
                <c:pt idx="1069">
                  <c:v>385.05</c:v>
                </c:pt>
                <c:pt idx="1070">
                  <c:v>357</c:v>
                </c:pt>
                <c:pt idx="1071">
                  <c:v>357</c:v>
                </c:pt>
                <c:pt idx="1072">
                  <c:v>319.600000</c:v>
                </c:pt>
                <c:pt idx="1073">
                  <c:v>319.600000</c:v>
                </c:pt>
                <c:pt idx="1074">
                  <c:v>293.25</c:v>
                </c:pt>
                <c:pt idx="1075">
                  <c:v>293.25</c:v>
                </c:pt>
                <c:pt idx="1076">
                  <c:v>258.400000</c:v>
                </c:pt>
                <c:pt idx="1077">
                  <c:v>258.400000</c:v>
                </c:pt>
                <c:pt idx="1078">
                  <c:v>221.85</c:v>
                </c:pt>
                <c:pt idx="1079">
                  <c:v>221.85</c:v>
                </c:pt>
                <c:pt idx="1080">
                  <c:v>184.45</c:v>
                </c:pt>
                <c:pt idx="1081">
                  <c:v>184.45</c:v>
                </c:pt>
                <c:pt idx="1082">
                  <c:v>146.200000</c:v>
                </c:pt>
                <c:pt idx="1083">
                  <c:v>146.200000</c:v>
                </c:pt>
                <c:pt idx="1084">
                  <c:v>108.8</c:v>
                </c:pt>
                <c:pt idx="1085">
                  <c:v>108.8</c:v>
                </c:pt>
                <c:pt idx="1086">
                  <c:v>72.25</c:v>
                </c:pt>
                <c:pt idx="1087">
                  <c:v>72.25</c:v>
                </c:pt>
                <c:pt idx="1088">
                  <c:v>32.300000</c:v>
                </c:pt>
                <c:pt idx="1089">
                  <c:v>32.300000</c:v>
                </c:pt>
                <c:pt idx="1090">
                  <c:v>6.8</c:v>
                </c:pt>
                <c:pt idx="1091">
                  <c:v>6.8</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2.550000</c:v>
                </c:pt>
                <c:pt idx="1203">
                  <c:v>2.550000</c:v>
                </c:pt>
                <c:pt idx="1204">
                  <c:v>19.55</c:v>
                </c:pt>
                <c:pt idx="1205">
                  <c:v>19.55</c:v>
                </c:pt>
                <c:pt idx="1206">
                  <c:v>50.15</c:v>
                </c:pt>
                <c:pt idx="1207">
                  <c:v>50.15</c:v>
                </c:pt>
                <c:pt idx="1208">
                  <c:v>83.3</c:v>
                </c:pt>
                <c:pt idx="1209">
                  <c:v>83.3</c:v>
                </c:pt>
                <c:pt idx="1210">
                  <c:v>119</c:v>
                </c:pt>
                <c:pt idx="1211">
                  <c:v>119</c:v>
                </c:pt>
                <c:pt idx="1212">
                  <c:v>139.4</c:v>
                </c:pt>
                <c:pt idx="1213">
                  <c:v>139.4</c:v>
                </c:pt>
                <c:pt idx="1214">
                  <c:v>181.05</c:v>
                </c:pt>
                <c:pt idx="1215">
                  <c:v>181.05</c:v>
                </c:pt>
                <c:pt idx="1216">
                  <c:v>227.8</c:v>
                </c:pt>
                <c:pt idx="1217">
                  <c:v>227.8</c:v>
                </c:pt>
                <c:pt idx="1218">
                  <c:v>262.650000</c:v>
                </c:pt>
                <c:pt idx="1219">
                  <c:v>262.650000</c:v>
                </c:pt>
                <c:pt idx="1220">
                  <c:v>297.5</c:v>
                </c:pt>
                <c:pt idx="1221">
                  <c:v>297.5</c:v>
                </c:pt>
                <c:pt idx="1222">
                  <c:v>330.65</c:v>
                </c:pt>
                <c:pt idx="1223">
                  <c:v>330.65</c:v>
                </c:pt>
                <c:pt idx="1224">
                  <c:v>362.1</c:v>
                </c:pt>
                <c:pt idx="1225">
                  <c:v>362.1</c:v>
                </c:pt>
                <c:pt idx="1226">
                  <c:v>385.9</c:v>
                </c:pt>
                <c:pt idx="1227">
                  <c:v>385.9</c:v>
                </c:pt>
                <c:pt idx="1228">
                  <c:v>415.65</c:v>
                </c:pt>
                <c:pt idx="1229">
                  <c:v>415.65</c:v>
                </c:pt>
                <c:pt idx="1230">
                  <c:v>436.9</c:v>
                </c:pt>
                <c:pt idx="1231">
                  <c:v>436.9</c:v>
                </c:pt>
                <c:pt idx="1232">
                  <c:v>454.75</c:v>
                </c:pt>
                <c:pt idx="1233">
                  <c:v>454.75</c:v>
                </c:pt>
                <c:pt idx="1234">
                  <c:v>466.65</c:v>
                </c:pt>
                <c:pt idx="1235">
                  <c:v>466.65</c:v>
                </c:pt>
                <c:pt idx="1236">
                  <c:v>445.4</c:v>
                </c:pt>
                <c:pt idx="1237">
                  <c:v>445.4</c:v>
                </c:pt>
                <c:pt idx="1238">
                  <c:v>395.25</c:v>
                </c:pt>
                <c:pt idx="1239">
                  <c:v>395.25</c:v>
                </c:pt>
                <c:pt idx="1240">
                  <c:v>357</c:v>
                </c:pt>
                <c:pt idx="1241">
                  <c:v>357</c:v>
                </c:pt>
                <c:pt idx="1242">
                  <c:v>348.5</c:v>
                </c:pt>
                <c:pt idx="1243">
                  <c:v>348.5</c:v>
                </c:pt>
                <c:pt idx="1244">
                  <c:v>269.45</c:v>
                </c:pt>
                <c:pt idx="1245">
                  <c:v>269.45</c:v>
                </c:pt>
                <c:pt idx="1246">
                  <c:v>229.5</c:v>
                </c:pt>
                <c:pt idx="1247">
                  <c:v>229.5</c:v>
                </c:pt>
                <c:pt idx="1248">
                  <c:v>226.1</c:v>
                </c:pt>
                <c:pt idx="1249">
                  <c:v>226.1</c:v>
                </c:pt>
                <c:pt idx="1250">
                  <c:v>317.900000</c:v>
                </c:pt>
                <c:pt idx="1251">
                  <c:v>317.900000</c:v>
                </c:pt>
                <c:pt idx="1252">
                  <c:v>385.9</c:v>
                </c:pt>
                <c:pt idx="1253">
                  <c:v>385.9</c:v>
                </c:pt>
                <c:pt idx="1254">
                  <c:v>269.45</c:v>
                </c:pt>
                <c:pt idx="1255">
                  <c:v>269.45</c:v>
                </c:pt>
                <c:pt idx="1256">
                  <c:v>257.55</c:v>
                </c:pt>
                <c:pt idx="1257">
                  <c:v>257.55</c:v>
                </c:pt>
                <c:pt idx="1258">
                  <c:v>246.5</c:v>
                </c:pt>
                <c:pt idx="1259">
                  <c:v>246.5</c:v>
                </c:pt>
                <c:pt idx="1260">
                  <c:v>202.3</c:v>
                </c:pt>
                <c:pt idx="1261">
                  <c:v>202.3</c:v>
                </c:pt>
                <c:pt idx="1262">
                  <c:v>170</c:v>
                </c:pt>
                <c:pt idx="1263">
                  <c:v>170</c:v>
                </c:pt>
                <c:pt idx="1264">
                  <c:v>193.8</c:v>
                </c:pt>
                <c:pt idx="1265">
                  <c:v>193.8</c:v>
                </c:pt>
                <c:pt idx="1266">
                  <c:v>222.7</c:v>
                </c:pt>
                <c:pt idx="1267">
                  <c:v>222.7</c:v>
                </c:pt>
                <c:pt idx="1268">
                  <c:v>207.4</c:v>
                </c:pt>
                <c:pt idx="1269">
                  <c:v>207.4</c:v>
                </c:pt>
                <c:pt idx="1270">
                  <c:v>171.7</c:v>
                </c:pt>
                <c:pt idx="1271">
                  <c:v>171.7</c:v>
                </c:pt>
                <c:pt idx="1272">
                  <c:v>147.9</c:v>
                </c:pt>
                <c:pt idx="1273">
                  <c:v>147.9</c:v>
                </c:pt>
                <c:pt idx="1274">
                  <c:v>98.6</c:v>
                </c:pt>
                <c:pt idx="1275">
                  <c:v>98.6</c:v>
                </c:pt>
                <c:pt idx="1276">
                  <c:v>61.2</c:v>
                </c:pt>
                <c:pt idx="1277">
                  <c:v>61.2</c:v>
                </c:pt>
                <c:pt idx="1278">
                  <c:v>38.25</c:v>
                </c:pt>
                <c:pt idx="1279">
                  <c:v>38.25</c:v>
                </c:pt>
                <c:pt idx="1280">
                  <c:v>22.1</c:v>
                </c:pt>
                <c:pt idx="1281">
                  <c:v>22.1</c:v>
                </c:pt>
                <c:pt idx="1282">
                  <c:v>5.100000</c:v>
                </c:pt>
                <c:pt idx="1283">
                  <c:v>5.100000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70BD-4523-982C-6D25E01126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38.112900</c:v>
                </c:pt>
                <c:pt idx="6">
                  <c:v>38.112900</c:v>
                </c:pt>
                <c:pt idx="7">
                  <c:v>38.112900</c:v>
                </c:pt>
                <c:pt idx="8">
                  <c:v>42.651117</c:v>
                </c:pt>
                <c:pt idx="9">
                  <c:v>49.458441</c:v>
                </c:pt>
                <c:pt idx="10">
                  <c:v>55.429733</c:v>
                </c:pt>
                <c:pt idx="11">
                  <c:v>55.429733</c:v>
                </c:pt>
                <c:pt idx="12">
                  <c:v>55.429733</c:v>
                </c:pt>
                <c:pt idx="13">
                  <c:v>59.967950</c:v>
                </c:pt>
                <c:pt idx="14">
                  <c:v>59.967957</c:v>
                </c:pt>
                <c:pt idx="15">
                  <c:v>59.967957</c:v>
                </c:pt>
                <c:pt idx="16">
                  <c:v>59.967957</c:v>
                </c:pt>
                <c:pt idx="17">
                  <c:v>59.967957</c:v>
                </c:pt>
                <c:pt idx="18">
                  <c:v>59.967957</c:v>
                </c:pt>
                <c:pt idx="19">
                  <c:v>59.967957</c:v>
                </c:pt>
                <c:pt idx="20">
                  <c:v>62.275499</c:v>
                </c:pt>
                <c:pt idx="21">
                  <c:v>62.513311</c:v>
                </c:pt>
                <c:pt idx="22">
                  <c:v>65.713872</c:v>
                </c:pt>
                <c:pt idx="23">
                  <c:v>65.713879</c:v>
                </c:pt>
                <c:pt idx="24">
                  <c:v>68.022830</c:v>
                </c:pt>
                <c:pt idx="25">
                  <c:v>70.641666</c:v>
                </c:pt>
                <c:pt idx="26">
                  <c:v>69.359139</c:v>
                </c:pt>
                <c:pt idx="27">
                  <c:v>68.931630</c:v>
                </c:pt>
                <c:pt idx="28">
                  <c:v>68.931630</c:v>
                </c:pt>
                <c:pt idx="29">
                  <c:v>67.276951</c:v>
                </c:pt>
                <c:pt idx="30">
                  <c:v>66.560505</c:v>
                </c:pt>
                <c:pt idx="31">
                  <c:v>65.366428</c:v>
                </c:pt>
                <c:pt idx="32">
                  <c:v>64.968403</c:v>
                </c:pt>
                <c:pt idx="33">
                  <c:v>63.705974</c:v>
                </c:pt>
                <c:pt idx="34">
                  <c:v>62.611870</c:v>
                </c:pt>
                <c:pt idx="35">
                  <c:v>62.108940</c:v>
                </c:pt>
                <c:pt idx="36">
                  <c:v>64.622559</c:v>
                </c:pt>
                <c:pt idx="37">
                  <c:v>63.268013</c:v>
                </c:pt>
                <c:pt idx="38">
                  <c:v>62.545589</c:v>
                </c:pt>
                <c:pt idx="39">
                  <c:v>62.042659</c:v>
                </c:pt>
                <c:pt idx="40">
                  <c:v>62.042659</c:v>
                </c:pt>
                <c:pt idx="41">
                  <c:v>62.042659</c:v>
                </c:pt>
                <c:pt idx="42">
                  <c:v>62.042659</c:v>
                </c:pt>
                <c:pt idx="43">
                  <c:v>62.042659</c:v>
                </c:pt>
                <c:pt idx="44">
                  <c:v>62.042659</c:v>
                </c:pt>
                <c:pt idx="45">
                  <c:v>65.990518</c:v>
                </c:pt>
                <c:pt idx="46">
                  <c:v>65.990518</c:v>
                </c:pt>
                <c:pt idx="47">
                  <c:v>65.990518</c:v>
                </c:pt>
                <c:pt idx="48">
                  <c:v>65.990518</c:v>
                </c:pt>
                <c:pt idx="49">
                  <c:v>64.974463</c:v>
                </c:pt>
                <c:pt idx="50">
                  <c:v>63.809916</c:v>
                </c:pt>
                <c:pt idx="51">
                  <c:v>63.421733</c:v>
                </c:pt>
                <c:pt idx="52">
                  <c:v>62.309518</c:v>
                </c:pt>
                <c:pt idx="53">
                  <c:v>61.197303</c:v>
                </c:pt>
                <c:pt idx="54">
                  <c:v>60.085088</c:v>
                </c:pt>
                <c:pt idx="55">
                  <c:v>59.491906</c:v>
                </c:pt>
                <c:pt idx="56">
                  <c:v>58.500802</c:v>
                </c:pt>
                <c:pt idx="57">
                  <c:v>57.261922</c:v>
                </c:pt>
                <c:pt idx="58">
                  <c:v>56.023042</c:v>
                </c:pt>
                <c:pt idx="59">
                  <c:v>55.610082</c:v>
                </c:pt>
                <c:pt idx="60">
                  <c:v>54.476478</c:v>
                </c:pt>
                <c:pt idx="61">
                  <c:v>53.342874</c:v>
                </c:pt>
                <c:pt idx="62">
                  <c:v>52.209270</c:v>
                </c:pt>
                <c:pt idx="63">
                  <c:v>51.680255</c:v>
                </c:pt>
                <c:pt idx="64">
                  <c:v>51.680255</c:v>
                </c:pt>
                <c:pt idx="65">
                  <c:v>51.680255</c:v>
                </c:pt>
                <c:pt idx="66">
                  <c:v>51.680255</c:v>
                </c:pt>
                <c:pt idx="67">
                  <c:v>50.748617</c:v>
                </c:pt>
                <c:pt idx="68">
                  <c:v>49.584070</c:v>
                </c:pt>
                <c:pt idx="69">
                  <c:v>48.419522</c:v>
                </c:pt>
                <c:pt idx="70">
                  <c:v>47.798430</c:v>
                </c:pt>
                <c:pt idx="71">
                  <c:v>47.096675</c:v>
                </c:pt>
                <c:pt idx="72">
                  <c:v>46.044043</c:v>
                </c:pt>
                <c:pt idx="73">
                  <c:v>44.991411</c:v>
                </c:pt>
                <c:pt idx="74">
                  <c:v>43.938779</c:v>
                </c:pt>
                <c:pt idx="75">
                  <c:v>43.776179</c:v>
                </c:pt>
                <c:pt idx="76">
                  <c:v>42.389813</c:v>
                </c:pt>
                <c:pt idx="77">
                  <c:v>41.003447</c:v>
                </c:pt>
                <c:pt idx="78">
                  <c:v>39.986779</c:v>
                </c:pt>
                <c:pt idx="79">
                  <c:v>39.264974</c:v>
                </c:pt>
                <c:pt idx="80">
                  <c:v>38.061966</c:v>
                </c:pt>
                <c:pt idx="81">
                  <c:v>36.858957</c:v>
                </c:pt>
                <c:pt idx="82">
                  <c:v>36.056952</c:v>
                </c:pt>
                <c:pt idx="83">
                  <c:v>36.056952</c:v>
                </c:pt>
                <c:pt idx="84">
                  <c:v>36.056952</c:v>
                </c:pt>
                <c:pt idx="85">
                  <c:v>34.728959</c:v>
                </c:pt>
                <c:pt idx="86">
                  <c:v>33.196660</c:v>
                </c:pt>
                <c:pt idx="87">
                  <c:v>32.175127</c:v>
                </c:pt>
                <c:pt idx="88">
                  <c:v>32.175127</c:v>
                </c:pt>
                <c:pt idx="89">
                  <c:v>29.031815</c:v>
                </c:pt>
                <c:pt idx="90">
                  <c:v>32.412388</c:v>
                </c:pt>
                <c:pt idx="91">
                  <c:v>31.295427</c:v>
                </c:pt>
                <c:pt idx="92">
                  <c:v>29.972082</c:v>
                </c:pt>
                <c:pt idx="93">
                  <c:v>28.286047</c:v>
                </c:pt>
                <c:pt idx="94">
                  <c:v>28.286047</c:v>
                </c:pt>
                <c:pt idx="95">
                  <c:v>27.254577</c:v>
                </c:pt>
                <c:pt idx="96">
                  <c:v>27.254577</c:v>
                </c:pt>
                <c:pt idx="97">
                  <c:v>27.254577</c:v>
                </c:pt>
                <c:pt idx="98">
                  <c:v>27.254577</c:v>
                </c:pt>
                <c:pt idx="99">
                  <c:v>27.254577</c:v>
                </c:pt>
                <c:pt idx="100">
                  <c:v>27.254577</c:v>
                </c:pt>
                <c:pt idx="101">
                  <c:v>28.286054</c:v>
                </c:pt>
                <c:pt idx="102">
                  <c:v>31.792801</c:v>
                </c:pt>
                <c:pt idx="103">
                  <c:v>36.073210</c:v>
                </c:pt>
                <c:pt idx="104">
                  <c:v>36.073210</c:v>
                </c:pt>
                <c:pt idx="105">
                  <c:v>36.073210</c:v>
                </c:pt>
                <c:pt idx="106">
                  <c:v>36.073210</c:v>
                </c:pt>
                <c:pt idx="107">
                  <c:v>40.611427</c:v>
                </c:pt>
                <c:pt idx="108">
                  <c:v>45.846272</c:v>
                </c:pt>
                <c:pt idx="109">
                  <c:v>50.384489</c:v>
                </c:pt>
                <c:pt idx="110">
                  <c:v>50.384489</c:v>
                </c:pt>
                <c:pt idx="111">
                  <c:v>54.922705</c:v>
                </c:pt>
                <c:pt idx="112">
                  <c:v>61.730030</c:v>
                </c:pt>
                <c:pt idx="113">
                  <c:v>66.385318</c:v>
                </c:pt>
                <c:pt idx="114">
                  <c:v>68.679232</c:v>
                </c:pt>
                <c:pt idx="115">
                  <c:v>73.217448</c:v>
                </c:pt>
                <c:pt idx="116">
                  <c:v>73.217456</c:v>
                </c:pt>
                <c:pt idx="117">
                  <c:v>78.654459</c:v>
                </c:pt>
                <c:pt idx="118">
                  <c:v>85.461783</c:v>
                </c:pt>
                <c:pt idx="119">
                  <c:v>90</c:v>
                </c:pt>
                <c:pt idx="120">
                  <c:v>88.784985</c:v>
                </c:pt>
                <c:pt idx="121">
                  <c:v>87.914658</c:v>
                </c:pt>
                <c:pt idx="122">
                  <c:v>86.634155</c:v>
                </c:pt>
                <c:pt idx="123">
                  <c:v>85.280031</c:v>
                </c:pt>
                <c:pt idx="124">
                  <c:v>84.045210</c:v>
                </c:pt>
                <c:pt idx="125">
                  <c:v>82.926861</c:v>
                </c:pt>
                <c:pt idx="126">
                  <c:v>82.109739</c:v>
                </c:pt>
                <c:pt idx="127">
                  <c:v>81.147691</c:v>
                </c:pt>
                <c:pt idx="128">
                  <c:v>79.934621</c:v>
                </c:pt>
                <c:pt idx="129">
                  <c:v>79.045036</c:v>
                </c:pt>
                <c:pt idx="130">
                  <c:v>78.877810</c:v>
                </c:pt>
                <c:pt idx="131">
                  <c:v>77.623610</c:v>
                </c:pt>
                <c:pt idx="132">
                  <c:v>76.369409</c:v>
                </c:pt>
                <c:pt idx="133">
                  <c:v>75.115209</c:v>
                </c:pt>
                <c:pt idx="134">
                  <c:v>75.115209</c:v>
                </c:pt>
                <c:pt idx="135">
                  <c:v>75.115209</c:v>
                </c:pt>
                <c:pt idx="136">
                  <c:v>74.144753</c:v>
                </c:pt>
                <c:pt idx="137">
                  <c:v>73.104979</c:v>
                </c:pt>
                <c:pt idx="138">
                  <c:v>72.065204</c:v>
                </c:pt>
                <c:pt idx="139">
                  <c:v>71.233385</c:v>
                </c:pt>
                <c:pt idx="140">
                  <c:v>71.200430</c:v>
                </c:pt>
                <c:pt idx="141">
                  <c:v>70.035883</c:v>
                </c:pt>
                <c:pt idx="142">
                  <c:v>68.871335</c:v>
                </c:pt>
                <c:pt idx="143">
                  <c:v>67.972465</c:v>
                </c:pt>
                <c:pt idx="144">
                  <c:v>67.303558</c:v>
                </c:pt>
                <c:pt idx="145">
                  <c:v>66.527193</c:v>
                </c:pt>
                <c:pt idx="146">
                  <c:v>65.362646</c:v>
                </c:pt>
                <c:pt idx="147">
                  <c:v>64.198098</c:v>
                </c:pt>
                <c:pt idx="148">
                  <c:v>63.421733</c:v>
                </c:pt>
                <c:pt idx="149">
                  <c:v>63.124816</c:v>
                </c:pt>
                <c:pt idx="150">
                  <c:v>61.962030</c:v>
                </c:pt>
                <c:pt idx="151">
                  <c:v>60.954282</c:v>
                </c:pt>
                <c:pt idx="152">
                  <c:v>60.671501</c:v>
                </c:pt>
                <c:pt idx="153">
                  <c:v>59.785628</c:v>
                </c:pt>
                <c:pt idx="154">
                  <c:v>58.533498</c:v>
                </c:pt>
                <c:pt idx="155">
                  <c:v>57.281368</c:v>
                </c:pt>
                <c:pt idx="156">
                  <c:v>56.741674</c:v>
                </c:pt>
                <c:pt idx="157">
                  <c:v>55.730987</c:v>
                </c:pt>
                <c:pt idx="158">
                  <c:v>54.568200</c:v>
                </c:pt>
                <c:pt idx="159">
                  <c:v>53.560452</c:v>
                </c:pt>
                <c:pt idx="160">
                  <c:v>53.560452</c:v>
                </c:pt>
                <c:pt idx="161">
                  <c:v>52.857128</c:v>
                </c:pt>
                <c:pt idx="162">
                  <c:v>51.684922</c:v>
                </c:pt>
                <c:pt idx="163">
                  <c:v>50.512715</c:v>
                </c:pt>
                <c:pt idx="164">
                  <c:v>49.887538</c:v>
                </c:pt>
                <c:pt idx="165">
                  <c:v>49.230906</c:v>
                </c:pt>
                <c:pt idx="166">
                  <c:v>48.136519</c:v>
                </c:pt>
                <c:pt idx="167">
                  <c:v>47.042132</c:v>
                </c:pt>
                <c:pt idx="168">
                  <c:v>46.166622</c:v>
                </c:pt>
                <c:pt idx="169">
                  <c:v>46.166622</c:v>
                </c:pt>
                <c:pt idx="170">
                  <c:v>45.091623</c:v>
                </c:pt>
                <c:pt idx="171">
                  <c:v>43.747874</c:v>
                </c:pt>
                <c:pt idx="172">
                  <c:v>42.493708</c:v>
                </c:pt>
                <c:pt idx="173">
                  <c:v>42.008372</c:v>
                </c:pt>
                <c:pt idx="174">
                  <c:v>40.795029</c:v>
                </c:pt>
                <c:pt idx="175">
                  <c:v>39.581687</c:v>
                </c:pt>
                <c:pt idx="176">
                  <c:v>38.772792</c:v>
                </c:pt>
                <c:pt idx="177">
                  <c:v>38.772792</c:v>
                </c:pt>
                <c:pt idx="178">
                  <c:v>37.198686</c:v>
                </c:pt>
                <c:pt idx="179">
                  <c:v>35.624581</c:v>
                </c:pt>
                <c:pt idx="180">
                  <c:v>35.099879</c:v>
                </c:pt>
                <c:pt idx="181">
                  <c:v>33.788127</c:v>
                </c:pt>
                <c:pt idx="182">
                  <c:v>32.476376</c:v>
                </c:pt>
                <c:pt idx="183">
                  <c:v>31.426975</c:v>
                </c:pt>
                <c:pt idx="184">
                  <c:v>31.426975</c:v>
                </c:pt>
                <c:pt idx="185">
                  <c:v>30.277337</c:v>
                </c:pt>
                <c:pt idx="186">
                  <c:v>29.774407</c:v>
                </c:pt>
                <c:pt idx="187">
                  <c:v>29.424895</c:v>
                </c:pt>
                <c:pt idx="188">
                  <c:v>28.999097</c:v>
                </c:pt>
                <c:pt idx="189">
                  <c:v>26.281583</c:v>
                </c:pt>
                <c:pt idx="190">
                  <c:v>28.293312</c:v>
                </c:pt>
                <c:pt idx="191">
                  <c:v>26.281593</c:v>
                </c:pt>
                <c:pt idx="192">
                  <c:v>26.281593</c:v>
                </c:pt>
                <c:pt idx="193">
                  <c:v>26.281593</c:v>
                </c:pt>
                <c:pt idx="194">
                  <c:v>26.281593</c:v>
                </c:pt>
                <c:pt idx="195">
                  <c:v>26.281593</c:v>
                </c:pt>
                <c:pt idx="196">
                  <c:v>26.281593</c:v>
                </c:pt>
                <c:pt idx="197">
                  <c:v>30.819809</c:v>
                </c:pt>
                <c:pt idx="198">
                  <c:v>37.627134</c:v>
                </c:pt>
                <c:pt idx="199">
                  <c:v>38.335273</c:v>
                </c:pt>
                <c:pt idx="200">
                  <c:v>41.42512</c:v>
                </c:pt>
                <c:pt idx="201">
                  <c:v>41.42512</c:v>
                </c:pt>
                <c:pt idx="202">
                  <c:v>41.42512</c:v>
                </c:pt>
                <c:pt idx="203">
                  <c:v>43.694228</c:v>
                </c:pt>
                <c:pt idx="204">
                  <c:v>43.694228</c:v>
                </c:pt>
                <c:pt idx="205">
                  <c:v>48.232445</c:v>
                </c:pt>
                <c:pt idx="206">
                  <c:v>52.770661</c:v>
                </c:pt>
                <c:pt idx="207">
                  <c:v>59.577986</c:v>
                </c:pt>
                <c:pt idx="208">
                  <c:v>62.239763</c:v>
                </c:pt>
                <c:pt idx="209">
                  <c:v>64.508871</c:v>
                </c:pt>
                <c:pt idx="210">
                  <c:v>64.508871</c:v>
                </c:pt>
                <c:pt idx="211">
                  <c:v>67.308917</c:v>
                </c:pt>
                <c:pt idx="212">
                  <c:v>74.116242</c:v>
                </c:pt>
                <c:pt idx="213">
                  <c:v>79.999968</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78.877810</c:v>
                </c:pt>
                <c:pt idx="227">
                  <c:v>77.623610</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66.139010</c:v>
                </c:pt>
                <c:pt idx="241">
                  <c:v>64.974463</c:v>
                </c:pt>
                <c:pt idx="242">
                  <c:v>63.809916</c:v>
                </c:pt>
                <c:pt idx="243">
                  <c:v>63.421733</c:v>
                </c:pt>
                <c:pt idx="244">
                  <c:v>62.309518</c:v>
                </c:pt>
                <c:pt idx="245">
                  <c:v>61.197303</c:v>
                </c:pt>
                <c:pt idx="246">
                  <c:v>60.085088</c:v>
                </c:pt>
                <c:pt idx="247">
                  <c:v>59.491906</c:v>
                </c:pt>
                <c:pt idx="248">
                  <c:v>59.491906</c:v>
                </c:pt>
                <c:pt idx="249">
                  <c:v>58.913762</c:v>
                </c:pt>
                <c:pt idx="250">
                  <c:v>57.674882</c:v>
                </c:pt>
                <c:pt idx="251">
                  <c:v>56.436002</c:v>
                </c:pt>
                <c:pt idx="252">
                  <c:v>55.610082</c:v>
                </c:pt>
                <c:pt idx="253">
                  <c:v>54.908327</c:v>
                </c:pt>
                <c:pt idx="254">
                  <c:v>53.855695</c:v>
                </c:pt>
                <c:pt idx="255">
                  <c:v>52.803062</c:v>
                </c:pt>
                <c:pt idx="256">
                  <c:v>51.750430</c:v>
                </c:pt>
                <c:pt idx="257">
                  <c:v>51.524982</c:v>
                </c:pt>
                <c:pt idx="258">
                  <c:v>50.360434</c:v>
                </c:pt>
                <c:pt idx="259">
                  <c:v>49.195887</c:v>
                </c:pt>
                <c:pt idx="260">
                  <c:v>48.03134</c:v>
                </c:pt>
                <c:pt idx="261">
                  <c:v>47.798430</c:v>
                </c:pt>
                <c:pt idx="262">
                  <c:v>46.745798</c:v>
                </c:pt>
                <c:pt idx="263">
                  <c:v>45.693166</c:v>
                </c:pt>
                <c:pt idx="264">
                  <c:v>44.640534</c:v>
                </c:pt>
                <c:pt idx="265">
                  <c:v>43.868603</c:v>
                </c:pt>
                <c:pt idx="266">
                  <c:v>43.417228</c:v>
                </c:pt>
                <c:pt idx="267">
                  <c:v>42.063103</c:v>
                </c:pt>
                <c:pt idx="268">
                  <c:v>40.708979</c:v>
                </c:pt>
                <c:pt idx="269">
                  <c:v>39.986779</c:v>
                </c:pt>
                <c:pt idx="270">
                  <c:v>39.079896</c:v>
                </c:pt>
                <c:pt idx="271">
                  <c:v>37.946292</c:v>
                </c:pt>
                <c:pt idx="272">
                  <c:v>36.812688</c:v>
                </c:pt>
                <c:pt idx="273">
                  <c:v>36.056952</c:v>
                </c:pt>
                <c:pt idx="274">
                  <c:v>36.056952</c:v>
                </c:pt>
                <c:pt idx="275">
                  <c:v>35.750492</c:v>
                </c:pt>
                <c:pt idx="276">
                  <c:v>34.218193</c:v>
                </c:pt>
                <c:pt idx="277">
                  <c:v>32.685894</c:v>
                </c:pt>
                <c:pt idx="278">
                  <c:v>32.175127</c:v>
                </c:pt>
                <c:pt idx="279">
                  <c:v>30.851781</c:v>
                </c:pt>
                <c:pt idx="280">
                  <c:v>29.528435</c:v>
                </c:pt>
                <c:pt idx="281">
                  <c:v>28.293312</c:v>
                </c:pt>
                <c:pt idx="282">
                  <c:v>28.293312</c:v>
                </c:pt>
                <c:pt idx="283">
                  <c:v>27.457283</c:v>
                </c:pt>
                <c:pt idx="284">
                  <c:v>26.934764</c:v>
                </c:pt>
                <c:pt idx="285">
                  <c:v>26.431834</c:v>
                </c:pt>
                <c:pt idx="286">
                  <c:v>26.188996</c:v>
                </c:pt>
                <c:pt idx="287">
                  <c:v>25.686066</c:v>
                </c:pt>
                <c:pt idx="288">
                  <c:v>30.224282</c:v>
                </c:pt>
                <c:pt idx="289">
                  <c:v>37.031607</c:v>
                </c:pt>
                <c:pt idx="290">
                  <c:v>37.031615</c:v>
                </c:pt>
                <c:pt idx="291">
                  <c:v>37.031615</c:v>
                </c:pt>
                <c:pt idx="292">
                  <c:v>37.773247</c:v>
                </c:pt>
                <c:pt idx="293">
                  <c:v>44.580572</c:v>
                </c:pt>
                <c:pt idx="294">
                  <c:v>51.387897</c:v>
                </c:pt>
                <c:pt idx="295">
                  <c:v>58.195221</c:v>
                </c:pt>
                <c:pt idx="296">
                  <c:v>58.195229</c:v>
                </c:pt>
                <c:pt idx="297">
                  <c:v>58.195229</c:v>
                </c:pt>
                <c:pt idx="298">
                  <c:v>58.195229</c:v>
                </c:pt>
                <c:pt idx="299">
                  <c:v>62.733446</c:v>
                </c:pt>
                <c:pt idx="300">
                  <c:v>67.585320</c:v>
                </c:pt>
                <c:pt idx="301">
                  <c:v>67.585320</c:v>
                </c:pt>
                <c:pt idx="302">
                  <c:v>67.585320</c:v>
                </c:pt>
                <c:pt idx="303">
                  <c:v>67.585320</c:v>
                </c:pt>
                <c:pt idx="304">
                  <c:v>67.585320</c:v>
                </c:pt>
                <c:pt idx="305">
                  <c:v>67.585320</c:v>
                </c:pt>
                <c:pt idx="306">
                  <c:v>67.585320</c:v>
                </c:pt>
                <c:pt idx="307">
                  <c:v>72.123537</c:v>
                </c:pt>
                <c:pt idx="308">
                  <c:v>78.930862</c:v>
                </c:pt>
                <c:pt idx="309">
                  <c:v>81.494653</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55.610082</c:v>
                </c:pt>
                <c:pt idx="350">
                  <c:v>55.259204</c:v>
                </c:pt>
                <c:pt idx="351">
                  <c:v>54.206572</c:v>
                </c:pt>
                <c:pt idx="352">
                  <c:v>53.153940</c:v>
                </c:pt>
                <c:pt idx="353">
                  <c:v>52.101308</c:v>
                </c:pt>
                <c:pt idx="354">
                  <c:v>51.680255</c:v>
                </c:pt>
                <c:pt idx="355">
                  <c:v>51.680255</c:v>
                </c:pt>
                <c:pt idx="356">
                  <c:v>50.903451</c:v>
                </c:pt>
                <c:pt idx="357">
                  <c:v>49.887538</c:v>
                </c:pt>
                <c:pt idx="358">
                  <c:v>49.140549</c:v>
                </c:pt>
                <c:pt idx="359">
                  <c:v>48.428356</c:v>
                </c:pt>
                <c:pt idx="360">
                  <c:v>47.333968</c:v>
                </c:pt>
                <c:pt idx="361">
                  <c:v>46.239581</c:v>
                </c:pt>
                <c:pt idx="362">
                  <c:v>45.436381</c:v>
                </c:pt>
                <c:pt idx="363">
                  <c:v>45.048198</c:v>
                </c:pt>
                <c:pt idx="364">
                  <c:v>43.935983</c:v>
                </c:pt>
                <c:pt idx="365">
                  <c:v>42.672875</c:v>
                </c:pt>
                <c:pt idx="366">
                  <c:v>41.711553</c:v>
                </c:pt>
                <c:pt idx="367">
                  <c:v>41.037698</c:v>
                </c:pt>
                <c:pt idx="368">
                  <c:v>39.824356</c:v>
                </c:pt>
                <c:pt idx="369">
                  <c:v>38.772792</c:v>
                </c:pt>
                <c:pt idx="370">
                  <c:v>37.968046</c:v>
                </c:pt>
                <c:pt idx="371">
                  <c:v>37.236547</c:v>
                </c:pt>
                <c:pt idx="372">
                  <c:v>36.056952</c:v>
                </c:pt>
                <c:pt idx="373">
                  <c:v>35.189762</c:v>
                </c:pt>
                <c:pt idx="374">
                  <c:v>33.961691</c:v>
                </c:pt>
                <c:pt idx="375">
                  <c:v>33.306720</c:v>
                </c:pt>
                <c:pt idx="376">
                  <c:v>33.306720</c:v>
                </c:pt>
                <c:pt idx="377">
                  <c:v>31.978727</c:v>
                </c:pt>
                <c:pt idx="378">
                  <c:v>30.446428</c:v>
                </c:pt>
                <c:pt idx="379">
                  <c:v>29.424895</c:v>
                </c:pt>
                <c:pt idx="380">
                  <c:v>29.031815</c:v>
                </c:pt>
                <c:pt idx="381">
                  <c:v>26.281583</c:v>
                </c:pt>
                <c:pt idx="382">
                  <c:v>30.819800</c:v>
                </c:pt>
                <c:pt idx="383">
                  <c:v>30.523622</c:v>
                </c:pt>
                <c:pt idx="384">
                  <c:v>30.523622</c:v>
                </c:pt>
                <c:pt idx="385">
                  <c:v>35.061838</c:v>
                </c:pt>
                <c:pt idx="386">
                  <c:v>41.482596</c:v>
                </c:pt>
                <c:pt idx="387">
                  <c:v>41.869171</c:v>
                </c:pt>
                <c:pt idx="388">
                  <c:v>41.869171</c:v>
                </c:pt>
                <c:pt idx="389">
                  <c:v>44.138279</c:v>
                </c:pt>
                <c:pt idx="390">
                  <c:v>44.138279</c:v>
                </c:pt>
                <c:pt idx="391">
                  <c:v>44.138279</c:v>
                </c:pt>
                <c:pt idx="392">
                  <c:v>45.963321</c:v>
                </c:pt>
                <c:pt idx="393">
                  <c:v>46.886958</c:v>
                </c:pt>
                <c:pt idx="394">
                  <c:v>46.886958</c:v>
                </c:pt>
                <c:pt idx="395">
                  <c:v>46.886958</c:v>
                </c:pt>
                <c:pt idx="396">
                  <c:v>49.156066</c:v>
                </c:pt>
                <c:pt idx="397">
                  <c:v>50.127251</c:v>
                </c:pt>
                <c:pt idx="398">
                  <c:v>50.127251</c:v>
                </c:pt>
                <c:pt idx="399">
                  <c:v>50.127251</c:v>
                </c:pt>
                <c:pt idx="400">
                  <c:v>50.127251</c:v>
                </c:pt>
                <c:pt idx="401">
                  <c:v>52.770669</c:v>
                </c:pt>
                <c:pt idx="402">
                  <c:v>59.577994</c:v>
                </c:pt>
                <c:pt idx="403">
                  <c:v>66.385318</c:v>
                </c:pt>
                <c:pt idx="404">
                  <c:v>73.192643</c:v>
                </c:pt>
                <c:pt idx="405">
                  <c:v>78.654459</c:v>
                </c:pt>
                <c:pt idx="406">
                  <c:v>85.461783</c:v>
                </c:pt>
                <c:pt idx="407">
                  <c:v>90</c:v>
                </c:pt>
                <c:pt idx="408">
                  <c:v>88.784985</c:v>
                </c:pt>
                <c:pt idx="409">
                  <c:v>87.914658</c:v>
                </c:pt>
                <c:pt idx="410">
                  <c:v>86.634155</c:v>
                </c:pt>
                <c:pt idx="411">
                  <c:v>85.280031</c:v>
                </c:pt>
                <c:pt idx="412">
                  <c:v>84.045210</c:v>
                </c:pt>
                <c:pt idx="413">
                  <c:v>82.926861</c:v>
                </c:pt>
                <c:pt idx="414">
                  <c:v>82.109739</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66.139010</c:v>
                </c:pt>
                <c:pt idx="433">
                  <c:v>64.974463</c:v>
                </c:pt>
                <c:pt idx="434">
                  <c:v>63.809916</c:v>
                </c:pt>
                <c:pt idx="435">
                  <c:v>63.421733</c:v>
                </c:pt>
                <c:pt idx="436">
                  <c:v>62.309518</c:v>
                </c:pt>
                <c:pt idx="437">
                  <c:v>61.197303</c:v>
                </c:pt>
                <c:pt idx="438">
                  <c:v>60.085088</c:v>
                </c:pt>
                <c:pt idx="439">
                  <c:v>59.491906</c:v>
                </c:pt>
                <c:pt idx="440">
                  <c:v>59.491906</c:v>
                </c:pt>
                <c:pt idx="441">
                  <c:v>58.447071</c:v>
                </c:pt>
                <c:pt idx="442">
                  <c:v>57.334856</c:v>
                </c:pt>
                <c:pt idx="443">
                  <c:v>56.436002</c:v>
                </c:pt>
                <c:pt idx="444">
                  <c:v>55.610082</c:v>
                </c:pt>
                <c:pt idx="445">
                  <c:v>54.908327</c:v>
                </c:pt>
                <c:pt idx="446">
                  <c:v>53.855695</c:v>
                </c:pt>
                <c:pt idx="447">
                  <c:v>52.803062</c:v>
                </c:pt>
                <c:pt idx="448">
                  <c:v>51.750430</c:v>
                </c:pt>
                <c:pt idx="449">
                  <c:v>51.524982</c:v>
                </c:pt>
                <c:pt idx="450">
                  <c:v>50.360434</c:v>
                </c:pt>
                <c:pt idx="451">
                  <c:v>49.195887</c:v>
                </c:pt>
                <c:pt idx="452">
                  <c:v>48.03134</c:v>
                </c:pt>
                <c:pt idx="453">
                  <c:v>47.798430</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26.431834</c:v>
                </c:pt>
                <c:pt idx="476">
                  <c:v>28.999097</c:v>
                </c:pt>
                <c:pt idx="477">
                  <c:v>28.293312</c:v>
                </c:pt>
                <c:pt idx="478">
                  <c:v>28.293312</c:v>
                </c:pt>
                <c:pt idx="479">
                  <c:v>26.281593</c:v>
                </c:pt>
                <c:pt idx="480">
                  <c:v>30.819809</c:v>
                </c:pt>
                <c:pt idx="481">
                  <c:v>30.819809</c:v>
                </c:pt>
                <c:pt idx="482">
                  <c:v>30.819809</c:v>
                </c:pt>
                <c:pt idx="483">
                  <c:v>30.819809</c:v>
                </c:pt>
                <c:pt idx="484">
                  <c:v>30.819809</c:v>
                </c:pt>
                <c:pt idx="485">
                  <c:v>35.358026</c:v>
                </c:pt>
                <c:pt idx="486">
                  <c:v>42.165351</c:v>
                </c:pt>
                <c:pt idx="487">
                  <c:v>48.972675</c:v>
                </c:pt>
                <c:pt idx="488">
                  <c:v>55.78</c:v>
                </c:pt>
                <c:pt idx="489">
                  <c:v>62.587325</c:v>
                </c:pt>
                <c:pt idx="490">
                  <c:v>69.394650</c:v>
                </c:pt>
                <c:pt idx="491">
                  <c:v>70.923550</c:v>
                </c:pt>
                <c:pt idx="492">
                  <c:v>73.192605</c:v>
                </c:pt>
                <c:pt idx="493">
                  <c:v>73.192605</c:v>
                </c:pt>
                <c:pt idx="494">
                  <c:v>76.229119</c:v>
                </c:pt>
                <c:pt idx="495">
                  <c:v>76.229126</c:v>
                </c:pt>
                <c:pt idx="496">
                  <c:v>77.730860</c:v>
                </c:pt>
                <c:pt idx="497">
                  <c:v>78.654459</c:v>
                </c:pt>
                <c:pt idx="498">
                  <c:v>79.757616</c:v>
                </c:pt>
                <c:pt idx="499">
                  <c:v>79.757616</c:v>
                </c:pt>
                <c:pt idx="500">
                  <c:v>80.923567</c:v>
                </c:pt>
                <c:pt idx="501">
                  <c:v>85.461776</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75.115209</c:v>
                </c:pt>
                <c:pt idx="520">
                  <c:v>75.110579</c:v>
                </c:pt>
                <c:pt idx="521">
                  <c:v>73.829114</c:v>
                </c:pt>
                <c:pt idx="522">
                  <c:v>72.547648</c:v>
                </c:pt>
                <c:pt idx="523">
                  <c:v>72.291355</c:v>
                </c:pt>
                <c:pt idx="524">
                  <c:v>72.291355</c:v>
                </c:pt>
                <c:pt idx="525">
                  <c:v>71.320424</c:v>
                </c:pt>
                <c:pt idx="526">
                  <c:v>70.498715</c:v>
                </c:pt>
                <c:pt idx="527">
                  <c:v>69.378958</c:v>
                </c:pt>
                <c:pt idx="528">
                  <c:v>68.483153</c:v>
                </c:pt>
                <c:pt idx="529">
                  <c:v>68.426749</c:v>
                </c:pt>
                <c:pt idx="530">
                  <c:v>67.186444</c:v>
                </c:pt>
                <c:pt idx="531">
                  <c:v>66.518239</c:v>
                </c:pt>
                <c:pt idx="532">
                  <c:v>65.290168</c:v>
                </c:pt>
                <c:pt idx="533">
                  <c:v>64.553326</c:v>
                </c:pt>
                <c:pt idx="534">
                  <c:v>63.853135</c:v>
                </c:pt>
                <c:pt idx="535">
                  <c:v>63.265469</c:v>
                </c:pt>
                <c:pt idx="536">
                  <c:v>63.265469</c:v>
                </c:pt>
                <c:pt idx="537">
                  <c:v>62.126413</c:v>
                </c:pt>
                <c:pt idx="538">
                  <c:v>60.987357</c:v>
                </c:pt>
                <c:pt idx="539">
                  <c:v>59.848301</c:v>
                </c:pt>
                <c:pt idx="540">
                  <c:v>59.544553</c:v>
                </c:pt>
                <c:pt idx="541">
                  <c:v>58.516137</c:v>
                </c:pt>
                <c:pt idx="542">
                  <c:v>57.414263</c:v>
                </c:pt>
                <c:pt idx="543">
                  <c:v>56.312389</c:v>
                </c:pt>
                <c:pt idx="544">
                  <c:v>55.871639</c:v>
                </c:pt>
                <c:pt idx="545">
                  <c:v>55.672305</c:v>
                </c:pt>
                <c:pt idx="546">
                  <c:v>54.675631</c:v>
                </c:pt>
                <c:pt idx="547">
                  <c:v>53.678957</c:v>
                </c:pt>
                <c:pt idx="548">
                  <c:v>52.682283</c:v>
                </c:pt>
                <c:pt idx="549">
                  <c:v>52.150723</c:v>
                </c:pt>
                <c:pt idx="550">
                  <c:v>52.150723</c:v>
                </c:pt>
                <c:pt idx="551">
                  <c:v>52.150723</c:v>
                </c:pt>
                <c:pt idx="552">
                  <c:v>51.680255</c:v>
                </c:pt>
                <c:pt idx="553">
                  <c:v>51.447399</c:v>
                </c:pt>
                <c:pt idx="554">
                  <c:v>50.275193</c:v>
                </c:pt>
                <c:pt idx="555">
                  <c:v>49.102986</c:v>
                </c:pt>
                <c:pt idx="556">
                  <c:v>48.477809</c:v>
                </c:pt>
                <c:pt idx="557">
                  <c:v>48.312435</c:v>
                </c:pt>
                <c:pt idx="558">
                  <c:v>47.072130</c:v>
                </c:pt>
                <c:pt idx="559">
                  <c:v>45.831825</c:v>
                </c:pt>
                <c:pt idx="560">
                  <c:v>44.756893</c:v>
                </c:pt>
                <c:pt idx="561">
                  <c:v>44.756893</c:v>
                </c:pt>
                <c:pt idx="562">
                  <c:v>44.756893</c:v>
                </c:pt>
                <c:pt idx="563">
                  <c:v>43.955933</c:v>
                </c:pt>
                <c:pt idx="564">
                  <c:v>43.760590</c:v>
                </c:pt>
                <c:pt idx="565">
                  <c:v>43.567279</c:v>
                </c:pt>
                <c:pt idx="566">
                  <c:v>42.117444</c:v>
                </c:pt>
                <c:pt idx="567">
                  <c:v>40.667610</c:v>
                </c:pt>
                <c:pt idx="568">
                  <c:v>40.087676</c:v>
                </c:pt>
                <c:pt idx="569">
                  <c:v>39.986779</c:v>
                </c:pt>
                <c:pt idx="570">
                  <c:v>36.944364</c:v>
                </c:pt>
                <c:pt idx="571">
                  <c:v>36.843467</c:v>
                </c:pt>
                <c:pt idx="572">
                  <c:v>36.843467</c:v>
                </c:pt>
                <c:pt idx="573">
                  <c:v>36.843467</c:v>
                </c:pt>
                <c:pt idx="574">
                  <c:v>36.843467</c:v>
                </c:pt>
                <c:pt idx="575">
                  <c:v>36.843467</c:v>
                </c:pt>
                <c:pt idx="576">
                  <c:v>36.843467</c:v>
                </c:pt>
                <c:pt idx="577">
                  <c:v>36.843467</c:v>
                </c:pt>
                <c:pt idx="578">
                  <c:v>36.843467</c:v>
                </c:pt>
                <c:pt idx="579">
                  <c:v>36.843467</c:v>
                </c:pt>
                <c:pt idx="580">
                  <c:v>36.843467</c:v>
                </c:pt>
                <c:pt idx="581">
                  <c:v>36.843467</c:v>
                </c:pt>
                <c:pt idx="582">
                  <c:v>36.843467</c:v>
                </c:pt>
                <c:pt idx="583">
                  <c:v>36.843467</c:v>
                </c:pt>
                <c:pt idx="584">
                  <c:v>36.843467</c:v>
                </c:pt>
                <c:pt idx="585">
                  <c:v>36.843467</c:v>
                </c:pt>
                <c:pt idx="586">
                  <c:v>36.843467</c:v>
                </c:pt>
                <c:pt idx="587">
                  <c:v>36.843467</c:v>
                </c:pt>
                <c:pt idx="588">
                  <c:v>36.843467</c:v>
                </c:pt>
                <c:pt idx="589">
                  <c:v>41.381683</c:v>
                </c:pt>
                <c:pt idx="590">
                  <c:v>46.545349</c:v>
                </c:pt>
                <c:pt idx="591">
                  <c:v>51.083566</c:v>
                </c:pt>
                <c:pt idx="592">
                  <c:v>55.963353</c:v>
                </c:pt>
                <c:pt idx="593">
                  <c:v>59.577994</c:v>
                </c:pt>
                <c:pt idx="594">
                  <c:v>66.385318</c:v>
                </c:pt>
                <c:pt idx="595">
                  <c:v>73.117674</c:v>
                </c:pt>
                <c:pt idx="596">
                  <c:v>73.117674</c:v>
                </c:pt>
                <c:pt idx="597">
                  <c:v>77.655890</c:v>
                </c:pt>
                <c:pt idx="598">
                  <c:v>80.923567</c:v>
                </c:pt>
                <c:pt idx="599">
                  <c:v>80.923567</c:v>
                </c:pt>
                <c:pt idx="600">
                  <c:v>85.461783</c:v>
                </c:pt>
                <c:pt idx="601">
                  <c:v>89.497070</c:v>
                </c:pt>
                <c:pt idx="602">
                  <c:v>87.914658</c:v>
                </c:pt>
                <c:pt idx="603">
                  <c:v>86.649855</c:v>
                </c:pt>
                <c:pt idx="604">
                  <c:v>85.098607</c:v>
                </c:pt>
                <c:pt idx="605">
                  <c:v>83.547360</c:v>
                </c:pt>
                <c:pt idx="606">
                  <c:v>82.926861</c:v>
                </c:pt>
                <c:pt idx="607">
                  <c:v>82.926861</c:v>
                </c:pt>
                <c:pt idx="608">
                  <c:v>81.624460</c:v>
                </c:pt>
                <c:pt idx="609">
                  <c:v>80.176629</c:v>
                </c:pt>
                <c:pt idx="610">
                  <c:v>79.885492</c:v>
                </c:pt>
                <c:pt idx="611">
                  <c:v>78.429808</c:v>
                </c:pt>
                <c:pt idx="612">
                  <c:v>76.974124</c:v>
                </c:pt>
                <c:pt idx="613">
                  <c:v>76.294804</c:v>
                </c:pt>
                <c:pt idx="614">
                  <c:v>76.294804</c:v>
                </c:pt>
                <c:pt idx="615">
                  <c:v>75.198108</c:v>
                </c:pt>
                <c:pt idx="616">
                  <c:v>73.827238</c:v>
                </c:pt>
                <c:pt idx="617">
                  <c:v>72.456369</c:v>
                </c:pt>
                <c:pt idx="618">
                  <c:v>72.192452</c:v>
                </c:pt>
                <c:pt idx="619">
                  <c:v>70.898510</c:v>
                </c:pt>
                <c:pt idx="620">
                  <c:v>69.604569</c:v>
                </c:pt>
                <c:pt idx="621">
                  <c:v>68.483153</c:v>
                </c:pt>
                <c:pt idx="622">
                  <c:v>68.483153</c:v>
                </c:pt>
                <c:pt idx="623">
                  <c:v>67.746310</c:v>
                </c:pt>
                <c:pt idx="624">
                  <c:v>66.518239</c:v>
                </c:pt>
                <c:pt idx="625">
                  <c:v>65.290168</c:v>
                </c:pt>
                <c:pt idx="626">
                  <c:v>64.553326</c:v>
                </c:pt>
                <c:pt idx="627">
                  <c:v>64.553326</c:v>
                </c:pt>
                <c:pt idx="628">
                  <c:v>64.475689</c:v>
                </c:pt>
                <c:pt idx="629">
                  <c:v>63.311142</c:v>
                </c:pt>
                <c:pt idx="630">
                  <c:v>62.146595</c:v>
                </c:pt>
                <c:pt idx="631">
                  <c:v>60.982047</c:v>
                </c:pt>
                <c:pt idx="632">
                  <c:v>60.671501</c:v>
                </c:pt>
                <c:pt idx="633">
                  <c:v>60.262144</c:v>
                </c:pt>
                <c:pt idx="634">
                  <c:v>59.034073</c:v>
                </c:pt>
                <c:pt idx="635">
                  <c:v>57.806002</c:v>
                </c:pt>
                <c:pt idx="636">
                  <c:v>56.741674</c:v>
                </c:pt>
                <c:pt idx="637">
                  <c:v>56.431128</c:v>
                </c:pt>
                <c:pt idx="638">
                  <c:v>55.266581</c:v>
                </c:pt>
                <c:pt idx="639">
                  <c:v>54.102034</c:v>
                </c:pt>
                <c:pt idx="640">
                  <c:v>52.937486</c:v>
                </c:pt>
                <c:pt idx="641">
                  <c:v>52.859850</c:v>
                </c:pt>
                <c:pt idx="642">
                  <c:v>52.255261</c:v>
                </c:pt>
                <c:pt idx="643">
                  <c:v>51.121657</c:v>
                </c:pt>
                <c:pt idx="644">
                  <c:v>49.988053</c:v>
                </c:pt>
                <c:pt idx="645">
                  <c:v>48.930023</c:v>
                </c:pt>
                <c:pt idx="646">
                  <c:v>48.464204</c:v>
                </c:pt>
                <c:pt idx="647">
                  <c:v>47.299656</c:v>
                </c:pt>
                <c:pt idx="648">
                  <c:v>46.135109</c:v>
                </c:pt>
                <c:pt idx="649">
                  <c:v>45.048198</c:v>
                </c:pt>
                <c:pt idx="650">
                  <c:v>45.048198</c:v>
                </c:pt>
                <c:pt idx="651">
                  <c:v>44.262233</c:v>
                </c:pt>
                <c:pt idx="652">
                  <c:v>42.952290</c:v>
                </c:pt>
                <c:pt idx="653">
                  <c:v>41.642348</c:v>
                </c:pt>
                <c:pt idx="654">
                  <c:v>41.118371</c:v>
                </c:pt>
                <c:pt idx="655">
                  <c:v>39.759733</c:v>
                </c:pt>
                <c:pt idx="656">
                  <c:v>38.304048</c:v>
                </c:pt>
                <c:pt idx="657">
                  <c:v>37.236547</c:v>
                </c:pt>
                <c:pt idx="658">
                  <c:v>36.675143</c:v>
                </c:pt>
                <c:pt idx="659">
                  <c:v>35.271633</c:v>
                </c:pt>
                <c:pt idx="660">
                  <c:v>33.868123</c:v>
                </c:pt>
                <c:pt idx="661">
                  <c:v>33.306720</c:v>
                </c:pt>
                <c:pt idx="662">
                  <c:v>33.306720</c:v>
                </c:pt>
                <c:pt idx="663">
                  <c:v>33.306720</c:v>
                </c:pt>
                <c:pt idx="664">
                  <c:v>33.209680</c:v>
                </c:pt>
                <c:pt idx="665">
                  <c:v>31.948171</c:v>
                </c:pt>
                <c:pt idx="666">
                  <c:v>31.445241</c:v>
                </c:pt>
                <c:pt idx="667">
                  <c:v>31.445241</c:v>
                </c:pt>
                <c:pt idx="668">
                  <c:v>31.445241</c:v>
                </c:pt>
                <c:pt idx="669">
                  <c:v>31.445241</c:v>
                </c:pt>
                <c:pt idx="670">
                  <c:v>31.419632</c:v>
                </c:pt>
                <c:pt idx="671">
                  <c:v>31.419632</c:v>
                </c:pt>
                <c:pt idx="672">
                  <c:v>31.419632</c:v>
                </c:pt>
                <c:pt idx="673">
                  <c:v>31.419632</c:v>
                </c:pt>
                <c:pt idx="674">
                  <c:v>31.419632</c:v>
                </c:pt>
                <c:pt idx="675">
                  <c:v>31.419632</c:v>
                </c:pt>
                <c:pt idx="676">
                  <c:v>31.419632</c:v>
                </c:pt>
                <c:pt idx="677">
                  <c:v>31.419632</c:v>
                </c:pt>
                <c:pt idx="678">
                  <c:v>31.419632</c:v>
                </c:pt>
                <c:pt idx="679">
                  <c:v>31.419632</c:v>
                </c:pt>
                <c:pt idx="680">
                  <c:v>31.419632</c:v>
                </c:pt>
                <c:pt idx="681">
                  <c:v>31.445249</c:v>
                </c:pt>
                <c:pt idx="682">
                  <c:v>31.445249</c:v>
                </c:pt>
                <c:pt idx="683">
                  <c:v>31.445249</c:v>
                </c:pt>
                <c:pt idx="684">
                  <c:v>33.688740</c:v>
                </c:pt>
                <c:pt idx="685">
                  <c:v>35.983473</c:v>
                </c:pt>
                <c:pt idx="686">
                  <c:v>37.810502</c:v>
                </c:pt>
                <c:pt idx="687">
                  <c:v>37.810510</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41E2-4847-8678-89C2E3E47CBE}"/>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60.062704</c:v>
                </c:pt>
                <c:pt idx="2">
                  <c:v>60.062704</c:v>
                </c:pt>
                <c:pt idx="3">
                  <c:v>63.050471</c:v>
                </c:pt>
                <c:pt idx="4">
                  <c:v>65.094650</c:v>
                </c:pt>
                <c:pt idx="5">
                  <c:v>65.094650</c:v>
                </c:pt>
                <c:pt idx="6">
                  <c:v>67.347554</c:v>
                </c:pt>
                <c:pt idx="7">
                  <c:v>67.347554</c:v>
                </c:pt>
                <c:pt idx="8">
                  <c:v>69.401654</c:v>
                </c:pt>
                <c:pt idx="9">
                  <c:v>69.547237</c:v>
                </c:pt>
                <c:pt idx="10">
                  <c:v>71.805789</c:v>
                </c:pt>
                <c:pt idx="11">
                  <c:v>76.322491</c:v>
                </c:pt>
                <c:pt idx="12">
                  <c:v>78.693345</c:v>
                </c:pt>
                <c:pt idx="13">
                  <c:v>82.701099</c:v>
                </c:pt>
                <c:pt idx="14">
                  <c:v>84.226319</c:v>
                </c:pt>
                <c:pt idx="15">
                  <c:v>84.226323</c:v>
                </c:pt>
                <c:pt idx="16">
                  <c:v>84.735745</c:v>
                </c:pt>
                <c:pt idx="17">
                  <c:v>85.461764</c:v>
                </c:pt>
                <c:pt idx="18">
                  <c:v>85.558221</c:v>
                </c:pt>
                <c:pt idx="19">
                  <c:v>86.899667</c:v>
                </c:pt>
                <c:pt idx="20">
                  <c:v>88.171376</c:v>
                </c:pt>
                <c:pt idx="21">
                  <c:v>88.822906</c:v>
                </c:pt>
                <c:pt idx="22">
                  <c:v>88.822906</c:v>
                </c:pt>
                <c:pt idx="23">
                  <c:v>89.538201</c:v>
                </c:pt>
                <c:pt idx="24">
                  <c:v>89.201234</c:v>
                </c:pt>
                <c:pt idx="25">
                  <c:v>88.822906</c:v>
                </c:pt>
                <c:pt idx="26">
                  <c:v>88.802211</c:v>
                </c:pt>
                <c:pt idx="27">
                  <c:v>87.696077</c:v>
                </c:pt>
                <c:pt idx="28">
                  <c:v>86.451317</c:v>
                </c:pt>
                <c:pt idx="29">
                  <c:v>84.841514</c:v>
                </c:pt>
                <c:pt idx="30">
                  <c:v>83.136298</c:v>
                </c:pt>
                <c:pt idx="31">
                  <c:v>82.850747</c:v>
                </c:pt>
                <c:pt idx="32">
                  <c:v>82.086817</c:v>
                </c:pt>
                <c:pt idx="33">
                  <c:v>81.664238</c:v>
                </c:pt>
                <c:pt idx="34">
                  <c:v>80.738709</c:v>
                </c:pt>
                <c:pt idx="35">
                  <c:v>79.908662</c:v>
                </c:pt>
                <c:pt idx="36">
                  <c:v>79.534876</c:v>
                </c:pt>
                <c:pt idx="37">
                  <c:v>78.604678</c:v>
                </c:pt>
                <c:pt idx="38">
                  <c:v>77.8399</c:v>
                </c:pt>
                <c:pt idx="39">
                  <c:v>76.911681</c:v>
                </c:pt>
                <c:pt idx="40">
                  <c:v>76.342407</c:v>
                </c:pt>
                <c:pt idx="41">
                  <c:v>75.915068</c:v>
                </c:pt>
                <c:pt idx="42">
                  <c:v>75.224125</c:v>
                </c:pt>
                <c:pt idx="43">
                  <c:v>74.625803</c:v>
                </c:pt>
                <c:pt idx="44">
                  <c:v>73.416429</c:v>
                </c:pt>
                <c:pt idx="45">
                  <c:v>72.291355</c:v>
                </c:pt>
                <c:pt idx="46">
                  <c:v>72.069028</c:v>
                </c:pt>
                <c:pt idx="47">
                  <c:v>71.664581</c:v>
                </c:pt>
                <c:pt idx="48">
                  <c:v>72.063252</c:v>
                </c:pt>
                <c:pt idx="49">
                  <c:v>71.477880</c:v>
                </c:pt>
                <c:pt idx="50">
                  <c:v>70.884444</c:v>
                </c:pt>
                <c:pt idx="51">
                  <c:v>70.204865</c:v>
                </c:pt>
                <c:pt idx="52">
                  <c:v>70.161147</c:v>
                </c:pt>
                <c:pt idx="53">
                  <c:v>70.090821</c:v>
                </c:pt>
                <c:pt idx="54">
                  <c:v>69.426186</c:v>
                </c:pt>
                <c:pt idx="55">
                  <c:v>68.830291</c:v>
                </c:pt>
                <c:pt idx="56">
                  <c:v>68.830291</c:v>
                </c:pt>
                <c:pt idx="57">
                  <c:v>68.308014</c:v>
                </c:pt>
                <c:pt idx="58">
                  <c:v>68.308014</c:v>
                </c:pt>
                <c:pt idx="59">
                  <c:v>67.825835</c:v>
                </c:pt>
                <c:pt idx="60">
                  <c:v>67.495467</c:v>
                </c:pt>
                <c:pt idx="61">
                  <c:v>66.375175</c:v>
                </c:pt>
                <c:pt idx="62">
                  <c:v>65.129670</c:v>
                </c:pt>
                <c:pt idx="63">
                  <c:v>64.131941</c:v>
                </c:pt>
                <c:pt idx="64">
                  <c:v>64.048466</c:v>
                </c:pt>
                <c:pt idx="65">
                  <c:v>63.522150</c:v>
                </c:pt>
                <c:pt idx="66">
                  <c:v>62.995834</c:v>
                </c:pt>
                <c:pt idx="67">
                  <c:v>62.469517</c:v>
                </c:pt>
                <c:pt idx="68">
                  <c:v>62.083552</c:v>
                </c:pt>
                <c:pt idx="69">
                  <c:v>61.350950</c:v>
                </c:pt>
                <c:pt idx="70">
                  <c:v>60.182574</c:v>
                </c:pt>
                <c:pt idx="71">
                  <c:v>59.446600</c:v>
                </c:pt>
                <c:pt idx="72">
                  <c:v>58.884936</c:v>
                </c:pt>
                <c:pt idx="73">
                  <c:v>57.976642</c:v>
                </c:pt>
                <c:pt idx="74">
                  <c:v>56.752386</c:v>
                </c:pt>
                <c:pt idx="75">
                  <c:v>55.892926</c:v>
                </c:pt>
                <c:pt idx="76">
                  <c:v>55.437682</c:v>
                </c:pt>
                <c:pt idx="77">
                  <c:v>54.382930</c:v>
                </c:pt>
                <c:pt idx="78">
                  <c:v>53.507352</c:v>
                </c:pt>
                <c:pt idx="79">
                  <c:v>53.277795</c:v>
                </c:pt>
                <c:pt idx="80">
                  <c:v>53.146135</c:v>
                </c:pt>
                <c:pt idx="81">
                  <c:v>52.620353</c:v>
                </c:pt>
                <c:pt idx="82">
                  <c:v>52.217980</c:v>
                </c:pt>
                <c:pt idx="83">
                  <c:v>51.892305</c:v>
                </c:pt>
                <c:pt idx="84">
                  <c:v>50.874690</c:v>
                </c:pt>
                <c:pt idx="85">
                  <c:v>49.683379</c:v>
                </c:pt>
                <c:pt idx="86">
                  <c:v>48.772120</c:v>
                </c:pt>
                <c:pt idx="87">
                  <c:v>47.585747</c:v>
                </c:pt>
                <c:pt idx="88">
                  <c:v>46.924074</c:v>
                </c:pt>
                <c:pt idx="89">
                  <c:v>49.121355</c:v>
                </c:pt>
                <c:pt idx="90">
                  <c:v>49.123137</c:v>
                </c:pt>
                <c:pt idx="91">
                  <c:v>51.256286</c:v>
                </c:pt>
                <c:pt idx="92">
                  <c:v>57.867846</c:v>
                </c:pt>
                <c:pt idx="93">
                  <c:v>64.675171</c:v>
                </c:pt>
                <c:pt idx="94">
                  <c:v>71.435744</c:v>
                </c:pt>
                <c:pt idx="95">
                  <c:v>75.609377</c:v>
                </c:pt>
                <c:pt idx="96">
                  <c:v>75.609377</c:v>
                </c:pt>
                <c:pt idx="97">
                  <c:v>77.209030</c:v>
                </c:pt>
                <c:pt idx="98">
                  <c:v>79.514587</c:v>
                </c:pt>
                <c:pt idx="99">
                  <c:v>83.703206</c:v>
                </c:pt>
                <c:pt idx="100">
                  <c:v>83.703206</c:v>
                </c:pt>
                <c:pt idx="101">
                  <c:v>84.577872</c:v>
                </c:pt>
                <c:pt idx="102">
                  <c:v>85.870154</c:v>
                </c:pt>
                <c:pt idx="103">
                  <c:v>85.870154</c:v>
                </c:pt>
                <c:pt idx="104">
                  <c:v>85.870154</c:v>
                </c:pt>
                <c:pt idx="105">
                  <c:v>85.870154</c:v>
                </c:pt>
                <c:pt idx="106">
                  <c:v>86.786859</c:v>
                </c:pt>
                <c:pt idx="107">
                  <c:v>86.846980</c:v>
                </c:pt>
                <c:pt idx="108">
                  <c:v>88.549919</c:v>
                </c:pt>
                <c:pt idx="109">
                  <c:v>89.538193</c:v>
                </c:pt>
                <c:pt idx="110">
                  <c:v>89.538193</c:v>
                </c:pt>
                <c:pt idx="111">
                  <c:v>89.538193</c:v>
                </c:pt>
                <c:pt idx="112">
                  <c:v>89.538193</c:v>
                </c:pt>
                <c:pt idx="113">
                  <c:v>89.999964</c:v>
                </c:pt>
                <c:pt idx="114">
                  <c:v>89.999964</c:v>
                </c:pt>
                <c:pt idx="115">
                  <c:v>89.999968</c:v>
                </c:pt>
                <c:pt idx="116">
                  <c:v>89.999984</c:v>
                </c:pt>
                <c:pt idx="117">
                  <c:v>90</c:v>
                </c:pt>
                <c:pt idx="118">
                  <c:v>90</c:v>
                </c:pt>
                <c:pt idx="119">
                  <c:v>90</c:v>
                </c:pt>
                <c:pt idx="120">
                  <c:v>90</c:v>
                </c:pt>
                <c:pt idx="121">
                  <c:v>90</c:v>
                </c:pt>
                <c:pt idx="122">
                  <c:v>90</c:v>
                </c:pt>
                <c:pt idx="123">
                  <c:v>87.869521</c:v>
                </c:pt>
                <c:pt idx="124">
                  <c:v>87.188522</c:v>
                </c:pt>
                <c:pt idx="125">
                  <c:v>86.473376</c:v>
                </c:pt>
                <c:pt idx="126">
                  <c:v>84.784814</c:v>
                </c:pt>
                <c:pt idx="127">
                  <c:v>83.894940</c:v>
                </c:pt>
                <c:pt idx="128">
                  <c:v>82.923289</c:v>
                </c:pt>
                <c:pt idx="129">
                  <c:v>81.875108</c:v>
                </c:pt>
                <c:pt idx="130">
                  <c:v>81.746737</c:v>
                </c:pt>
                <c:pt idx="131">
                  <c:v>80.851870</c:v>
                </c:pt>
                <c:pt idx="132">
                  <c:v>79.820531</c:v>
                </c:pt>
                <c:pt idx="133">
                  <c:v>79.462858</c:v>
                </c:pt>
                <c:pt idx="134">
                  <c:v>79.120442</c:v>
                </c:pt>
                <c:pt idx="135">
                  <c:v>78.591882</c:v>
                </c:pt>
                <c:pt idx="136">
                  <c:v>77.549787</c:v>
                </c:pt>
                <c:pt idx="137">
                  <c:v>76.917572</c:v>
                </c:pt>
                <c:pt idx="138">
                  <c:v>76.749902</c:v>
                </c:pt>
                <c:pt idx="139">
                  <c:v>76.224121</c:v>
                </c:pt>
                <c:pt idx="140">
                  <c:v>76.145974</c:v>
                </c:pt>
                <c:pt idx="141">
                  <c:v>75.711689</c:v>
                </c:pt>
                <c:pt idx="142">
                  <c:v>75.234484</c:v>
                </c:pt>
                <c:pt idx="143">
                  <c:v>74.378696</c:v>
                </c:pt>
                <c:pt idx="144">
                  <c:v>73.210319</c:v>
                </c:pt>
                <c:pt idx="145">
                  <c:v>72.459764</c:v>
                </c:pt>
                <c:pt idx="146">
                  <c:v>71.487635</c:v>
                </c:pt>
                <c:pt idx="147">
                  <c:v>70.909730</c:v>
                </c:pt>
                <c:pt idx="148">
                  <c:v>70.353622</c:v>
                </c:pt>
                <c:pt idx="149">
                  <c:v>70.208570</c:v>
                </c:pt>
                <c:pt idx="150">
                  <c:v>69.251538</c:v>
                </c:pt>
                <c:pt idx="151">
                  <c:v>68.523507</c:v>
                </c:pt>
                <c:pt idx="152">
                  <c:v>67.446561</c:v>
                </c:pt>
                <c:pt idx="153">
                  <c:v>66.710843</c:v>
                </c:pt>
                <c:pt idx="154">
                  <c:v>66.136016</c:v>
                </c:pt>
                <c:pt idx="155">
                  <c:v>65.509951</c:v>
                </c:pt>
                <c:pt idx="156">
                  <c:v>64.883886</c:v>
                </c:pt>
                <c:pt idx="157">
                  <c:v>64.675198</c:v>
                </c:pt>
                <c:pt idx="158">
                  <c:v>64.128005</c:v>
                </c:pt>
                <c:pt idx="159">
                  <c:v>64.013378</c:v>
                </c:pt>
                <c:pt idx="160">
                  <c:v>63.195225</c:v>
                </c:pt>
                <c:pt idx="161">
                  <c:v>62.121716</c:v>
                </c:pt>
                <c:pt idx="162">
                  <c:v>61.272222</c:v>
                </c:pt>
                <c:pt idx="163">
                  <c:v>60.223094</c:v>
                </c:pt>
                <c:pt idx="164">
                  <c:v>59.951366</c:v>
                </c:pt>
                <c:pt idx="165">
                  <c:v>58.900210</c:v>
                </c:pt>
                <c:pt idx="166">
                  <c:v>57.880441</c:v>
                </c:pt>
                <c:pt idx="167">
                  <c:v>56.771872</c:v>
                </c:pt>
                <c:pt idx="168">
                  <c:v>56.576504</c:v>
                </c:pt>
                <c:pt idx="169">
                  <c:v>56.102269</c:v>
                </c:pt>
                <c:pt idx="170">
                  <c:v>55.555076</c:v>
                </c:pt>
                <c:pt idx="171">
                  <c:v>55.007882</c:v>
                </c:pt>
                <c:pt idx="172">
                  <c:v>54.716046</c:v>
                </c:pt>
                <c:pt idx="173">
                  <c:v>54.667718</c:v>
                </c:pt>
                <c:pt idx="174">
                  <c:v>53.942801</c:v>
                </c:pt>
                <c:pt idx="175">
                  <c:v>53.217884</c:v>
                </c:pt>
                <c:pt idx="176">
                  <c:v>54.618114</c:v>
                </c:pt>
                <c:pt idx="177">
                  <c:v>55.198225</c:v>
                </c:pt>
                <c:pt idx="178">
                  <c:v>54.843852</c:v>
                </c:pt>
                <c:pt idx="179">
                  <c:v>54.179402</c:v>
                </c:pt>
                <c:pt idx="180">
                  <c:v>53.514953</c:v>
                </c:pt>
                <c:pt idx="181">
                  <c:v>53.337767</c:v>
                </c:pt>
                <c:pt idx="182">
                  <c:v>53.883904</c:v>
                </c:pt>
                <c:pt idx="183">
                  <c:v>56.405620</c:v>
                </c:pt>
                <c:pt idx="184">
                  <c:v>58.018853</c:v>
                </c:pt>
                <c:pt idx="185">
                  <c:v>58.619272</c:v>
                </c:pt>
                <c:pt idx="186">
                  <c:v>63.421733</c:v>
                </c:pt>
                <c:pt idx="187">
                  <c:v>67.070112</c:v>
                </c:pt>
                <c:pt idx="188">
                  <c:v>70.222310</c:v>
                </c:pt>
                <c:pt idx="189">
                  <c:v>75.895081</c:v>
                </c:pt>
                <c:pt idx="190">
                  <c:v>79.162022</c:v>
                </c:pt>
                <c:pt idx="191">
                  <c:v>79.162022</c:v>
                </c:pt>
                <c:pt idx="192">
                  <c:v>79.162022</c:v>
                </c:pt>
                <c:pt idx="193">
                  <c:v>80.515503</c:v>
                </c:pt>
                <c:pt idx="194">
                  <c:v>80.515503</c:v>
                </c:pt>
                <c:pt idx="195">
                  <c:v>80.515503</c:v>
                </c:pt>
                <c:pt idx="196">
                  <c:v>82.784612</c:v>
                </c:pt>
                <c:pt idx="197">
                  <c:v>82.784612</c:v>
                </c:pt>
                <c:pt idx="198">
                  <c:v>82.784612</c:v>
                </c:pt>
                <c:pt idx="199">
                  <c:v>82.784612</c:v>
                </c:pt>
                <c:pt idx="200">
                  <c:v>82.784612</c:v>
                </c:pt>
                <c:pt idx="201">
                  <c:v>84.538170</c:v>
                </c:pt>
                <c:pt idx="202">
                  <c:v>84.999961</c:v>
                </c:pt>
                <c:pt idx="203">
                  <c:v>84.999964</c:v>
                </c:pt>
                <c:pt idx="204">
                  <c:v>87.269096</c:v>
                </c:pt>
                <c:pt idx="205">
                  <c:v>87.269096</c:v>
                </c:pt>
                <c:pt idx="206">
                  <c:v>88.185380</c:v>
                </c:pt>
                <c:pt idx="207">
                  <c:v>88.185380</c:v>
                </c:pt>
                <c:pt idx="208">
                  <c:v>88.185380</c:v>
                </c:pt>
                <c:pt idx="209">
                  <c:v>88.185380</c:v>
                </c:pt>
                <c:pt idx="210">
                  <c:v>89.538201</c:v>
                </c:pt>
                <c:pt idx="211">
                  <c:v>89.538201</c:v>
                </c:pt>
                <c:pt idx="212">
                  <c:v>89.538201</c:v>
                </c:pt>
                <c:pt idx="213">
                  <c:v>90</c:v>
                </c:pt>
                <c:pt idx="214">
                  <c:v>90</c:v>
                </c:pt>
                <c:pt idx="215">
                  <c:v>90</c:v>
                </c:pt>
                <c:pt idx="216">
                  <c:v>90</c:v>
                </c:pt>
                <c:pt idx="217">
                  <c:v>90</c:v>
                </c:pt>
                <c:pt idx="218">
                  <c:v>90</c:v>
                </c:pt>
                <c:pt idx="219">
                  <c:v>88.233380</c:v>
                </c:pt>
                <c:pt idx="220">
                  <c:v>87.188522</c:v>
                </c:pt>
                <c:pt idx="221">
                  <c:v>86.382689</c:v>
                </c:pt>
                <c:pt idx="222">
                  <c:v>85.295746</c:v>
                </c:pt>
                <c:pt idx="223">
                  <c:v>84.094720</c:v>
                </c:pt>
                <c:pt idx="224">
                  <c:v>83.014012</c:v>
                </c:pt>
                <c:pt idx="225">
                  <c:v>82.094935</c:v>
                </c:pt>
                <c:pt idx="226">
                  <c:v>81.774097</c:v>
                </c:pt>
                <c:pt idx="227">
                  <c:v>81.171578</c:v>
                </c:pt>
                <c:pt idx="228">
                  <c:v>80.042518</c:v>
                </c:pt>
                <c:pt idx="229">
                  <c:v>79.682540</c:v>
                </c:pt>
                <c:pt idx="230">
                  <c:v>79.320788</c:v>
                </c:pt>
                <c:pt idx="231">
                  <c:v>78.529188</c:v>
                </c:pt>
                <c:pt idx="232">
                  <c:v>77.632969</c:v>
                </c:pt>
                <c:pt idx="233">
                  <c:v>77.092835</c:v>
                </c:pt>
                <c:pt idx="234">
                  <c:v>76.925165</c:v>
                </c:pt>
                <c:pt idx="235">
                  <c:v>76.517560</c:v>
                </c:pt>
                <c:pt idx="236">
                  <c:v>75.906463</c:v>
                </c:pt>
                <c:pt idx="237">
                  <c:v>75.077691</c:v>
                </c:pt>
                <c:pt idx="238">
                  <c:v>74.070043</c:v>
                </c:pt>
                <c:pt idx="239">
                  <c:v>73.210425</c:v>
                </c:pt>
                <c:pt idx="240">
                  <c:v>72.264396</c:v>
                </c:pt>
                <c:pt idx="241">
                  <c:v>72.069028</c:v>
                </c:pt>
                <c:pt idx="242">
                  <c:v>71.538096</c:v>
                </c:pt>
                <c:pt idx="243">
                  <c:v>70.955822</c:v>
                </c:pt>
                <c:pt idx="244">
                  <c:v>70.373548</c:v>
                </c:pt>
                <c:pt idx="245">
                  <c:v>70.239279</c:v>
                </c:pt>
                <c:pt idx="246">
                  <c:v>69.657886</c:v>
                </c:pt>
                <c:pt idx="247">
                  <c:v>69.076493</c:v>
                </c:pt>
                <c:pt idx="248">
                  <c:v>68.495100</c:v>
                </c:pt>
                <c:pt idx="249">
                  <c:v>68.378821</c:v>
                </c:pt>
                <c:pt idx="250">
                  <c:v>68.189005</c:v>
                </c:pt>
                <c:pt idx="251">
                  <c:v>68.294787</c:v>
                </c:pt>
                <c:pt idx="252">
                  <c:v>67.544881</c:v>
                </c:pt>
                <c:pt idx="253">
                  <c:v>66.407380</c:v>
                </c:pt>
                <c:pt idx="254">
                  <c:v>65.714766</c:v>
                </c:pt>
                <c:pt idx="255">
                  <c:v>64.745073</c:v>
                </c:pt>
                <c:pt idx="256">
                  <c:v>64.311938</c:v>
                </c:pt>
                <c:pt idx="257">
                  <c:v>63.413082</c:v>
                </c:pt>
                <c:pt idx="258">
                  <c:v>62.354121</c:v>
                </c:pt>
                <c:pt idx="259">
                  <c:v>61.465409</c:v>
                </c:pt>
                <c:pt idx="260">
                  <c:v>60.906859</c:v>
                </c:pt>
                <c:pt idx="261">
                  <c:v>60.552220</c:v>
                </c:pt>
                <c:pt idx="262">
                  <c:v>60.005026</c:v>
                </c:pt>
                <c:pt idx="263">
                  <c:v>59.457833</c:v>
                </c:pt>
                <c:pt idx="264">
                  <c:v>59.020078</c:v>
                </c:pt>
                <c:pt idx="265">
                  <c:v>59.020078</c:v>
                </c:pt>
                <c:pt idx="266">
                  <c:v>58.017885</c:v>
                </c:pt>
                <c:pt idx="267">
                  <c:v>57.163613</c:v>
                </c:pt>
                <c:pt idx="268">
                  <c:v>56.306973</c:v>
                </c:pt>
                <c:pt idx="269">
                  <c:v>55.375633</c:v>
                </c:pt>
                <c:pt idx="270">
                  <c:v>54.080291</c:v>
                </c:pt>
                <c:pt idx="271">
                  <c:v>53.244062</c:v>
                </c:pt>
                <c:pt idx="272">
                  <c:v>52.419844</c:v>
                </c:pt>
                <c:pt idx="273">
                  <c:v>51.267959</c:v>
                </c:pt>
                <c:pt idx="274">
                  <c:v>51.417337</c:v>
                </c:pt>
                <c:pt idx="275">
                  <c:v>50.892635</c:v>
                </c:pt>
                <c:pt idx="276">
                  <c:v>50.105582</c:v>
                </c:pt>
                <c:pt idx="277">
                  <c:v>48.916884</c:v>
                </c:pt>
                <c:pt idx="278">
                  <c:v>48.150735</c:v>
                </c:pt>
                <c:pt idx="279">
                  <c:v>46.068312</c:v>
                </c:pt>
                <c:pt idx="280">
                  <c:v>46.068312</c:v>
                </c:pt>
                <c:pt idx="281">
                  <c:v>46.765764</c:v>
                </c:pt>
                <c:pt idx="282">
                  <c:v>52.438535</c:v>
                </c:pt>
                <c:pt idx="283">
                  <c:v>59.24586</c:v>
                </c:pt>
                <c:pt idx="284">
                  <c:v>66.053185</c:v>
                </c:pt>
                <c:pt idx="285">
                  <c:v>71.725955</c:v>
                </c:pt>
                <c:pt idx="286">
                  <c:v>73.406631</c:v>
                </c:pt>
                <c:pt idx="287">
                  <c:v>73.875471</c:v>
                </c:pt>
                <c:pt idx="288">
                  <c:v>75.659220</c:v>
                </c:pt>
                <c:pt idx="289">
                  <c:v>76.144579</c:v>
                </c:pt>
                <c:pt idx="290">
                  <c:v>79.548242</c:v>
                </c:pt>
                <c:pt idx="291">
                  <c:v>79.999984</c:v>
                </c:pt>
                <c:pt idx="292">
                  <c:v>79.999988</c:v>
                </c:pt>
                <c:pt idx="293">
                  <c:v>81.209090</c:v>
                </c:pt>
                <c:pt idx="294">
                  <c:v>82.564696</c:v>
                </c:pt>
                <c:pt idx="295">
                  <c:v>83.948698</c:v>
                </c:pt>
                <c:pt idx="296">
                  <c:v>84.999984</c:v>
                </c:pt>
                <c:pt idx="297">
                  <c:v>84.999984</c:v>
                </c:pt>
                <c:pt idx="298">
                  <c:v>87.086842</c:v>
                </c:pt>
                <c:pt idx="299">
                  <c:v>87.759640</c:v>
                </c:pt>
                <c:pt idx="300">
                  <c:v>87.759640</c:v>
                </c:pt>
                <c:pt idx="301">
                  <c:v>88.442456</c:v>
                </c:pt>
                <c:pt idx="302">
                  <c:v>88.772793</c:v>
                </c:pt>
                <c:pt idx="303">
                  <c:v>89.355958</c:v>
                </c:pt>
                <c:pt idx="304">
                  <c:v>89.999968</c:v>
                </c:pt>
                <c:pt idx="305">
                  <c:v>89.999968</c:v>
                </c:pt>
                <c:pt idx="306">
                  <c:v>89.999968</c:v>
                </c:pt>
                <c:pt idx="307">
                  <c:v>90</c:v>
                </c:pt>
                <c:pt idx="308">
                  <c:v>90</c:v>
                </c:pt>
                <c:pt idx="309">
                  <c:v>90</c:v>
                </c:pt>
                <c:pt idx="310">
                  <c:v>90</c:v>
                </c:pt>
                <c:pt idx="311">
                  <c:v>90</c:v>
                </c:pt>
                <c:pt idx="312">
                  <c:v>90</c:v>
                </c:pt>
                <c:pt idx="313">
                  <c:v>90</c:v>
                </c:pt>
                <c:pt idx="314">
                  <c:v>89.559936</c:v>
                </c:pt>
                <c:pt idx="315">
                  <c:v>87.869521</c:v>
                </c:pt>
                <c:pt idx="316">
                  <c:v>87.147706</c:v>
                </c:pt>
                <c:pt idx="317">
                  <c:v>86.382689</c:v>
                </c:pt>
                <c:pt idx="318">
                  <c:v>84.784814</c:v>
                </c:pt>
                <c:pt idx="319">
                  <c:v>83.587638</c:v>
                </c:pt>
                <c:pt idx="320">
                  <c:v>82.923289</c:v>
                </c:pt>
                <c:pt idx="321">
                  <c:v>82.123037</c:v>
                </c:pt>
                <c:pt idx="322">
                  <c:v>81.834663</c:v>
                </c:pt>
                <c:pt idx="323">
                  <c:v>81.171578</c:v>
                </c:pt>
                <c:pt idx="324">
                  <c:v>80.042518</c:v>
                </c:pt>
                <c:pt idx="325">
                  <c:v>79.682540</c:v>
                </c:pt>
                <c:pt idx="326">
                  <c:v>79.057833</c:v>
                </c:pt>
                <c:pt idx="327">
                  <c:v>78.095112</c:v>
                </c:pt>
                <c:pt idx="328">
                  <c:v>77.433643</c:v>
                </c:pt>
                <c:pt idx="329">
                  <c:v>77.020515</c:v>
                </c:pt>
                <c:pt idx="330">
                  <c:v>76.826424</c:v>
                </c:pt>
                <c:pt idx="331">
                  <c:v>75.880147</c:v>
                </c:pt>
                <c:pt idx="332">
                  <c:v>74.691202</c:v>
                </c:pt>
                <c:pt idx="333">
                  <c:v>73.502258</c:v>
                </c:pt>
                <c:pt idx="334">
                  <c:v>73.010111</c:v>
                </c:pt>
                <c:pt idx="335">
                  <c:v>72.540118</c:v>
                </c:pt>
                <c:pt idx="336">
                  <c:v>72.180192</c:v>
                </c:pt>
                <c:pt idx="337">
                  <c:v>72.069028</c:v>
                </c:pt>
                <c:pt idx="338">
                  <c:v>71.986101</c:v>
                </c:pt>
                <c:pt idx="339">
                  <c:v>71.403827</c:v>
                </c:pt>
                <c:pt idx="340">
                  <c:v>70.627755</c:v>
                </c:pt>
                <c:pt idx="341">
                  <c:v>69.915558</c:v>
                </c:pt>
                <c:pt idx="342">
                  <c:v>69.334165</c:v>
                </c:pt>
                <c:pt idx="343">
                  <c:v>68.830291</c:v>
                </c:pt>
                <c:pt idx="344">
                  <c:v>68.636493</c:v>
                </c:pt>
                <c:pt idx="345">
                  <c:v>67.637805</c:v>
                </c:pt>
                <c:pt idx="346">
                  <c:v>67.056411</c:v>
                </c:pt>
                <c:pt idx="347">
                  <c:v>66.552537</c:v>
                </c:pt>
                <c:pt idx="348">
                  <c:v>66.176817</c:v>
                </c:pt>
                <c:pt idx="349">
                  <c:v>65.049901</c:v>
                </c:pt>
                <c:pt idx="350">
                  <c:v>64.006459</c:v>
                </c:pt>
                <c:pt idx="351">
                  <c:v>63.605538</c:v>
                </c:pt>
                <c:pt idx="352">
                  <c:v>62.766508</c:v>
                </c:pt>
                <c:pt idx="353">
                  <c:v>62.012999</c:v>
                </c:pt>
                <c:pt idx="354">
                  <c:v>61.611724</c:v>
                </c:pt>
                <c:pt idx="355">
                  <c:v>61.611724</c:v>
                </c:pt>
                <c:pt idx="356">
                  <c:v>60.59046</c:v>
                </c:pt>
                <c:pt idx="357">
                  <c:v>59.457163</c:v>
                </c:pt>
                <c:pt idx="358">
                  <c:v>58.323866</c:v>
                </c:pt>
                <c:pt idx="359">
                  <c:v>57.914809</c:v>
                </c:pt>
                <c:pt idx="360">
                  <c:v>57.614425</c:v>
                </c:pt>
                <c:pt idx="361">
                  <c:v>57.018226</c:v>
                </c:pt>
                <c:pt idx="362">
                  <c:v>55.905807</c:v>
                </c:pt>
                <c:pt idx="363">
                  <c:v>55.323689</c:v>
                </c:pt>
                <c:pt idx="364">
                  <c:v>55.086184</c:v>
                </c:pt>
                <c:pt idx="365">
                  <c:v>54.492421</c:v>
                </c:pt>
                <c:pt idx="366">
                  <c:v>53.898657</c:v>
                </c:pt>
                <c:pt idx="367">
                  <c:v>53.463231</c:v>
                </c:pt>
                <c:pt idx="368">
                  <c:v>52.573858</c:v>
                </c:pt>
                <c:pt idx="369">
                  <c:v>51.734553</c:v>
                </c:pt>
                <c:pt idx="370">
                  <c:v>50.947500</c:v>
                </c:pt>
                <c:pt idx="371">
                  <c:v>49.091495</c:v>
                </c:pt>
                <c:pt idx="372">
                  <c:v>48.655536</c:v>
                </c:pt>
                <c:pt idx="373">
                  <c:v>48.655536</c:v>
                </c:pt>
                <c:pt idx="374">
                  <c:v>49.015696</c:v>
                </c:pt>
                <c:pt idx="375">
                  <c:v>52.419359</c:v>
                </c:pt>
                <c:pt idx="376">
                  <c:v>53.317079</c:v>
                </c:pt>
                <c:pt idx="377">
                  <c:v>52.512871</c:v>
                </c:pt>
                <c:pt idx="378">
                  <c:v>51.582449</c:v>
                </c:pt>
                <c:pt idx="379">
                  <c:v>51.389855</c:v>
                </c:pt>
                <c:pt idx="380">
                  <c:v>54.276180</c:v>
                </c:pt>
                <c:pt idx="381">
                  <c:v>61.028262</c:v>
                </c:pt>
                <c:pt idx="382">
                  <c:v>63.297374</c:v>
                </c:pt>
                <c:pt idx="383">
                  <c:v>65.566482</c:v>
                </c:pt>
                <c:pt idx="384">
                  <c:v>66.701036</c:v>
                </c:pt>
                <c:pt idx="385">
                  <c:v>66.701036</c:v>
                </c:pt>
                <c:pt idx="386">
                  <c:v>66.701036</c:v>
                </c:pt>
                <c:pt idx="387">
                  <c:v>66.701036</c:v>
                </c:pt>
                <c:pt idx="388">
                  <c:v>66.701040</c:v>
                </c:pt>
                <c:pt idx="389">
                  <c:v>70.712363</c:v>
                </c:pt>
                <c:pt idx="390">
                  <c:v>71.632338</c:v>
                </c:pt>
                <c:pt idx="391">
                  <c:v>71.632338</c:v>
                </c:pt>
                <c:pt idx="392">
                  <c:v>71.632338</c:v>
                </c:pt>
                <c:pt idx="393">
                  <c:v>72.617077</c:v>
                </c:pt>
                <c:pt idx="394">
                  <c:v>74.044968</c:v>
                </c:pt>
                <c:pt idx="395">
                  <c:v>74.801346</c:v>
                </c:pt>
                <c:pt idx="396">
                  <c:v>74.801346</c:v>
                </c:pt>
                <c:pt idx="397">
                  <c:v>78.192648</c:v>
                </c:pt>
                <c:pt idx="398">
                  <c:v>79.327194</c:v>
                </c:pt>
                <c:pt idx="399">
                  <c:v>80.923567</c:v>
                </c:pt>
                <c:pt idx="400">
                  <c:v>83.192675</c:v>
                </c:pt>
                <c:pt idx="401">
                  <c:v>83.192675</c:v>
                </c:pt>
                <c:pt idx="402">
                  <c:v>83.192683</c:v>
                </c:pt>
                <c:pt idx="403">
                  <c:v>85.461791</c:v>
                </c:pt>
                <c:pt idx="404">
                  <c:v>88.865430</c:v>
                </c:pt>
                <c:pt idx="405">
                  <c:v>89.999968</c:v>
                </c:pt>
                <c:pt idx="406">
                  <c:v>90</c:v>
                </c:pt>
                <c:pt idx="407">
                  <c:v>90</c:v>
                </c:pt>
                <c:pt idx="408">
                  <c:v>90</c:v>
                </c:pt>
                <c:pt idx="409">
                  <c:v>90</c:v>
                </c:pt>
                <c:pt idx="410">
                  <c:v>90</c:v>
                </c:pt>
                <c:pt idx="411">
                  <c:v>88.083554</c:v>
                </c:pt>
                <c:pt idx="412">
                  <c:v>87.188522</c:v>
                </c:pt>
                <c:pt idx="413">
                  <c:v>86.382689</c:v>
                </c:pt>
                <c:pt idx="414">
                  <c:v>85.107817</c:v>
                </c:pt>
                <c:pt idx="415">
                  <c:v>83.880285</c:v>
                </c:pt>
                <c:pt idx="416">
                  <c:v>83.031316</c:v>
                </c:pt>
                <c:pt idx="417">
                  <c:v>82.205887</c:v>
                </c:pt>
                <c:pt idx="418">
                  <c:v>81.793847</c:v>
                </c:pt>
                <c:pt idx="419">
                  <c:v>81.171578</c:v>
                </c:pt>
                <c:pt idx="420">
                  <c:v>80.042518</c:v>
                </c:pt>
                <c:pt idx="421">
                  <c:v>79.682540</c:v>
                </c:pt>
                <c:pt idx="422">
                  <c:v>78.871814</c:v>
                </c:pt>
                <c:pt idx="423">
                  <c:v>78.095112</c:v>
                </c:pt>
                <c:pt idx="424">
                  <c:v>77.329613</c:v>
                </c:pt>
                <c:pt idx="425">
                  <c:v>76.651709</c:v>
                </c:pt>
                <c:pt idx="426">
                  <c:v>75.933874</c:v>
                </c:pt>
                <c:pt idx="427">
                  <c:v>75.155061</c:v>
                </c:pt>
                <c:pt idx="428">
                  <c:v>74.645564</c:v>
                </c:pt>
                <c:pt idx="429">
                  <c:v>73.452924</c:v>
                </c:pt>
                <c:pt idx="430">
                  <c:v>72.813632</c:v>
                </c:pt>
                <c:pt idx="431">
                  <c:v>72.540118</c:v>
                </c:pt>
                <c:pt idx="432">
                  <c:v>72.180192</c:v>
                </c:pt>
                <c:pt idx="433">
                  <c:v>72.069028</c:v>
                </c:pt>
                <c:pt idx="434">
                  <c:v>71.986101</c:v>
                </c:pt>
                <c:pt idx="435">
                  <c:v>71.263611</c:v>
                </c:pt>
                <c:pt idx="436">
                  <c:v>70.682218</c:v>
                </c:pt>
                <c:pt idx="437">
                  <c:v>70.053731</c:v>
                </c:pt>
                <c:pt idx="438">
                  <c:v>69.662996</c:v>
                </c:pt>
                <c:pt idx="439">
                  <c:v>69.275400</c:v>
                </c:pt>
                <c:pt idx="440">
                  <c:v>68.523873</c:v>
                </c:pt>
                <c:pt idx="441">
                  <c:v>67.967766</c:v>
                </c:pt>
                <c:pt idx="442">
                  <c:v>67.773952</c:v>
                </c:pt>
                <c:pt idx="443">
                  <c:v>67.154512</c:v>
                </c:pt>
                <c:pt idx="444">
                  <c:v>65.968270</c:v>
                </c:pt>
                <c:pt idx="445">
                  <c:v>64.782028</c:v>
                </c:pt>
                <c:pt idx="446">
                  <c:v>64.039787</c:v>
                </c:pt>
                <c:pt idx="447">
                  <c:v>63.374435</c:v>
                </c:pt>
                <c:pt idx="448">
                  <c:v>63.082598</c:v>
                </c:pt>
                <c:pt idx="449">
                  <c:v>62.535405</c:v>
                </c:pt>
                <c:pt idx="450">
                  <c:v>61.988211</c:v>
                </c:pt>
                <c:pt idx="451">
                  <c:v>61.519986</c:v>
                </c:pt>
                <c:pt idx="452">
                  <c:v>61.513977</c:v>
                </c:pt>
                <c:pt idx="453">
                  <c:v>60.812185</c:v>
                </c:pt>
                <c:pt idx="454">
                  <c:v>60.065353</c:v>
                </c:pt>
                <c:pt idx="455">
                  <c:v>59.483079</c:v>
                </c:pt>
                <c:pt idx="456">
                  <c:v>58.939624</c:v>
                </c:pt>
                <c:pt idx="457">
                  <c:v>58.764185</c:v>
                </c:pt>
                <c:pt idx="458">
                  <c:v>58.237869</c:v>
                </c:pt>
                <c:pt idx="459">
                  <c:v>57.711553</c:v>
                </c:pt>
                <c:pt idx="460">
                  <c:v>57.185237</c:v>
                </c:pt>
                <c:pt idx="461">
                  <c:v>56.732042</c:v>
                </c:pt>
                <c:pt idx="462">
                  <c:v>55.688665</c:v>
                </c:pt>
                <c:pt idx="463">
                  <c:v>54.354152</c:v>
                </c:pt>
                <c:pt idx="464">
                  <c:v>53.221863</c:v>
                </c:pt>
                <c:pt idx="465">
                  <c:v>53.050533</c:v>
                </c:pt>
                <c:pt idx="466">
                  <c:v>51.649444</c:v>
                </c:pt>
                <c:pt idx="467">
                  <c:v>50.248356</c:v>
                </c:pt>
                <c:pt idx="468">
                  <c:v>49.371970</c:v>
                </c:pt>
                <c:pt idx="469">
                  <c:v>49.110710</c:v>
                </c:pt>
                <c:pt idx="470">
                  <c:v>47.275257</c:v>
                </c:pt>
                <c:pt idx="471">
                  <c:v>48.955046</c:v>
                </c:pt>
                <c:pt idx="472">
                  <c:v>48.470100</c:v>
                </c:pt>
                <c:pt idx="473">
                  <c:v>47.665893</c:v>
                </c:pt>
                <c:pt idx="474">
                  <c:v>46.332347</c:v>
                </c:pt>
                <c:pt idx="475">
                  <c:v>46.84807</c:v>
                </c:pt>
                <c:pt idx="476">
                  <c:v>48.991529</c:v>
                </c:pt>
                <c:pt idx="477">
                  <c:v>53.802157</c:v>
                </c:pt>
                <c:pt idx="478">
                  <c:v>58.219202</c:v>
                </c:pt>
                <c:pt idx="479">
                  <c:v>60.609482</c:v>
                </c:pt>
                <c:pt idx="480">
                  <c:v>64.013145</c:v>
                </c:pt>
                <c:pt idx="481">
                  <c:v>66.282253</c:v>
                </c:pt>
                <c:pt idx="482">
                  <c:v>67.519873</c:v>
                </c:pt>
                <c:pt idx="483">
                  <c:v>73.192613</c:v>
                </c:pt>
                <c:pt idx="484">
                  <c:v>75.508176</c:v>
                </c:pt>
                <c:pt idx="485">
                  <c:v>75.508180</c:v>
                </c:pt>
                <c:pt idx="486">
                  <c:v>75.878021</c:v>
                </c:pt>
                <c:pt idx="487">
                  <c:v>79.999964</c:v>
                </c:pt>
                <c:pt idx="488">
                  <c:v>80.000004</c:v>
                </c:pt>
                <c:pt idx="489">
                  <c:v>84.538220</c:v>
                </c:pt>
                <c:pt idx="490">
                  <c:v>85.948331</c:v>
                </c:pt>
                <c:pt idx="491">
                  <c:v>86.685912</c:v>
                </c:pt>
                <c:pt idx="492">
                  <c:v>86.685912</c:v>
                </c:pt>
                <c:pt idx="493">
                  <c:v>87.591056</c:v>
                </c:pt>
                <c:pt idx="494">
                  <c:v>89.999961</c:v>
                </c:pt>
                <c:pt idx="495">
                  <c:v>89.999964</c:v>
                </c:pt>
                <c:pt idx="496">
                  <c:v>89.999968</c:v>
                </c:pt>
                <c:pt idx="497">
                  <c:v>89.999968</c:v>
                </c:pt>
                <c:pt idx="498">
                  <c:v>90</c:v>
                </c:pt>
                <c:pt idx="499">
                  <c:v>90</c:v>
                </c:pt>
                <c:pt idx="500">
                  <c:v>90</c:v>
                </c:pt>
                <c:pt idx="501">
                  <c:v>90</c:v>
                </c:pt>
                <c:pt idx="502">
                  <c:v>90</c:v>
                </c:pt>
                <c:pt idx="503">
                  <c:v>90</c:v>
                </c:pt>
                <c:pt idx="504">
                  <c:v>90</c:v>
                </c:pt>
                <c:pt idx="505">
                  <c:v>90</c:v>
                </c:pt>
                <c:pt idx="506">
                  <c:v>90</c:v>
                </c:pt>
                <c:pt idx="507">
                  <c:v>90</c:v>
                </c:pt>
                <c:pt idx="508">
                  <c:v>88.838585</c:v>
                </c:pt>
                <c:pt idx="509">
                  <c:v>87.822234</c:v>
                </c:pt>
                <c:pt idx="510">
                  <c:v>87.551590</c:v>
                </c:pt>
                <c:pt idx="511">
                  <c:v>87.188522</c:v>
                </c:pt>
                <c:pt idx="512">
                  <c:v>87.106891</c:v>
                </c:pt>
                <c:pt idx="513">
                  <c:v>86.228273</c:v>
                </c:pt>
                <c:pt idx="514">
                  <c:v>85.155806</c:v>
                </c:pt>
                <c:pt idx="515">
                  <c:v>84.328655</c:v>
                </c:pt>
                <c:pt idx="516">
                  <c:v>83.910997</c:v>
                </c:pt>
                <c:pt idx="517">
                  <c:v>83.135772</c:v>
                </c:pt>
                <c:pt idx="518">
                  <c:v>83.093458</c:v>
                </c:pt>
                <c:pt idx="519">
                  <c:v>82.157887</c:v>
                </c:pt>
                <c:pt idx="520">
                  <c:v>81.505297</c:v>
                </c:pt>
                <c:pt idx="521">
                  <c:v>81.117704</c:v>
                </c:pt>
                <c:pt idx="522">
                  <c:v>80.594450</c:v>
                </c:pt>
                <c:pt idx="523">
                  <c:v>80.470420</c:v>
                </c:pt>
                <c:pt idx="524">
                  <c:v>79.939614</c:v>
                </c:pt>
                <c:pt idx="525">
                  <c:v>78.747945</c:v>
                </c:pt>
                <c:pt idx="526">
                  <c:v>77.977269</c:v>
                </c:pt>
                <c:pt idx="527">
                  <c:v>76.806180</c:v>
                </c:pt>
                <c:pt idx="528">
                  <c:v>76.192671</c:v>
                </c:pt>
                <c:pt idx="529">
                  <c:v>75.998873</c:v>
                </c:pt>
                <c:pt idx="530">
                  <c:v>75.417480</c:v>
                </c:pt>
                <c:pt idx="531">
                  <c:v>74.836087</c:v>
                </c:pt>
                <c:pt idx="532">
                  <c:v>74.332213</c:v>
                </c:pt>
                <c:pt idx="533">
                  <c:v>74.332213</c:v>
                </c:pt>
                <c:pt idx="534">
                  <c:v>74.332213</c:v>
                </c:pt>
                <c:pt idx="535">
                  <c:v>74.332213</c:v>
                </c:pt>
                <c:pt idx="536">
                  <c:v>74.332213</c:v>
                </c:pt>
                <c:pt idx="537">
                  <c:v>74.332213</c:v>
                </c:pt>
                <c:pt idx="538">
                  <c:v>74.332213</c:v>
                </c:pt>
                <c:pt idx="539">
                  <c:v>74.332213</c:v>
                </c:pt>
                <c:pt idx="540">
                  <c:v>74.332213</c:v>
                </c:pt>
                <c:pt idx="541">
                  <c:v>74.332213</c:v>
                </c:pt>
                <c:pt idx="542">
                  <c:v>74.332213</c:v>
                </c:pt>
                <c:pt idx="543">
                  <c:v>73.975533</c:v>
                </c:pt>
                <c:pt idx="544">
                  <c:v>72.884462</c:v>
                </c:pt>
                <c:pt idx="545">
                  <c:v>71.940307</c:v>
                </c:pt>
                <c:pt idx="546">
                  <c:v>71.400173</c:v>
                </c:pt>
                <c:pt idx="547">
                  <c:v>70.867200</c:v>
                </c:pt>
                <c:pt idx="548">
                  <c:v>70.214062</c:v>
                </c:pt>
                <c:pt idx="549">
                  <c:v>69.199267</c:v>
                </c:pt>
                <c:pt idx="550">
                  <c:v>68.252125</c:v>
                </c:pt>
                <c:pt idx="551">
                  <c:v>67.744727</c:v>
                </c:pt>
                <c:pt idx="552">
                  <c:v>67.165769</c:v>
                </c:pt>
                <c:pt idx="553">
                  <c:v>66.614832</c:v>
                </c:pt>
                <c:pt idx="554">
                  <c:v>65.829453</c:v>
                </c:pt>
                <c:pt idx="555">
                  <c:v>64.986246</c:v>
                </c:pt>
                <c:pt idx="556">
                  <c:v>63.964716</c:v>
                </c:pt>
                <c:pt idx="557">
                  <c:v>62.941144</c:v>
                </c:pt>
                <c:pt idx="558">
                  <c:v>62.306037</c:v>
                </c:pt>
                <c:pt idx="559">
                  <c:v>61.448379</c:v>
                </c:pt>
                <c:pt idx="560">
                  <c:v>60.690492</c:v>
                </c:pt>
                <c:pt idx="561">
                  <c:v>59.423012</c:v>
                </c:pt>
                <c:pt idx="562">
                  <c:v>58.734341</c:v>
                </c:pt>
                <c:pt idx="563">
                  <c:v>58.412961</c:v>
                </c:pt>
                <c:pt idx="564">
                  <c:v>57.881355</c:v>
                </c:pt>
                <c:pt idx="565">
                  <c:v>57.685985</c:v>
                </c:pt>
                <c:pt idx="566">
                  <c:v>58.317427</c:v>
                </c:pt>
                <c:pt idx="567">
                  <c:v>57.956328</c:v>
                </c:pt>
                <c:pt idx="568">
                  <c:v>57.279267</c:v>
                </c:pt>
                <c:pt idx="569">
                  <c:v>56.602207</c:v>
                </c:pt>
                <c:pt idx="570">
                  <c:v>56.376520</c:v>
                </c:pt>
                <c:pt idx="571">
                  <c:v>56.376520</c:v>
                </c:pt>
                <c:pt idx="572">
                  <c:v>55.745765</c:v>
                </c:pt>
                <c:pt idx="573">
                  <c:v>56.614953</c:v>
                </c:pt>
                <c:pt idx="574">
                  <c:v>57.603279</c:v>
                </c:pt>
                <c:pt idx="575">
                  <c:v>60.656763</c:v>
                </c:pt>
                <c:pt idx="576">
                  <c:v>67.464088</c:v>
                </c:pt>
                <c:pt idx="577">
                  <c:v>67.464088</c:v>
                </c:pt>
                <c:pt idx="578">
                  <c:v>68.914202</c:v>
                </c:pt>
                <c:pt idx="579">
                  <c:v>69.328222</c:v>
                </c:pt>
                <c:pt idx="580">
                  <c:v>70.365583</c:v>
                </c:pt>
                <c:pt idx="581">
                  <c:v>70.365587</c:v>
                </c:pt>
                <c:pt idx="582">
                  <c:v>72.058078</c:v>
                </c:pt>
                <c:pt idx="583">
                  <c:v>73.192648</c:v>
                </c:pt>
                <c:pt idx="584">
                  <c:v>75.461756</c:v>
                </c:pt>
                <c:pt idx="585">
                  <c:v>75.923540</c:v>
                </c:pt>
                <c:pt idx="586">
                  <c:v>75.923540</c:v>
                </c:pt>
                <c:pt idx="587">
                  <c:v>75.923551</c:v>
                </c:pt>
                <c:pt idx="588">
                  <c:v>79.327210</c:v>
                </c:pt>
                <c:pt idx="589">
                  <c:v>82.730872</c:v>
                </c:pt>
                <c:pt idx="590">
                  <c:v>84.516459</c:v>
                </c:pt>
                <c:pt idx="591">
                  <c:v>86.785567</c:v>
                </c:pt>
                <c:pt idx="592">
                  <c:v>86.785567</c:v>
                </c:pt>
                <c:pt idx="593">
                  <c:v>87.920125</c:v>
                </c:pt>
                <c:pt idx="594">
                  <c:v>89.516479</c:v>
                </c:pt>
                <c:pt idx="595">
                  <c:v>89.516479</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89.061785</c:v>
                </c:pt>
                <c:pt idx="615">
                  <c:v>88.878139</c:v>
                </c:pt>
                <c:pt idx="616">
                  <c:v>88.189468</c:v>
                </c:pt>
                <c:pt idx="617">
                  <c:v>87.500796</c:v>
                </c:pt>
                <c:pt idx="618">
                  <c:v>87.225328</c:v>
                </c:pt>
                <c:pt idx="619">
                  <c:v>87.181031</c:v>
                </c:pt>
                <c:pt idx="620">
                  <c:v>86.516582</c:v>
                </c:pt>
                <c:pt idx="621">
                  <c:v>85.852133</c:v>
                </c:pt>
                <c:pt idx="622">
                  <c:v>85.364870</c:v>
                </c:pt>
                <c:pt idx="623">
                  <c:v>85.364870</c:v>
                </c:pt>
                <c:pt idx="624">
                  <c:v>83.463808</c:v>
                </c:pt>
                <c:pt idx="625">
                  <c:v>82.24512</c:v>
                </c:pt>
                <c:pt idx="626">
                  <c:v>81.026433</c:v>
                </c:pt>
                <c:pt idx="627">
                  <c:v>80.581641</c:v>
                </c:pt>
                <c:pt idx="628">
                  <c:v>80.292236</c:v>
                </c:pt>
                <c:pt idx="629">
                  <c:v>79.221791</c:v>
                </c:pt>
                <c:pt idx="630">
                  <c:v>77.987603</c:v>
                </c:pt>
                <c:pt idx="631">
                  <c:v>77.042819</c:v>
                </c:pt>
                <c:pt idx="632">
                  <c:v>76.639048</c:v>
                </c:pt>
                <c:pt idx="633">
                  <c:v>75.664763</c:v>
                </c:pt>
                <c:pt idx="634">
                  <c:v>74.496386</c:v>
                </c:pt>
                <c:pt idx="635">
                  <c:v>73.367082</c:v>
                </c:pt>
                <c:pt idx="636">
                  <c:v>72.978900</c:v>
                </c:pt>
                <c:pt idx="637">
                  <c:v>72.583058</c:v>
                </c:pt>
                <c:pt idx="638">
                  <c:v>71.771282</c:v>
                </c:pt>
                <c:pt idx="639">
                  <c:v>71.181808</c:v>
                </c:pt>
                <c:pt idx="640">
                  <c:v>70.592334</c:v>
                </c:pt>
                <c:pt idx="641">
                  <c:v>70.356545</c:v>
                </c:pt>
                <c:pt idx="642">
                  <c:v>70.356545</c:v>
                </c:pt>
                <c:pt idx="643">
                  <c:v>69.809515</c:v>
                </c:pt>
                <c:pt idx="644">
                  <c:v>69.223412</c:v>
                </c:pt>
                <c:pt idx="645">
                  <c:v>68.132671</c:v>
                </c:pt>
                <c:pt idx="646">
                  <c:v>67.433177</c:v>
                </c:pt>
                <c:pt idx="647">
                  <c:v>66.685529</c:v>
                </c:pt>
                <c:pt idx="648">
                  <c:v>65.793649</c:v>
                </c:pt>
                <c:pt idx="649">
                  <c:v>65.129831</c:v>
                </c:pt>
                <c:pt idx="650">
                  <c:v>64.020081</c:v>
                </c:pt>
                <c:pt idx="651">
                  <c:v>63.365110</c:v>
                </c:pt>
                <c:pt idx="652">
                  <c:v>62.322690</c:v>
                </c:pt>
                <c:pt idx="653">
                  <c:v>62.178985</c:v>
                </c:pt>
                <c:pt idx="654">
                  <c:v>61.927520</c:v>
                </c:pt>
                <c:pt idx="655">
                  <c:v>61.927520</c:v>
                </c:pt>
                <c:pt idx="656">
                  <c:v>61.927520</c:v>
                </c:pt>
                <c:pt idx="657">
                  <c:v>61.927520</c:v>
                </c:pt>
                <c:pt idx="658">
                  <c:v>61.723214</c:v>
                </c:pt>
                <c:pt idx="659">
                  <c:v>60.957064</c:v>
                </c:pt>
                <c:pt idx="660">
                  <c:v>60.190914</c:v>
                </c:pt>
                <c:pt idx="661">
                  <c:v>62.843509</c:v>
                </c:pt>
                <c:pt idx="662">
                  <c:v>69.650834</c:v>
                </c:pt>
                <c:pt idx="663">
                  <c:v>73.654435</c:v>
                </c:pt>
                <c:pt idx="664">
                  <c:v>78.654459</c:v>
                </c:pt>
                <c:pt idx="665">
                  <c:v>78.654459</c:v>
                </c:pt>
                <c:pt idx="666">
                  <c:v>78.654459</c:v>
                </c:pt>
                <c:pt idx="667">
                  <c:v>78.654459</c:v>
                </c:pt>
                <c:pt idx="668">
                  <c:v>78.654459</c:v>
                </c:pt>
                <c:pt idx="669">
                  <c:v>78.654459</c:v>
                </c:pt>
                <c:pt idx="670">
                  <c:v>78.654459</c:v>
                </c:pt>
                <c:pt idx="671">
                  <c:v>78.654459</c:v>
                </c:pt>
                <c:pt idx="672">
                  <c:v>78.654459</c:v>
                </c:pt>
                <c:pt idx="673">
                  <c:v>78.654459</c:v>
                </c:pt>
                <c:pt idx="674">
                  <c:v>79.327213</c:v>
                </c:pt>
                <c:pt idx="675">
                  <c:v>79.327213</c:v>
                </c:pt>
                <c:pt idx="676">
                  <c:v>79.327213</c:v>
                </c:pt>
                <c:pt idx="677">
                  <c:v>79.327213</c:v>
                </c:pt>
                <c:pt idx="678">
                  <c:v>79.327213</c:v>
                </c:pt>
                <c:pt idx="679">
                  <c:v>79.327213</c:v>
                </c:pt>
                <c:pt idx="680">
                  <c:v>79.327213</c:v>
                </c:pt>
                <c:pt idx="681">
                  <c:v>79.327213</c:v>
                </c:pt>
                <c:pt idx="682">
                  <c:v>79.999968</c:v>
                </c:pt>
                <c:pt idx="683">
                  <c:v>83.403631</c:v>
                </c:pt>
                <c:pt idx="684">
                  <c:v>84.999984</c:v>
                </c:pt>
                <c:pt idx="685">
                  <c:v>84.999984</c:v>
                </c:pt>
                <c:pt idx="686">
                  <c:v>84.999984</c:v>
                </c:pt>
                <c:pt idx="687">
                  <c:v>85.461783</c:v>
                </c:pt>
                <c:pt idx="688">
                  <c:v>87.730892</c:v>
                </c:pt>
                <c:pt idx="689">
                  <c:v>88.865446</c:v>
                </c:pt>
                <c:pt idx="690">
                  <c:v>89.538217</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1E2-4847-8678-89C2E3E47CBE}"/>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78.201817</c:v>
                </c:pt>
                <c:pt idx="2">
                  <c:v>80</c:v>
                </c:pt>
                <c:pt idx="3">
                  <c:v>83.192675</c:v>
                </c:pt>
                <c:pt idx="4">
                  <c:v>83.192675</c:v>
                </c:pt>
                <c:pt idx="5">
                  <c:v>83.192675</c:v>
                </c:pt>
                <c:pt idx="6">
                  <c:v>85.461783</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87.188522</c:v>
                </c:pt>
                <c:pt idx="32">
                  <c:v>87.188522</c:v>
                </c:pt>
                <c:pt idx="33">
                  <c:v>87.188522</c:v>
                </c:pt>
                <c:pt idx="34">
                  <c:v>87.188522</c:v>
                </c:pt>
                <c:pt idx="35">
                  <c:v>87.188522</c:v>
                </c:pt>
                <c:pt idx="36">
                  <c:v>87.188522</c:v>
                </c:pt>
                <c:pt idx="37">
                  <c:v>87.106891</c:v>
                </c:pt>
                <c:pt idx="38">
                  <c:v>87.106891</c:v>
                </c:pt>
                <c:pt idx="39">
                  <c:v>87.106891</c:v>
                </c:pt>
                <c:pt idx="40">
                  <c:v>87.106891</c:v>
                </c:pt>
                <c:pt idx="41">
                  <c:v>87.106891</c:v>
                </c:pt>
                <c:pt idx="42">
                  <c:v>87.106891</c:v>
                </c:pt>
                <c:pt idx="43">
                  <c:v>87.106891</c:v>
                </c:pt>
                <c:pt idx="44">
                  <c:v>87.106891</c:v>
                </c:pt>
                <c:pt idx="45">
                  <c:v>87.106891</c:v>
                </c:pt>
                <c:pt idx="46">
                  <c:v>87.106891</c:v>
                </c:pt>
                <c:pt idx="47">
                  <c:v>87.106891</c:v>
                </c:pt>
                <c:pt idx="48">
                  <c:v>87.106891</c:v>
                </c:pt>
                <c:pt idx="49">
                  <c:v>87.106891</c:v>
                </c:pt>
                <c:pt idx="50">
                  <c:v>87.106891</c:v>
                </c:pt>
                <c:pt idx="51">
                  <c:v>87.106891</c:v>
                </c:pt>
                <c:pt idx="52">
                  <c:v>87.106891</c:v>
                </c:pt>
                <c:pt idx="53">
                  <c:v>87.106891</c:v>
                </c:pt>
                <c:pt idx="54">
                  <c:v>87.106891</c:v>
                </c:pt>
                <c:pt idx="55">
                  <c:v>87.106891</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87.730860</c:v>
                </c:pt>
                <c:pt idx="144">
                  <c:v>87.730860</c:v>
                </c:pt>
                <c:pt idx="145">
                  <c:v>87.730860</c:v>
                </c:pt>
                <c:pt idx="146">
                  <c:v>89.999968</c:v>
                </c:pt>
                <c:pt idx="147">
                  <c:v>89.999968</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87.188522</c:v>
                </c:pt>
                <c:pt idx="320">
                  <c:v>87.188522</c:v>
                </c:pt>
                <c:pt idx="321">
                  <c:v>87.188522</c:v>
                </c:pt>
                <c:pt idx="322">
                  <c:v>87.188522</c:v>
                </c:pt>
                <c:pt idx="323">
                  <c:v>87.188522</c:v>
                </c:pt>
                <c:pt idx="324">
                  <c:v>87.188522</c:v>
                </c:pt>
                <c:pt idx="325">
                  <c:v>87.188522</c:v>
                </c:pt>
                <c:pt idx="326">
                  <c:v>87.188522</c:v>
                </c:pt>
                <c:pt idx="327">
                  <c:v>88.785626</c:v>
                </c:pt>
                <c:pt idx="328">
                  <c:v>90</c:v>
                </c:pt>
                <c:pt idx="329">
                  <c:v>90</c:v>
                </c:pt>
                <c:pt idx="330">
                  <c:v>90</c:v>
                </c:pt>
                <c:pt idx="331">
                  <c:v>90</c:v>
                </c:pt>
                <c:pt idx="332">
                  <c:v>90</c:v>
                </c:pt>
                <c:pt idx="333">
                  <c:v>90</c:v>
                </c:pt>
                <c:pt idx="334">
                  <c:v>90</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87.730860</c:v>
                </c:pt>
                <c:pt idx="429">
                  <c:v>89.999968</c:v>
                </c:pt>
                <c:pt idx="430">
                  <c:v>89.999968</c:v>
                </c:pt>
                <c:pt idx="431">
                  <c:v>89.999968</c:v>
                </c:pt>
                <c:pt idx="432">
                  <c:v>89.999968</c:v>
                </c:pt>
                <c:pt idx="433">
                  <c:v>89.999968</c:v>
                </c:pt>
                <c:pt idx="434">
                  <c:v>89.999968</c:v>
                </c:pt>
                <c:pt idx="435">
                  <c:v>89.999968</c:v>
                </c:pt>
                <c:pt idx="436">
                  <c:v>89.999968</c:v>
                </c:pt>
                <c:pt idx="437">
                  <c:v>89.999968</c:v>
                </c:pt>
                <c:pt idx="438">
                  <c:v>89.999968</c:v>
                </c:pt>
                <c:pt idx="439">
                  <c:v>89.999968</c:v>
                </c:pt>
                <c:pt idx="440">
                  <c:v>89.999968</c:v>
                </c:pt>
                <c:pt idx="441">
                  <c:v>89.999968</c:v>
                </c:pt>
                <c:pt idx="442">
                  <c:v>89.999968</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1E2-4847-8678-89C2E3E47CB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60.000100</c:v>
                </c:pt>
                <c:pt idx="1">
                  <c:v>60.000100</c:v>
                </c:pt>
                <c:pt idx="2">
                  <c:v>122.128103</c:v>
                </c:pt>
                <c:pt idx="3">
                  <c:v>122.128103</c:v>
                </c:pt>
                <c:pt idx="4">
                  <c:v>60.000100</c:v>
                </c:pt>
                <c:pt idx="5">
                  <c:v>60.000100</c:v>
                </c:pt>
                <c:pt idx="6">
                  <c:v>1E-4</c:v>
                </c:pt>
                <c:pt idx="7">
                  <c:v>1E-4</c:v>
                </c:pt>
                <c:pt idx="8">
                  <c:v>480</c:v>
                </c:pt>
                <c:pt idx="9">
                  <c:v>480</c:v>
                </c:pt>
                <c:pt idx="10">
                  <c:v>654.728348</c:v>
                </c:pt>
                <c:pt idx="11">
                  <c:v>654.728348</c:v>
                </c:pt>
                <c:pt idx="12">
                  <c:v>719.943832</c:v>
                </c:pt>
                <c:pt idx="13">
                  <c:v>719.943832</c:v>
                </c:pt>
                <c:pt idx="14">
                  <c:v>642.210526</c:v>
                </c:pt>
                <c:pt idx="15">
                  <c:v>642.210526</c:v>
                </c:pt>
                <c:pt idx="16">
                  <c:v>545.106653</c:v>
                </c:pt>
                <c:pt idx="17">
                  <c:v>545.106653</c:v>
                </c:pt>
                <c:pt idx="18">
                  <c:v>611.910659</c:v>
                </c:pt>
                <c:pt idx="19">
                  <c:v>611.910659</c:v>
                </c:pt>
                <c:pt idx="20">
                  <c:v>720.000100</c:v>
                </c:pt>
                <c:pt idx="21">
                  <c:v>720.000100</c:v>
                </c:pt>
                <c:pt idx="22">
                  <c:v>591.049514</c:v>
                </c:pt>
                <c:pt idx="23">
                  <c:v>591.049514</c:v>
                </c:pt>
                <c:pt idx="24">
                  <c:v>381.205342</c:v>
                </c:pt>
                <c:pt idx="25">
                  <c:v>381.205342</c:v>
                </c:pt>
                <c:pt idx="26">
                  <c:v>593.645145</c:v>
                </c:pt>
                <c:pt idx="27">
                  <c:v>593.645145</c:v>
                </c:pt>
                <c:pt idx="28">
                  <c:v>410.515735</c:v>
                </c:pt>
                <c:pt idx="29">
                  <c:v>410.515735</c:v>
                </c:pt>
                <c:pt idx="30">
                  <c:v>447.555744</c:v>
                </c:pt>
                <c:pt idx="31">
                  <c:v>447.555744</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124.464704</c:v>
                </c:pt>
                <c:pt idx="53">
                  <c:v>124.464704</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60</c:v>
                </c:pt>
                <c:pt idx="91">
                  <c:v>60</c:v>
                </c:pt>
                <c:pt idx="92">
                  <c:v>90</c:v>
                </c:pt>
                <c:pt idx="93">
                  <c:v>90</c:v>
                </c:pt>
                <c:pt idx="94">
                  <c:v>90</c:v>
                </c:pt>
                <c:pt idx="95">
                  <c:v>90</c:v>
                </c:pt>
                <c:pt idx="96">
                  <c:v>60</c:v>
                </c:pt>
                <c:pt idx="97">
                  <c:v>60</c:v>
                </c:pt>
                <c:pt idx="98">
                  <c:v>59.743117</c:v>
                </c:pt>
                <c:pt idx="99">
                  <c:v>59.743117</c:v>
                </c:pt>
                <c:pt idx="100">
                  <c:v>90</c:v>
                </c:pt>
                <c:pt idx="101">
                  <c:v>90</c:v>
                </c:pt>
                <c:pt idx="102">
                  <c:v>90</c:v>
                </c:pt>
                <c:pt idx="103">
                  <c:v>90</c:v>
                </c:pt>
                <c:pt idx="104">
                  <c:v>17.992243</c:v>
                </c:pt>
                <c:pt idx="105">
                  <c:v>17.992243</c:v>
                </c:pt>
                <c:pt idx="106">
                  <c:v>95.219576</c:v>
                </c:pt>
                <c:pt idx="107">
                  <c:v>95.219576</c:v>
                </c:pt>
                <c:pt idx="108">
                  <c:v>90</c:v>
                </c:pt>
                <c:pt idx="109">
                  <c:v>90</c:v>
                </c:pt>
                <c:pt idx="110">
                  <c:v>90</c:v>
                </c:pt>
                <c:pt idx="111">
                  <c:v>90</c:v>
                </c:pt>
                <c:pt idx="112">
                  <c:v>176.981950</c:v>
                </c:pt>
                <c:pt idx="113">
                  <c:v>176.981950</c:v>
                </c:pt>
                <c:pt idx="114">
                  <c:v>23.952544</c:v>
                </c:pt>
                <c:pt idx="115">
                  <c:v>23.952544</c:v>
                </c:pt>
                <c:pt idx="116">
                  <c:v>150.0001</c:v>
                </c:pt>
                <c:pt idx="117">
                  <c:v>150.0001</c:v>
                </c:pt>
                <c:pt idx="118">
                  <c:v>150.0001</c:v>
                </c:pt>
                <c:pt idx="119">
                  <c:v>150.0001</c:v>
                </c:pt>
                <c:pt idx="120">
                  <c:v>72.211047</c:v>
                </c:pt>
                <c:pt idx="121">
                  <c:v>72.211047</c:v>
                </c:pt>
                <c:pt idx="122">
                  <c:v>60</c:v>
                </c:pt>
                <c:pt idx="123">
                  <c:v>60</c:v>
                </c:pt>
                <c:pt idx="124">
                  <c:v>55.484146</c:v>
                </c:pt>
                <c:pt idx="125">
                  <c:v>55.484146</c:v>
                </c:pt>
                <c:pt idx="126">
                  <c:v>0</c:v>
                </c:pt>
                <c:pt idx="127">
                  <c:v>0</c:v>
                </c:pt>
                <c:pt idx="128">
                  <c:v>11.646000</c:v>
                </c:pt>
                <c:pt idx="129">
                  <c:v>11.646000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60</c:v>
                </c:pt>
                <c:pt idx="149">
                  <c:v>60</c:v>
                </c:pt>
                <c:pt idx="150">
                  <c:v>60</c:v>
                </c:pt>
                <c:pt idx="151">
                  <c:v>60</c:v>
                </c:pt>
                <c:pt idx="152">
                  <c:v>60</c:v>
                </c:pt>
                <c:pt idx="153">
                  <c:v>60</c:v>
                </c:pt>
                <c:pt idx="154">
                  <c:v>60</c:v>
                </c:pt>
                <c:pt idx="155">
                  <c:v>60</c:v>
                </c:pt>
                <c:pt idx="156">
                  <c:v>0</c:v>
                </c:pt>
                <c:pt idx="157">
                  <c:v>0</c:v>
                </c:pt>
                <c:pt idx="158">
                  <c:v>0</c:v>
                </c:pt>
                <c:pt idx="159">
                  <c:v>0</c:v>
                </c:pt>
                <c:pt idx="160">
                  <c:v>60</c:v>
                </c:pt>
                <c:pt idx="161">
                  <c:v>60</c:v>
                </c:pt>
                <c:pt idx="162">
                  <c:v>80.127286</c:v>
                </c:pt>
                <c:pt idx="163">
                  <c:v>80.127286</c:v>
                </c:pt>
                <c:pt idx="164">
                  <c:v>133.665199</c:v>
                </c:pt>
                <c:pt idx="165">
                  <c:v>133.665199</c:v>
                </c:pt>
                <c:pt idx="166">
                  <c:v>150</c:v>
                </c:pt>
                <c:pt idx="167">
                  <c:v>150</c:v>
                </c:pt>
                <c:pt idx="168">
                  <c:v>149.999479</c:v>
                </c:pt>
                <c:pt idx="169">
                  <c:v>149.999479</c:v>
                </c:pt>
                <c:pt idx="170">
                  <c:v>116.866545</c:v>
                </c:pt>
                <c:pt idx="171">
                  <c:v>116.866545</c:v>
                </c:pt>
                <c:pt idx="172">
                  <c:v>90</c:v>
                </c:pt>
                <c:pt idx="173">
                  <c:v>90</c:v>
                </c:pt>
                <c:pt idx="174">
                  <c:v>120</c:v>
                </c:pt>
                <c:pt idx="175">
                  <c:v>120</c:v>
                </c:pt>
                <c:pt idx="176">
                  <c:v>0</c:v>
                </c:pt>
                <c:pt idx="177">
                  <c:v>0</c:v>
                </c:pt>
                <c:pt idx="178">
                  <c:v>0</c:v>
                </c:pt>
                <c:pt idx="179">
                  <c:v>0</c:v>
                </c:pt>
                <c:pt idx="180">
                  <c:v>0</c:v>
                </c:pt>
                <c:pt idx="181">
                  <c:v>0</c:v>
                </c:pt>
                <c:pt idx="182">
                  <c:v>305.184343</c:v>
                </c:pt>
                <c:pt idx="183">
                  <c:v>305.184343</c:v>
                </c:pt>
                <c:pt idx="184">
                  <c:v>600</c:v>
                </c:pt>
                <c:pt idx="185">
                  <c:v>600</c:v>
                </c:pt>
                <c:pt idx="186">
                  <c:v>619.255507</c:v>
                </c:pt>
                <c:pt idx="187">
                  <c:v>619.255507</c:v>
                </c:pt>
                <c:pt idx="188">
                  <c:v>742.352898</c:v>
                </c:pt>
                <c:pt idx="189">
                  <c:v>742.352898</c:v>
                </c:pt>
                <c:pt idx="190">
                  <c:v>721.079966</c:v>
                </c:pt>
                <c:pt idx="191">
                  <c:v>721.079966</c:v>
                </c:pt>
                <c:pt idx="192">
                  <c:v>720</c:v>
                </c:pt>
                <c:pt idx="193">
                  <c:v>720</c:v>
                </c:pt>
                <c:pt idx="194">
                  <c:v>712.339081</c:v>
                </c:pt>
                <c:pt idx="195">
                  <c:v>712.339081</c:v>
                </c:pt>
                <c:pt idx="196">
                  <c:v>780</c:v>
                </c:pt>
                <c:pt idx="197">
                  <c:v>780</c:v>
                </c:pt>
                <c:pt idx="198">
                  <c:v>780</c:v>
                </c:pt>
                <c:pt idx="199">
                  <c:v>780</c:v>
                </c:pt>
                <c:pt idx="200">
                  <c:v>780</c:v>
                </c:pt>
                <c:pt idx="201">
                  <c:v>780</c:v>
                </c:pt>
                <c:pt idx="202">
                  <c:v>759.646357</c:v>
                </c:pt>
                <c:pt idx="203">
                  <c:v>759.646357</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60</c:v>
                </c:pt>
                <c:pt idx="271">
                  <c:v>60</c:v>
                </c:pt>
                <c:pt idx="272">
                  <c:v>1E-4</c:v>
                </c:pt>
                <c:pt idx="273">
                  <c:v>1E-4</c:v>
                </c:pt>
                <c:pt idx="274">
                  <c:v>0</c:v>
                </c:pt>
                <c:pt idx="275">
                  <c:v>0</c:v>
                </c:pt>
                <c:pt idx="276">
                  <c:v>0</c:v>
                </c:pt>
                <c:pt idx="277">
                  <c:v>0</c:v>
                </c:pt>
                <c:pt idx="278">
                  <c:v>0</c:v>
                </c:pt>
                <c:pt idx="279">
                  <c:v>0</c:v>
                </c:pt>
                <c:pt idx="280">
                  <c:v>47.134550</c:v>
                </c:pt>
                <c:pt idx="281">
                  <c:v>47.134550</c:v>
                </c:pt>
                <c:pt idx="282">
                  <c:v>60</c:v>
                </c:pt>
                <c:pt idx="283">
                  <c:v>60</c:v>
                </c:pt>
                <c:pt idx="284">
                  <c:v>0</c:v>
                </c:pt>
                <c:pt idx="285">
                  <c:v>0</c:v>
                </c:pt>
                <c:pt idx="286">
                  <c:v>1E-4</c:v>
                </c:pt>
                <c:pt idx="287">
                  <c:v>1E-4</c:v>
                </c:pt>
                <c:pt idx="288">
                  <c:v>60</c:v>
                </c:pt>
                <c:pt idx="289">
                  <c:v>60</c:v>
                </c:pt>
                <c:pt idx="290">
                  <c:v>17.133929</c:v>
                </c:pt>
                <c:pt idx="291">
                  <c:v>17.133929</c:v>
                </c:pt>
                <c:pt idx="292">
                  <c:v>1E-4</c:v>
                </c:pt>
                <c:pt idx="293">
                  <c:v>1E-4</c:v>
                </c:pt>
                <c:pt idx="294">
                  <c:v>0</c:v>
                </c:pt>
                <c:pt idx="295">
                  <c:v>0</c:v>
                </c:pt>
                <c:pt idx="296">
                  <c:v>0</c:v>
                </c:pt>
                <c:pt idx="297">
                  <c:v>0</c:v>
                </c:pt>
                <c:pt idx="298">
                  <c:v>30</c:v>
                </c:pt>
                <c:pt idx="299">
                  <c:v>30</c:v>
                </c:pt>
                <c:pt idx="300">
                  <c:v>0</c:v>
                </c:pt>
                <c:pt idx="301">
                  <c:v>0</c:v>
                </c:pt>
                <c:pt idx="302">
                  <c:v>30</c:v>
                </c:pt>
                <c:pt idx="303">
                  <c:v>30</c:v>
                </c:pt>
                <c:pt idx="304">
                  <c:v>1E-4</c:v>
                </c:pt>
                <c:pt idx="305">
                  <c:v>1E-4</c:v>
                </c:pt>
                <c:pt idx="306">
                  <c:v>17.134550</c:v>
                </c:pt>
                <c:pt idx="307">
                  <c:v>17.134550</c:v>
                </c:pt>
                <c:pt idx="308">
                  <c:v>0</c:v>
                </c:pt>
                <c:pt idx="309">
                  <c:v>0</c:v>
                </c:pt>
                <c:pt idx="310">
                  <c:v>30</c:v>
                </c:pt>
                <c:pt idx="311">
                  <c:v>30</c:v>
                </c:pt>
                <c:pt idx="312">
                  <c:v>65.532646</c:v>
                </c:pt>
                <c:pt idx="313">
                  <c:v>65.532646</c:v>
                </c:pt>
                <c:pt idx="314">
                  <c:v>96.057000</c:v>
                </c:pt>
                <c:pt idx="315">
                  <c:v>96.057000</c:v>
                </c:pt>
                <c:pt idx="316">
                  <c:v>1E-4</c:v>
                </c:pt>
                <c:pt idx="317">
                  <c:v>1E-4</c:v>
                </c:pt>
                <c:pt idx="318">
                  <c:v>1E-4</c:v>
                </c:pt>
                <c:pt idx="319">
                  <c:v>1E-4</c:v>
                </c:pt>
                <c:pt idx="320">
                  <c:v>11.355</c:v>
                </c:pt>
                <c:pt idx="321">
                  <c:v>11.355</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33.182357</c:v>
                </c:pt>
                <c:pt idx="361">
                  <c:v>33.182357</c:v>
                </c:pt>
                <c:pt idx="362">
                  <c:v>150</c:v>
                </c:pt>
                <c:pt idx="363">
                  <c:v>150</c:v>
                </c:pt>
                <c:pt idx="364">
                  <c:v>180</c:v>
                </c:pt>
                <c:pt idx="365">
                  <c:v>180</c:v>
                </c:pt>
                <c:pt idx="366">
                  <c:v>240</c:v>
                </c:pt>
                <c:pt idx="367">
                  <c:v>240</c:v>
                </c:pt>
                <c:pt idx="368">
                  <c:v>270</c:v>
                </c:pt>
                <c:pt idx="369">
                  <c:v>270</c:v>
                </c:pt>
                <c:pt idx="370">
                  <c:v>330</c:v>
                </c:pt>
                <c:pt idx="371">
                  <c:v>330</c:v>
                </c:pt>
                <c:pt idx="372">
                  <c:v>420</c:v>
                </c:pt>
                <c:pt idx="373">
                  <c:v>420</c:v>
                </c:pt>
                <c:pt idx="374">
                  <c:v>600</c:v>
                </c:pt>
                <c:pt idx="375">
                  <c:v>600</c:v>
                </c:pt>
                <c:pt idx="376">
                  <c:v>720</c:v>
                </c:pt>
                <c:pt idx="377">
                  <c:v>720</c:v>
                </c:pt>
                <c:pt idx="378">
                  <c:v>810</c:v>
                </c:pt>
                <c:pt idx="379">
                  <c:v>810</c:v>
                </c:pt>
                <c:pt idx="380">
                  <c:v>870</c:v>
                </c:pt>
                <c:pt idx="381">
                  <c:v>870</c:v>
                </c:pt>
                <c:pt idx="382">
                  <c:v>870</c:v>
                </c:pt>
                <c:pt idx="383">
                  <c:v>870</c:v>
                </c:pt>
                <c:pt idx="384">
                  <c:v>900</c:v>
                </c:pt>
                <c:pt idx="385">
                  <c:v>900</c:v>
                </c:pt>
                <c:pt idx="386">
                  <c:v>200</c:v>
                </c:pt>
                <c:pt idx="387">
                  <c:v>200</c:v>
                </c:pt>
                <c:pt idx="388">
                  <c:v>270.000200</c:v>
                </c:pt>
                <c:pt idx="389">
                  <c:v>270.000200</c:v>
                </c:pt>
                <c:pt idx="390">
                  <c:v>250.091905</c:v>
                </c:pt>
                <c:pt idx="391">
                  <c:v>250.091905</c:v>
                </c:pt>
                <c:pt idx="392">
                  <c:v>218.139020</c:v>
                </c:pt>
                <c:pt idx="393">
                  <c:v>218.139020</c:v>
                </c:pt>
                <c:pt idx="394">
                  <c:v>218.918300</c:v>
                </c:pt>
                <c:pt idx="395">
                  <c:v>218.918300</c:v>
                </c:pt>
                <c:pt idx="396">
                  <c:v>210.000200</c:v>
                </c:pt>
                <c:pt idx="397">
                  <c:v>210.000200</c:v>
                </c:pt>
                <c:pt idx="398">
                  <c:v>200</c:v>
                </c:pt>
                <c:pt idx="399">
                  <c:v>200</c:v>
                </c:pt>
                <c:pt idx="400">
                  <c:v>240.000200</c:v>
                </c:pt>
                <c:pt idx="401">
                  <c:v>240.000200</c:v>
                </c:pt>
                <c:pt idx="402">
                  <c:v>334.757338</c:v>
                </c:pt>
                <c:pt idx="403">
                  <c:v>334.757338</c:v>
                </c:pt>
                <c:pt idx="404">
                  <c:v>253.347634</c:v>
                </c:pt>
                <c:pt idx="405">
                  <c:v>253.347634</c:v>
                </c:pt>
                <c:pt idx="406">
                  <c:v>200</c:v>
                </c:pt>
                <c:pt idx="407">
                  <c:v>200</c:v>
                </c:pt>
                <c:pt idx="408">
                  <c:v>241.803592</c:v>
                </c:pt>
                <c:pt idx="409">
                  <c:v>241.803592</c:v>
                </c:pt>
                <c:pt idx="410">
                  <c:v>252.000297</c:v>
                </c:pt>
                <c:pt idx="411">
                  <c:v>252.000297</c:v>
                </c:pt>
                <c:pt idx="412">
                  <c:v>200.0001</c:v>
                </c:pt>
                <c:pt idx="413">
                  <c:v>200.0001</c:v>
                </c:pt>
                <c:pt idx="414">
                  <c:v>213.874750</c:v>
                </c:pt>
                <c:pt idx="415">
                  <c:v>213.874750</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1E-4</c:v>
                </c:pt>
                <c:pt idx="457">
                  <c:v>1E-4</c:v>
                </c:pt>
                <c:pt idx="458">
                  <c:v>0</c:v>
                </c:pt>
                <c:pt idx="459">
                  <c:v>0</c:v>
                </c:pt>
                <c:pt idx="460">
                  <c:v>16.054038</c:v>
                </c:pt>
                <c:pt idx="461">
                  <c:v>16.054038</c:v>
                </c:pt>
                <c:pt idx="462">
                  <c:v>0</c:v>
                </c:pt>
                <c:pt idx="463">
                  <c:v>0</c:v>
                </c:pt>
                <c:pt idx="464">
                  <c:v>1E-4</c:v>
                </c:pt>
                <c:pt idx="465">
                  <c:v>1E-4</c:v>
                </c:pt>
                <c:pt idx="466">
                  <c:v>60</c:v>
                </c:pt>
                <c:pt idx="467">
                  <c:v>60</c:v>
                </c:pt>
                <c:pt idx="468">
                  <c:v>0</c:v>
                </c:pt>
                <c:pt idx="469">
                  <c:v>0</c:v>
                </c:pt>
                <c:pt idx="470">
                  <c:v>0</c:v>
                </c:pt>
                <c:pt idx="471">
                  <c:v>0</c:v>
                </c:pt>
                <c:pt idx="472">
                  <c:v>0</c:v>
                </c:pt>
                <c:pt idx="473">
                  <c:v>0</c:v>
                </c:pt>
                <c:pt idx="474">
                  <c:v>0</c:v>
                </c:pt>
                <c:pt idx="475">
                  <c:v>0</c:v>
                </c:pt>
                <c:pt idx="476">
                  <c:v>0</c:v>
                </c:pt>
                <c:pt idx="477">
                  <c:v>0</c:v>
                </c:pt>
                <c:pt idx="478">
                  <c:v>0</c:v>
                </c:pt>
                <c:pt idx="479">
                  <c:v>0</c:v>
                </c:pt>
                <c:pt idx="480">
                  <c:v>16.055397</c:v>
                </c:pt>
                <c:pt idx="481">
                  <c:v>16.055397</c:v>
                </c:pt>
                <c:pt idx="482">
                  <c:v>150</c:v>
                </c:pt>
                <c:pt idx="483">
                  <c:v>150</c:v>
                </c:pt>
                <c:pt idx="484">
                  <c:v>57.551466</c:v>
                </c:pt>
                <c:pt idx="485">
                  <c:v>57.551466</c:v>
                </c:pt>
                <c:pt idx="486">
                  <c:v>0</c:v>
                </c:pt>
                <c:pt idx="487">
                  <c:v>0</c:v>
                </c:pt>
                <c:pt idx="488">
                  <c:v>1E-4</c:v>
                </c:pt>
                <c:pt idx="489">
                  <c:v>1E-4</c:v>
                </c:pt>
                <c:pt idx="490">
                  <c:v>1E-4</c:v>
                </c:pt>
                <c:pt idx="491">
                  <c:v>1E-4</c:v>
                </c:pt>
                <c:pt idx="492">
                  <c:v>0</c:v>
                </c:pt>
                <c:pt idx="493">
                  <c:v>0</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0.000521</c:v>
                </c:pt>
                <c:pt idx="513">
                  <c:v>0.000521</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1E-4</c:v>
                </c:pt>
                <c:pt idx="555">
                  <c:v>1E-4</c:v>
                </c:pt>
                <c:pt idx="556">
                  <c:v>17.134029</c:v>
                </c:pt>
                <c:pt idx="557">
                  <c:v>17.134029</c:v>
                </c:pt>
                <c:pt idx="558">
                  <c:v>120</c:v>
                </c:pt>
                <c:pt idx="559">
                  <c:v>120</c:v>
                </c:pt>
                <c:pt idx="560">
                  <c:v>180</c:v>
                </c:pt>
                <c:pt idx="561">
                  <c:v>180</c:v>
                </c:pt>
                <c:pt idx="562">
                  <c:v>240</c:v>
                </c:pt>
                <c:pt idx="563">
                  <c:v>240</c:v>
                </c:pt>
                <c:pt idx="564">
                  <c:v>390.000421</c:v>
                </c:pt>
                <c:pt idx="565">
                  <c:v>390.000421</c:v>
                </c:pt>
                <c:pt idx="566">
                  <c:v>600</c:v>
                </c:pt>
                <c:pt idx="567">
                  <c:v>600</c:v>
                </c:pt>
                <c:pt idx="568">
                  <c:v>658.572566</c:v>
                </c:pt>
                <c:pt idx="569">
                  <c:v>658.572566</c:v>
                </c:pt>
                <c:pt idx="570">
                  <c:v>356.821205</c:v>
                </c:pt>
                <c:pt idx="571">
                  <c:v>356.821205</c:v>
                </c:pt>
                <c:pt idx="572">
                  <c:v>257.999933</c:v>
                </c:pt>
                <c:pt idx="573">
                  <c:v>257.999933</c:v>
                </c:pt>
                <c:pt idx="574">
                  <c:v>237.766868</c:v>
                </c:pt>
                <c:pt idx="575">
                  <c:v>237.766868</c:v>
                </c:pt>
                <c:pt idx="576">
                  <c:v>200</c:v>
                </c:pt>
                <c:pt idx="577">
                  <c:v>200</c:v>
                </c:pt>
                <c:pt idx="578">
                  <c:v>240</c:v>
                </c:pt>
                <c:pt idx="579">
                  <c:v>240</c:v>
                </c:pt>
                <c:pt idx="580">
                  <c:v>244.886957</c:v>
                </c:pt>
                <c:pt idx="581">
                  <c:v>244.886957</c:v>
                </c:pt>
                <c:pt idx="582">
                  <c:v>300.000100</c:v>
                </c:pt>
                <c:pt idx="583">
                  <c:v>300.000100</c:v>
                </c:pt>
                <c:pt idx="584">
                  <c:v>200</c:v>
                </c:pt>
                <c:pt idx="585">
                  <c:v>200</c:v>
                </c:pt>
                <c:pt idx="586">
                  <c:v>200</c:v>
                </c:pt>
                <c:pt idx="587">
                  <c:v>200</c:v>
                </c:pt>
                <c:pt idx="588">
                  <c:v>200</c:v>
                </c:pt>
                <c:pt idx="589">
                  <c:v>200</c:v>
                </c:pt>
                <c:pt idx="590">
                  <c:v>200</c:v>
                </c:pt>
                <c:pt idx="591">
                  <c:v>200</c:v>
                </c:pt>
                <c:pt idx="592">
                  <c:v>272.258858</c:v>
                </c:pt>
                <c:pt idx="593">
                  <c:v>272.258858</c:v>
                </c:pt>
                <c:pt idx="594">
                  <c:v>200</c:v>
                </c:pt>
                <c:pt idx="595">
                  <c:v>200</c:v>
                </c:pt>
                <c:pt idx="596">
                  <c:v>270.000300</c:v>
                </c:pt>
                <c:pt idx="597">
                  <c:v>270.000300</c:v>
                </c:pt>
                <c:pt idx="598">
                  <c:v>420</c:v>
                </c:pt>
                <c:pt idx="599">
                  <c:v>420</c:v>
                </c:pt>
                <c:pt idx="600">
                  <c:v>243.881875</c:v>
                </c:pt>
                <c:pt idx="601">
                  <c:v>243.881875</c:v>
                </c:pt>
                <c:pt idx="602">
                  <c:v>479.999900</c:v>
                </c:pt>
                <c:pt idx="603">
                  <c:v>479.999900</c:v>
                </c:pt>
                <c:pt idx="604">
                  <c:v>510.000100</c:v>
                </c:pt>
                <c:pt idx="605">
                  <c:v>510.000100</c:v>
                </c:pt>
                <c:pt idx="606">
                  <c:v>660.000100</c:v>
                </c:pt>
                <c:pt idx="607">
                  <c:v>660.000100</c:v>
                </c:pt>
                <c:pt idx="608">
                  <c:v>699.640976</c:v>
                </c:pt>
                <c:pt idx="609">
                  <c:v>699.640976</c:v>
                </c:pt>
                <c:pt idx="610">
                  <c:v>366.288117</c:v>
                </c:pt>
                <c:pt idx="611">
                  <c:v>366.288117</c:v>
                </c:pt>
                <c:pt idx="612">
                  <c:v>688.216120</c:v>
                </c:pt>
                <c:pt idx="613">
                  <c:v>688.216120</c:v>
                </c:pt>
                <c:pt idx="614">
                  <c:v>643.677923</c:v>
                </c:pt>
                <c:pt idx="615">
                  <c:v>643.677923</c:v>
                </c:pt>
                <c:pt idx="616">
                  <c:v>672.210947</c:v>
                </c:pt>
                <c:pt idx="617">
                  <c:v>672.210947</c:v>
                </c:pt>
                <c:pt idx="618">
                  <c:v>502.905618</c:v>
                </c:pt>
                <c:pt idx="619">
                  <c:v>502.905618</c:v>
                </c:pt>
                <c:pt idx="620">
                  <c:v>268.253837</c:v>
                </c:pt>
                <c:pt idx="621">
                  <c:v>268.253837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14.261465</c:v>
                </c:pt>
                <c:pt idx="661">
                  <c:v>14.261465</c:v>
                </c:pt>
                <c:pt idx="662">
                  <c:v>0.000421</c:v>
                </c:pt>
                <c:pt idx="663">
                  <c:v>0.000421</c:v>
                </c:pt>
                <c:pt idx="664">
                  <c:v>60.000100</c:v>
                </c:pt>
                <c:pt idx="665">
                  <c:v>60.000100</c:v>
                </c:pt>
                <c:pt idx="666">
                  <c:v>7.297378</c:v>
                </c:pt>
                <c:pt idx="667">
                  <c:v>7.297378</c:v>
                </c:pt>
                <c:pt idx="668">
                  <c:v>60</c:v>
                </c:pt>
                <c:pt idx="669">
                  <c:v>60</c:v>
                </c:pt>
                <c:pt idx="670">
                  <c:v>0</c:v>
                </c:pt>
                <c:pt idx="671">
                  <c:v>0</c:v>
                </c:pt>
                <c:pt idx="672">
                  <c:v>12.210205</c:v>
                </c:pt>
                <c:pt idx="673">
                  <c:v>12.210205</c:v>
                </c:pt>
                <c:pt idx="674">
                  <c:v>12.210526</c:v>
                </c:pt>
                <c:pt idx="675">
                  <c:v>12.210526</c:v>
                </c:pt>
                <c:pt idx="676">
                  <c:v>60</c:v>
                </c:pt>
                <c:pt idx="677">
                  <c:v>60</c:v>
                </c:pt>
                <c:pt idx="678">
                  <c:v>0</c:v>
                </c:pt>
                <c:pt idx="679">
                  <c:v>0</c:v>
                </c:pt>
                <c:pt idx="680">
                  <c:v>90</c:v>
                </c:pt>
                <c:pt idx="681">
                  <c:v>90</c:v>
                </c:pt>
                <c:pt idx="682">
                  <c:v>55.358321</c:v>
                </c:pt>
                <c:pt idx="683">
                  <c:v>55.358321</c:v>
                </c:pt>
                <c:pt idx="684">
                  <c:v>0</c:v>
                </c:pt>
                <c:pt idx="685">
                  <c:v>0</c:v>
                </c:pt>
                <c:pt idx="686">
                  <c:v>0</c:v>
                </c:pt>
                <c:pt idx="687">
                  <c:v>0</c:v>
                </c:pt>
                <c:pt idx="688">
                  <c:v>60</c:v>
                </c:pt>
                <c:pt idx="689">
                  <c:v>60</c:v>
                </c:pt>
                <c:pt idx="690">
                  <c:v>9.778397</c:v>
                </c:pt>
                <c:pt idx="691">
                  <c:v>9.778397</c:v>
                </c:pt>
                <c:pt idx="692">
                  <c:v>0</c:v>
                </c:pt>
                <c:pt idx="693">
                  <c:v>0</c:v>
                </c:pt>
                <c:pt idx="694">
                  <c:v>0</c:v>
                </c:pt>
                <c:pt idx="695">
                  <c:v>0</c:v>
                </c:pt>
                <c:pt idx="696">
                  <c:v>30.350492</c:v>
                </c:pt>
                <c:pt idx="697">
                  <c:v>30.350492</c:v>
                </c:pt>
                <c:pt idx="698">
                  <c:v>0.000200</c:v>
                </c:pt>
                <c:pt idx="699">
                  <c:v>0.000200</c:v>
                </c:pt>
                <c:pt idx="700">
                  <c:v>58.052308</c:v>
                </c:pt>
                <c:pt idx="701">
                  <c:v>58.052308</c:v>
                </c:pt>
                <c:pt idx="702">
                  <c:v>35.866</c:v>
                </c:pt>
                <c:pt idx="703">
                  <c:v>35.866</c:v>
                </c:pt>
                <c:pt idx="704">
                  <c:v>10.919</c:v>
                </c:pt>
                <c:pt idx="705">
                  <c:v>10.919</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150</c:v>
                </c:pt>
                <c:pt idx="751">
                  <c:v>150</c:v>
                </c:pt>
                <c:pt idx="752">
                  <c:v>196.055297</c:v>
                </c:pt>
                <c:pt idx="753">
                  <c:v>196.055297</c:v>
                </c:pt>
                <c:pt idx="754">
                  <c:v>270</c:v>
                </c:pt>
                <c:pt idx="755">
                  <c:v>270</c:v>
                </c:pt>
                <c:pt idx="756">
                  <c:v>240</c:v>
                </c:pt>
                <c:pt idx="757">
                  <c:v>240</c:v>
                </c:pt>
                <c:pt idx="758">
                  <c:v>335.440641</c:v>
                </c:pt>
                <c:pt idx="759">
                  <c:v>335.440641</c:v>
                </c:pt>
                <c:pt idx="760">
                  <c:v>493.919362</c:v>
                </c:pt>
                <c:pt idx="761">
                  <c:v>493.919362</c:v>
                </c:pt>
                <c:pt idx="762">
                  <c:v>670.550656</c:v>
                </c:pt>
                <c:pt idx="763">
                  <c:v>670.550656</c:v>
                </c:pt>
                <c:pt idx="764">
                  <c:v>715.412888</c:v>
                </c:pt>
                <c:pt idx="765">
                  <c:v>715.412888</c:v>
                </c:pt>
                <c:pt idx="766">
                  <c:v>667.045702</c:v>
                </c:pt>
                <c:pt idx="767">
                  <c:v>667.045702</c:v>
                </c:pt>
                <c:pt idx="768">
                  <c:v>809.999900</c:v>
                </c:pt>
                <c:pt idx="769">
                  <c:v>809.999900</c:v>
                </c:pt>
                <c:pt idx="770">
                  <c:v>741.187476</c:v>
                </c:pt>
                <c:pt idx="771">
                  <c:v>741.187476</c:v>
                </c:pt>
                <c:pt idx="772">
                  <c:v>726.033363</c:v>
                </c:pt>
                <c:pt idx="773">
                  <c:v>726.033363</c:v>
                </c:pt>
                <c:pt idx="774">
                  <c:v>665.583635</c:v>
                </c:pt>
                <c:pt idx="775">
                  <c:v>665.583635</c:v>
                </c:pt>
                <c:pt idx="776">
                  <c:v>337.045259</c:v>
                </c:pt>
                <c:pt idx="777">
                  <c:v>337.045259</c:v>
                </c:pt>
                <c:pt idx="778">
                  <c:v>514.918758</c:v>
                </c:pt>
                <c:pt idx="779">
                  <c:v>514.918758</c:v>
                </c:pt>
                <c:pt idx="780">
                  <c:v>387.428625</c:v>
                </c:pt>
                <c:pt idx="781">
                  <c:v>387.428625</c:v>
                </c:pt>
                <c:pt idx="782">
                  <c:v>244.550392</c:v>
                </c:pt>
                <c:pt idx="783">
                  <c:v>244.550392</c:v>
                </c:pt>
                <c:pt idx="784">
                  <c:v>447.630730</c:v>
                </c:pt>
                <c:pt idx="785">
                  <c:v>447.630730</c:v>
                </c:pt>
                <c:pt idx="786">
                  <c:v>384.247956</c:v>
                </c:pt>
                <c:pt idx="787">
                  <c:v>384.247956</c:v>
                </c:pt>
                <c:pt idx="788">
                  <c:v>202.210526</c:v>
                </c:pt>
                <c:pt idx="789">
                  <c:v>202.210526</c:v>
                </c:pt>
                <c:pt idx="790">
                  <c:v>173.637240</c:v>
                </c:pt>
                <c:pt idx="791">
                  <c:v>173.637240</c:v>
                </c:pt>
                <c:pt idx="792">
                  <c:v>126.508203</c:v>
                </c:pt>
                <c:pt idx="793">
                  <c:v>126.508203</c:v>
                </c:pt>
                <c:pt idx="794">
                  <c:v>111.671428</c:v>
                </c:pt>
                <c:pt idx="795">
                  <c:v>111.671428</c:v>
                </c:pt>
                <c:pt idx="796">
                  <c:v>186.005894</c:v>
                </c:pt>
                <c:pt idx="797">
                  <c:v>186.005894</c:v>
                </c:pt>
                <c:pt idx="798">
                  <c:v>120.000521</c:v>
                </c:pt>
                <c:pt idx="799">
                  <c:v>120.000521</c:v>
                </c:pt>
                <c:pt idx="800">
                  <c:v>174.421895</c:v>
                </c:pt>
                <c:pt idx="801">
                  <c:v>174.421895</c:v>
                </c:pt>
                <c:pt idx="802">
                  <c:v>157.967675</c:v>
                </c:pt>
                <c:pt idx="803">
                  <c:v>157.967675</c:v>
                </c:pt>
                <c:pt idx="804">
                  <c:v>64.423158</c:v>
                </c:pt>
                <c:pt idx="805">
                  <c:v>64.423158</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13.181774</c:v>
                </c:pt>
                <c:pt idx="839">
                  <c:v>13.181774</c:v>
                </c:pt>
                <c:pt idx="840">
                  <c:v>12.210947</c:v>
                </c:pt>
                <c:pt idx="841">
                  <c:v>12.210947</c:v>
                </c:pt>
                <c:pt idx="842">
                  <c:v>60</c:v>
                </c:pt>
                <c:pt idx="843">
                  <c:v>60</c:v>
                </c:pt>
                <c:pt idx="844">
                  <c:v>0</c:v>
                </c:pt>
                <c:pt idx="845">
                  <c:v>0</c:v>
                </c:pt>
                <c:pt idx="846">
                  <c:v>1E-4</c:v>
                </c:pt>
                <c:pt idx="847">
                  <c:v>1E-4</c:v>
                </c:pt>
                <c:pt idx="848">
                  <c:v>1E-4</c:v>
                </c:pt>
                <c:pt idx="849">
                  <c:v>1E-4</c:v>
                </c:pt>
                <c:pt idx="850">
                  <c:v>17.134550</c:v>
                </c:pt>
                <c:pt idx="851">
                  <c:v>17.134550</c:v>
                </c:pt>
                <c:pt idx="852">
                  <c:v>60</c:v>
                </c:pt>
                <c:pt idx="853">
                  <c:v>60</c:v>
                </c:pt>
                <c:pt idx="854">
                  <c:v>0</c:v>
                </c:pt>
                <c:pt idx="855">
                  <c:v>0</c:v>
                </c:pt>
                <c:pt idx="856">
                  <c:v>46.055197</c:v>
                </c:pt>
                <c:pt idx="857">
                  <c:v>46.055197</c:v>
                </c:pt>
                <c:pt idx="858">
                  <c:v>0</c:v>
                </c:pt>
                <c:pt idx="859">
                  <c:v>0</c:v>
                </c:pt>
                <c:pt idx="860">
                  <c:v>0.000200</c:v>
                </c:pt>
                <c:pt idx="861">
                  <c:v>0.000200</c:v>
                </c:pt>
                <c:pt idx="862">
                  <c:v>62.110294</c:v>
                </c:pt>
                <c:pt idx="863">
                  <c:v>62.110294</c:v>
                </c:pt>
                <c:pt idx="864">
                  <c:v>30</c:v>
                </c:pt>
                <c:pt idx="865">
                  <c:v>30</c:v>
                </c:pt>
                <c:pt idx="866">
                  <c:v>0</c:v>
                </c:pt>
                <c:pt idx="867">
                  <c:v>0</c:v>
                </c:pt>
                <c:pt idx="868">
                  <c:v>16.055197</c:v>
                </c:pt>
                <c:pt idx="869">
                  <c:v>16.055197</c:v>
                </c:pt>
                <c:pt idx="870">
                  <c:v>60</c:v>
                </c:pt>
                <c:pt idx="871">
                  <c:v>60</c:v>
                </c:pt>
                <c:pt idx="872">
                  <c:v>1E-4</c:v>
                </c:pt>
                <c:pt idx="873">
                  <c:v>1E-4</c:v>
                </c:pt>
                <c:pt idx="874">
                  <c:v>0</c:v>
                </c:pt>
                <c:pt idx="875">
                  <c:v>0</c:v>
                </c:pt>
                <c:pt idx="876">
                  <c:v>1E-4</c:v>
                </c:pt>
                <c:pt idx="877">
                  <c:v>1E-4</c:v>
                </c:pt>
                <c:pt idx="878">
                  <c:v>59.999900</c:v>
                </c:pt>
                <c:pt idx="879">
                  <c:v>59.999900</c:v>
                </c:pt>
                <c:pt idx="880">
                  <c:v>1E-4</c:v>
                </c:pt>
                <c:pt idx="881">
                  <c:v>1E-4</c:v>
                </c:pt>
                <c:pt idx="882">
                  <c:v>59.999900</c:v>
                </c:pt>
                <c:pt idx="883">
                  <c:v>59.999900</c:v>
                </c:pt>
                <c:pt idx="884">
                  <c:v>0</c:v>
                </c:pt>
                <c:pt idx="885">
                  <c:v>0</c:v>
                </c:pt>
                <c:pt idx="886">
                  <c:v>29.999679</c:v>
                </c:pt>
                <c:pt idx="887">
                  <c:v>29.999679</c:v>
                </c:pt>
                <c:pt idx="888">
                  <c:v>0</c:v>
                </c:pt>
                <c:pt idx="889">
                  <c:v>0</c:v>
                </c:pt>
                <c:pt idx="890">
                  <c:v>0</c:v>
                </c:pt>
                <c:pt idx="891">
                  <c:v>0</c:v>
                </c:pt>
                <c:pt idx="892">
                  <c:v>0</c:v>
                </c:pt>
                <c:pt idx="893">
                  <c:v>0</c:v>
                </c:pt>
                <c:pt idx="894">
                  <c:v>0</c:v>
                </c:pt>
                <c:pt idx="895">
                  <c:v>0</c:v>
                </c:pt>
                <c:pt idx="896">
                  <c:v>0.000421</c:v>
                </c:pt>
                <c:pt idx="897">
                  <c:v>0.000421</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60.000100</c:v>
                </c:pt>
                <c:pt idx="943">
                  <c:v>60.000100</c:v>
                </c:pt>
                <c:pt idx="944">
                  <c:v>47.760136</c:v>
                </c:pt>
                <c:pt idx="945">
                  <c:v>47.760136</c:v>
                </c:pt>
                <c:pt idx="946">
                  <c:v>120</c:v>
                </c:pt>
                <c:pt idx="947">
                  <c:v>120</c:v>
                </c:pt>
                <c:pt idx="948">
                  <c:v>264.100245</c:v>
                </c:pt>
                <c:pt idx="949">
                  <c:v>264.100245</c:v>
                </c:pt>
                <c:pt idx="950">
                  <c:v>672.210326</c:v>
                </c:pt>
                <c:pt idx="951">
                  <c:v>672.210326</c:v>
                </c:pt>
                <c:pt idx="952">
                  <c:v>510.000721</c:v>
                </c:pt>
                <c:pt idx="953">
                  <c:v>510.000721</c:v>
                </c:pt>
                <c:pt idx="954">
                  <c:v>600.000200</c:v>
                </c:pt>
                <c:pt idx="955">
                  <c:v>600.000200</c:v>
                </c:pt>
                <c:pt idx="956">
                  <c:v>840</c:v>
                </c:pt>
                <c:pt idx="957">
                  <c:v>840</c:v>
                </c:pt>
                <c:pt idx="958">
                  <c:v>595.413488</c:v>
                </c:pt>
                <c:pt idx="959">
                  <c:v>595.413488</c:v>
                </c:pt>
                <c:pt idx="960">
                  <c:v>739.689392</c:v>
                </c:pt>
                <c:pt idx="961">
                  <c:v>739.689392</c:v>
                </c:pt>
                <c:pt idx="962">
                  <c:v>739.299703</c:v>
                </c:pt>
                <c:pt idx="963">
                  <c:v>739.299703</c:v>
                </c:pt>
                <c:pt idx="964">
                  <c:v>787.965401</c:v>
                </c:pt>
                <c:pt idx="965">
                  <c:v>787.965401</c:v>
                </c:pt>
                <c:pt idx="966">
                  <c:v>459.930714</c:v>
                </c:pt>
                <c:pt idx="967">
                  <c:v>459.930714</c:v>
                </c:pt>
                <c:pt idx="968">
                  <c:v>670.311229</c:v>
                </c:pt>
                <c:pt idx="969">
                  <c:v>670.311229</c:v>
                </c:pt>
                <c:pt idx="970">
                  <c:v>676.143881</c:v>
                </c:pt>
                <c:pt idx="971">
                  <c:v>676.143881</c:v>
                </c:pt>
                <c:pt idx="972">
                  <c:v>361.30192</c:v>
                </c:pt>
                <c:pt idx="973">
                  <c:v>361.30192</c:v>
                </c:pt>
                <c:pt idx="974">
                  <c:v>540.804246</c:v>
                </c:pt>
                <c:pt idx="975">
                  <c:v>540.804246</c:v>
                </c:pt>
                <c:pt idx="976">
                  <c:v>450.000100</c:v>
                </c:pt>
                <c:pt idx="977">
                  <c:v>450.000100</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196.781990</c:v>
                </c:pt>
                <c:pt idx="991">
                  <c:v>196.781990</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1E-4</c:v>
                </c:pt>
                <c:pt idx="1099">
                  <c:v>1E-4</c:v>
                </c:pt>
                <c:pt idx="1100">
                  <c:v>1E-4</c:v>
                </c:pt>
                <c:pt idx="1101">
                  <c:v>1E-4</c:v>
                </c:pt>
                <c:pt idx="1102">
                  <c:v>0</c:v>
                </c:pt>
                <c:pt idx="1103">
                  <c:v>0</c:v>
                </c:pt>
                <c:pt idx="1104">
                  <c:v>0</c:v>
                </c:pt>
                <c:pt idx="1105">
                  <c:v>0</c:v>
                </c:pt>
                <c:pt idx="1106">
                  <c:v>0</c:v>
                </c:pt>
                <c:pt idx="1107">
                  <c:v>0</c:v>
                </c:pt>
                <c:pt idx="1108">
                  <c:v>0</c:v>
                </c:pt>
                <c:pt idx="1109">
                  <c:v>0</c:v>
                </c:pt>
                <c:pt idx="1110">
                  <c:v>0</c:v>
                </c:pt>
                <c:pt idx="1111">
                  <c:v>0</c:v>
                </c:pt>
                <c:pt idx="1112">
                  <c:v>60.000100</c:v>
                </c:pt>
                <c:pt idx="1113">
                  <c:v>60.000100</c:v>
                </c:pt>
                <c:pt idx="1114">
                  <c:v>41.921300</c:v>
                </c:pt>
                <c:pt idx="1115">
                  <c:v>41.921300</c:v>
                </c:pt>
                <c:pt idx="1116">
                  <c:v>90.000100</c:v>
                </c:pt>
                <c:pt idx="1117">
                  <c:v>90.000100</c:v>
                </c:pt>
                <c:pt idx="1118">
                  <c:v>106.054376</c:v>
                </c:pt>
                <c:pt idx="1119">
                  <c:v>106.054376</c:v>
                </c:pt>
                <c:pt idx="1120">
                  <c:v>60.000100</c:v>
                </c:pt>
                <c:pt idx="1121">
                  <c:v>60.000100</c:v>
                </c:pt>
                <c:pt idx="1122">
                  <c:v>4.323717</c:v>
                </c:pt>
                <c:pt idx="1123">
                  <c:v>4.323717</c:v>
                </c:pt>
                <c:pt idx="1124">
                  <c:v>56.055097</c:v>
                </c:pt>
                <c:pt idx="1125">
                  <c:v>56.055097</c:v>
                </c:pt>
                <c:pt idx="1126">
                  <c:v>60</c:v>
                </c:pt>
                <c:pt idx="1127">
                  <c:v>60</c:v>
                </c:pt>
                <c:pt idx="1128">
                  <c:v>102.211124</c:v>
                </c:pt>
                <c:pt idx="1129">
                  <c:v>102.211124</c:v>
                </c:pt>
                <c:pt idx="1130">
                  <c:v>22.305700</c:v>
                </c:pt>
                <c:pt idx="1131">
                  <c:v>22.305700</c:v>
                </c:pt>
                <c:pt idx="1132">
                  <c:v>90</c:v>
                </c:pt>
                <c:pt idx="1133">
                  <c:v>90</c:v>
                </c:pt>
                <c:pt idx="1134">
                  <c:v>90</c:v>
                </c:pt>
                <c:pt idx="1135">
                  <c:v>90</c:v>
                </c:pt>
                <c:pt idx="1136">
                  <c:v>167.133829</c:v>
                </c:pt>
                <c:pt idx="1137">
                  <c:v>167.133829</c:v>
                </c:pt>
                <c:pt idx="1138">
                  <c:v>60.001021</c:v>
                </c:pt>
                <c:pt idx="1139">
                  <c:v>60.001021</c:v>
                </c:pt>
                <c:pt idx="1140">
                  <c:v>120.0001</c:v>
                </c:pt>
                <c:pt idx="1141">
                  <c:v>120.0001</c:v>
                </c:pt>
                <c:pt idx="1142">
                  <c:v>291.487115</c:v>
                </c:pt>
                <c:pt idx="1143">
                  <c:v>291.487115</c:v>
                </c:pt>
                <c:pt idx="1144">
                  <c:v>360.902861</c:v>
                </c:pt>
                <c:pt idx="1145">
                  <c:v>360.902861</c:v>
                </c:pt>
                <c:pt idx="1146">
                  <c:v>571.852023</c:v>
                </c:pt>
                <c:pt idx="1147">
                  <c:v>571.852023</c:v>
                </c:pt>
                <c:pt idx="1148">
                  <c:v>770.183254</c:v>
                </c:pt>
                <c:pt idx="1149">
                  <c:v>770.183254</c:v>
                </c:pt>
                <c:pt idx="1150">
                  <c:v>749.005471</c:v>
                </c:pt>
                <c:pt idx="1151">
                  <c:v>749.005471</c:v>
                </c:pt>
                <c:pt idx="1152">
                  <c:v>180.000500</c:v>
                </c:pt>
                <c:pt idx="1153">
                  <c:v>180.000500</c:v>
                </c:pt>
                <c:pt idx="1154">
                  <c:v>360.000100</c:v>
                </c:pt>
                <c:pt idx="1155">
                  <c:v>360.000100</c:v>
                </c:pt>
                <c:pt idx="1156">
                  <c:v>302.208787</c:v>
                </c:pt>
                <c:pt idx="1157">
                  <c:v>302.208787</c:v>
                </c:pt>
                <c:pt idx="1158">
                  <c:v>166.067829</c:v>
                </c:pt>
                <c:pt idx="1159">
                  <c:v>166.067829</c:v>
                </c:pt>
                <c:pt idx="1160">
                  <c:v>553.472444</c:v>
                </c:pt>
                <c:pt idx="1161">
                  <c:v>553.472444</c:v>
                </c:pt>
                <c:pt idx="1162">
                  <c:v>832.225184</c:v>
                </c:pt>
                <c:pt idx="1163">
                  <c:v>832.225184</c:v>
                </c:pt>
                <c:pt idx="1164">
                  <c:v>750.000300</c:v>
                </c:pt>
                <c:pt idx="1165">
                  <c:v>750.000300</c:v>
                </c:pt>
                <c:pt idx="1166">
                  <c:v>319.097019</c:v>
                </c:pt>
                <c:pt idx="1167">
                  <c:v>319.097019</c:v>
                </c:pt>
                <c:pt idx="1168">
                  <c:v>298.043326</c:v>
                </c:pt>
                <c:pt idx="1169">
                  <c:v>298.043326</c:v>
                </c:pt>
                <c:pt idx="1170">
                  <c:v>200</c:v>
                </c:pt>
                <c:pt idx="1171">
                  <c:v>200</c:v>
                </c:pt>
                <c:pt idx="1172">
                  <c:v>120</c:v>
                </c:pt>
                <c:pt idx="1173">
                  <c:v>120</c:v>
                </c:pt>
                <c:pt idx="1174">
                  <c:v>90</c:v>
                </c:pt>
                <c:pt idx="1175">
                  <c:v>90</c:v>
                </c:pt>
                <c:pt idx="1176">
                  <c:v>200</c:v>
                </c:pt>
                <c:pt idx="1177">
                  <c:v>200</c:v>
                </c:pt>
                <c:pt idx="1178">
                  <c:v>147.908799</c:v>
                </c:pt>
                <c:pt idx="1179">
                  <c:v>147.908799</c:v>
                </c:pt>
                <c:pt idx="1180">
                  <c:v>52.210847</c:v>
                </c:pt>
                <c:pt idx="1181">
                  <c:v>52.210847</c:v>
                </c:pt>
                <c:pt idx="1182">
                  <c:v>71.336395</c:v>
                </c:pt>
                <c:pt idx="1183">
                  <c:v>71.336395</c:v>
                </c:pt>
                <c:pt idx="1184">
                  <c:v>120</c:v>
                </c:pt>
                <c:pt idx="1185">
                  <c:v>120</c:v>
                </c:pt>
                <c:pt idx="1186">
                  <c:v>123.166264</c:v>
                </c:pt>
                <c:pt idx="1187">
                  <c:v>123.166264</c:v>
                </c:pt>
                <c:pt idx="1188">
                  <c:v>181.408621</c:v>
                </c:pt>
                <c:pt idx="1189">
                  <c:v>181.408621</c:v>
                </c:pt>
                <c:pt idx="1190">
                  <c:v>106.055197</c:v>
                </c:pt>
                <c:pt idx="1191">
                  <c:v>106.055197</c:v>
                </c:pt>
                <c:pt idx="1192">
                  <c:v>196.918935</c:v>
                </c:pt>
                <c:pt idx="1193">
                  <c:v>196.918935</c:v>
                </c:pt>
                <c:pt idx="1194">
                  <c:v>179.999679</c:v>
                </c:pt>
                <c:pt idx="1195">
                  <c:v>179.999679</c:v>
                </c:pt>
                <c:pt idx="1196">
                  <c:v>200</c:v>
                </c:pt>
                <c:pt idx="1197">
                  <c:v>200</c:v>
                </c:pt>
                <c:pt idx="1198">
                  <c:v>193.164401</c:v>
                </c:pt>
                <c:pt idx="1199">
                  <c:v>193.164401</c:v>
                </c:pt>
                <c:pt idx="1200">
                  <c:v>185.679730</c:v>
                </c:pt>
                <c:pt idx="1201">
                  <c:v>185.679730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89.507069</c:v>
                </c:pt>
                <c:pt idx="1313">
                  <c:v>89.507069</c:v>
                </c:pt>
                <c:pt idx="1314">
                  <c:v>17.673928</c:v>
                </c:pt>
                <c:pt idx="1315">
                  <c:v>17.673928</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30</c:v>
                </c:pt>
                <c:pt idx="1333">
                  <c:v>30</c:v>
                </c:pt>
                <c:pt idx="1334">
                  <c:v>63.697141</c:v>
                </c:pt>
                <c:pt idx="1335">
                  <c:v>63.697141</c:v>
                </c:pt>
                <c:pt idx="1336">
                  <c:v>420.000200</c:v>
                </c:pt>
                <c:pt idx="1337">
                  <c:v>420.000200</c:v>
                </c:pt>
                <c:pt idx="1338">
                  <c:v>708.526457</c:v>
                </c:pt>
                <c:pt idx="1339">
                  <c:v>708.526457</c:v>
                </c:pt>
                <c:pt idx="1340">
                  <c:v>870</c:v>
                </c:pt>
                <c:pt idx="1341">
                  <c:v>870</c:v>
                </c:pt>
                <c:pt idx="1342">
                  <c:v>507.966752</c:v>
                </c:pt>
                <c:pt idx="1343">
                  <c:v>507.966752</c:v>
                </c:pt>
                <c:pt idx="1344">
                  <c:v>366.864202</c:v>
                </c:pt>
                <c:pt idx="1345">
                  <c:v>366.864202</c:v>
                </c:pt>
                <c:pt idx="1346">
                  <c:v>197.789153</c:v>
                </c:pt>
                <c:pt idx="1347">
                  <c:v>197.789153</c:v>
                </c:pt>
                <c:pt idx="1348">
                  <c:v>60</c:v>
                </c:pt>
                <c:pt idx="1349">
                  <c:v>60</c:v>
                </c:pt>
                <c:pt idx="1350">
                  <c:v>0</c:v>
                </c:pt>
                <c:pt idx="1351">
                  <c:v>0</c:v>
                </c:pt>
                <c:pt idx="1352">
                  <c:v>416.280472</c:v>
                </c:pt>
                <c:pt idx="1353">
                  <c:v>416.280472</c:v>
                </c:pt>
                <c:pt idx="1354">
                  <c:v>312.210947</c:v>
                </c:pt>
                <c:pt idx="1355">
                  <c:v>312.210947</c:v>
                </c:pt>
                <c:pt idx="1356">
                  <c:v>0</c:v>
                </c:pt>
                <c:pt idx="1357">
                  <c:v>0</c:v>
                </c:pt>
                <c:pt idx="1358">
                  <c:v>0</c:v>
                </c:pt>
                <c:pt idx="1359">
                  <c:v>0</c:v>
                </c:pt>
                <c:pt idx="1360">
                  <c:v>210.0001</c:v>
                </c:pt>
                <c:pt idx="1361">
                  <c:v>210.0001</c:v>
                </c:pt>
                <c:pt idx="1362">
                  <c:v>150.000321</c:v>
                </c:pt>
                <c:pt idx="1363">
                  <c:v>150.000321</c:v>
                </c:pt>
                <c:pt idx="1364">
                  <c:v>120</c:v>
                </c:pt>
                <c:pt idx="1365">
                  <c:v>120</c:v>
                </c:pt>
                <c:pt idx="1366">
                  <c:v>0.000521</c:v>
                </c:pt>
                <c:pt idx="1367">
                  <c:v>0.000521</c:v>
                </c:pt>
                <c:pt idx="1368">
                  <c:v>300.000400</c:v>
                </c:pt>
                <c:pt idx="1369">
                  <c:v>300.000400</c:v>
                </c:pt>
                <c:pt idx="1370">
                  <c:v>553.852334</c:v>
                </c:pt>
                <c:pt idx="1371">
                  <c:v>553.852334</c:v>
                </c:pt>
                <c:pt idx="1372">
                  <c:v>670.782939</c:v>
                </c:pt>
                <c:pt idx="1373">
                  <c:v>670.782939</c:v>
                </c:pt>
                <c:pt idx="1374">
                  <c:v>587.789574</c:v>
                </c:pt>
                <c:pt idx="1375">
                  <c:v>587.789574</c:v>
                </c:pt>
                <c:pt idx="1376">
                  <c:v>183.843187</c:v>
                </c:pt>
                <c:pt idx="1377">
                  <c:v>183.843187</c:v>
                </c:pt>
                <c:pt idx="1378">
                  <c:v>329.999158</c:v>
                </c:pt>
                <c:pt idx="1379">
                  <c:v>329.999158</c:v>
                </c:pt>
                <c:pt idx="1380">
                  <c:v>384.421674</c:v>
                </c:pt>
                <c:pt idx="1381">
                  <c:v>384.421674</c:v>
                </c:pt>
                <c:pt idx="1382">
                  <c:v>509.999379</c:v>
                </c:pt>
                <c:pt idx="1383">
                  <c:v>509.999379</c:v>
                </c:pt>
                <c:pt idx="1384">
                  <c:v>317.791579</c:v>
                </c:pt>
                <c:pt idx="1385">
                  <c:v>317.791579</c:v>
                </c:pt>
                <c:pt idx="1386">
                  <c:v>294.421895</c:v>
                </c:pt>
                <c:pt idx="1387">
                  <c:v>294.421895</c:v>
                </c:pt>
                <c:pt idx="1388">
                  <c:v>186.632221</c:v>
                </c:pt>
                <c:pt idx="1389">
                  <c:v>186.632221</c:v>
                </c:pt>
              </c:numCache>
            </c:numRef>
          </c:yVal>
          <c:smooth val="0"/>
          <c:extLst>
            <c:ext xmlns:c16="http://schemas.microsoft.com/office/drawing/2014/chart" uri="{C3380CC4-5D6E-409C-BE32-E72D297353CC}">
              <c16:uniqueId val="{00000000-B37A-4189-88AE-84D48E4FD4BE}"/>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123.614704</c:v>
                </c:pt>
                <c:pt idx="53">
                  <c:v>123.614704</c:v>
                </c:pt>
                <c:pt idx="54">
                  <c:v>45.55</c:v>
                </c:pt>
                <c:pt idx="55">
                  <c:v>45.55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192.071101</c:v>
                </c:pt>
                <c:pt idx="203">
                  <c:v>192.071101</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91.573733</c:v>
                </c:pt>
                <c:pt idx="385">
                  <c:v>91.573733</c:v>
                </c:pt>
                <c:pt idx="386">
                  <c:v>200</c:v>
                </c:pt>
                <c:pt idx="387">
                  <c:v>200</c:v>
                </c:pt>
                <c:pt idx="388">
                  <c:v>270.000200</c:v>
                </c:pt>
                <c:pt idx="389">
                  <c:v>270.000200</c:v>
                </c:pt>
                <c:pt idx="390">
                  <c:v>250.091905</c:v>
                </c:pt>
                <c:pt idx="391">
                  <c:v>250.091905</c:v>
                </c:pt>
                <c:pt idx="392">
                  <c:v>218.139020</c:v>
                </c:pt>
                <c:pt idx="393">
                  <c:v>218.139020</c:v>
                </c:pt>
                <c:pt idx="394">
                  <c:v>218.918300</c:v>
                </c:pt>
                <c:pt idx="395">
                  <c:v>218.918300</c:v>
                </c:pt>
                <c:pt idx="396">
                  <c:v>210.000200</c:v>
                </c:pt>
                <c:pt idx="397">
                  <c:v>210.000200</c:v>
                </c:pt>
                <c:pt idx="398">
                  <c:v>200</c:v>
                </c:pt>
                <c:pt idx="399">
                  <c:v>200</c:v>
                </c:pt>
                <c:pt idx="400">
                  <c:v>240.000200</c:v>
                </c:pt>
                <c:pt idx="401">
                  <c:v>240.000200</c:v>
                </c:pt>
                <c:pt idx="402">
                  <c:v>334.757338</c:v>
                </c:pt>
                <c:pt idx="403">
                  <c:v>334.757338</c:v>
                </c:pt>
                <c:pt idx="404">
                  <c:v>253.347634</c:v>
                </c:pt>
                <c:pt idx="405">
                  <c:v>253.347634</c:v>
                </c:pt>
                <c:pt idx="406">
                  <c:v>200</c:v>
                </c:pt>
                <c:pt idx="407">
                  <c:v>200</c:v>
                </c:pt>
                <c:pt idx="408">
                  <c:v>241.803592</c:v>
                </c:pt>
                <c:pt idx="409">
                  <c:v>241.803592</c:v>
                </c:pt>
                <c:pt idx="410">
                  <c:v>252.000297</c:v>
                </c:pt>
                <c:pt idx="411">
                  <c:v>252.000297</c:v>
                </c:pt>
                <c:pt idx="412">
                  <c:v>200.0001</c:v>
                </c:pt>
                <c:pt idx="413">
                  <c:v>200.0001</c:v>
                </c:pt>
                <c:pt idx="414">
                  <c:v>213.874750</c:v>
                </c:pt>
                <c:pt idx="415">
                  <c:v>213.874750</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200</c:v>
                </c:pt>
                <c:pt idx="569">
                  <c:v>200</c:v>
                </c:pt>
                <c:pt idx="570">
                  <c:v>356.821205</c:v>
                </c:pt>
                <c:pt idx="571">
                  <c:v>356.821205</c:v>
                </c:pt>
                <c:pt idx="572">
                  <c:v>257.999933</c:v>
                </c:pt>
                <c:pt idx="573">
                  <c:v>257.999933</c:v>
                </c:pt>
                <c:pt idx="574">
                  <c:v>237.766868</c:v>
                </c:pt>
                <c:pt idx="575">
                  <c:v>237.766868</c:v>
                </c:pt>
                <c:pt idx="576">
                  <c:v>200</c:v>
                </c:pt>
                <c:pt idx="577">
                  <c:v>200</c:v>
                </c:pt>
                <c:pt idx="578">
                  <c:v>240</c:v>
                </c:pt>
                <c:pt idx="579">
                  <c:v>240</c:v>
                </c:pt>
                <c:pt idx="580">
                  <c:v>244.886957</c:v>
                </c:pt>
                <c:pt idx="581">
                  <c:v>244.886957</c:v>
                </c:pt>
                <c:pt idx="582">
                  <c:v>300.000100</c:v>
                </c:pt>
                <c:pt idx="583">
                  <c:v>300.000100</c:v>
                </c:pt>
                <c:pt idx="584">
                  <c:v>200</c:v>
                </c:pt>
                <c:pt idx="585">
                  <c:v>200</c:v>
                </c:pt>
                <c:pt idx="586">
                  <c:v>200</c:v>
                </c:pt>
                <c:pt idx="587">
                  <c:v>200</c:v>
                </c:pt>
                <c:pt idx="588">
                  <c:v>200</c:v>
                </c:pt>
                <c:pt idx="589">
                  <c:v>200</c:v>
                </c:pt>
                <c:pt idx="590">
                  <c:v>200</c:v>
                </c:pt>
                <c:pt idx="591">
                  <c:v>200</c:v>
                </c:pt>
                <c:pt idx="592">
                  <c:v>272.258858</c:v>
                </c:pt>
                <c:pt idx="593">
                  <c:v>272.258858</c:v>
                </c:pt>
                <c:pt idx="594">
                  <c:v>200</c:v>
                </c:pt>
                <c:pt idx="595">
                  <c:v>200</c:v>
                </c:pt>
                <c:pt idx="596">
                  <c:v>270.000300</c:v>
                </c:pt>
                <c:pt idx="597">
                  <c:v>270.000300</c:v>
                </c:pt>
                <c:pt idx="598">
                  <c:v>420</c:v>
                </c:pt>
                <c:pt idx="599">
                  <c:v>420</c:v>
                </c:pt>
                <c:pt idx="600">
                  <c:v>243.881875</c:v>
                </c:pt>
                <c:pt idx="601">
                  <c:v>243.881875</c:v>
                </c:pt>
                <c:pt idx="602">
                  <c:v>479.999900</c:v>
                </c:pt>
                <c:pt idx="603">
                  <c:v>479.999900</c:v>
                </c:pt>
                <c:pt idx="604">
                  <c:v>510.000100</c:v>
                </c:pt>
                <c:pt idx="605">
                  <c:v>510.000100</c:v>
                </c:pt>
                <c:pt idx="606">
                  <c:v>660.000100</c:v>
                </c:pt>
                <c:pt idx="607">
                  <c:v>660.000100</c:v>
                </c:pt>
                <c:pt idx="608">
                  <c:v>699.640976</c:v>
                </c:pt>
                <c:pt idx="609">
                  <c:v>699.640976</c:v>
                </c:pt>
                <c:pt idx="610">
                  <c:v>366.288117</c:v>
                </c:pt>
                <c:pt idx="611">
                  <c:v>366.288117</c:v>
                </c:pt>
                <c:pt idx="612">
                  <c:v>688.216120</c:v>
                </c:pt>
                <c:pt idx="613">
                  <c:v>688.216120</c:v>
                </c:pt>
                <c:pt idx="614">
                  <c:v>643.677923</c:v>
                </c:pt>
                <c:pt idx="615">
                  <c:v>643.677923</c:v>
                </c:pt>
                <c:pt idx="616">
                  <c:v>672.210947</c:v>
                </c:pt>
                <c:pt idx="617">
                  <c:v>672.210947</c:v>
                </c:pt>
                <c:pt idx="618">
                  <c:v>502.905618</c:v>
                </c:pt>
                <c:pt idx="619">
                  <c:v>502.905618</c:v>
                </c:pt>
                <c:pt idx="620">
                  <c:v>268.253837</c:v>
                </c:pt>
                <c:pt idx="621">
                  <c:v>268.253837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52.594758</c:v>
                </c:pt>
                <c:pt idx="795">
                  <c:v>52.594758</c:v>
                </c:pt>
                <c:pt idx="796">
                  <c:v>186.005894</c:v>
                </c:pt>
                <c:pt idx="797">
                  <c:v>186.005894</c:v>
                </c:pt>
                <c:pt idx="798">
                  <c:v>120.000521</c:v>
                </c:pt>
                <c:pt idx="799">
                  <c:v>120.000521</c:v>
                </c:pt>
                <c:pt idx="800">
                  <c:v>174.421895</c:v>
                </c:pt>
                <c:pt idx="801">
                  <c:v>174.421895</c:v>
                </c:pt>
                <c:pt idx="802">
                  <c:v>157.967675</c:v>
                </c:pt>
                <c:pt idx="803">
                  <c:v>157.967675</c:v>
                </c:pt>
                <c:pt idx="804">
                  <c:v>64.423158</c:v>
                </c:pt>
                <c:pt idx="805">
                  <c:v>64.423158</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200</c:v>
                </c:pt>
                <c:pt idx="977">
                  <c:v>200</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196.781990</c:v>
                </c:pt>
                <c:pt idx="991">
                  <c:v>196.781990</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198.043226</c:v>
                </c:pt>
                <c:pt idx="1169">
                  <c:v>198.043226</c:v>
                </c:pt>
                <c:pt idx="1170">
                  <c:v>200</c:v>
                </c:pt>
                <c:pt idx="1171">
                  <c:v>200</c:v>
                </c:pt>
                <c:pt idx="1172">
                  <c:v>120</c:v>
                </c:pt>
                <c:pt idx="1173">
                  <c:v>120</c:v>
                </c:pt>
                <c:pt idx="1174">
                  <c:v>90</c:v>
                </c:pt>
                <c:pt idx="1175">
                  <c:v>90</c:v>
                </c:pt>
                <c:pt idx="1176">
                  <c:v>200</c:v>
                </c:pt>
                <c:pt idx="1177">
                  <c:v>200</c:v>
                </c:pt>
                <c:pt idx="1178">
                  <c:v>147.908799</c:v>
                </c:pt>
                <c:pt idx="1179">
                  <c:v>147.908799</c:v>
                </c:pt>
                <c:pt idx="1180">
                  <c:v>52.210847</c:v>
                </c:pt>
                <c:pt idx="1181">
                  <c:v>52.210847</c:v>
                </c:pt>
                <c:pt idx="1182">
                  <c:v>71.336395</c:v>
                </c:pt>
                <c:pt idx="1183">
                  <c:v>71.336395</c:v>
                </c:pt>
                <c:pt idx="1184">
                  <c:v>120</c:v>
                </c:pt>
                <c:pt idx="1185">
                  <c:v>120</c:v>
                </c:pt>
                <c:pt idx="1186">
                  <c:v>123.166264</c:v>
                </c:pt>
                <c:pt idx="1187">
                  <c:v>123.166264</c:v>
                </c:pt>
                <c:pt idx="1188">
                  <c:v>181.408621</c:v>
                </c:pt>
                <c:pt idx="1189">
                  <c:v>181.408621</c:v>
                </c:pt>
                <c:pt idx="1190">
                  <c:v>106.055197</c:v>
                </c:pt>
                <c:pt idx="1191">
                  <c:v>106.055197</c:v>
                </c:pt>
                <c:pt idx="1192">
                  <c:v>196.918935</c:v>
                </c:pt>
                <c:pt idx="1193">
                  <c:v>196.918935</c:v>
                </c:pt>
                <c:pt idx="1194">
                  <c:v>179.999679</c:v>
                </c:pt>
                <c:pt idx="1195">
                  <c:v>179.999679</c:v>
                </c:pt>
                <c:pt idx="1196">
                  <c:v>200</c:v>
                </c:pt>
                <c:pt idx="1197">
                  <c:v>200</c:v>
                </c:pt>
                <c:pt idx="1198">
                  <c:v>193.164401</c:v>
                </c:pt>
                <c:pt idx="1199">
                  <c:v>193.164401</c:v>
                </c:pt>
                <c:pt idx="1200">
                  <c:v>185.679730</c:v>
                </c:pt>
                <c:pt idx="1201">
                  <c:v>185.679730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37A-4189-88AE-84D48E4FD4BE}"/>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0.85</c:v>
                </c:pt>
                <c:pt idx="53">
                  <c:v>0.85</c:v>
                </c:pt>
                <c:pt idx="54">
                  <c:v>14.45</c:v>
                </c:pt>
                <c:pt idx="55">
                  <c:v>14.45</c:v>
                </c:pt>
                <c:pt idx="56">
                  <c:v>35.700000</c:v>
                </c:pt>
                <c:pt idx="57">
                  <c:v>35.700000</c:v>
                </c:pt>
                <c:pt idx="58">
                  <c:v>47.6</c:v>
                </c:pt>
                <c:pt idx="59">
                  <c:v>47.6</c:v>
                </c:pt>
                <c:pt idx="60">
                  <c:v>57.8</c:v>
                </c:pt>
                <c:pt idx="61">
                  <c:v>57.8</c:v>
                </c:pt>
                <c:pt idx="62">
                  <c:v>83.3</c:v>
                </c:pt>
                <c:pt idx="63">
                  <c:v>83.3</c:v>
                </c:pt>
                <c:pt idx="64">
                  <c:v>121.55</c:v>
                </c:pt>
                <c:pt idx="65">
                  <c:v>121.55</c:v>
                </c:pt>
                <c:pt idx="66">
                  <c:v>179.35</c:v>
                </c:pt>
                <c:pt idx="67">
                  <c:v>179.35</c:v>
                </c:pt>
                <c:pt idx="68">
                  <c:v>265.2</c:v>
                </c:pt>
                <c:pt idx="69">
                  <c:v>265.2</c:v>
                </c:pt>
                <c:pt idx="70">
                  <c:v>299.2</c:v>
                </c:pt>
                <c:pt idx="71">
                  <c:v>299.2</c:v>
                </c:pt>
                <c:pt idx="72">
                  <c:v>331.5</c:v>
                </c:pt>
                <c:pt idx="73">
                  <c:v>331.5</c:v>
                </c:pt>
                <c:pt idx="74">
                  <c:v>360.4</c:v>
                </c:pt>
                <c:pt idx="75">
                  <c:v>360.4</c:v>
                </c:pt>
                <c:pt idx="76">
                  <c:v>385.9</c:v>
                </c:pt>
                <c:pt idx="77">
                  <c:v>385.9</c:v>
                </c:pt>
                <c:pt idx="78">
                  <c:v>408.85</c:v>
                </c:pt>
                <c:pt idx="79">
                  <c:v>408.85</c:v>
                </c:pt>
                <c:pt idx="80">
                  <c:v>428.4</c:v>
                </c:pt>
                <c:pt idx="81">
                  <c:v>428.4</c:v>
                </c:pt>
                <c:pt idx="82">
                  <c:v>444.55</c:v>
                </c:pt>
                <c:pt idx="83">
                  <c:v>444.55</c:v>
                </c:pt>
                <c:pt idx="84">
                  <c:v>457.3</c:v>
                </c:pt>
                <c:pt idx="85">
                  <c:v>457.3</c:v>
                </c:pt>
                <c:pt idx="86">
                  <c:v>466.65</c:v>
                </c:pt>
                <c:pt idx="87">
                  <c:v>466.65</c:v>
                </c:pt>
                <c:pt idx="88">
                  <c:v>472.6</c:v>
                </c:pt>
                <c:pt idx="89">
                  <c:v>472.6</c:v>
                </c:pt>
                <c:pt idx="90">
                  <c:v>476</c:v>
                </c:pt>
                <c:pt idx="91">
                  <c:v>476</c:v>
                </c:pt>
                <c:pt idx="92">
                  <c:v>475.15</c:v>
                </c:pt>
                <c:pt idx="93">
                  <c:v>475.15</c:v>
                </c:pt>
                <c:pt idx="94">
                  <c:v>470.9</c:v>
                </c:pt>
                <c:pt idx="95">
                  <c:v>470.9</c:v>
                </c:pt>
                <c:pt idx="96">
                  <c:v>463.25</c:v>
                </c:pt>
                <c:pt idx="97">
                  <c:v>463.25</c:v>
                </c:pt>
                <c:pt idx="98">
                  <c:v>453.05</c:v>
                </c:pt>
                <c:pt idx="99">
                  <c:v>453.05</c:v>
                </c:pt>
                <c:pt idx="100">
                  <c:v>438.6</c:v>
                </c:pt>
                <c:pt idx="101">
                  <c:v>438.6</c:v>
                </c:pt>
                <c:pt idx="102">
                  <c:v>421.6</c:v>
                </c:pt>
                <c:pt idx="103">
                  <c:v>421.6</c:v>
                </c:pt>
                <c:pt idx="104">
                  <c:v>402.05</c:v>
                </c:pt>
                <c:pt idx="105">
                  <c:v>402.05</c:v>
                </c:pt>
                <c:pt idx="106">
                  <c:v>379.95</c:v>
                </c:pt>
                <c:pt idx="107">
                  <c:v>379.95</c:v>
                </c:pt>
                <c:pt idx="108">
                  <c:v>354.45</c:v>
                </c:pt>
                <c:pt idx="109">
                  <c:v>354.45</c:v>
                </c:pt>
                <c:pt idx="110">
                  <c:v>326.400000</c:v>
                </c:pt>
                <c:pt idx="111">
                  <c:v>326.400000</c:v>
                </c:pt>
                <c:pt idx="112">
                  <c:v>296.650000</c:v>
                </c:pt>
                <c:pt idx="113">
                  <c:v>296.650000</c:v>
                </c:pt>
                <c:pt idx="114">
                  <c:v>264.350000</c:v>
                </c:pt>
                <c:pt idx="115">
                  <c:v>264.350000</c:v>
                </c:pt>
                <c:pt idx="116">
                  <c:v>229.5</c:v>
                </c:pt>
                <c:pt idx="117">
                  <c:v>229.5</c:v>
                </c:pt>
                <c:pt idx="118">
                  <c:v>193.8</c:v>
                </c:pt>
                <c:pt idx="119">
                  <c:v>193.8</c:v>
                </c:pt>
                <c:pt idx="120">
                  <c:v>157.25</c:v>
                </c:pt>
                <c:pt idx="121">
                  <c:v>157.25</c:v>
                </c:pt>
                <c:pt idx="122">
                  <c:v>120.7</c:v>
                </c:pt>
                <c:pt idx="123">
                  <c:v>120.7</c:v>
                </c:pt>
                <c:pt idx="124">
                  <c:v>85</c:v>
                </c:pt>
                <c:pt idx="125">
                  <c:v>85</c:v>
                </c:pt>
                <c:pt idx="126">
                  <c:v>48.45</c:v>
                </c:pt>
                <c:pt idx="127">
                  <c:v>48.45</c:v>
                </c:pt>
                <c:pt idx="128">
                  <c:v>12.75</c:v>
                </c:pt>
                <c:pt idx="129">
                  <c:v>12.75</c:v>
                </c:pt>
                <c:pt idx="130">
                  <c:v>0.85</c:v>
                </c:pt>
                <c:pt idx="131">
                  <c:v>0.85</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1.7</c:v>
                </c:pt>
                <c:pt idx="245">
                  <c:v>1.7</c:v>
                </c:pt>
                <c:pt idx="246">
                  <c:v>13.6</c:v>
                </c:pt>
                <c:pt idx="247">
                  <c:v>13.6</c:v>
                </c:pt>
                <c:pt idx="248">
                  <c:v>32.300000</c:v>
                </c:pt>
                <c:pt idx="249">
                  <c:v>32.300000</c:v>
                </c:pt>
                <c:pt idx="250">
                  <c:v>45.9</c:v>
                </c:pt>
                <c:pt idx="251">
                  <c:v>45.9</c:v>
                </c:pt>
                <c:pt idx="252">
                  <c:v>69.7</c:v>
                </c:pt>
                <c:pt idx="253">
                  <c:v>69.7</c:v>
                </c:pt>
                <c:pt idx="254">
                  <c:v>77.350000</c:v>
                </c:pt>
                <c:pt idx="255">
                  <c:v>77.350000</c:v>
                </c:pt>
                <c:pt idx="256">
                  <c:v>98.6</c:v>
                </c:pt>
                <c:pt idx="257">
                  <c:v>98.6</c:v>
                </c:pt>
                <c:pt idx="258">
                  <c:v>121.55</c:v>
                </c:pt>
                <c:pt idx="259">
                  <c:v>121.55</c:v>
                </c:pt>
                <c:pt idx="260">
                  <c:v>166.6</c:v>
                </c:pt>
                <c:pt idx="261">
                  <c:v>166.6</c:v>
                </c:pt>
                <c:pt idx="262">
                  <c:v>235.45</c:v>
                </c:pt>
                <c:pt idx="263">
                  <c:v>235.45</c:v>
                </c:pt>
                <c:pt idx="264">
                  <c:v>280.5</c:v>
                </c:pt>
                <c:pt idx="265">
                  <c:v>280.5</c:v>
                </c:pt>
                <c:pt idx="266">
                  <c:v>317.05</c:v>
                </c:pt>
                <c:pt idx="267">
                  <c:v>317.05</c:v>
                </c:pt>
                <c:pt idx="268">
                  <c:v>346.8</c:v>
                </c:pt>
                <c:pt idx="269">
                  <c:v>346.8</c:v>
                </c:pt>
                <c:pt idx="270">
                  <c:v>283.900000</c:v>
                </c:pt>
                <c:pt idx="271">
                  <c:v>283.900000</c:v>
                </c:pt>
                <c:pt idx="272">
                  <c:v>156.4</c:v>
                </c:pt>
                <c:pt idx="273">
                  <c:v>156.4</c:v>
                </c:pt>
                <c:pt idx="274">
                  <c:v>136.85</c:v>
                </c:pt>
                <c:pt idx="275">
                  <c:v>136.85</c:v>
                </c:pt>
                <c:pt idx="276">
                  <c:v>351.9</c:v>
                </c:pt>
                <c:pt idx="277">
                  <c:v>351.9</c:v>
                </c:pt>
                <c:pt idx="278">
                  <c:v>432.65</c:v>
                </c:pt>
                <c:pt idx="279">
                  <c:v>432.65</c:v>
                </c:pt>
                <c:pt idx="280">
                  <c:v>441.15</c:v>
                </c:pt>
                <c:pt idx="281">
                  <c:v>441.15</c:v>
                </c:pt>
                <c:pt idx="282">
                  <c:v>444.55</c:v>
                </c:pt>
                <c:pt idx="283">
                  <c:v>444.55</c:v>
                </c:pt>
                <c:pt idx="284">
                  <c:v>439.45</c:v>
                </c:pt>
                <c:pt idx="285">
                  <c:v>439.45</c:v>
                </c:pt>
                <c:pt idx="286">
                  <c:v>423.3</c:v>
                </c:pt>
                <c:pt idx="287">
                  <c:v>423.3</c:v>
                </c:pt>
                <c:pt idx="288">
                  <c:v>343.4</c:v>
                </c:pt>
                <c:pt idx="289">
                  <c:v>343.4</c:v>
                </c:pt>
                <c:pt idx="290">
                  <c:v>208.25</c:v>
                </c:pt>
                <c:pt idx="291">
                  <c:v>208.25</c:v>
                </c:pt>
                <c:pt idx="292">
                  <c:v>210.8</c:v>
                </c:pt>
                <c:pt idx="293">
                  <c:v>210.8</c:v>
                </c:pt>
                <c:pt idx="294">
                  <c:v>275.400000</c:v>
                </c:pt>
                <c:pt idx="295">
                  <c:v>275.400000</c:v>
                </c:pt>
                <c:pt idx="296">
                  <c:v>251.6</c:v>
                </c:pt>
                <c:pt idx="297">
                  <c:v>251.6</c:v>
                </c:pt>
                <c:pt idx="298">
                  <c:v>181.9</c:v>
                </c:pt>
                <c:pt idx="299">
                  <c:v>181.9</c:v>
                </c:pt>
                <c:pt idx="300">
                  <c:v>142.800000</c:v>
                </c:pt>
                <c:pt idx="301">
                  <c:v>142.800000</c:v>
                </c:pt>
                <c:pt idx="302">
                  <c:v>143.65</c:v>
                </c:pt>
                <c:pt idx="303">
                  <c:v>143.65</c:v>
                </c:pt>
                <c:pt idx="304">
                  <c:v>126.65</c:v>
                </c:pt>
                <c:pt idx="305">
                  <c:v>126.65</c:v>
                </c:pt>
                <c:pt idx="306">
                  <c:v>128.35</c:v>
                </c:pt>
                <c:pt idx="307">
                  <c:v>128.35</c:v>
                </c:pt>
                <c:pt idx="308">
                  <c:v>135.15</c:v>
                </c:pt>
                <c:pt idx="309">
                  <c:v>135.15</c:v>
                </c:pt>
                <c:pt idx="310">
                  <c:v>119.85</c:v>
                </c:pt>
                <c:pt idx="311">
                  <c:v>119.85</c:v>
                </c:pt>
                <c:pt idx="312">
                  <c:v>90.95</c:v>
                </c:pt>
                <c:pt idx="313">
                  <c:v>90.95</c:v>
                </c:pt>
                <c:pt idx="314">
                  <c:v>91.8</c:v>
                </c:pt>
                <c:pt idx="315">
                  <c:v>91.8</c:v>
                </c:pt>
                <c:pt idx="316">
                  <c:v>77.350000</c:v>
                </c:pt>
                <c:pt idx="317">
                  <c:v>77.350000</c:v>
                </c:pt>
                <c:pt idx="318">
                  <c:v>44.2</c:v>
                </c:pt>
                <c:pt idx="319">
                  <c:v>44.2</c:v>
                </c:pt>
                <c:pt idx="320">
                  <c:v>16.150000</c:v>
                </c:pt>
                <c:pt idx="321">
                  <c:v>16.150000</c:v>
                </c:pt>
                <c:pt idx="322">
                  <c:v>1.7</c:v>
                </c:pt>
                <c:pt idx="323">
                  <c:v>1.7</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3.4</c:v>
                </c:pt>
                <c:pt idx="439">
                  <c:v>3.4</c:v>
                </c:pt>
                <c:pt idx="440">
                  <c:v>13.6</c:v>
                </c:pt>
                <c:pt idx="441">
                  <c:v>13.6</c:v>
                </c:pt>
                <c:pt idx="442">
                  <c:v>14.45</c:v>
                </c:pt>
                <c:pt idx="443">
                  <c:v>14.45</c:v>
                </c:pt>
                <c:pt idx="444">
                  <c:v>19.55</c:v>
                </c:pt>
                <c:pt idx="445">
                  <c:v>19.55</c:v>
                </c:pt>
                <c:pt idx="446">
                  <c:v>30.6</c:v>
                </c:pt>
                <c:pt idx="447">
                  <c:v>30.6</c:v>
                </c:pt>
                <c:pt idx="448">
                  <c:v>34.85</c:v>
                </c:pt>
                <c:pt idx="449">
                  <c:v>34.85</c:v>
                </c:pt>
                <c:pt idx="450">
                  <c:v>31.45</c:v>
                </c:pt>
                <c:pt idx="451">
                  <c:v>31.45</c:v>
                </c:pt>
                <c:pt idx="452">
                  <c:v>27.2</c:v>
                </c:pt>
                <c:pt idx="453">
                  <c:v>27.2</c:v>
                </c:pt>
                <c:pt idx="454">
                  <c:v>51</c:v>
                </c:pt>
                <c:pt idx="455">
                  <c:v>51</c:v>
                </c:pt>
                <c:pt idx="456">
                  <c:v>54.4</c:v>
                </c:pt>
                <c:pt idx="457">
                  <c:v>54.4</c:v>
                </c:pt>
                <c:pt idx="458">
                  <c:v>56.95</c:v>
                </c:pt>
                <c:pt idx="459">
                  <c:v>56.95</c:v>
                </c:pt>
                <c:pt idx="460">
                  <c:v>76.5</c:v>
                </c:pt>
                <c:pt idx="461">
                  <c:v>76.5</c:v>
                </c:pt>
                <c:pt idx="462">
                  <c:v>65.45</c:v>
                </c:pt>
                <c:pt idx="463">
                  <c:v>65.45</c:v>
                </c:pt>
                <c:pt idx="464">
                  <c:v>93.5</c:v>
                </c:pt>
                <c:pt idx="465">
                  <c:v>93.5</c:v>
                </c:pt>
                <c:pt idx="466">
                  <c:v>70.55</c:v>
                </c:pt>
                <c:pt idx="467">
                  <c:v>70.55</c:v>
                </c:pt>
                <c:pt idx="468">
                  <c:v>51</c:v>
                </c:pt>
                <c:pt idx="469">
                  <c:v>51</c:v>
                </c:pt>
                <c:pt idx="470">
                  <c:v>66.3</c:v>
                </c:pt>
                <c:pt idx="471">
                  <c:v>66.3</c:v>
                </c:pt>
                <c:pt idx="472">
                  <c:v>81.600000</c:v>
                </c:pt>
                <c:pt idx="473">
                  <c:v>81.600000</c:v>
                </c:pt>
                <c:pt idx="474">
                  <c:v>55.25</c:v>
                </c:pt>
                <c:pt idx="475">
                  <c:v>55.25</c:v>
                </c:pt>
                <c:pt idx="476">
                  <c:v>80.75</c:v>
                </c:pt>
                <c:pt idx="477">
                  <c:v>80.75</c:v>
                </c:pt>
                <c:pt idx="478">
                  <c:v>54.4</c:v>
                </c:pt>
                <c:pt idx="479">
                  <c:v>54.4</c:v>
                </c:pt>
                <c:pt idx="480">
                  <c:v>52.7</c:v>
                </c:pt>
                <c:pt idx="481">
                  <c:v>52.7</c:v>
                </c:pt>
                <c:pt idx="482">
                  <c:v>73.95</c:v>
                </c:pt>
                <c:pt idx="483">
                  <c:v>73.95</c:v>
                </c:pt>
                <c:pt idx="484">
                  <c:v>68.850000</c:v>
                </c:pt>
                <c:pt idx="485">
                  <c:v>68.850000</c:v>
                </c:pt>
                <c:pt idx="486">
                  <c:v>59.5</c:v>
                </c:pt>
                <c:pt idx="487">
                  <c:v>59.5</c:v>
                </c:pt>
                <c:pt idx="488">
                  <c:v>105.4</c:v>
                </c:pt>
                <c:pt idx="489">
                  <c:v>105.4</c:v>
                </c:pt>
                <c:pt idx="490">
                  <c:v>82.45</c:v>
                </c:pt>
                <c:pt idx="491">
                  <c:v>82.45</c:v>
                </c:pt>
                <c:pt idx="492">
                  <c:v>84.15</c:v>
                </c:pt>
                <c:pt idx="493">
                  <c:v>84.15</c:v>
                </c:pt>
                <c:pt idx="494">
                  <c:v>80.75</c:v>
                </c:pt>
                <c:pt idx="495">
                  <c:v>80.75</c:v>
                </c:pt>
                <c:pt idx="496">
                  <c:v>76.5</c:v>
                </c:pt>
                <c:pt idx="497">
                  <c:v>76.5</c:v>
                </c:pt>
                <c:pt idx="498">
                  <c:v>136</c:v>
                </c:pt>
                <c:pt idx="499">
                  <c:v>136</c:v>
                </c:pt>
                <c:pt idx="500">
                  <c:v>193.8</c:v>
                </c:pt>
                <c:pt idx="501">
                  <c:v>193.8</c:v>
                </c:pt>
                <c:pt idx="502">
                  <c:v>175.95</c:v>
                </c:pt>
                <c:pt idx="503">
                  <c:v>175.95</c:v>
                </c:pt>
                <c:pt idx="504">
                  <c:v>141.950000</c:v>
                </c:pt>
                <c:pt idx="505">
                  <c:v>141.950000</c:v>
                </c:pt>
                <c:pt idx="506">
                  <c:v>107.95</c:v>
                </c:pt>
                <c:pt idx="507">
                  <c:v>107.95</c:v>
                </c:pt>
                <c:pt idx="508">
                  <c:v>75.650000</c:v>
                </c:pt>
                <c:pt idx="509">
                  <c:v>75.650000</c:v>
                </c:pt>
                <c:pt idx="510">
                  <c:v>33.15</c:v>
                </c:pt>
                <c:pt idx="511">
                  <c:v>33.15</c:v>
                </c:pt>
                <c:pt idx="512">
                  <c:v>13.6</c:v>
                </c:pt>
                <c:pt idx="513">
                  <c:v>13.6</c:v>
                </c:pt>
                <c:pt idx="514">
                  <c:v>1.7</c:v>
                </c:pt>
                <c:pt idx="515">
                  <c:v>1.7</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0.85</c:v>
                </c:pt>
                <c:pt idx="629">
                  <c:v>0.85</c:v>
                </c:pt>
                <c:pt idx="630">
                  <c:v>17.850000</c:v>
                </c:pt>
                <c:pt idx="631">
                  <c:v>17.850000</c:v>
                </c:pt>
                <c:pt idx="632">
                  <c:v>44.2</c:v>
                </c:pt>
                <c:pt idx="633">
                  <c:v>44.2</c:v>
                </c:pt>
                <c:pt idx="634">
                  <c:v>83.3</c:v>
                </c:pt>
                <c:pt idx="635">
                  <c:v>83.3</c:v>
                </c:pt>
                <c:pt idx="636">
                  <c:v>119.85</c:v>
                </c:pt>
                <c:pt idx="637">
                  <c:v>119.85</c:v>
                </c:pt>
                <c:pt idx="638">
                  <c:v>158.1</c:v>
                </c:pt>
                <c:pt idx="639">
                  <c:v>158.1</c:v>
                </c:pt>
                <c:pt idx="640">
                  <c:v>195.5</c:v>
                </c:pt>
                <c:pt idx="641">
                  <c:v>195.5</c:v>
                </c:pt>
                <c:pt idx="642">
                  <c:v>231.2</c:v>
                </c:pt>
                <c:pt idx="643">
                  <c:v>231.2</c:v>
                </c:pt>
                <c:pt idx="644">
                  <c:v>266.900000</c:v>
                </c:pt>
                <c:pt idx="645">
                  <c:v>266.900000</c:v>
                </c:pt>
                <c:pt idx="646">
                  <c:v>300.05</c:v>
                </c:pt>
                <c:pt idx="647">
                  <c:v>300.05</c:v>
                </c:pt>
                <c:pt idx="648">
                  <c:v>329.8</c:v>
                </c:pt>
                <c:pt idx="649">
                  <c:v>329.8</c:v>
                </c:pt>
                <c:pt idx="650">
                  <c:v>358.7</c:v>
                </c:pt>
                <c:pt idx="651">
                  <c:v>358.7</c:v>
                </c:pt>
                <c:pt idx="652">
                  <c:v>385.05</c:v>
                </c:pt>
                <c:pt idx="653">
                  <c:v>385.05</c:v>
                </c:pt>
                <c:pt idx="654">
                  <c:v>408</c:v>
                </c:pt>
                <c:pt idx="655">
                  <c:v>408</c:v>
                </c:pt>
                <c:pt idx="656">
                  <c:v>428.4</c:v>
                </c:pt>
                <c:pt idx="657">
                  <c:v>428.4</c:v>
                </c:pt>
                <c:pt idx="658">
                  <c:v>445.4</c:v>
                </c:pt>
                <c:pt idx="659">
                  <c:v>445.4</c:v>
                </c:pt>
                <c:pt idx="660">
                  <c:v>459.85</c:v>
                </c:pt>
                <c:pt idx="661">
                  <c:v>459.85</c:v>
                </c:pt>
                <c:pt idx="662">
                  <c:v>470.05</c:v>
                </c:pt>
                <c:pt idx="663">
                  <c:v>470.05</c:v>
                </c:pt>
                <c:pt idx="664">
                  <c:v>476.85</c:v>
                </c:pt>
                <c:pt idx="665">
                  <c:v>476.85</c:v>
                </c:pt>
                <c:pt idx="666">
                  <c:v>481.1</c:v>
                </c:pt>
                <c:pt idx="667">
                  <c:v>481.1</c:v>
                </c:pt>
                <c:pt idx="668">
                  <c:v>481.1</c:v>
                </c:pt>
                <c:pt idx="669">
                  <c:v>481.1</c:v>
                </c:pt>
                <c:pt idx="670">
                  <c:v>478.55</c:v>
                </c:pt>
                <c:pt idx="671">
                  <c:v>478.55</c:v>
                </c:pt>
                <c:pt idx="672">
                  <c:v>471.75</c:v>
                </c:pt>
                <c:pt idx="673">
                  <c:v>471.75</c:v>
                </c:pt>
                <c:pt idx="674">
                  <c:v>461.55</c:v>
                </c:pt>
                <c:pt idx="675">
                  <c:v>461.55</c:v>
                </c:pt>
                <c:pt idx="676">
                  <c:v>448.8</c:v>
                </c:pt>
                <c:pt idx="677">
                  <c:v>448.8</c:v>
                </c:pt>
                <c:pt idx="678">
                  <c:v>431.8</c:v>
                </c:pt>
                <c:pt idx="679">
                  <c:v>431.8</c:v>
                </c:pt>
                <c:pt idx="680">
                  <c:v>412.25</c:v>
                </c:pt>
                <c:pt idx="681">
                  <c:v>412.25</c:v>
                </c:pt>
                <c:pt idx="682">
                  <c:v>390.15</c:v>
                </c:pt>
                <c:pt idx="683">
                  <c:v>390.15</c:v>
                </c:pt>
                <c:pt idx="684">
                  <c:v>364.65</c:v>
                </c:pt>
                <c:pt idx="685">
                  <c:v>364.65</c:v>
                </c:pt>
                <c:pt idx="686">
                  <c:v>337.45</c:v>
                </c:pt>
                <c:pt idx="687">
                  <c:v>337.45</c:v>
                </c:pt>
                <c:pt idx="688">
                  <c:v>306.850000</c:v>
                </c:pt>
                <c:pt idx="689">
                  <c:v>306.850000</c:v>
                </c:pt>
                <c:pt idx="690">
                  <c:v>274.55</c:v>
                </c:pt>
                <c:pt idx="691">
                  <c:v>274.55</c:v>
                </c:pt>
                <c:pt idx="692">
                  <c:v>240.55</c:v>
                </c:pt>
                <c:pt idx="693">
                  <c:v>240.55</c:v>
                </c:pt>
                <c:pt idx="694">
                  <c:v>204</c:v>
                </c:pt>
                <c:pt idx="695">
                  <c:v>204</c:v>
                </c:pt>
                <c:pt idx="696">
                  <c:v>167.45</c:v>
                </c:pt>
                <c:pt idx="697">
                  <c:v>167.45</c:v>
                </c:pt>
                <c:pt idx="698">
                  <c:v>130.050000</c:v>
                </c:pt>
                <c:pt idx="699">
                  <c:v>130.050000</c:v>
                </c:pt>
                <c:pt idx="700">
                  <c:v>93.5</c:v>
                </c:pt>
                <c:pt idx="701">
                  <c:v>93.5</c:v>
                </c:pt>
                <c:pt idx="702">
                  <c:v>54.4</c:v>
                </c:pt>
                <c:pt idx="703">
                  <c:v>54.4</c:v>
                </c:pt>
                <c:pt idx="704">
                  <c:v>20.400000</c:v>
                </c:pt>
                <c:pt idx="705">
                  <c:v>20.400000</c:v>
                </c:pt>
                <c:pt idx="706">
                  <c:v>2.550000</c:v>
                </c:pt>
                <c:pt idx="707">
                  <c:v>2.550000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0.85</c:v>
                </c:pt>
                <c:pt idx="821">
                  <c:v>0.85</c:v>
                </c:pt>
                <c:pt idx="822">
                  <c:v>15.3</c:v>
                </c:pt>
                <c:pt idx="823">
                  <c:v>15.3</c:v>
                </c:pt>
                <c:pt idx="824">
                  <c:v>42.5</c:v>
                </c:pt>
                <c:pt idx="825">
                  <c:v>42.5</c:v>
                </c:pt>
                <c:pt idx="826">
                  <c:v>83.3</c:v>
                </c:pt>
                <c:pt idx="827">
                  <c:v>83.3</c:v>
                </c:pt>
                <c:pt idx="828">
                  <c:v>119.85</c:v>
                </c:pt>
                <c:pt idx="829">
                  <c:v>119.85</c:v>
                </c:pt>
                <c:pt idx="830">
                  <c:v>156.4</c:v>
                </c:pt>
                <c:pt idx="831">
                  <c:v>156.4</c:v>
                </c:pt>
                <c:pt idx="832">
                  <c:v>193.8</c:v>
                </c:pt>
                <c:pt idx="833">
                  <c:v>193.8</c:v>
                </c:pt>
                <c:pt idx="834">
                  <c:v>229.5</c:v>
                </c:pt>
                <c:pt idx="835">
                  <c:v>229.5</c:v>
                </c:pt>
                <c:pt idx="836">
                  <c:v>263.5</c:v>
                </c:pt>
                <c:pt idx="837">
                  <c:v>263.5</c:v>
                </c:pt>
                <c:pt idx="838">
                  <c:v>296.650000</c:v>
                </c:pt>
                <c:pt idx="839">
                  <c:v>296.650000</c:v>
                </c:pt>
                <c:pt idx="840">
                  <c:v>326.400000</c:v>
                </c:pt>
                <c:pt idx="841">
                  <c:v>326.400000</c:v>
                </c:pt>
                <c:pt idx="842">
                  <c:v>353.6</c:v>
                </c:pt>
                <c:pt idx="843">
                  <c:v>353.6</c:v>
                </c:pt>
                <c:pt idx="844">
                  <c:v>379.1</c:v>
                </c:pt>
                <c:pt idx="845">
                  <c:v>379.1</c:v>
                </c:pt>
                <c:pt idx="846">
                  <c:v>401.2</c:v>
                </c:pt>
                <c:pt idx="847">
                  <c:v>401.2</c:v>
                </c:pt>
                <c:pt idx="848">
                  <c:v>420.75</c:v>
                </c:pt>
                <c:pt idx="849">
                  <c:v>420.75</c:v>
                </c:pt>
                <c:pt idx="850">
                  <c:v>436.9</c:v>
                </c:pt>
                <c:pt idx="851">
                  <c:v>436.9</c:v>
                </c:pt>
                <c:pt idx="852">
                  <c:v>450.5</c:v>
                </c:pt>
                <c:pt idx="853">
                  <c:v>450.5</c:v>
                </c:pt>
                <c:pt idx="854">
                  <c:v>459.85</c:v>
                </c:pt>
                <c:pt idx="855">
                  <c:v>459.85</c:v>
                </c:pt>
                <c:pt idx="856">
                  <c:v>466.65</c:v>
                </c:pt>
                <c:pt idx="857">
                  <c:v>466.65</c:v>
                </c:pt>
                <c:pt idx="858">
                  <c:v>470.05</c:v>
                </c:pt>
                <c:pt idx="859">
                  <c:v>470.05</c:v>
                </c:pt>
                <c:pt idx="860">
                  <c:v>470.05</c:v>
                </c:pt>
                <c:pt idx="861">
                  <c:v>470.05</c:v>
                </c:pt>
                <c:pt idx="862">
                  <c:v>466.65</c:v>
                </c:pt>
                <c:pt idx="863">
                  <c:v>466.65</c:v>
                </c:pt>
                <c:pt idx="864">
                  <c:v>459.85</c:v>
                </c:pt>
                <c:pt idx="865">
                  <c:v>459.85</c:v>
                </c:pt>
                <c:pt idx="866">
                  <c:v>440.3</c:v>
                </c:pt>
                <c:pt idx="867">
                  <c:v>440.3</c:v>
                </c:pt>
                <c:pt idx="868">
                  <c:v>426.7</c:v>
                </c:pt>
                <c:pt idx="869">
                  <c:v>426.7</c:v>
                </c:pt>
                <c:pt idx="870">
                  <c:v>354.45</c:v>
                </c:pt>
                <c:pt idx="871">
                  <c:v>354.45</c:v>
                </c:pt>
                <c:pt idx="872">
                  <c:v>332.35</c:v>
                </c:pt>
                <c:pt idx="873">
                  <c:v>332.35</c:v>
                </c:pt>
                <c:pt idx="874">
                  <c:v>243.95</c:v>
                </c:pt>
                <c:pt idx="875">
                  <c:v>243.95</c:v>
                </c:pt>
                <c:pt idx="876">
                  <c:v>166.6</c:v>
                </c:pt>
                <c:pt idx="877">
                  <c:v>166.6</c:v>
                </c:pt>
                <c:pt idx="878">
                  <c:v>193.8</c:v>
                </c:pt>
                <c:pt idx="879">
                  <c:v>193.8</c:v>
                </c:pt>
                <c:pt idx="880">
                  <c:v>201.45</c:v>
                </c:pt>
                <c:pt idx="881">
                  <c:v>201.45</c:v>
                </c:pt>
                <c:pt idx="882">
                  <c:v>239.7</c:v>
                </c:pt>
                <c:pt idx="883">
                  <c:v>239.7</c:v>
                </c:pt>
                <c:pt idx="884">
                  <c:v>229.5</c:v>
                </c:pt>
                <c:pt idx="885">
                  <c:v>229.5</c:v>
                </c:pt>
                <c:pt idx="886">
                  <c:v>194.65</c:v>
                </c:pt>
                <c:pt idx="887">
                  <c:v>194.65</c:v>
                </c:pt>
                <c:pt idx="888">
                  <c:v>158.950000</c:v>
                </c:pt>
                <c:pt idx="889">
                  <c:v>158.950000</c:v>
                </c:pt>
                <c:pt idx="890">
                  <c:v>122.4</c:v>
                </c:pt>
                <c:pt idx="891">
                  <c:v>122.4</c:v>
                </c:pt>
                <c:pt idx="892">
                  <c:v>86.7</c:v>
                </c:pt>
                <c:pt idx="893">
                  <c:v>86.7</c:v>
                </c:pt>
                <c:pt idx="894">
                  <c:v>51</c:v>
                </c:pt>
                <c:pt idx="895">
                  <c:v>51</c:v>
                </c:pt>
                <c:pt idx="896">
                  <c:v>18.7</c:v>
                </c:pt>
                <c:pt idx="897">
                  <c:v>18.7</c:v>
                </c:pt>
                <c:pt idx="898">
                  <c:v>2.550000</c:v>
                </c:pt>
                <c:pt idx="899">
                  <c:v>2.550000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0.85</c:v>
                </c:pt>
                <c:pt idx="1013">
                  <c:v>0.85</c:v>
                </c:pt>
                <c:pt idx="1014">
                  <c:v>14.45</c:v>
                </c:pt>
                <c:pt idx="1015">
                  <c:v>14.45</c:v>
                </c:pt>
                <c:pt idx="1016">
                  <c:v>41.65</c:v>
                </c:pt>
                <c:pt idx="1017">
                  <c:v>41.65</c:v>
                </c:pt>
                <c:pt idx="1018">
                  <c:v>79.900000</c:v>
                </c:pt>
                <c:pt idx="1019">
                  <c:v>79.900000</c:v>
                </c:pt>
                <c:pt idx="1020">
                  <c:v>116.45</c:v>
                </c:pt>
                <c:pt idx="1021">
                  <c:v>116.45</c:v>
                </c:pt>
                <c:pt idx="1022">
                  <c:v>153</c:v>
                </c:pt>
                <c:pt idx="1023">
                  <c:v>153</c:v>
                </c:pt>
                <c:pt idx="1024">
                  <c:v>189.55</c:v>
                </c:pt>
                <c:pt idx="1025">
                  <c:v>189.55</c:v>
                </c:pt>
                <c:pt idx="1026">
                  <c:v>186.15</c:v>
                </c:pt>
                <c:pt idx="1027">
                  <c:v>186.15</c:v>
                </c:pt>
                <c:pt idx="1028">
                  <c:v>236.3</c:v>
                </c:pt>
                <c:pt idx="1029">
                  <c:v>236.3</c:v>
                </c:pt>
                <c:pt idx="1030">
                  <c:v>292.400000</c:v>
                </c:pt>
                <c:pt idx="1031">
                  <c:v>292.400000</c:v>
                </c:pt>
                <c:pt idx="1032">
                  <c:v>311.100000</c:v>
                </c:pt>
                <c:pt idx="1033">
                  <c:v>311.100000</c:v>
                </c:pt>
                <c:pt idx="1034">
                  <c:v>327.25</c:v>
                </c:pt>
                <c:pt idx="1035">
                  <c:v>327.25</c:v>
                </c:pt>
                <c:pt idx="1036">
                  <c:v>376.55</c:v>
                </c:pt>
                <c:pt idx="1037">
                  <c:v>376.55</c:v>
                </c:pt>
                <c:pt idx="1038">
                  <c:v>398.65</c:v>
                </c:pt>
                <c:pt idx="1039">
                  <c:v>398.65</c:v>
                </c:pt>
                <c:pt idx="1040">
                  <c:v>417.35</c:v>
                </c:pt>
                <c:pt idx="1041">
                  <c:v>417.35</c:v>
                </c:pt>
                <c:pt idx="1042">
                  <c:v>420.75</c:v>
                </c:pt>
                <c:pt idx="1043">
                  <c:v>420.75</c:v>
                </c:pt>
                <c:pt idx="1044">
                  <c:v>331.5</c:v>
                </c:pt>
                <c:pt idx="1045">
                  <c:v>331.5</c:v>
                </c:pt>
                <c:pt idx="1046">
                  <c:v>401.2</c:v>
                </c:pt>
                <c:pt idx="1047">
                  <c:v>401.2</c:v>
                </c:pt>
                <c:pt idx="1048">
                  <c:v>398.65</c:v>
                </c:pt>
                <c:pt idx="1049">
                  <c:v>398.65</c:v>
                </c:pt>
                <c:pt idx="1050">
                  <c:v>364.65</c:v>
                </c:pt>
                <c:pt idx="1051">
                  <c:v>364.65</c:v>
                </c:pt>
                <c:pt idx="1052">
                  <c:v>300.05</c:v>
                </c:pt>
                <c:pt idx="1053">
                  <c:v>300.05</c:v>
                </c:pt>
                <c:pt idx="1054">
                  <c:v>332.35</c:v>
                </c:pt>
                <c:pt idx="1055">
                  <c:v>332.35</c:v>
                </c:pt>
                <c:pt idx="1056">
                  <c:v>285.600000</c:v>
                </c:pt>
                <c:pt idx="1057">
                  <c:v>285.600000</c:v>
                </c:pt>
                <c:pt idx="1058">
                  <c:v>203.15</c:v>
                </c:pt>
                <c:pt idx="1059">
                  <c:v>203.15</c:v>
                </c:pt>
                <c:pt idx="1060">
                  <c:v>159.800000</c:v>
                </c:pt>
                <c:pt idx="1061">
                  <c:v>159.800000</c:v>
                </c:pt>
                <c:pt idx="1062">
                  <c:v>195.5</c:v>
                </c:pt>
                <c:pt idx="1063">
                  <c:v>195.5</c:v>
                </c:pt>
                <c:pt idx="1064">
                  <c:v>232.9</c:v>
                </c:pt>
                <c:pt idx="1065">
                  <c:v>232.9</c:v>
                </c:pt>
                <c:pt idx="1066">
                  <c:v>221.85</c:v>
                </c:pt>
                <c:pt idx="1067">
                  <c:v>221.85</c:v>
                </c:pt>
                <c:pt idx="1068">
                  <c:v>191.25</c:v>
                </c:pt>
                <c:pt idx="1069">
                  <c:v>191.25</c:v>
                </c:pt>
                <c:pt idx="1070">
                  <c:v>142.800000</c:v>
                </c:pt>
                <c:pt idx="1071">
                  <c:v>142.800000</c:v>
                </c:pt>
                <c:pt idx="1072">
                  <c:v>157.25</c:v>
                </c:pt>
                <c:pt idx="1073">
                  <c:v>157.25</c:v>
                </c:pt>
                <c:pt idx="1074">
                  <c:v>176.8</c:v>
                </c:pt>
                <c:pt idx="1075">
                  <c:v>176.8</c:v>
                </c:pt>
                <c:pt idx="1076">
                  <c:v>128.35</c:v>
                </c:pt>
                <c:pt idx="1077">
                  <c:v>128.35</c:v>
                </c:pt>
                <c:pt idx="1078">
                  <c:v>132.6</c:v>
                </c:pt>
                <c:pt idx="1079">
                  <c:v>132.6</c:v>
                </c:pt>
                <c:pt idx="1080">
                  <c:v>103.7</c:v>
                </c:pt>
                <c:pt idx="1081">
                  <c:v>103.7</c:v>
                </c:pt>
                <c:pt idx="1082">
                  <c:v>71.400000</c:v>
                </c:pt>
                <c:pt idx="1083">
                  <c:v>71.400000</c:v>
                </c:pt>
                <c:pt idx="1084">
                  <c:v>75.650000</c:v>
                </c:pt>
                <c:pt idx="1085">
                  <c:v>75.650000</c:v>
                </c:pt>
                <c:pt idx="1086">
                  <c:v>50.15</c:v>
                </c:pt>
                <c:pt idx="1087">
                  <c:v>50.15</c:v>
                </c:pt>
                <c:pt idx="1088">
                  <c:v>17.850000</c:v>
                </c:pt>
                <c:pt idx="1089">
                  <c:v>17.850000</c:v>
                </c:pt>
                <c:pt idx="1090">
                  <c:v>2.550000</c:v>
                </c:pt>
                <c:pt idx="1091">
                  <c:v>2.550000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14.45</c:v>
                </c:pt>
                <c:pt idx="1207">
                  <c:v>14.45</c:v>
                </c:pt>
                <c:pt idx="1208">
                  <c:v>42.5</c:v>
                </c:pt>
                <c:pt idx="1209">
                  <c:v>42.5</c:v>
                </c:pt>
                <c:pt idx="1210">
                  <c:v>79.05</c:v>
                </c:pt>
                <c:pt idx="1211">
                  <c:v>79.05</c:v>
                </c:pt>
                <c:pt idx="1212">
                  <c:v>115.6</c:v>
                </c:pt>
                <c:pt idx="1213">
                  <c:v>115.6</c:v>
                </c:pt>
                <c:pt idx="1214">
                  <c:v>153</c:v>
                </c:pt>
                <c:pt idx="1215">
                  <c:v>153</c:v>
                </c:pt>
                <c:pt idx="1216">
                  <c:v>189.55</c:v>
                </c:pt>
                <c:pt idx="1217">
                  <c:v>189.55</c:v>
                </c:pt>
                <c:pt idx="1218">
                  <c:v>226.1</c:v>
                </c:pt>
                <c:pt idx="1219">
                  <c:v>226.1</c:v>
                </c:pt>
                <c:pt idx="1220">
                  <c:v>260.100000</c:v>
                </c:pt>
                <c:pt idx="1221">
                  <c:v>260.100000</c:v>
                </c:pt>
                <c:pt idx="1222">
                  <c:v>293.25</c:v>
                </c:pt>
                <c:pt idx="1223">
                  <c:v>293.25</c:v>
                </c:pt>
                <c:pt idx="1224">
                  <c:v>323.850000</c:v>
                </c:pt>
                <c:pt idx="1225">
                  <c:v>323.850000</c:v>
                </c:pt>
                <c:pt idx="1226">
                  <c:v>351.9</c:v>
                </c:pt>
                <c:pt idx="1227">
                  <c:v>351.9</c:v>
                </c:pt>
                <c:pt idx="1228">
                  <c:v>378.25</c:v>
                </c:pt>
                <c:pt idx="1229">
                  <c:v>378.25</c:v>
                </c:pt>
                <c:pt idx="1230">
                  <c:v>401.2</c:v>
                </c:pt>
                <c:pt idx="1231">
                  <c:v>401.2</c:v>
                </c:pt>
                <c:pt idx="1232">
                  <c:v>421.6</c:v>
                </c:pt>
                <c:pt idx="1233">
                  <c:v>421.6</c:v>
                </c:pt>
                <c:pt idx="1234">
                  <c:v>439.45</c:v>
                </c:pt>
                <c:pt idx="1235">
                  <c:v>439.45</c:v>
                </c:pt>
                <c:pt idx="1236">
                  <c:v>453.9</c:v>
                </c:pt>
                <c:pt idx="1237">
                  <c:v>453.9</c:v>
                </c:pt>
                <c:pt idx="1238">
                  <c:v>464.1</c:v>
                </c:pt>
                <c:pt idx="1239">
                  <c:v>464.1</c:v>
                </c:pt>
                <c:pt idx="1240">
                  <c:v>471.75</c:v>
                </c:pt>
                <c:pt idx="1241">
                  <c:v>471.75</c:v>
                </c:pt>
                <c:pt idx="1242">
                  <c:v>475.15</c:v>
                </c:pt>
                <c:pt idx="1243">
                  <c:v>475.15</c:v>
                </c:pt>
                <c:pt idx="1244">
                  <c:v>476</c:v>
                </c:pt>
                <c:pt idx="1245">
                  <c:v>476</c:v>
                </c:pt>
                <c:pt idx="1246">
                  <c:v>472.6</c:v>
                </c:pt>
                <c:pt idx="1247">
                  <c:v>472.6</c:v>
                </c:pt>
                <c:pt idx="1248">
                  <c:v>465.8</c:v>
                </c:pt>
                <c:pt idx="1249">
                  <c:v>465.8</c:v>
                </c:pt>
                <c:pt idx="1250">
                  <c:v>456.45</c:v>
                </c:pt>
                <c:pt idx="1251">
                  <c:v>456.45</c:v>
                </c:pt>
                <c:pt idx="1252">
                  <c:v>442.85</c:v>
                </c:pt>
                <c:pt idx="1253">
                  <c:v>442.85</c:v>
                </c:pt>
                <c:pt idx="1254">
                  <c:v>426.7</c:v>
                </c:pt>
                <c:pt idx="1255">
                  <c:v>426.7</c:v>
                </c:pt>
                <c:pt idx="1256">
                  <c:v>408</c:v>
                </c:pt>
                <c:pt idx="1257">
                  <c:v>408</c:v>
                </c:pt>
                <c:pt idx="1258">
                  <c:v>385.9</c:v>
                </c:pt>
                <c:pt idx="1259">
                  <c:v>385.9</c:v>
                </c:pt>
                <c:pt idx="1260">
                  <c:v>361.25</c:v>
                </c:pt>
                <c:pt idx="1261">
                  <c:v>361.25</c:v>
                </c:pt>
                <c:pt idx="1262">
                  <c:v>333.2</c:v>
                </c:pt>
                <c:pt idx="1263">
                  <c:v>333.2</c:v>
                </c:pt>
                <c:pt idx="1264">
                  <c:v>302.600000</c:v>
                </c:pt>
                <c:pt idx="1265">
                  <c:v>302.600000</c:v>
                </c:pt>
                <c:pt idx="1266">
                  <c:v>270.3</c:v>
                </c:pt>
                <c:pt idx="1267">
                  <c:v>270.3</c:v>
                </c:pt>
                <c:pt idx="1268">
                  <c:v>236.3</c:v>
                </c:pt>
                <c:pt idx="1269">
                  <c:v>236.3</c:v>
                </c:pt>
                <c:pt idx="1270">
                  <c:v>200.6</c:v>
                </c:pt>
                <c:pt idx="1271">
                  <c:v>200.6</c:v>
                </c:pt>
                <c:pt idx="1272">
                  <c:v>163.200000</c:v>
                </c:pt>
                <c:pt idx="1273">
                  <c:v>163.200000</c:v>
                </c:pt>
                <c:pt idx="1274">
                  <c:v>126.65</c:v>
                </c:pt>
                <c:pt idx="1275">
                  <c:v>126.65</c:v>
                </c:pt>
                <c:pt idx="1276">
                  <c:v>90.1</c:v>
                </c:pt>
                <c:pt idx="1277">
                  <c:v>90.1</c:v>
                </c:pt>
                <c:pt idx="1278">
                  <c:v>52.7</c:v>
                </c:pt>
                <c:pt idx="1279">
                  <c:v>52.7</c:v>
                </c:pt>
                <c:pt idx="1280">
                  <c:v>18.7</c:v>
                </c:pt>
                <c:pt idx="1281">
                  <c:v>18.7</c:v>
                </c:pt>
                <c:pt idx="1282">
                  <c:v>1.7</c:v>
                </c:pt>
                <c:pt idx="1283">
                  <c:v>1.7</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B37A-4189-88AE-84D48E4FD4B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38.112900</c:v>
                </c:pt>
                <c:pt idx="1">
                  <c:v>38.112900</c:v>
                </c:pt>
                <c:pt idx="2">
                  <c:v>38.112900</c:v>
                </c:pt>
                <c:pt idx="3">
                  <c:v>38.112900</c:v>
                </c:pt>
                <c:pt idx="4">
                  <c:v>38.112900</c:v>
                </c:pt>
                <c:pt idx="5">
                  <c:v>42.651117</c:v>
                </c:pt>
                <c:pt idx="6">
                  <c:v>45.349508</c:v>
                </c:pt>
                <c:pt idx="7">
                  <c:v>45.349508</c:v>
                </c:pt>
                <c:pt idx="8">
                  <c:v>45.349508</c:v>
                </c:pt>
                <c:pt idx="9">
                  <c:v>49.887725</c:v>
                </c:pt>
                <c:pt idx="10">
                  <c:v>51.635456</c:v>
                </c:pt>
                <c:pt idx="11">
                  <c:v>51.635456</c:v>
                </c:pt>
                <c:pt idx="12">
                  <c:v>51.635456</c:v>
                </c:pt>
                <c:pt idx="13">
                  <c:v>54.524100</c:v>
                </c:pt>
                <c:pt idx="14">
                  <c:v>54.524100</c:v>
                </c:pt>
                <c:pt idx="15">
                  <c:v>54.524100</c:v>
                </c:pt>
                <c:pt idx="16">
                  <c:v>54.524100</c:v>
                </c:pt>
                <c:pt idx="17">
                  <c:v>54.524100</c:v>
                </c:pt>
                <c:pt idx="18">
                  <c:v>54.524100</c:v>
                </c:pt>
                <c:pt idx="19">
                  <c:v>54.524100</c:v>
                </c:pt>
                <c:pt idx="20">
                  <c:v>54.524100</c:v>
                </c:pt>
                <c:pt idx="21">
                  <c:v>54.524100</c:v>
                </c:pt>
                <c:pt idx="22">
                  <c:v>54.524100</c:v>
                </c:pt>
                <c:pt idx="23">
                  <c:v>54.524100</c:v>
                </c:pt>
                <c:pt idx="24">
                  <c:v>54.524100</c:v>
                </c:pt>
                <c:pt idx="25">
                  <c:v>54.524100</c:v>
                </c:pt>
                <c:pt idx="26">
                  <c:v>54.524100</c:v>
                </c:pt>
                <c:pt idx="27">
                  <c:v>52.867290</c:v>
                </c:pt>
                <c:pt idx="28">
                  <c:v>51.630991</c:v>
                </c:pt>
                <c:pt idx="29">
                  <c:v>51.630991</c:v>
                </c:pt>
                <c:pt idx="30">
                  <c:v>51.630991</c:v>
                </c:pt>
                <c:pt idx="31">
                  <c:v>51.630991</c:v>
                </c:pt>
                <c:pt idx="32">
                  <c:v>51.630991</c:v>
                </c:pt>
                <c:pt idx="33">
                  <c:v>51.630991</c:v>
                </c:pt>
                <c:pt idx="34">
                  <c:v>51.630991</c:v>
                </c:pt>
                <c:pt idx="35">
                  <c:v>51.630991</c:v>
                </c:pt>
                <c:pt idx="36">
                  <c:v>51.630991</c:v>
                </c:pt>
                <c:pt idx="37">
                  <c:v>51.630991</c:v>
                </c:pt>
                <c:pt idx="38">
                  <c:v>51.630991</c:v>
                </c:pt>
                <c:pt idx="39">
                  <c:v>51.630991</c:v>
                </c:pt>
                <c:pt idx="40">
                  <c:v>51.630991</c:v>
                </c:pt>
                <c:pt idx="41">
                  <c:v>51.630991</c:v>
                </c:pt>
                <c:pt idx="42">
                  <c:v>51.630991</c:v>
                </c:pt>
                <c:pt idx="43">
                  <c:v>50.457051</c:v>
                </c:pt>
                <c:pt idx="44">
                  <c:v>49.192808</c:v>
                </c:pt>
                <c:pt idx="45">
                  <c:v>48.689878</c:v>
                </c:pt>
                <c:pt idx="46">
                  <c:v>53.228095</c:v>
                </c:pt>
                <c:pt idx="47">
                  <c:v>55.277589</c:v>
                </c:pt>
                <c:pt idx="48">
                  <c:v>54.608682</c:v>
                </c:pt>
                <c:pt idx="49">
                  <c:v>54.608682</c:v>
                </c:pt>
                <c:pt idx="50">
                  <c:v>54.608682</c:v>
                </c:pt>
                <c:pt idx="51">
                  <c:v>54.608682</c:v>
                </c:pt>
                <c:pt idx="52">
                  <c:v>53.617578</c:v>
                </c:pt>
                <c:pt idx="53">
                  <c:v>52.378698</c:v>
                </c:pt>
                <c:pt idx="54">
                  <c:v>51.139818</c:v>
                </c:pt>
                <c:pt idx="55">
                  <c:v>50.726857</c:v>
                </c:pt>
                <c:pt idx="56">
                  <c:v>49.614642</c:v>
                </c:pt>
                <c:pt idx="57">
                  <c:v>48.502427</c:v>
                </c:pt>
                <c:pt idx="58">
                  <c:v>47.390212</c:v>
                </c:pt>
                <c:pt idx="59">
                  <c:v>46.797030</c:v>
                </c:pt>
                <c:pt idx="60">
                  <c:v>46.797030</c:v>
                </c:pt>
                <c:pt idx="61">
                  <c:v>46.797030</c:v>
                </c:pt>
                <c:pt idx="62">
                  <c:v>46.797030</c:v>
                </c:pt>
                <c:pt idx="63">
                  <c:v>46.797030</c:v>
                </c:pt>
                <c:pt idx="64">
                  <c:v>46.797030</c:v>
                </c:pt>
                <c:pt idx="65">
                  <c:v>46.797030</c:v>
                </c:pt>
                <c:pt idx="66">
                  <c:v>46.797030</c:v>
                </c:pt>
                <c:pt idx="67">
                  <c:v>46.797030</c:v>
                </c:pt>
                <c:pt idx="68">
                  <c:v>46.253575</c:v>
                </c:pt>
                <c:pt idx="69">
                  <c:v>45.089028</c:v>
                </c:pt>
                <c:pt idx="70">
                  <c:v>43.924480</c:v>
                </c:pt>
                <c:pt idx="71">
                  <c:v>42.915206</c:v>
                </c:pt>
                <c:pt idx="72">
                  <c:v>42.423978</c:v>
                </c:pt>
                <c:pt idx="73">
                  <c:v>41.371345</c:v>
                </c:pt>
                <c:pt idx="74">
                  <c:v>40.318713</c:v>
                </c:pt>
                <c:pt idx="75">
                  <c:v>39.266081</c:v>
                </c:pt>
                <c:pt idx="76">
                  <c:v>38.985379</c:v>
                </c:pt>
                <c:pt idx="77">
                  <c:v>38.985379</c:v>
                </c:pt>
                <c:pt idx="78">
                  <c:v>38.985379</c:v>
                </c:pt>
                <c:pt idx="79">
                  <c:v>38.985379</c:v>
                </c:pt>
                <c:pt idx="80">
                  <c:v>37.731334</c:v>
                </c:pt>
                <c:pt idx="81">
                  <c:v>37.123901</c:v>
                </c:pt>
                <c:pt idx="82">
                  <c:v>37.123908</c:v>
                </c:pt>
                <c:pt idx="83">
                  <c:v>37.619486</c:v>
                </c:pt>
                <c:pt idx="84">
                  <c:v>36.087187</c:v>
                </c:pt>
                <c:pt idx="85">
                  <c:v>34.554888</c:v>
                </c:pt>
                <c:pt idx="86">
                  <c:v>34.044122</c:v>
                </c:pt>
                <c:pt idx="87">
                  <c:v>32.720776</c:v>
                </c:pt>
                <c:pt idx="88">
                  <c:v>31.39743</c:v>
                </c:pt>
                <c:pt idx="89">
                  <c:v>30.162307</c:v>
                </c:pt>
                <c:pt idx="90">
                  <c:v>30.162307</c:v>
                </c:pt>
                <c:pt idx="91">
                  <c:v>29.326277</c:v>
                </c:pt>
                <c:pt idx="92">
                  <c:v>28.803759</c:v>
                </c:pt>
                <c:pt idx="93">
                  <c:v>28.300829</c:v>
                </c:pt>
                <c:pt idx="94">
                  <c:v>28.300836</c:v>
                </c:pt>
                <c:pt idx="95">
                  <c:v>30.523622</c:v>
                </c:pt>
                <c:pt idx="96">
                  <c:v>34.093244</c:v>
                </c:pt>
                <c:pt idx="97">
                  <c:v>38.631461</c:v>
                </c:pt>
                <c:pt idx="98">
                  <c:v>43.169677</c:v>
                </c:pt>
                <c:pt idx="99">
                  <c:v>43.169677</c:v>
                </c:pt>
                <c:pt idx="100">
                  <c:v>43.169677</c:v>
                </c:pt>
                <c:pt idx="101">
                  <c:v>47.707894</c:v>
                </c:pt>
                <c:pt idx="102">
                  <c:v>53.392233</c:v>
                </c:pt>
                <c:pt idx="103">
                  <c:v>53.392240</c:v>
                </c:pt>
                <c:pt idx="104">
                  <c:v>59.536471</c:v>
                </c:pt>
                <c:pt idx="105">
                  <c:v>63.375232</c:v>
                </c:pt>
                <c:pt idx="106">
                  <c:v>70.182557</c:v>
                </c:pt>
                <c:pt idx="107">
                  <c:v>70.923512</c:v>
                </c:pt>
                <c:pt idx="108">
                  <c:v>73.345977</c:v>
                </c:pt>
                <c:pt idx="109">
                  <c:v>73.527305</c:v>
                </c:pt>
                <c:pt idx="110">
                  <c:v>73.527305</c:v>
                </c:pt>
                <c:pt idx="111">
                  <c:v>73.527305</c:v>
                </c:pt>
                <c:pt idx="112">
                  <c:v>73.527305</c:v>
                </c:pt>
                <c:pt idx="113">
                  <c:v>73.527312</c:v>
                </c:pt>
                <c:pt idx="114">
                  <c:v>73.527320</c:v>
                </c:pt>
                <c:pt idx="115">
                  <c:v>76.385311</c:v>
                </c:pt>
                <c:pt idx="116">
                  <c:v>76.385311</c:v>
                </c:pt>
                <c:pt idx="117">
                  <c:v>79.999968</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78.877810</c:v>
                </c:pt>
                <c:pt idx="131">
                  <c:v>77.623610</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66.139010</c:v>
                </c:pt>
                <c:pt idx="145">
                  <c:v>64.974463</c:v>
                </c:pt>
                <c:pt idx="146">
                  <c:v>63.809916</c:v>
                </c:pt>
                <c:pt idx="147">
                  <c:v>63.421733</c:v>
                </c:pt>
                <c:pt idx="148">
                  <c:v>62.309518</c:v>
                </c:pt>
                <c:pt idx="149">
                  <c:v>61.197303</c:v>
                </c:pt>
                <c:pt idx="150">
                  <c:v>60.085088</c:v>
                </c:pt>
                <c:pt idx="151">
                  <c:v>59.491906</c:v>
                </c:pt>
                <c:pt idx="152">
                  <c:v>58.500802</c:v>
                </c:pt>
                <c:pt idx="153">
                  <c:v>57.261922</c:v>
                </c:pt>
                <c:pt idx="154">
                  <c:v>56.023042</c:v>
                </c:pt>
                <c:pt idx="155">
                  <c:v>55.610082</c:v>
                </c:pt>
                <c:pt idx="156">
                  <c:v>55.610082</c:v>
                </c:pt>
                <c:pt idx="157">
                  <c:v>54.908327</c:v>
                </c:pt>
                <c:pt idx="158">
                  <c:v>53.855695</c:v>
                </c:pt>
                <c:pt idx="159">
                  <c:v>52.803062</c:v>
                </c:pt>
                <c:pt idx="160">
                  <c:v>51.750430</c:v>
                </c:pt>
                <c:pt idx="161">
                  <c:v>51.524982</c:v>
                </c:pt>
                <c:pt idx="162">
                  <c:v>50.360434</c:v>
                </c:pt>
                <c:pt idx="163">
                  <c:v>49.195887</c:v>
                </c:pt>
                <c:pt idx="164">
                  <c:v>48.03134</c:v>
                </c:pt>
                <c:pt idx="165">
                  <c:v>47.798430</c:v>
                </c:pt>
                <c:pt idx="166">
                  <c:v>47.798430</c:v>
                </c:pt>
                <c:pt idx="167">
                  <c:v>47.458944</c:v>
                </c:pt>
                <c:pt idx="168">
                  <c:v>46.294397</c:v>
                </c:pt>
                <c:pt idx="169">
                  <c:v>45.129849</c:v>
                </c:pt>
                <c:pt idx="170">
                  <c:v>44.974576</c:v>
                </c:pt>
                <c:pt idx="171">
                  <c:v>44.149305</c:v>
                </c:pt>
                <c:pt idx="172">
                  <c:v>43.862361</c:v>
                </c:pt>
                <c:pt idx="173">
                  <c:v>42.667086</c:v>
                </c:pt>
                <c:pt idx="174">
                  <c:v>41.280720</c:v>
                </c:pt>
                <c:pt idx="175">
                  <c:v>39.986779</c:v>
                </c:pt>
                <c:pt idx="176">
                  <c:v>39.505575</c:v>
                </c:pt>
                <c:pt idx="177">
                  <c:v>38.302567</c:v>
                </c:pt>
                <c:pt idx="178">
                  <c:v>37.099559</c:v>
                </c:pt>
                <c:pt idx="179">
                  <c:v>36.056952</c:v>
                </c:pt>
                <c:pt idx="180">
                  <c:v>36.056952</c:v>
                </c:pt>
                <c:pt idx="181">
                  <c:v>35.534433</c:v>
                </c:pt>
                <c:pt idx="182">
                  <c:v>34.698403</c:v>
                </c:pt>
                <c:pt idx="183">
                  <c:v>34.044122</c:v>
                </c:pt>
                <c:pt idx="184">
                  <c:v>33.161891</c:v>
                </c:pt>
                <c:pt idx="185">
                  <c:v>31.838545</c:v>
                </c:pt>
                <c:pt idx="186">
                  <c:v>30.515199</c:v>
                </c:pt>
                <c:pt idx="187">
                  <c:v>30.162307</c:v>
                </c:pt>
                <c:pt idx="188">
                  <c:v>30.057803</c:v>
                </c:pt>
                <c:pt idx="189">
                  <c:v>28.803759</c:v>
                </c:pt>
                <c:pt idx="190">
                  <c:v>28.300829</c:v>
                </c:pt>
                <c:pt idx="191">
                  <c:v>28.300829</c:v>
                </c:pt>
                <c:pt idx="192">
                  <c:v>28.300829</c:v>
                </c:pt>
                <c:pt idx="193">
                  <c:v>28.300829</c:v>
                </c:pt>
                <c:pt idx="194">
                  <c:v>28.300829</c:v>
                </c:pt>
                <c:pt idx="195">
                  <c:v>30.569937</c:v>
                </c:pt>
                <c:pt idx="196">
                  <c:v>30.569937</c:v>
                </c:pt>
                <c:pt idx="197">
                  <c:v>35.108154</c:v>
                </c:pt>
                <c:pt idx="198">
                  <c:v>41.915478</c:v>
                </c:pt>
                <c:pt idx="199">
                  <c:v>47.690562</c:v>
                </c:pt>
                <c:pt idx="200">
                  <c:v>47.690562</c:v>
                </c:pt>
                <c:pt idx="201">
                  <c:v>47.690570</c:v>
                </c:pt>
                <c:pt idx="202">
                  <c:v>54.497894</c:v>
                </c:pt>
                <c:pt idx="203">
                  <c:v>59.036111</c:v>
                </c:pt>
                <c:pt idx="204">
                  <c:v>59.036111</c:v>
                </c:pt>
                <c:pt idx="205">
                  <c:v>63.574328</c:v>
                </c:pt>
                <c:pt idx="206">
                  <c:v>68.654459</c:v>
                </c:pt>
                <c:pt idx="207">
                  <c:v>73.192643</c:v>
                </c:pt>
                <c:pt idx="208">
                  <c:v>75.461752</c:v>
                </c:pt>
                <c:pt idx="209">
                  <c:v>78.821711</c:v>
                </c:pt>
                <c:pt idx="210">
                  <c:v>79.999945</c:v>
                </c:pt>
                <c:pt idx="211">
                  <c:v>79.999953</c:v>
                </c:pt>
                <c:pt idx="212">
                  <c:v>79.999968</c:v>
                </c:pt>
                <c:pt idx="213">
                  <c:v>80.923567</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78.877810</c:v>
                </c:pt>
                <c:pt idx="227">
                  <c:v>77.623610</c:v>
                </c:pt>
                <c:pt idx="228">
                  <c:v>76.369409</c:v>
                </c:pt>
                <c:pt idx="229">
                  <c:v>75.115209</c:v>
                </c:pt>
                <c:pt idx="230">
                  <c:v>75.115209</c:v>
                </c:pt>
                <c:pt idx="231">
                  <c:v>75.115209</c:v>
                </c:pt>
                <c:pt idx="232">
                  <c:v>74.144753</c:v>
                </c:pt>
                <c:pt idx="233">
                  <c:v>73.104979</c:v>
                </c:pt>
                <c:pt idx="234">
                  <c:v>72.065204</c:v>
                </c:pt>
                <c:pt idx="235">
                  <c:v>71.233385</c:v>
                </c:pt>
                <c:pt idx="236">
                  <c:v>71.233385</c:v>
                </c:pt>
                <c:pt idx="237">
                  <c:v>70.480865</c:v>
                </c:pt>
                <c:pt idx="238">
                  <c:v>69.226665</c:v>
                </c:pt>
                <c:pt idx="239">
                  <c:v>67.972465</c:v>
                </c:pt>
                <c:pt idx="240">
                  <c:v>67.303558</c:v>
                </c:pt>
                <c:pt idx="241">
                  <c:v>66.843458</c:v>
                </c:pt>
                <c:pt idx="242">
                  <c:v>65.678910</c:v>
                </c:pt>
                <c:pt idx="243">
                  <c:v>65.290728</c:v>
                </c:pt>
                <c:pt idx="244">
                  <c:v>64.178513</c:v>
                </c:pt>
                <c:pt idx="245">
                  <c:v>63.066297</c:v>
                </c:pt>
                <c:pt idx="246">
                  <c:v>61.954082</c:v>
                </c:pt>
                <c:pt idx="247">
                  <c:v>61.360901</c:v>
                </c:pt>
                <c:pt idx="248">
                  <c:v>60.369797</c:v>
                </c:pt>
                <c:pt idx="249">
                  <c:v>59.130917</c:v>
                </c:pt>
                <c:pt idx="250">
                  <c:v>57.892036</c:v>
                </c:pt>
                <c:pt idx="251">
                  <c:v>57.479076</c:v>
                </c:pt>
                <c:pt idx="252">
                  <c:v>56.345472</c:v>
                </c:pt>
                <c:pt idx="253">
                  <c:v>55.211868</c:v>
                </c:pt>
                <c:pt idx="254">
                  <c:v>54.078264</c:v>
                </c:pt>
                <c:pt idx="255">
                  <c:v>53.549249</c:v>
                </c:pt>
                <c:pt idx="256">
                  <c:v>53.170396</c:v>
                </c:pt>
                <c:pt idx="257">
                  <c:v>52.859850</c:v>
                </c:pt>
                <c:pt idx="258">
                  <c:v>52.017744</c:v>
                </c:pt>
                <c:pt idx="259">
                  <c:v>50.965112</c:v>
                </c:pt>
                <c:pt idx="260">
                  <c:v>49.900334</c:v>
                </c:pt>
                <c:pt idx="261">
                  <c:v>48.930023</c:v>
                </c:pt>
                <c:pt idx="262">
                  <c:v>48.614793</c:v>
                </c:pt>
                <c:pt idx="263">
                  <c:v>47.532566</c:v>
                </c:pt>
                <c:pt idx="264">
                  <c:v>46.368018</c:v>
                </c:pt>
                <c:pt idx="265">
                  <c:v>45.203471</c:v>
                </c:pt>
                <c:pt idx="266">
                  <c:v>44.837672</c:v>
                </c:pt>
                <c:pt idx="267">
                  <c:v>43.785039</c:v>
                </c:pt>
                <c:pt idx="268">
                  <c:v>42.577973</c:v>
                </c:pt>
                <c:pt idx="269">
                  <c:v>41.679775</c:v>
                </c:pt>
                <c:pt idx="270">
                  <c:v>40.948890</c:v>
                </c:pt>
                <c:pt idx="271">
                  <c:v>39.815286</c:v>
                </c:pt>
                <c:pt idx="272">
                  <c:v>38.681682</c:v>
                </c:pt>
                <c:pt idx="273">
                  <c:v>37.747313</c:v>
                </c:pt>
                <c:pt idx="274">
                  <c:v>37.099559</c:v>
                </c:pt>
                <c:pt idx="275">
                  <c:v>35.576421</c:v>
                </c:pt>
                <c:pt idx="276">
                  <c:v>34.044122</c:v>
                </c:pt>
                <c:pt idx="277">
                  <c:v>33.634205</c:v>
                </c:pt>
                <c:pt idx="278">
                  <c:v>33.306720</c:v>
                </c:pt>
                <c:pt idx="279">
                  <c:v>31.956566</c:v>
                </c:pt>
                <c:pt idx="280">
                  <c:v>30.855041</c:v>
                </c:pt>
                <c:pt idx="281">
                  <c:v>29.424895</c:v>
                </c:pt>
                <c:pt idx="282">
                  <c:v>28.895557</c:v>
                </c:pt>
                <c:pt idx="283">
                  <c:v>27.572211</c:v>
                </c:pt>
                <c:pt idx="284">
                  <c:v>26.248865</c:v>
                </c:pt>
                <c:pt idx="285">
                  <c:v>25.54308</c:v>
                </c:pt>
                <c:pt idx="286">
                  <c:v>25.54308</c:v>
                </c:pt>
                <c:pt idx="287">
                  <c:v>23.531361</c:v>
                </c:pt>
                <c:pt idx="288">
                  <c:v>23.531361</c:v>
                </c:pt>
                <c:pt idx="289">
                  <c:v>23.531361</c:v>
                </c:pt>
                <c:pt idx="290">
                  <c:v>23.531361</c:v>
                </c:pt>
                <c:pt idx="291">
                  <c:v>23.531361</c:v>
                </c:pt>
                <c:pt idx="292">
                  <c:v>23.531361</c:v>
                </c:pt>
                <c:pt idx="293">
                  <c:v>25.800469</c:v>
                </c:pt>
                <c:pt idx="294">
                  <c:v>25.800469</c:v>
                </c:pt>
                <c:pt idx="295">
                  <c:v>25.800469</c:v>
                </c:pt>
                <c:pt idx="296">
                  <c:v>25.800469</c:v>
                </c:pt>
                <c:pt idx="297">
                  <c:v>30.338685</c:v>
                </c:pt>
                <c:pt idx="298">
                  <c:v>30.523622</c:v>
                </c:pt>
                <c:pt idx="299">
                  <c:v>30.523622</c:v>
                </c:pt>
                <c:pt idx="300">
                  <c:v>30.523622</c:v>
                </c:pt>
                <c:pt idx="301">
                  <c:v>35.061838</c:v>
                </c:pt>
                <c:pt idx="302">
                  <c:v>41.869163</c:v>
                </c:pt>
                <c:pt idx="303">
                  <c:v>46.886935</c:v>
                </c:pt>
                <c:pt idx="304">
                  <c:v>51.425152</c:v>
                </c:pt>
                <c:pt idx="305">
                  <c:v>58.232477</c:v>
                </c:pt>
                <c:pt idx="306">
                  <c:v>58.232484</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78.877810</c:v>
                </c:pt>
                <c:pt idx="323">
                  <c:v>77.623610</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66.139010</c:v>
                </c:pt>
                <c:pt idx="337">
                  <c:v>64.974463</c:v>
                </c:pt>
                <c:pt idx="338">
                  <c:v>63.809916</c:v>
                </c:pt>
                <c:pt idx="339">
                  <c:v>63.421733</c:v>
                </c:pt>
                <c:pt idx="340">
                  <c:v>62.309518</c:v>
                </c:pt>
                <c:pt idx="341">
                  <c:v>61.197303</c:v>
                </c:pt>
                <c:pt idx="342">
                  <c:v>60.085088</c:v>
                </c:pt>
                <c:pt idx="343">
                  <c:v>59.491906</c:v>
                </c:pt>
                <c:pt idx="344">
                  <c:v>58.500802</c:v>
                </c:pt>
                <c:pt idx="345">
                  <c:v>57.261922</c:v>
                </c:pt>
                <c:pt idx="346">
                  <c:v>56.023042</c:v>
                </c:pt>
                <c:pt idx="347">
                  <c:v>55.610082</c:v>
                </c:pt>
                <c:pt idx="348">
                  <c:v>54.476478</c:v>
                </c:pt>
                <c:pt idx="349">
                  <c:v>53.342874</c:v>
                </c:pt>
                <c:pt idx="350">
                  <c:v>52.209270</c:v>
                </c:pt>
                <c:pt idx="351">
                  <c:v>51.680255</c:v>
                </c:pt>
                <c:pt idx="352">
                  <c:v>51.680255</c:v>
                </c:pt>
                <c:pt idx="353">
                  <c:v>51.680255</c:v>
                </c:pt>
                <c:pt idx="354">
                  <c:v>51.048112</c:v>
                </c:pt>
                <c:pt idx="355">
                  <c:v>49.995480</c:v>
                </c:pt>
                <c:pt idx="356">
                  <c:v>48.942848</c:v>
                </c:pt>
                <c:pt idx="357">
                  <c:v>47.960391</c:v>
                </c:pt>
                <c:pt idx="358">
                  <c:v>47.727481</c:v>
                </c:pt>
                <c:pt idx="359">
                  <c:v>46.562934</c:v>
                </c:pt>
                <c:pt idx="360">
                  <c:v>45.398387</c:v>
                </c:pt>
                <c:pt idx="361">
                  <c:v>44.233839</c:v>
                </c:pt>
                <c:pt idx="362">
                  <c:v>43.868040</c:v>
                </c:pt>
                <c:pt idx="363">
                  <c:v>42.815408</c:v>
                </c:pt>
                <c:pt idx="364">
                  <c:v>41.762775</c:v>
                </c:pt>
                <c:pt idx="365">
                  <c:v>40.710143</c:v>
                </c:pt>
                <c:pt idx="366">
                  <c:v>39.986779</c:v>
                </c:pt>
                <c:pt idx="367">
                  <c:v>39.264974</c:v>
                </c:pt>
                <c:pt idx="368">
                  <c:v>38.061966</c:v>
                </c:pt>
                <c:pt idx="369">
                  <c:v>36.858957</c:v>
                </c:pt>
                <c:pt idx="370">
                  <c:v>36.056952</c:v>
                </c:pt>
                <c:pt idx="371">
                  <c:v>35.521146</c:v>
                </c:pt>
                <c:pt idx="372">
                  <c:v>35.521146</c:v>
                </c:pt>
                <c:pt idx="373">
                  <c:v>35.099879</c:v>
                </c:pt>
                <c:pt idx="374">
                  <c:v>33.869310</c:v>
                </c:pt>
                <c:pt idx="375">
                  <c:v>32.630433</c:v>
                </c:pt>
                <c:pt idx="376">
                  <c:v>31.639332</c:v>
                </c:pt>
                <c:pt idx="377">
                  <c:v>31.639332</c:v>
                </c:pt>
                <c:pt idx="378">
                  <c:v>30.280783</c:v>
                </c:pt>
                <c:pt idx="379">
                  <c:v>29.351273</c:v>
                </c:pt>
                <c:pt idx="380">
                  <c:v>28.999097</c:v>
                </c:pt>
                <c:pt idx="381">
                  <c:v>26.207961</c:v>
                </c:pt>
                <c:pt idx="382">
                  <c:v>28.293312</c:v>
                </c:pt>
                <c:pt idx="383">
                  <c:v>26.281593</c:v>
                </c:pt>
                <c:pt idx="384">
                  <c:v>30.819809</c:v>
                </c:pt>
                <c:pt idx="385">
                  <c:v>37.627134</c:v>
                </c:pt>
                <c:pt idx="386">
                  <c:v>44.434459</c:v>
                </c:pt>
                <c:pt idx="387">
                  <c:v>44.434466</c:v>
                </c:pt>
                <c:pt idx="388">
                  <c:v>44.434466</c:v>
                </c:pt>
                <c:pt idx="389">
                  <c:v>48.972683</c:v>
                </c:pt>
                <c:pt idx="390">
                  <c:v>53.510900</c:v>
                </c:pt>
                <c:pt idx="391">
                  <c:v>53.510900</c:v>
                </c:pt>
                <c:pt idx="392">
                  <c:v>58.049116</c:v>
                </c:pt>
                <c:pt idx="393">
                  <c:v>64.856441</c:v>
                </c:pt>
                <c:pt idx="394">
                  <c:v>69.465966</c:v>
                </c:pt>
                <c:pt idx="395">
                  <c:v>71.553552</c:v>
                </c:pt>
                <c:pt idx="396">
                  <c:v>71.553552</c:v>
                </c:pt>
                <c:pt idx="397">
                  <c:v>73.949045</c:v>
                </c:pt>
                <c:pt idx="398">
                  <c:v>75.461752</c:v>
                </c:pt>
                <c:pt idx="399">
                  <c:v>75.461752</c:v>
                </c:pt>
                <c:pt idx="400">
                  <c:v>75.461752</c:v>
                </c:pt>
                <c:pt idx="401">
                  <c:v>75.461752</c:v>
                </c:pt>
                <c:pt idx="402">
                  <c:v>78.487269</c:v>
                </c:pt>
                <c:pt idx="403">
                  <c:v>78.487269</c:v>
                </c:pt>
                <c:pt idx="404">
                  <c:v>78.487269</c:v>
                </c:pt>
                <c:pt idx="405">
                  <c:v>78.654459</c:v>
                </c:pt>
                <c:pt idx="406">
                  <c:v>85.461783</c:v>
                </c:pt>
                <c:pt idx="407">
                  <c:v>90</c:v>
                </c:pt>
                <c:pt idx="408">
                  <c:v>88.784985</c:v>
                </c:pt>
                <c:pt idx="409">
                  <c:v>87.914658</c:v>
                </c:pt>
                <c:pt idx="410">
                  <c:v>86.634155</c:v>
                </c:pt>
                <c:pt idx="411">
                  <c:v>85.280031</c:v>
                </c:pt>
                <c:pt idx="412">
                  <c:v>84.045210</c:v>
                </c:pt>
                <c:pt idx="413">
                  <c:v>82.926861</c:v>
                </c:pt>
                <c:pt idx="414">
                  <c:v>82.109739</c:v>
                </c:pt>
                <c:pt idx="415">
                  <c:v>81.147691</c:v>
                </c:pt>
                <c:pt idx="416">
                  <c:v>79.934621</c:v>
                </c:pt>
                <c:pt idx="417">
                  <c:v>79.045036</c:v>
                </c:pt>
                <c:pt idx="418">
                  <c:v>78.877810</c:v>
                </c:pt>
                <c:pt idx="419">
                  <c:v>77.623610</c:v>
                </c:pt>
                <c:pt idx="420">
                  <c:v>76.369409</c:v>
                </c:pt>
                <c:pt idx="421">
                  <c:v>75.115209</c:v>
                </c:pt>
                <c:pt idx="422">
                  <c:v>75.045891</c:v>
                </c:pt>
                <c:pt idx="423">
                  <c:v>74.006117</c:v>
                </c:pt>
                <c:pt idx="424">
                  <c:v>72.966342</c:v>
                </c:pt>
                <c:pt idx="425">
                  <c:v>71.926568</c:v>
                </c:pt>
                <c:pt idx="426">
                  <c:v>71.233385</c:v>
                </c:pt>
                <c:pt idx="427">
                  <c:v>70.812247</c:v>
                </c:pt>
                <c:pt idx="428">
                  <c:v>69.6477</c:v>
                </c:pt>
                <c:pt idx="429">
                  <c:v>68.483153</c:v>
                </c:pt>
                <c:pt idx="430">
                  <c:v>67.554398</c:v>
                </c:pt>
                <c:pt idx="431">
                  <c:v>66.810886</c:v>
                </c:pt>
                <c:pt idx="432">
                  <c:v>65.556686</c:v>
                </c:pt>
                <c:pt idx="433">
                  <c:v>64.553326</c:v>
                </c:pt>
                <c:pt idx="434">
                  <c:v>63.809916</c:v>
                </c:pt>
                <c:pt idx="435">
                  <c:v>63.000596</c:v>
                </c:pt>
                <c:pt idx="436">
                  <c:v>61.836049</c:v>
                </c:pt>
                <c:pt idx="437">
                  <c:v>60.671501</c:v>
                </c:pt>
                <c:pt idx="438">
                  <c:v>60.085088</c:v>
                </c:pt>
                <c:pt idx="439">
                  <c:v>59.188548</c:v>
                </c:pt>
                <c:pt idx="440">
                  <c:v>58.076332</c:v>
                </c:pt>
                <c:pt idx="441">
                  <c:v>56.964117</c:v>
                </c:pt>
                <c:pt idx="442">
                  <c:v>56.023042</c:v>
                </c:pt>
                <c:pt idx="443">
                  <c:v>55.337610</c:v>
                </c:pt>
                <c:pt idx="444">
                  <c:v>54.098730</c:v>
                </c:pt>
                <c:pt idx="445">
                  <c:v>52.859850</c:v>
                </c:pt>
                <c:pt idx="446">
                  <c:v>52.209270</c:v>
                </c:pt>
                <c:pt idx="447">
                  <c:v>51.456340</c:v>
                </c:pt>
                <c:pt idx="448">
                  <c:v>50.403708</c:v>
                </c:pt>
                <c:pt idx="449">
                  <c:v>49.351076</c:v>
                </c:pt>
                <c:pt idx="450">
                  <c:v>48.730068</c:v>
                </c:pt>
                <c:pt idx="451">
                  <c:v>47.798430</c:v>
                </c:pt>
                <c:pt idx="452">
                  <c:v>46.833837</c:v>
                </c:pt>
                <c:pt idx="453">
                  <c:v>45.669290</c:v>
                </c:pt>
                <c:pt idx="454">
                  <c:v>45.048198</c:v>
                </c:pt>
                <c:pt idx="455">
                  <c:v>44.346443</c:v>
                </c:pt>
                <c:pt idx="456">
                  <c:v>43.293811</c:v>
                </c:pt>
                <c:pt idx="457">
                  <c:v>42.241179</c:v>
                </c:pt>
                <c:pt idx="458">
                  <c:v>41.188547</c:v>
                </c:pt>
                <c:pt idx="459">
                  <c:v>40.438154</c:v>
                </c:pt>
                <c:pt idx="460">
                  <c:v>39.639581</c:v>
                </c:pt>
                <c:pt idx="461">
                  <c:v>38.253215</c:v>
                </c:pt>
                <c:pt idx="462">
                  <c:v>37.236547</c:v>
                </c:pt>
                <c:pt idx="463">
                  <c:v>36.514742</c:v>
                </c:pt>
                <c:pt idx="464">
                  <c:v>35.311733</c:v>
                </c:pt>
                <c:pt idx="465">
                  <c:v>34.108725</c:v>
                </c:pt>
                <c:pt idx="466">
                  <c:v>33.196660</c:v>
                </c:pt>
                <c:pt idx="467">
                  <c:v>32.175127</c:v>
                </c:pt>
                <c:pt idx="468">
                  <c:v>31.356413</c:v>
                </c:pt>
                <c:pt idx="469">
                  <c:v>30.128342</c:v>
                </c:pt>
                <c:pt idx="470">
                  <c:v>28.900271</c:v>
                </c:pt>
                <c:pt idx="471">
                  <c:v>28.2453</c:v>
                </c:pt>
                <c:pt idx="472">
                  <c:v>28.2453</c:v>
                </c:pt>
                <c:pt idx="473">
                  <c:v>26.917308</c:v>
                </c:pt>
                <c:pt idx="474">
                  <c:v>25.385008</c:v>
                </c:pt>
                <c:pt idx="475">
                  <c:v>24.363476</c:v>
                </c:pt>
                <c:pt idx="476">
                  <c:v>24.363476</c:v>
                </c:pt>
                <c:pt idx="477">
                  <c:v>21.220164</c:v>
                </c:pt>
                <c:pt idx="478">
                  <c:v>24.573449</c:v>
                </c:pt>
                <c:pt idx="479">
                  <c:v>22.561729</c:v>
                </c:pt>
                <c:pt idx="480">
                  <c:v>27.099945</c:v>
                </c:pt>
                <c:pt idx="481">
                  <c:v>33.907270</c:v>
                </c:pt>
                <c:pt idx="482">
                  <c:v>35.367041</c:v>
                </c:pt>
                <c:pt idx="483">
                  <c:v>42.174366</c:v>
                </c:pt>
                <c:pt idx="484">
                  <c:v>45.223359</c:v>
                </c:pt>
                <c:pt idx="485">
                  <c:v>52.030684</c:v>
                </c:pt>
                <c:pt idx="486">
                  <c:v>57.781301</c:v>
                </c:pt>
                <c:pt idx="487">
                  <c:v>64.588626</c:v>
                </c:pt>
                <c:pt idx="488">
                  <c:v>68.349255</c:v>
                </c:pt>
                <c:pt idx="489">
                  <c:v>70.020105</c:v>
                </c:pt>
                <c:pt idx="490">
                  <c:v>70.020105</c:v>
                </c:pt>
                <c:pt idx="491">
                  <c:v>70.131544</c:v>
                </c:pt>
                <c:pt idx="492">
                  <c:v>73.851480</c:v>
                </c:pt>
                <c:pt idx="493">
                  <c:v>73.851480</c:v>
                </c:pt>
                <c:pt idx="494">
                  <c:v>73.851480</c:v>
                </c:pt>
                <c:pt idx="495">
                  <c:v>73.851480</c:v>
                </c:pt>
                <c:pt idx="496">
                  <c:v>75.461752</c:v>
                </c:pt>
                <c:pt idx="497">
                  <c:v>75.461752</c:v>
                </c:pt>
                <c:pt idx="498">
                  <c:v>75.745726</c:v>
                </c:pt>
                <c:pt idx="499">
                  <c:v>75.745726</c:v>
                </c:pt>
                <c:pt idx="500">
                  <c:v>79.527573</c:v>
                </c:pt>
                <c:pt idx="501">
                  <c:v>82.269076</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77.794600</c:v>
                </c:pt>
                <c:pt idx="516">
                  <c:v>76.471251</c:v>
                </c:pt>
                <c:pt idx="517">
                  <c:v>76.294804</c:v>
                </c:pt>
                <c:pt idx="518">
                  <c:v>75.867649</c:v>
                </c:pt>
                <c:pt idx="519">
                  <c:v>74.586184</c:v>
                </c:pt>
                <c:pt idx="520">
                  <c:v>73.304718</c:v>
                </c:pt>
                <c:pt idx="521">
                  <c:v>72.364977</c:v>
                </c:pt>
                <c:pt idx="522">
                  <c:v>71.693123</c:v>
                </c:pt>
                <c:pt idx="523">
                  <c:v>70.573366</c:v>
                </c:pt>
                <c:pt idx="524">
                  <c:v>69.453609</c:v>
                </c:pt>
                <c:pt idx="525">
                  <c:v>68.483153</c:v>
                </c:pt>
                <c:pt idx="526">
                  <c:v>68.483153</c:v>
                </c:pt>
                <c:pt idx="527">
                  <c:v>67.814246</c:v>
                </c:pt>
                <c:pt idx="528">
                  <c:v>66.560046</c:v>
                </c:pt>
                <c:pt idx="529">
                  <c:v>65.305846</c:v>
                </c:pt>
                <c:pt idx="530">
                  <c:v>64.553326</c:v>
                </c:pt>
                <c:pt idx="531">
                  <c:v>64.553326</c:v>
                </c:pt>
                <c:pt idx="532">
                  <c:v>63.720335</c:v>
                </c:pt>
                <c:pt idx="533">
                  <c:v>63.421733</c:v>
                </c:pt>
                <c:pt idx="534">
                  <c:v>63.176119</c:v>
                </c:pt>
                <c:pt idx="535">
                  <c:v>61.948048</c:v>
                </c:pt>
                <c:pt idx="536">
                  <c:v>60.719977</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51.680255</c:v>
                </c:pt>
                <c:pt idx="550">
                  <c:v>51.680255</c:v>
                </c:pt>
                <c:pt idx="551">
                  <c:v>50.859100</c:v>
                </c:pt>
                <c:pt idx="552">
                  <c:v>49.739343</c:v>
                </c:pt>
                <c:pt idx="553">
                  <c:v>48.619585</c:v>
                </c:pt>
                <c:pt idx="554">
                  <c:v>47.798430</c:v>
                </c:pt>
                <c:pt idx="555">
                  <c:v>47.205249</c:v>
                </c:pt>
                <c:pt idx="556">
                  <c:v>46.093034</c:v>
                </c:pt>
                <c:pt idx="557">
                  <c:v>44.980818</c:v>
                </c:pt>
                <c:pt idx="558">
                  <c:v>43.868603</c:v>
                </c:pt>
                <c:pt idx="559">
                  <c:v>43.868603</c:v>
                </c:pt>
                <c:pt idx="560">
                  <c:v>43.868603</c:v>
                </c:pt>
                <c:pt idx="561">
                  <c:v>43.28633</c:v>
                </c:pt>
                <c:pt idx="562">
                  <c:v>41.830645</c:v>
                </c:pt>
                <c:pt idx="563">
                  <c:v>40.374961</c:v>
                </c:pt>
                <c:pt idx="564">
                  <c:v>39.986779</c:v>
                </c:pt>
                <c:pt idx="565">
                  <c:v>39.806229</c:v>
                </c:pt>
                <c:pt idx="566">
                  <c:v>38.452108</c:v>
                </c:pt>
                <c:pt idx="567">
                  <c:v>37.097986</c:v>
                </c:pt>
                <c:pt idx="568">
                  <c:v>36.104964</c:v>
                </c:pt>
                <c:pt idx="569">
                  <c:v>36.104964</c:v>
                </c:pt>
                <c:pt idx="570">
                  <c:v>35.425690</c:v>
                </c:pt>
                <c:pt idx="571">
                  <c:v>34.019613</c:v>
                </c:pt>
                <c:pt idx="572">
                  <c:v>34.243486</c:v>
                </c:pt>
                <c:pt idx="573">
                  <c:v>34.623658</c:v>
                </c:pt>
                <c:pt idx="574">
                  <c:v>34.623658</c:v>
                </c:pt>
                <c:pt idx="575">
                  <c:v>34.623658</c:v>
                </c:pt>
                <c:pt idx="576">
                  <c:v>39.154664</c:v>
                </c:pt>
                <c:pt idx="577">
                  <c:v>39.161874</c:v>
                </c:pt>
                <c:pt idx="578">
                  <c:v>39.161874</c:v>
                </c:pt>
                <c:pt idx="579">
                  <c:v>39.161874</c:v>
                </c:pt>
                <c:pt idx="580">
                  <c:v>41.423772</c:v>
                </c:pt>
                <c:pt idx="581">
                  <c:v>43.694236</c:v>
                </c:pt>
                <c:pt idx="582">
                  <c:v>47.644398</c:v>
                </c:pt>
                <c:pt idx="583">
                  <c:v>54.451723</c:v>
                </c:pt>
                <c:pt idx="584">
                  <c:v>55.253937</c:v>
                </c:pt>
                <c:pt idx="585">
                  <c:v>55.253937</c:v>
                </c:pt>
                <c:pt idx="586">
                  <c:v>55.253937</c:v>
                </c:pt>
                <c:pt idx="587">
                  <c:v>59.792154</c:v>
                </c:pt>
                <c:pt idx="588">
                  <c:v>64.116210</c:v>
                </c:pt>
                <c:pt idx="589">
                  <c:v>66.385318</c:v>
                </c:pt>
                <c:pt idx="590">
                  <c:v>66.385318</c:v>
                </c:pt>
                <c:pt idx="591">
                  <c:v>66.385318</c:v>
                </c:pt>
                <c:pt idx="592">
                  <c:v>66.385318</c:v>
                </c:pt>
                <c:pt idx="593">
                  <c:v>66.385326</c:v>
                </c:pt>
                <c:pt idx="594">
                  <c:v>73.192643</c:v>
                </c:pt>
                <c:pt idx="595">
                  <c:v>77.571284</c:v>
                </c:pt>
                <c:pt idx="596">
                  <c:v>77.571284</c:v>
                </c:pt>
                <c:pt idx="597">
                  <c:v>77.571284</c:v>
                </c:pt>
                <c:pt idx="598">
                  <c:v>77.571291</c:v>
                </c:pt>
                <c:pt idx="599">
                  <c:v>82.269076</c:v>
                </c:pt>
                <c:pt idx="600">
                  <c:v>85.461783</c:v>
                </c:pt>
                <c:pt idx="601">
                  <c:v>89.497070</c:v>
                </c:pt>
                <c:pt idx="602">
                  <c:v>87.914658</c:v>
                </c:pt>
                <c:pt idx="603">
                  <c:v>86.649855</c:v>
                </c:pt>
                <c:pt idx="604">
                  <c:v>85.098607</c:v>
                </c:pt>
                <c:pt idx="605">
                  <c:v>83.547360</c:v>
                </c:pt>
                <c:pt idx="606">
                  <c:v>82.926861</c:v>
                </c:pt>
                <c:pt idx="607">
                  <c:v>81.598868</c:v>
                </c:pt>
                <c:pt idx="608">
                  <c:v>80.066569</c:v>
                </c:pt>
                <c:pt idx="609">
                  <c:v>79.045036</c:v>
                </c:pt>
                <c:pt idx="610">
                  <c:v>79.045036</c:v>
                </c:pt>
                <c:pt idx="611">
                  <c:v>78.160825</c:v>
                </c:pt>
                <c:pt idx="612">
                  <c:v>76.687140</c:v>
                </c:pt>
                <c:pt idx="613">
                  <c:v>75.213455</c:v>
                </c:pt>
                <c:pt idx="614">
                  <c:v>75.115209</c:v>
                </c:pt>
                <c:pt idx="615">
                  <c:v>75.115209</c:v>
                </c:pt>
                <c:pt idx="616">
                  <c:v>73.827238</c:v>
                </c:pt>
                <c:pt idx="617">
                  <c:v>72.456369</c:v>
                </c:pt>
                <c:pt idx="618">
                  <c:v>71.413935</c:v>
                </c:pt>
                <c:pt idx="619">
                  <c:v>71.233385</c:v>
                </c:pt>
                <c:pt idx="620">
                  <c:v>70.709408</c:v>
                </c:pt>
                <c:pt idx="621">
                  <c:v>69.399466</c:v>
                </c:pt>
                <c:pt idx="622">
                  <c:v>68.089523</c:v>
                </c:pt>
                <c:pt idx="623">
                  <c:v>67.303558</c:v>
                </c:pt>
                <c:pt idx="624">
                  <c:v>67.303558</c:v>
                </c:pt>
                <c:pt idx="625">
                  <c:v>67.303558</c:v>
                </c:pt>
                <c:pt idx="626">
                  <c:v>66.139010</c:v>
                </c:pt>
                <c:pt idx="627">
                  <c:v>64.974463</c:v>
                </c:pt>
                <c:pt idx="628">
                  <c:v>63.809916</c:v>
                </c:pt>
                <c:pt idx="629">
                  <c:v>63.421733</c:v>
                </c:pt>
                <c:pt idx="630">
                  <c:v>63.094248</c:v>
                </c:pt>
                <c:pt idx="631">
                  <c:v>61.866177</c:v>
                </c:pt>
                <c:pt idx="632">
                  <c:v>60.638106</c:v>
                </c:pt>
                <c:pt idx="633">
                  <c:v>59.491906</c:v>
                </c:pt>
                <c:pt idx="634">
                  <c:v>59.491906</c:v>
                </c:pt>
                <c:pt idx="635">
                  <c:v>59.491906</c:v>
                </c:pt>
                <c:pt idx="636">
                  <c:v>58.637905</c:v>
                </c:pt>
                <c:pt idx="637">
                  <c:v>57.473358</c:v>
                </c:pt>
                <c:pt idx="638">
                  <c:v>56.308810</c:v>
                </c:pt>
                <c:pt idx="639">
                  <c:v>55.610082</c:v>
                </c:pt>
                <c:pt idx="640">
                  <c:v>55.610082</c:v>
                </c:pt>
                <c:pt idx="641">
                  <c:v>54.476478</c:v>
                </c:pt>
                <c:pt idx="642">
                  <c:v>53.342874</c:v>
                </c:pt>
                <c:pt idx="643">
                  <c:v>52.209270</c:v>
                </c:pt>
                <c:pt idx="644">
                  <c:v>51.680255</c:v>
                </c:pt>
                <c:pt idx="645">
                  <c:v>51.680255</c:v>
                </c:pt>
                <c:pt idx="646">
                  <c:v>51.680255</c:v>
                </c:pt>
                <c:pt idx="647">
                  <c:v>51.680255</c:v>
                </c:pt>
                <c:pt idx="648">
                  <c:v>50.558839</c:v>
                </c:pt>
                <c:pt idx="649">
                  <c:v>49.264897</c:v>
                </c:pt>
                <c:pt idx="650">
                  <c:v>47.970956</c:v>
                </c:pt>
                <c:pt idx="651">
                  <c:v>47.798430</c:v>
                </c:pt>
                <c:pt idx="652">
                  <c:v>47.798430</c:v>
                </c:pt>
                <c:pt idx="653">
                  <c:v>44.655118</c:v>
                </c:pt>
                <c:pt idx="654">
                  <c:v>44.655118</c:v>
                </c:pt>
                <c:pt idx="655">
                  <c:v>44.315174</c:v>
                </c:pt>
                <c:pt idx="656">
                  <c:v>43.868603</c:v>
                </c:pt>
                <c:pt idx="657">
                  <c:v>42.336304</c:v>
                </c:pt>
                <c:pt idx="658">
                  <c:v>40.804005</c:v>
                </c:pt>
                <c:pt idx="659">
                  <c:v>39.986779</c:v>
                </c:pt>
                <c:pt idx="660">
                  <c:v>38.863971</c:v>
                </c:pt>
                <c:pt idx="661">
                  <c:v>37.460461</c:v>
                </c:pt>
                <c:pt idx="662">
                  <c:v>36.056952</c:v>
                </c:pt>
                <c:pt idx="663">
                  <c:v>35.546185</c:v>
                </c:pt>
                <c:pt idx="664">
                  <c:v>34.013886</c:v>
                </c:pt>
                <c:pt idx="665">
                  <c:v>32.481587</c:v>
                </c:pt>
                <c:pt idx="666">
                  <c:v>32.175127</c:v>
                </c:pt>
                <c:pt idx="667">
                  <c:v>32.175127</c:v>
                </c:pt>
                <c:pt idx="668">
                  <c:v>29.031815</c:v>
                </c:pt>
                <c:pt idx="669">
                  <c:v>33.570032</c:v>
                </c:pt>
                <c:pt idx="670">
                  <c:v>39.154664</c:v>
                </c:pt>
                <c:pt idx="671">
                  <c:v>39.154664</c:v>
                </c:pt>
                <c:pt idx="672">
                  <c:v>39.154664</c:v>
                </c:pt>
                <c:pt idx="673">
                  <c:v>40.079618</c:v>
                </c:pt>
                <c:pt idx="674">
                  <c:v>40.079618</c:v>
                </c:pt>
                <c:pt idx="675">
                  <c:v>40.079618</c:v>
                </c:pt>
                <c:pt idx="676">
                  <c:v>40.079618</c:v>
                </c:pt>
                <c:pt idx="677">
                  <c:v>40.079618</c:v>
                </c:pt>
                <c:pt idx="678">
                  <c:v>40.079618</c:v>
                </c:pt>
                <c:pt idx="679">
                  <c:v>40.079618</c:v>
                </c:pt>
                <c:pt idx="680">
                  <c:v>40.079618</c:v>
                </c:pt>
                <c:pt idx="681">
                  <c:v>40.079618</c:v>
                </c:pt>
                <c:pt idx="682">
                  <c:v>40.079618</c:v>
                </c:pt>
                <c:pt idx="683">
                  <c:v>40.079618</c:v>
                </c:pt>
                <c:pt idx="684">
                  <c:v>40.079618</c:v>
                </c:pt>
                <c:pt idx="685">
                  <c:v>44.617834</c:v>
                </c:pt>
                <c:pt idx="686">
                  <c:v>51.425159</c:v>
                </c:pt>
                <c:pt idx="687">
                  <c:v>58.232484</c:v>
                </c:pt>
                <c:pt idx="688">
                  <c:v>58.232492</c:v>
                </c:pt>
                <c:pt idx="689">
                  <c:v>58.232499</c:v>
                </c:pt>
                <c:pt idx="690">
                  <c:v>64.116242</c:v>
                </c:pt>
                <c:pt idx="691">
                  <c:v>68.654481</c:v>
                </c:pt>
                <c:pt idx="692">
                  <c:v>73.192643</c:v>
                </c:pt>
                <c:pt idx="693">
                  <c:v>79.999968</c:v>
                </c:pt>
                <c:pt idx="694">
                  <c:v>85.461783</c:v>
                </c:pt>
                <c:pt idx="695">
                  <c:v>90</c:v>
                </c:pt>
              </c:numCache>
            </c:numRef>
          </c:yVal>
          <c:smooth val="0"/>
          <c:extLst>
            <c:ext xmlns:c16="http://schemas.microsoft.com/office/drawing/2014/chart" uri="{C3380CC4-5D6E-409C-BE32-E72D297353CC}">
              <c16:uniqueId val="{00000000-F124-41A9-A7DC-D306E321D4FC}"/>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59.166550</c:v>
                </c:pt>
                <c:pt idx="1">
                  <c:v>59.166550</c:v>
                </c:pt>
                <c:pt idx="2">
                  <c:v>59.166550</c:v>
                </c:pt>
                <c:pt idx="3">
                  <c:v>59.166550</c:v>
                </c:pt>
                <c:pt idx="4">
                  <c:v>59.166550</c:v>
                </c:pt>
                <c:pt idx="5">
                  <c:v>59.166550</c:v>
                </c:pt>
                <c:pt idx="6">
                  <c:v>62.176521</c:v>
                </c:pt>
                <c:pt idx="7">
                  <c:v>64.794212</c:v>
                </c:pt>
                <c:pt idx="8">
                  <c:v>67.882034</c:v>
                </c:pt>
                <c:pt idx="9">
                  <c:v>69.357533</c:v>
                </c:pt>
                <c:pt idx="10">
                  <c:v>69.850979</c:v>
                </c:pt>
                <c:pt idx="11">
                  <c:v>71.033454</c:v>
                </c:pt>
                <c:pt idx="12">
                  <c:v>73.721441</c:v>
                </c:pt>
                <c:pt idx="13">
                  <c:v>74.055141</c:v>
                </c:pt>
                <c:pt idx="14">
                  <c:v>77.873986</c:v>
                </c:pt>
                <c:pt idx="15">
                  <c:v>78.805634</c:v>
                </c:pt>
                <c:pt idx="16">
                  <c:v>79.999964</c:v>
                </c:pt>
                <c:pt idx="17">
                  <c:v>79.999984</c:v>
                </c:pt>
                <c:pt idx="18">
                  <c:v>80.470241</c:v>
                </c:pt>
                <c:pt idx="19">
                  <c:v>82.504571</c:v>
                </c:pt>
                <c:pt idx="20">
                  <c:v>82.925519</c:v>
                </c:pt>
                <c:pt idx="21">
                  <c:v>84.286371</c:v>
                </c:pt>
                <c:pt idx="22">
                  <c:v>85.281188</c:v>
                </c:pt>
                <c:pt idx="23">
                  <c:v>86.109782</c:v>
                </c:pt>
                <c:pt idx="24">
                  <c:v>88.007019</c:v>
                </c:pt>
                <c:pt idx="25">
                  <c:v>88.330575</c:v>
                </c:pt>
                <c:pt idx="26">
                  <c:v>87.979099</c:v>
                </c:pt>
                <c:pt idx="27">
                  <c:v>87.147706</c:v>
                </c:pt>
                <c:pt idx="28">
                  <c:v>85.825410</c:v>
                </c:pt>
                <c:pt idx="29">
                  <c:v>84.130398</c:v>
                </c:pt>
                <c:pt idx="30">
                  <c:v>83.136298</c:v>
                </c:pt>
                <c:pt idx="31">
                  <c:v>82.910899</c:v>
                </c:pt>
                <c:pt idx="32">
                  <c:v>82.027867</c:v>
                </c:pt>
                <c:pt idx="33">
                  <c:v>81.063010</c:v>
                </c:pt>
                <c:pt idx="34">
                  <c:v>80.011017</c:v>
                </c:pt>
                <c:pt idx="35">
                  <c:v>79.462858</c:v>
                </c:pt>
                <c:pt idx="36">
                  <c:v>79.220190</c:v>
                </c:pt>
                <c:pt idx="37">
                  <c:v>78.661612</c:v>
                </c:pt>
                <c:pt idx="38">
                  <c:v>77.202633</c:v>
                </c:pt>
                <c:pt idx="39">
                  <c:v>76.290705</c:v>
                </c:pt>
                <c:pt idx="40">
                  <c:v>76.224121</c:v>
                </c:pt>
                <c:pt idx="41">
                  <c:v>75.441428</c:v>
                </c:pt>
                <c:pt idx="42">
                  <c:v>74.820846</c:v>
                </c:pt>
                <c:pt idx="43">
                  <c:v>74.454086</c:v>
                </c:pt>
                <c:pt idx="44">
                  <c:v>73.641594</c:v>
                </c:pt>
                <c:pt idx="45">
                  <c:v>72.538735</c:v>
                </c:pt>
                <c:pt idx="46">
                  <c:v>72.160072</c:v>
                </c:pt>
                <c:pt idx="47">
                  <c:v>71.233385</c:v>
                </c:pt>
                <c:pt idx="48">
                  <c:v>71.156015</c:v>
                </c:pt>
                <c:pt idx="49">
                  <c:v>70.203364</c:v>
                </c:pt>
                <c:pt idx="50">
                  <c:v>69.662996</c:v>
                </c:pt>
                <c:pt idx="51">
                  <c:v>69.703226</c:v>
                </c:pt>
                <c:pt idx="52">
                  <c:v>69.662996</c:v>
                </c:pt>
                <c:pt idx="53">
                  <c:v>68.988609</c:v>
                </c:pt>
                <c:pt idx="54">
                  <c:v>68.122426</c:v>
                </c:pt>
                <c:pt idx="55">
                  <c:v>67.675817</c:v>
                </c:pt>
                <c:pt idx="56">
                  <c:v>67.073151</c:v>
                </c:pt>
                <c:pt idx="57">
                  <c:v>67.241508</c:v>
                </c:pt>
                <c:pt idx="58">
                  <c:v>66.615443</c:v>
                </c:pt>
                <c:pt idx="59">
                  <c:v>65.989378</c:v>
                </c:pt>
                <c:pt idx="60">
                  <c:v>65.424917</c:v>
                </c:pt>
                <c:pt idx="61">
                  <c:v>65.039570</c:v>
                </c:pt>
                <c:pt idx="62">
                  <c:v>64.675198</c:v>
                </c:pt>
                <c:pt idx="63">
                  <c:v>64.566241</c:v>
                </c:pt>
                <c:pt idx="64">
                  <c:v>64.048466</c:v>
                </c:pt>
                <c:pt idx="65">
                  <c:v>63.522150</c:v>
                </c:pt>
                <c:pt idx="66">
                  <c:v>63.399223</c:v>
                </c:pt>
                <c:pt idx="67">
                  <c:v>62.852029</c:v>
                </c:pt>
                <c:pt idx="68">
                  <c:v>62.304836</c:v>
                </c:pt>
                <c:pt idx="69">
                  <c:v>61.850643</c:v>
                </c:pt>
                <c:pt idx="70">
                  <c:v>61.611724</c:v>
                </c:pt>
                <c:pt idx="71">
                  <c:v>60.819548</c:v>
                </c:pt>
                <c:pt idx="72">
                  <c:v>59.647342</c:v>
                </c:pt>
                <c:pt idx="73">
                  <c:v>58.826797</c:v>
                </c:pt>
                <c:pt idx="74">
                  <c:v>57.959233</c:v>
                </c:pt>
                <c:pt idx="75">
                  <c:v>57.055782</c:v>
                </c:pt>
                <c:pt idx="76">
                  <c:v>58.454988</c:v>
                </c:pt>
                <c:pt idx="77">
                  <c:v>59.527675</c:v>
                </c:pt>
                <c:pt idx="78">
                  <c:v>58.227939</c:v>
                </c:pt>
                <c:pt idx="79">
                  <c:v>57.503022</c:v>
                </c:pt>
                <c:pt idx="80">
                  <c:v>56.661797</c:v>
                </c:pt>
                <c:pt idx="81">
                  <c:v>56.130238</c:v>
                </c:pt>
                <c:pt idx="82">
                  <c:v>54.678736</c:v>
                </c:pt>
                <c:pt idx="83">
                  <c:v>53.227233</c:v>
                </c:pt>
                <c:pt idx="84">
                  <c:v>52.702531</c:v>
                </c:pt>
                <c:pt idx="85">
                  <c:v>52.821124</c:v>
                </c:pt>
                <c:pt idx="86">
                  <c:v>51.723995</c:v>
                </c:pt>
                <c:pt idx="87">
                  <c:v>51.723995</c:v>
                </c:pt>
                <c:pt idx="88">
                  <c:v>51.723995</c:v>
                </c:pt>
                <c:pt idx="89">
                  <c:v>49.581474</c:v>
                </c:pt>
                <c:pt idx="90">
                  <c:v>49.326055</c:v>
                </c:pt>
                <c:pt idx="91">
                  <c:v>49.326055</c:v>
                </c:pt>
                <c:pt idx="92">
                  <c:v>51.595164</c:v>
                </c:pt>
                <c:pt idx="93">
                  <c:v>56.133380</c:v>
                </c:pt>
                <c:pt idx="94">
                  <c:v>59.537043</c:v>
                </c:pt>
                <c:pt idx="95">
                  <c:v>64.075259</c:v>
                </c:pt>
                <c:pt idx="96">
                  <c:v>65.712533</c:v>
                </c:pt>
                <c:pt idx="97">
                  <c:v>66.084624</c:v>
                </c:pt>
                <c:pt idx="98">
                  <c:v>70.622841</c:v>
                </c:pt>
                <c:pt idx="99">
                  <c:v>73.862662</c:v>
                </c:pt>
                <c:pt idx="100">
                  <c:v>76.353502</c:v>
                </c:pt>
                <c:pt idx="101">
                  <c:v>77.673944</c:v>
                </c:pt>
                <c:pt idx="102">
                  <c:v>79.999957</c:v>
                </c:pt>
                <c:pt idx="103">
                  <c:v>81.596318</c:v>
                </c:pt>
                <c:pt idx="104">
                  <c:v>81.596334</c:v>
                </c:pt>
                <c:pt idx="105">
                  <c:v>81.968409</c:v>
                </c:pt>
                <c:pt idx="106">
                  <c:v>84.237518</c:v>
                </c:pt>
                <c:pt idx="107">
                  <c:v>84.699277</c:v>
                </c:pt>
                <c:pt idx="108">
                  <c:v>84.699277</c:v>
                </c:pt>
                <c:pt idx="109">
                  <c:v>84.999977</c:v>
                </c:pt>
                <c:pt idx="110">
                  <c:v>85.461760</c:v>
                </c:pt>
                <c:pt idx="111">
                  <c:v>87.178503</c:v>
                </c:pt>
                <c:pt idx="112">
                  <c:v>87.730884</c:v>
                </c:pt>
                <c:pt idx="113">
                  <c:v>87.853863</c:v>
                </c:pt>
                <c:pt idx="114">
                  <c:v>89.999957</c:v>
                </c:pt>
                <c:pt idx="115">
                  <c:v>90</c:v>
                </c:pt>
                <c:pt idx="116">
                  <c:v>90</c:v>
                </c:pt>
                <c:pt idx="117">
                  <c:v>90</c:v>
                </c:pt>
                <c:pt idx="118">
                  <c:v>90</c:v>
                </c:pt>
                <c:pt idx="119">
                  <c:v>90</c:v>
                </c:pt>
                <c:pt idx="120">
                  <c:v>90</c:v>
                </c:pt>
                <c:pt idx="121">
                  <c:v>90</c:v>
                </c:pt>
                <c:pt idx="122">
                  <c:v>90</c:v>
                </c:pt>
                <c:pt idx="123">
                  <c:v>88.405067</c:v>
                </c:pt>
                <c:pt idx="124">
                  <c:v>87.188522</c:v>
                </c:pt>
                <c:pt idx="125">
                  <c:v>86.591341</c:v>
                </c:pt>
                <c:pt idx="126">
                  <c:v>85.295746</c:v>
                </c:pt>
                <c:pt idx="127">
                  <c:v>84.116543</c:v>
                </c:pt>
                <c:pt idx="128">
                  <c:v>83.432323</c:v>
                </c:pt>
                <c:pt idx="129">
                  <c:v>82.655270</c:v>
                </c:pt>
                <c:pt idx="130">
                  <c:v>81.862394</c:v>
                </c:pt>
                <c:pt idx="131">
                  <c:v>81.367031</c:v>
                </c:pt>
                <c:pt idx="132">
                  <c:v>80.416373</c:v>
                </c:pt>
                <c:pt idx="133">
                  <c:v>79.913909</c:v>
                </c:pt>
                <c:pt idx="134">
                  <c:v>79.340111</c:v>
                </c:pt>
                <c:pt idx="135">
                  <c:v>78.713238</c:v>
                </c:pt>
                <c:pt idx="136">
                  <c:v>78.131121</c:v>
                </c:pt>
                <c:pt idx="137">
                  <c:v>77.567845</c:v>
                </c:pt>
                <c:pt idx="138">
                  <c:v>77.056826</c:v>
                </c:pt>
                <c:pt idx="139">
                  <c:v>76.692823</c:v>
                </c:pt>
                <c:pt idx="140">
                  <c:v>75.906463</c:v>
                </c:pt>
                <c:pt idx="141">
                  <c:v>75.160673</c:v>
                </c:pt>
                <c:pt idx="142">
                  <c:v>74.691790</c:v>
                </c:pt>
                <c:pt idx="143">
                  <c:v>74.105687</c:v>
                </c:pt>
                <c:pt idx="144">
                  <c:v>73.519584</c:v>
                </c:pt>
                <c:pt idx="145">
                  <c:v>73.324216</c:v>
                </c:pt>
                <c:pt idx="146">
                  <c:v>73.324216</c:v>
                </c:pt>
                <c:pt idx="147">
                  <c:v>73.324216</c:v>
                </c:pt>
                <c:pt idx="148">
                  <c:v>73.324216</c:v>
                </c:pt>
                <c:pt idx="149">
                  <c:v>73.324216</c:v>
                </c:pt>
                <c:pt idx="150">
                  <c:v>72.624950</c:v>
                </c:pt>
                <c:pt idx="151">
                  <c:v>71.539682</c:v>
                </c:pt>
                <c:pt idx="152">
                  <c:v>70.958289</c:v>
                </c:pt>
                <c:pt idx="153">
                  <c:v>70.288393</c:v>
                </c:pt>
                <c:pt idx="154">
                  <c:v>69.476959</c:v>
                </c:pt>
                <c:pt idx="155">
                  <c:v>68.294787</c:v>
                </c:pt>
                <c:pt idx="156">
                  <c:v>67.544881</c:v>
                </c:pt>
                <c:pt idx="157">
                  <c:v>66.407380</c:v>
                </c:pt>
                <c:pt idx="158">
                  <c:v>65.812513</c:v>
                </c:pt>
                <c:pt idx="159">
                  <c:v>65.308639</c:v>
                </c:pt>
                <c:pt idx="160">
                  <c:v>65.308639</c:v>
                </c:pt>
                <c:pt idx="161">
                  <c:v>64.956977</c:v>
                </c:pt>
                <c:pt idx="162">
                  <c:v>64.370874</c:v>
                </c:pt>
                <c:pt idx="163">
                  <c:v>63.784770</c:v>
                </c:pt>
                <c:pt idx="164">
                  <c:v>63.472182</c:v>
                </c:pt>
                <c:pt idx="165">
                  <c:v>63.142325</c:v>
                </c:pt>
                <c:pt idx="166">
                  <c:v>62.009028</c:v>
                </c:pt>
                <c:pt idx="167">
                  <c:v>61.308135</c:v>
                </c:pt>
                <c:pt idx="168">
                  <c:v>60.323186</c:v>
                </c:pt>
                <c:pt idx="169">
                  <c:v>59.775993</c:v>
                </c:pt>
                <c:pt idx="170">
                  <c:v>58.691300</c:v>
                </c:pt>
                <c:pt idx="171">
                  <c:v>58.412961</c:v>
                </c:pt>
                <c:pt idx="172">
                  <c:v>58.183404</c:v>
                </c:pt>
                <c:pt idx="173">
                  <c:v>57.494732</c:v>
                </c:pt>
                <c:pt idx="174">
                  <c:v>56.806061</c:v>
                </c:pt>
                <c:pt idx="175">
                  <c:v>56.393627</c:v>
                </c:pt>
                <c:pt idx="176">
                  <c:v>55.177828</c:v>
                </c:pt>
                <c:pt idx="177">
                  <c:v>54.150963</c:v>
                </c:pt>
                <c:pt idx="178">
                  <c:v>53.179885</c:v>
                </c:pt>
                <c:pt idx="179">
                  <c:v>52.413736</c:v>
                </c:pt>
                <c:pt idx="180">
                  <c:v>51.385235</c:v>
                </c:pt>
                <c:pt idx="181">
                  <c:v>50.391703</c:v>
                </c:pt>
                <c:pt idx="182">
                  <c:v>50.458886</c:v>
                </c:pt>
                <c:pt idx="183">
                  <c:v>49.47634</c:v>
                </c:pt>
                <c:pt idx="184">
                  <c:v>52.617652</c:v>
                </c:pt>
                <c:pt idx="185">
                  <c:v>53.566229</c:v>
                </c:pt>
                <c:pt idx="186">
                  <c:v>54.838860</c:v>
                </c:pt>
                <c:pt idx="187">
                  <c:v>58.242523</c:v>
                </c:pt>
                <c:pt idx="188">
                  <c:v>61.646185</c:v>
                </c:pt>
                <c:pt idx="189">
                  <c:v>65.962989</c:v>
                </c:pt>
                <c:pt idx="190">
                  <c:v>72.770314</c:v>
                </c:pt>
                <c:pt idx="191">
                  <c:v>77.253241</c:v>
                </c:pt>
                <c:pt idx="192">
                  <c:v>80.656904</c:v>
                </c:pt>
                <c:pt idx="193">
                  <c:v>84.045926</c:v>
                </c:pt>
                <c:pt idx="194">
                  <c:v>84.295422</c:v>
                </c:pt>
                <c:pt idx="195">
                  <c:v>84.295426</c:v>
                </c:pt>
                <c:pt idx="196">
                  <c:v>84.302137</c:v>
                </c:pt>
                <c:pt idx="197">
                  <c:v>86.571242</c:v>
                </c:pt>
                <c:pt idx="198">
                  <c:v>86.571242</c:v>
                </c:pt>
                <c:pt idx="199">
                  <c:v>87.154403</c:v>
                </c:pt>
                <c:pt idx="200">
                  <c:v>87.154403</c:v>
                </c:pt>
                <c:pt idx="201">
                  <c:v>87.154403</c:v>
                </c:pt>
                <c:pt idx="202">
                  <c:v>87.154403</c:v>
                </c:pt>
                <c:pt idx="203">
                  <c:v>87.154403</c:v>
                </c:pt>
                <c:pt idx="204">
                  <c:v>87.154403</c:v>
                </c:pt>
                <c:pt idx="205">
                  <c:v>87.154403</c:v>
                </c:pt>
                <c:pt idx="206">
                  <c:v>87.730872</c:v>
                </c:pt>
                <c:pt idx="207">
                  <c:v>87.730872</c:v>
                </c:pt>
                <c:pt idx="208">
                  <c:v>87.730872</c:v>
                </c:pt>
                <c:pt idx="209">
                  <c:v>87.730872</c:v>
                </c:pt>
                <c:pt idx="210">
                  <c:v>87.730892</c:v>
                </c:pt>
                <c:pt idx="211">
                  <c:v>88.865430</c:v>
                </c:pt>
                <c:pt idx="212">
                  <c:v>89.999984</c:v>
                </c:pt>
                <c:pt idx="213">
                  <c:v>90</c:v>
                </c:pt>
                <c:pt idx="214">
                  <c:v>90</c:v>
                </c:pt>
                <c:pt idx="215">
                  <c:v>90</c:v>
                </c:pt>
                <c:pt idx="216">
                  <c:v>90</c:v>
                </c:pt>
                <c:pt idx="217">
                  <c:v>90</c:v>
                </c:pt>
                <c:pt idx="218">
                  <c:v>90</c:v>
                </c:pt>
                <c:pt idx="219">
                  <c:v>88.019114</c:v>
                </c:pt>
                <c:pt idx="220">
                  <c:v>87.188522</c:v>
                </c:pt>
                <c:pt idx="221">
                  <c:v>86.382689</c:v>
                </c:pt>
                <c:pt idx="222">
                  <c:v>85.295746</c:v>
                </c:pt>
                <c:pt idx="223">
                  <c:v>84.081137</c:v>
                </c:pt>
                <c:pt idx="224">
                  <c:v>82.923289</c:v>
                </c:pt>
                <c:pt idx="225">
                  <c:v>81.875108</c:v>
                </c:pt>
                <c:pt idx="226">
                  <c:v>81.774097</c:v>
                </c:pt>
                <c:pt idx="227">
                  <c:v>81.171578</c:v>
                </c:pt>
                <c:pt idx="228">
                  <c:v>80.042518</c:v>
                </c:pt>
                <c:pt idx="229">
                  <c:v>79.682540</c:v>
                </c:pt>
                <c:pt idx="230">
                  <c:v>79.057833</c:v>
                </c:pt>
                <c:pt idx="231">
                  <c:v>78.015739</c:v>
                </c:pt>
                <c:pt idx="232">
                  <c:v>76.973644</c:v>
                </c:pt>
                <c:pt idx="233">
                  <c:v>76.639004</c:v>
                </c:pt>
                <c:pt idx="234">
                  <c:v>76.513584</c:v>
                </c:pt>
                <c:pt idx="235">
                  <c:v>75.722015</c:v>
                </c:pt>
                <c:pt idx="236">
                  <c:v>74.533070</c:v>
                </c:pt>
                <c:pt idx="237">
                  <c:v>73.344125</c:v>
                </c:pt>
                <c:pt idx="238">
                  <c:v>72.702469</c:v>
                </c:pt>
                <c:pt idx="239">
                  <c:v>72.428954</c:v>
                </c:pt>
                <c:pt idx="240">
                  <c:v>72.069028</c:v>
                </c:pt>
                <c:pt idx="241">
                  <c:v>72.069028</c:v>
                </c:pt>
                <c:pt idx="242">
                  <c:v>72.069028</c:v>
                </c:pt>
                <c:pt idx="243">
                  <c:v>71.681433</c:v>
                </c:pt>
                <c:pt idx="244">
                  <c:v>71.137986</c:v>
                </c:pt>
                <c:pt idx="245">
                  <c:v>70.551883</c:v>
                </c:pt>
                <c:pt idx="246">
                  <c:v>70.161147</c:v>
                </c:pt>
                <c:pt idx="247">
                  <c:v>70.161147</c:v>
                </c:pt>
                <c:pt idx="248">
                  <c:v>69.897023</c:v>
                </c:pt>
                <c:pt idx="249">
                  <c:v>69.038591</c:v>
                </c:pt>
                <c:pt idx="250">
                  <c:v>68.193452</c:v>
                </c:pt>
                <c:pt idx="251">
                  <c:v>67.658884</c:v>
                </c:pt>
                <c:pt idx="252">
                  <c:v>67.12097</c:v>
                </c:pt>
                <c:pt idx="253">
                  <c:v>66.620118</c:v>
                </c:pt>
                <c:pt idx="254">
                  <c:v>65.994054</c:v>
                </c:pt>
                <c:pt idx="255">
                  <c:v>65.989378</c:v>
                </c:pt>
                <c:pt idx="256">
                  <c:v>65.386995</c:v>
                </c:pt>
                <c:pt idx="257">
                  <c:v>64.257528</c:v>
                </c:pt>
                <c:pt idx="258">
                  <c:v>63.128061</c:v>
                </c:pt>
                <c:pt idx="259">
                  <c:v>62.188008</c:v>
                </c:pt>
                <c:pt idx="260">
                  <c:v>62.047657</c:v>
                </c:pt>
                <c:pt idx="261">
                  <c:v>61.052458</c:v>
                </c:pt>
                <c:pt idx="262">
                  <c:v>60.263837</c:v>
                </c:pt>
                <c:pt idx="263">
                  <c:v>59.737520</c:v>
                </c:pt>
                <c:pt idx="264">
                  <c:v>59.491906</c:v>
                </c:pt>
                <c:pt idx="265">
                  <c:v>59.130806</c:v>
                </c:pt>
                <c:pt idx="266">
                  <c:v>58.453744</c:v>
                </c:pt>
                <c:pt idx="267">
                  <c:v>57.776682</c:v>
                </c:pt>
                <c:pt idx="268">
                  <c:v>57.550994</c:v>
                </c:pt>
                <c:pt idx="269">
                  <c:v>56.984192</c:v>
                </c:pt>
                <c:pt idx="270">
                  <c:v>55.980685</c:v>
                </c:pt>
                <c:pt idx="271">
                  <c:v>54.686041</c:v>
                </c:pt>
                <c:pt idx="272">
                  <c:v>53.693691</c:v>
                </c:pt>
                <c:pt idx="273">
                  <c:v>53.522361</c:v>
                </c:pt>
                <c:pt idx="274">
                  <c:v>52.908326</c:v>
                </c:pt>
                <c:pt idx="275">
                  <c:v>52.141060</c:v>
                </c:pt>
                <c:pt idx="276">
                  <c:v>50.760875</c:v>
                </c:pt>
                <c:pt idx="277">
                  <c:v>49.994726</c:v>
                </c:pt>
                <c:pt idx="278">
                  <c:v>49.739343</c:v>
                </c:pt>
                <c:pt idx="279">
                  <c:v>48.868662</c:v>
                </c:pt>
                <c:pt idx="280">
                  <c:v>47.949125</c:v>
                </c:pt>
                <c:pt idx="281">
                  <c:v>47.679896</c:v>
                </c:pt>
                <c:pt idx="282">
                  <c:v>51.228886</c:v>
                </c:pt>
                <c:pt idx="283">
                  <c:v>58.036211</c:v>
                </c:pt>
                <c:pt idx="284">
                  <c:v>64.030803</c:v>
                </c:pt>
                <c:pt idx="285">
                  <c:v>68.116971</c:v>
                </c:pt>
                <c:pt idx="286">
                  <c:v>70.838128</c:v>
                </c:pt>
                <c:pt idx="287">
                  <c:v>70.838128</c:v>
                </c:pt>
                <c:pt idx="288">
                  <c:v>71.412377</c:v>
                </c:pt>
                <c:pt idx="289">
                  <c:v>73.303300</c:v>
                </c:pt>
                <c:pt idx="290">
                  <c:v>73.765092</c:v>
                </c:pt>
                <c:pt idx="291">
                  <c:v>73.765092</c:v>
                </c:pt>
                <c:pt idx="292">
                  <c:v>73.765092</c:v>
                </c:pt>
                <c:pt idx="293">
                  <c:v>74.788982</c:v>
                </c:pt>
                <c:pt idx="294">
                  <c:v>74.788982</c:v>
                </c:pt>
                <c:pt idx="295">
                  <c:v>75.021955</c:v>
                </c:pt>
                <c:pt idx="296">
                  <c:v>76.400234</c:v>
                </c:pt>
                <c:pt idx="297">
                  <c:v>77.730856</c:v>
                </c:pt>
                <c:pt idx="298">
                  <c:v>79.832778</c:v>
                </c:pt>
                <c:pt idx="299">
                  <c:v>80.294562</c:v>
                </c:pt>
                <c:pt idx="300">
                  <c:v>82.730876</c:v>
                </c:pt>
                <c:pt idx="301">
                  <c:v>83.865410</c:v>
                </c:pt>
                <c:pt idx="302">
                  <c:v>84.370999</c:v>
                </c:pt>
                <c:pt idx="303">
                  <c:v>85.012333</c:v>
                </c:pt>
                <c:pt idx="304">
                  <c:v>85.012333</c:v>
                </c:pt>
                <c:pt idx="305">
                  <c:v>86.841653</c:v>
                </c:pt>
                <c:pt idx="306">
                  <c:v>87.796977</c:v>
                </c:pt>
                <c:pt idx="307">
                  <c:v>87.796977</c:v>
                </c:pt>
                <c:pt idx="308">
                  <c:v>87.796977</c:v>
                </c:pt>
                <c:pt idx="309">
                  <c:v>89.538185</c:v>
                </c:pt>
                <c:pt idx="310">
                  <c:v>90</c:v>
                </c:pt>
                <c:pt idx="311">
                  <c:v>90</c:v>
                </c:pt>
                <c:pt idx="312">
                  <c:v>90</c:v>
                </c:pt>
                <c:pt idx="313">
                  <c:v>90</c:v>
                </c:pt>
                <c:pt idx="314">
                  <c:v>90</c:v>
                </c:pt>
                <c:pt idx="315">
                  <c:v>88.233380</c:v>
                </c:pt>
                <c:pt idx="316">
                  <c:v>87.188522</c:v>
                </c:pt>
                <c:pt idx="317">
                  <c:v>86.803772</c:v>
                </c:pt>
                <c:pt idx="318">
                  <c:v>85.333182</c:v>
                </c:pt>
                <c:pt idx="319">
                  <c:v>83.908523</c:v>
                </c:pt>
                <c:pt idx="320">
                  <c:v>83.277429</c:v>
                </c:pt>
                <c:pt idx="321">
                  <c:v>82.574874</c:v>
                </c:pt>
                <c:pt idx="322">
                  <c:v>81.793847</c:v>
                </c:pt>
                <c:pt idx="323">
                  <c:v>81.367031</c:v>
                </c:pt>
                <c:pt idx="324">
                  <c:v>80.350579</c:v>
                </c:pt>
                <c:pt idx="325">
                  <c:v>79.682540</c:v>
                </c:pt>
                <c:pt idx="326">
                  <c:v>79.016623</c:v>
                </c:pt>
                <c:pt idx="327">
                  <c:v>78.529188</c:v>
                </c:pt>
                <c:pt idx="328">
                  <c:v>78.005596</c:v>
                </c:pt>
                <c:pt idx="329">
                  <c:v>77.531836</c:v>
                </c:pt>
                <c:pt idx="330">
                  <c:v>76.888854</c:v>
                </c:pt>
                <c:pt idx="331">
                  <c:v>76.363073</c:v>
                </c:pt>
                <c:pt idx="332">
                  <c:v>75.906463</c:v>
                </c:pt>
                <c:pt idx="333">
                  <c:v>75.325887</c:v>
                </c:pt>
                <c:pt idx="334">
                  <c:v>75.132980</c:v>
                </c:pt>
                <c:pt idx="335">
                  <c:v>74.939950</c:v>
                </c:pt>
                <c:pt idx="336">
                  <c:v>73.747176</c:v>
                </c:pt>
                <c:pt idx="337">
                  <c:v>72.945137</c:v>
                </c:pt>
                <c:pt idx="338">
                  <c:v>72.702469</c:v>
                </c:pt>
                <c:pt idx="339">
                  <c:v>72.041358</c:v>
                </c:pt>
                <c:pt idx="340">
                  <c:v>71.425029</c:v>
                </c:pt>
                <c:pt idx="341">
                  <c:v>70.838926</c:v>
                </c:pt>
                <c:pt idx="342">
                  <c:v>70.448190</c:v>
                </c:pt>
                <c:pt idx="343">
                  <c:v>70.272927</c:v>
                </c:pt>
                <c:pt idx="344">
                  <c:v>70.272927</c:v>
                </c:pt>
                <c:pt idx="345">
                  <c:v>70.272927</c:v>
                </c:pt>
                <c:pt idx="346">
                  <c:v>70.272927</c:v>
                </c:pt>
                <c:pt idx="347">
                  <c:v>70.272927</c:v>
                </c:pt>
                <c:pt idx="348">
                  <c:v>70.272927</c:v>
                </c:pt>
                <c:pt idx="349">
                  <c:v>70.272927</c:v>
                </c:pt>
                <c:pt idx="350">
                  <c:v>70.272927</c:v>
                </c:pt>
                <c:pt idx="351">
                  <c:v>69.803915</c:v>
                </c:pt>
                <c:pt idx="352">
                  <c:v>69.277599</c:v>
                </c:pt>
                <c:pt idx="353">
                  <c:v>69.037612</c:v>
                </c:pt>
                <c:pt idx="354">
                  <c:v>67.929022</c:v>
                </c:pt>
                <c:pt idx="355">
                  <c:v>66.995871</c:v>
                </c:pt>
                <c:pt idx="356">
                  <c:v>66.141870</c:v>
                </c:pt>
                <c:pt idx="357">
                  <c:v>65.443141</c:v>
                </c:pt>
                <c:pt idx="358">
                  <c:v>64.334552</c:v>
                </c:pt>
                <c:pt idx="359">
                  <c:v>63.303598</c:v>
                </c:pt>
                <c:pt idx="360">
                  <c:v>62.531668</c:v>
                </c:pt>
                <c:pt idx="361">
                  <c:v>61.619387</c:v>
                </c:pt>
                <c:pt idx="362">
                  <c:v>61.093071</c:v>
                </c:pt>
                <c:pt idx="363">
                  <c:v>60.566755</c:v>
                </c:pt>
                <c:pt idx="364">
                  <c:v>60.426404</c:v>
                </c:pt>
                <c:pt idx="365">
                  <c:v>59.825645</c:v>
                </c:pt>
                <c:pt idx="366">
                  <c:v>58.695757</c:v>
                </c:pt>
                <c:pt idx="367">
                  <c:v>57.320944</c:v>
                </c:pt>
                <c:pt idx="368">
                  <c:v>56.352500</c:v>
                </c:pt>
                <c:pt idx="369">
                  <c:v>55.579666</c:v>
                </c:pt>
                <c:pt idx="370">
                  <c:v>54.364127</c:v>
                </c:pt>
                <c:pt idx="371">
                  <c:v>53.228787</c:v>
                </c:pt>
                <c:pt idx="372">
                  <c:v>52.614752</c:v>
                </c:pt>
                <c:pt idx="373">
                  <c:v>51.689496</c:v>
                </c:pt>
                <c:pt idx="374">
                  <c:v>50.505332</c:v>
                </c:pt>
                <c:pt idx="375">
                  <c:v>53.480431</c:v>
                </c:pt>
                <c:pt idx="376">
                  <c:v>59.153202</c:v>
                </c:pt>
                <c:pt idx="377">
                  <c:v>64.336439</c:v>
                </c:pt>
                <c:pt idx="378">
                  <c:v>67.395210</c:v>
                </c:pt>
                <c:pt idx="379">
                  <c:v>68.957943</c:v>
                </c:pt>
                <c:pt idx="380">
                  <c:v>68.706478</c:v>
                </c:pt>
                <c:pt idx="381">
                  <c:v>69.232887</c:v>
                </c:pt>
                <c:pt idx="382">
                  <c:v>71.501995</c:v>
                </c:pt>
                <c:pt idx="383">
                  <c:v>71.963585</c:v>
                </c:pt>
                <c:pt idx="384">
                  <c:v>71.963585</c:v>
                </c:pt>
                <c:pt idx="385">
                  <c:v>72.174739</c:v>
                </c:pt>
                <c:pt idx="386">
                  <c:v>75.578401</c:v>
                </c:pt>
                <c:pt idx="387">
                  <c:v>79.177362</c:v>
                </c:pt>
                <c:pt idx="388">
                  <c:v>79.733510</c:v>
                </c:pt>
                <c:pt idx="389">
                  <c:v>79.999968</c:v>
                </c:pt>
                <c:pt idx="390">
                  <c:v>81.134527</c:v>
                </c:pt>
                <c:pt idx="391">
                  <c:v>82.385726</c:v>
                </c:pt>
                <c:pt idx="392">
                  <c:v>83.398910</c:v>
                </c:pt>
                <c:pt idx="393">
                  <c:v>85.461768</c:v>
                </c:pt>
                <c:pt idx="394">
                  <c:v>88.403627</c:v>
                </c:pt>
                <c:pt idx="395">
                  <c:v>89.538181</c:v>
                </c:pt>
                <c:pt idx="396">
                  <c:v>89.999964</c:v>
                </c:pt>
                <c:pt idx="397">
                  <c:v>89.999964</c:v>
                </c:pt>
                <c:pt idx="398">
                  <c:v>89.999980</c:v>
                </c:pt>
                <c:pt idx="399">
                  <c:v>89.999984</c:v>
                </c:pt>
                <c:pt idx="400">
                  <c:v>89.999984</c:v>
                </c:pt>
                <c:pt idx="401">
                  <c:v>90</c:v>
                </c:pt>
                <c:pt idx="402">
                  <c:v>90</c:v>
                </c:pt>
                <c:pt idx="403">
                  <c:v>90</c:v>
                </c:pt>
                <c:pt idx="404">
                  <c:v>90</c:v>
                </c:pt>
                <c:pt idx="405">
                  <c:v>90</c:v>
                </c:pt>
                <c:pt idx="406">
                  <c:v>90</c:v>
                </c:pt>
                <c:pt idx="407">
                  <c:v>90</c:v>
                </c:pt>
                <c:pt idx="408">
                  <c:v>90</c:v>
                </c:pt>
                <c:pt idx="409">
                  <c:v>90</c:v>
                </c:pt>
                <c:pt idx="410">
                  <c:v>89.663033</c:v>
                </c:pt>
                <c:pt idx="411">
                  <c:v>87.979099</c:v>
                </c:pt>
                <c:pt idx="412">
                  <c:v>87.188522</c:v>
                </c:pt>
                <c:pt idx="413">
                  <c:v>86.803772</c:v>
                </c:pt>
                <c:pt idx="414">
                  <c:v>85.831660</c:v>
                </c:pt>
                <c:pt idx="415">
                  <c:v>84.207318</c:v>
                </c:pt>
                <c:pt idx="416">
                  <c:v>83.118468</c:v>
                </c:pt>
                <c:pt idx="417">
                  <c:v>82.094935</c:v>
                </c:pt>
                <c:pt idx="418">
                  <c:v>81.746737</c:v>
                </c:pt>
                <c:pt idx="419">
                  <c:v>81.037499</c:v>
                </c:pt>
                <c:pt idx="420">
                  <c:v>80.051484</c:v>
                </c:pt>
                <c:pt idx="421">
                  <c:v>80.009054</c:v>
                </c:pt>
                <c:pt idx="422">
                  <c:v>79.164664</c:v>
                </c:pt>
                <c:pt idx="423">
                  <c:v>78.591065</c:v>
                </c:pt>
                <c:pt idx="424">
                  <c:v>77.507444</c:v>
                </c:pt>
                <c:pt idx="425">
                  <c:v>77.020515</c:v>
                </c:pt>
                <c:pt idx="426">
                  <c:v>76.749902</c:v>
                </c:pt>
                <c:pt idx="427">
                  <c:v>76.035381</c:v>
                </c:pt>
                <c:pt idx="428">
                  <c:v>75.350563</c:v>
                </c:pt>
                <c:pt idx="429">
                  <c:v>74.157788</c:v>
                </c:pt>
                <c:pt idx="430">
                  <c:v>73.288572</c:v>
                </c:pt>
                <c:pt idx="431">
                  <c:v>72.428954</c:v>
                </c:pt>
                <c:pt idx="432">
                  <c:v>72.069028</c:v>
                </c:pt>
                <c:pt idx="433">
                  <c:v>72.069028</c:v>
                </c:pt>
                <c:pt idx="434">
                  <c:v>72.058323</c:v>
                </c:pt>
                <c:pt idx="435">
                  <c:v>71.651206</c:v>
                </c:pt>
                <c:pt idx="436">
                  <c:v>71.651206</c:v>
                </c:pt>
                <c:pt idx="437">
                  <c:v>71.280468</c:v>
                </c:pt>
                <c:pt idx="438">
                  <c:v>70.724360</c:v>
                </c:pt>
                <c:pt idx="439">
                  <c:v>70.168253</c:v>
                </c:pt>
                <c:pt idx="440">
                  <c:v>69.686293</c:v>
                </c:pt>
                <c:pt idx="441">
                  <c:v>69.397221</c:v>
                </c:pt>
                <c:pt idx="442">
                  <c:v>68.777781</c:v>
                </c:pt>
                <c:pt idx="443">
                  <c:v>68.158341</c:v>
                </c:pt>
                <c:pt idx="444">
                  <c:v>67.551583</c:v>
                </c:pt>
                <c:pt idx="445">
                  <c:v>66.970190</c:v>
                </c:pt>
                <c:pt idx="446">
                  <c:v>66.388797</c:v>
                </c:pt>
                <c:pt idx="447">
                  <c:v>65.849835</c:v>
                </c:pt>
                <c:pt idx="448">
                  <c:v>65.323519</c:v>
                </c:pt>
                <c:pt idx="449">
                  <c:v>64.445541</c:v>
                </c:pt>
                <c:pt idx="450">
                  <c:v>63.333121</c:v>
                </c:pt>
                <c:pt idx="451">
                  <c:v>62.396141</c:v>
                </c:pt>
                <c:pt idx="452">
                  <c:v>61.811825</c:v>
                </c:pt>
                <c:pt idx="453">
                  <c:v>60.901235</c:v>
                </c:pt>
                <c:pt idx="454">
                  <c:v>59.771767</c:v>
                </c:pt>
                <c:pt idx="455">
                  <c:v>58.719937</c:v>
                </c:pt>
                <c:pt idx="456">
                  <c:v>58.036568</c:v>
                </c:pt>
                <c:pt idx="457">
                  <c:v>57.510252</c:v>
                </c:pt>
                <c:pt idx="458">
                  <c:v>56.446436</c:v>
                </c:pt>
                <c:pt idx="459">
                  <c:v>55.248245</c:v>
                </c:pt>
                <c:pt idx="460">
                  <c:v>54.480812</c:v>
                </c:pt>
                <c:pt idx="461">
                  <c:v>53.751635</c:v>
                </c:pt>
                <c:pt idx="462">
                  <c:v>52.420047</c:v>
                </c:pt>
                <c:pt idx="463">
                  <c:v>51.088458</c:v>
                </c:pt>
                <c:pt idx="464">
                  <c:v>50.438839</c:v>
                </c:pt>
                <c:pt idx="465">
                  <c:v>49.837335</c:v>
                </c:pt>
                <c:pt idx="466">
                  <c:v>48.448778</c:v>
                </c:pt>
                <c:pt idx="467">
                  <c:v>47.140422</c:v>
                </c:pt>
                <c:pt idx="468">
                  <c:v>46.878071</c:v>
                </c:pt>
                <c:pt idx="469">
                  <c:v>45.558199</c:v>
                </c:pt>
                <c:pt idx="470">
                  <c:v>44.382094</c:v>
                </c:pt>
                <c:pt idx="471">
                  <c:v>43.100707</c:v>
                </c:pt>
                <c:pt idx="472">
                  <c:v>43.100707</c:v>
                </c:pt>
                <c:pt idx="473">
                  <c:v>42.968372</c:v>
                </c:pt>
                <c:pt idx="474">
                  <c:v>43.328453</c:v>
                </c:pt>
                <c:pt idx="475">
                  <c:v>46.502188</c:v>
                </c:pt>
                <c:pt idx="476">
                  <c:v>52.172406</c:v>
                </c:pt>
                <c:pt idx="477">
                  <c:v>57.845177</c:v>
                </c:pt>
                <c:pt idx="478">
                  <c:v>61.568838</c:v>
                </c:pt>
                <c:pt idx="479">
                  <c:v>68.376163</c:v>
                </c:pt>
                <c:pt idx="480">
                  <c:v>69.337258</c:v>
                </c:pt>
                <c:pt idx="481">
                  <c:v>70.471812</c:v>
                </c:pt>
                <c:pt idx="482">
                  <c:v>72.708964</c:v>
                </c:pt>
                <c:pt idx="483">
                  <c:v>75.408072</c:v>
                </c:pt>
                <c:pt idx="484">
                  <c:v>78.680311</c:v>
                </c:pt>
                <c:pt idx="485">
                  <c:v>78.680311</c:v>
                </c:pt>
                <c:pt idx="486">
                  <c:v>79.380949</c:v>
                </c:pt>
                <c:pt idx="487">
                  <c:v>79.380953</c:v>
                </c:pt>
                <c:pt idx="488">
                  <c:v>81.784032</c:v>
                </c:pt>
                <c:pt idx="489">
                  <c:v>84.375988</c:v>
                </c:pt>
                <c:pt idx="490">
                  <c:v>84.837771</c:v>
                </c:pt>
                <c:pt idx="491">
                  <c:v>84.837771</c:v>
                </c:pt>
                <c:pt idx="492">
                  <c:v>84.837771</c:v>
                </c:pt>
                <c:pt idx="493">
                  <c:v>87.269076</c:v>
                </c:pt>
                <c:pt idx="494">
                  <c:v>87.269076</c:v>
                </c:pt>
                <c:pt idx="495">
                  <c:v>87.269076</c:v>
                </c:pt>
                <c:pt idx="496">
                  <c:v>87.730880</c:v>
                </c:pt>
                <c:pt idx="497">
                  <c:v>88.472645</c:v>
                </c:pt>
                <c:pt idx="498">
                  <c:v>89.076401</c:v>
                </c:pt>
                <c:pt idx="499">
                  <c:v>89.076401</c:v>
                </c:pt>
                <c:pt idx="500">
                  <c:v>89.999984</c:v>
                </c:pt>
                <c:pt idx="501">
                  <c:v>90</c:v>
                </c:pt>
                <c:pt idx="502">
                  <c:v>90</c:v>
                </c:pt>
                <c:pt idx="503">
                  <c:v>90</c:v>
                </c:pt>
                <c:pt idx="504">
                  <c:v>90</c:v>
                </c:pt>
                <c:pt idx="505">
                  <c:v>90</c:v>
                </c:pt>
                <c:pt idx="506">
                  <c:v>90</c:v>
                </c:pt>
                <c:pt idx="507">
                  <c:v>90</c:v>
                </c:pt>
                <c:pt idx="508">
                  <c:v>88.913300</c:v>
                </c:pt>
                <c:pt idx="509">
                  <c:v>87.822234</c:v>
                </c:pt>
                <c:pt idx="510">
                  <c:v>87.551590</c:v>
                </c:pt>
                <c:pt idx="511">
                  <c:v>87.188522</c:v>
                </c:pt>
                <c:pt idx="512">
                  <c:v>86.808197</c:v>
                </c:pt>
                <c:pt idx="513">
                  <c:v>85.545656</c:v>
                </c:pt>
                <c:pt idx="514">
                  <c:v>84.948807</c:v>
                </c:pt>
                <c:pt idx="515">
                  <c:v>84.328655</c:v>
                </c:pt>
                <c:pt idx="516">
                  <c:v>83.462466</c:v>
                </c:pt>
                <c:pt idx="517">
                  <c:v>82.536237</c:v>
                </c:pt>
                <c:pt idx="518">
                  <c:v>81.550938</c:v>
                </c:pt>
                <c:pt idx="519">
                  <c:v>81.227891</c:v>
                </c:pt>
                <c:pt idx="520">
                  <c:v>81.227891</c:v>
                </c:pt>
                <c:pt idx="521">
                  <c:v>81.227891</c:v>
                </c:pt>
                <c:pt idx="522">
                  <c:v>81.227891</c:v>
                </c:pt>
                <c:pt idx="523">
                  <c:v>80.914525</c:v>
                </c:pt>
                <c:pt idx="524">
                  <c:v>80.914525</c:v>
                </c:pt>
                <c:pt idx="525">
                  <c:v>80.914525</c:v>
                </c:pt>
                <c:pt idx="526">
                  <c:v>80.914525</c:v>
                </c:pt>
                <c:pt idx="527">
                  <c:v>80.730879</c:v>
                </c:pt>
                <c:pt idx="528">
                  <c:v>80.179942</c:v>
                </c:pt>
                <c:pt idx="529">
                  <c:v>79.629005</c:v>
                </c:pt>
                <c:pt idx="530">
                  <c:v>79.078068</c:v>
                </c:pt>
                <c:pt idx="531">
                  <c:v>78.704816</c:v>
                </c:pt>
                <c:pt idx="532">
                  <c:v>77.912380</c:v>
                </c:pt>
                <c:pt idx="533">
                  <c:v>76.771108</c:v>
                </c:pt>
                <c:pt idx="534">
                  <c:v>75.741812</c:v>
                </c:pt>
                <c:pt idx="535">
                  <c:v>75.276698</c:v>
                </c:pt>
                <c:pt idx="536">
                  <c:v>74.826405</c:v>
                </c:pt>
                <c:pt idx="537">
                  <c:v>74.212369</c:v>
                </c:pt>
                <c:pt idx="538">
                  <c:v>73.598334</c:v>
                </c:pt>
                <c:pt idx="539">
                  <c:v>73.091409</c:v>
                </c:pt>
                <c:pt idx="540">
                  <c:v>72.540472</c:v>
                </c:pt>
                <c:pt idx="541">
                  <c:v>71.733188</c:v>
                </c:pt>
                <c:pt idx="542">
                  <c:v>70.669666</c:v>
                </c:pt>
                <c:pt idx="543">
                  <c:v>70.120351</c:v>
                </c:pt>
                <c:pt idx="544">
                  <c:v>69.238811</c:v>
                </c:pt>
                <c:pt idx="545">
                  <c:v>68.703853</c:v>
                </c:pt>
                <c:pt idx="546">
                  <c:v>67.976276</c:v>
                </c:pt>
                <c:pt idx="547">
                  <c:v>66.986711</c:v>
                </c:pt>
                <c:pt idx="548">
                  <c:v>66.462260</c:v>
                </c:pt>
                <c:pt idx="549">
                  <c:v>65.530968</c:v>
                </c:pt>
                <c:pt idx="550">
                  <c:v>65.268983</c:v>
                </c:pt>
                <c:pt idx="551">
                  <c:v>65.268987</c:v>
                </c:pt>
                <c:pt idx="552">
                  <c:v>65.268987</c:v>
                </c:pt>
                <c:pt idx="553">
                  <c:v>65.268987</c:v>
                </c:pt>
                <c:pt idx="554">
                  <c:v>65.268987</c:v>
                </c:pt>
                <c:pt idx="555">
                  <c:v>65.268987</c:v>
                </c:pt>
                <c:pt idx="556">
                  <c:v>64.605456</c:v>
                </c:pt>
                <c:pt idx="557">
                  <c:v>63.359640</c:v>
                </c:pt>
                <c:pt idx="558">
                  <c:v>62.556270</c:v>
                </c:pt>
                <c:pt idx="559">
                  <c:v>64.661877</c:v>
                </c:pt>
                <c:pt idx="560">
                  <c:v>64.207099</c:v>
                </c:pt>
                <c:pt idx="561">
                  <c:v>65.856054</c:v>
                </c:pt>
                <c:pt idx="562">
                  <c:v>65.399414</c:v>
                </c:pt>
                <c:pt idx="563">
                  <c:v>65.234040</c:v>
                </c:pt>
                <c:pt idx="564">
                  <c:v>64.702434</c:v>
                </c:pt>
                <c:pt idx="565">
                  <c:v>63.921877</c:v>
                </c:pt>
                <c:pt idx="566">
                  <c:v>63.012308</c:v>
                </c:pt>
                <c:pt idx="567">
                  <c:v>65.165139</c:v>
                </c:pt>
                <c:pt idx="568">
                  <c:v>68.568802</c:v>
                </c:pt>
                <c:pt idx="569">
                  <c:v>69.071417</c:v>
                </c:pt>
                <c:pt idx="570">
                  <c:v>68.394356</c:v>
                </c:pt>
                <c:pt idx="571">
                  <c:v>67.762433</c:v>
                </c:pt>
                <c:pt idx="572">
                  <c:v>67.762433</c:v>
                </c:pt>
                <c:pt idx="573">
                  <c:v>66.756573</c:v>
                </c:pt>
                <c:pt idx="574">
                  <c:v>69.788973</c:v>
                </c:pt>
                <c:pt idx="575">
                  <c:v>74.327194</c:v>
                </c:pt>
                <c:pt idx="576">
                  <c:v>77.730872</c:v>
                </c:pt>
                <c:pt idx="577">
                  <c:v>79.273938</c:v>
                </c:pt>
                <c:pt idx="578">
                  <c:v>81.134562</c:v>
                </c:pt>
                <c:pt idx="579">
                  <c:v>82.004822</c:v>
                </c:pt>
                <c:pt idx="580">
                  <c:v>82.004822</c:v>
                </c:pt>
                <c:pt idx="581">
                  <c:v>82.004822</c:v>
                </c:pt>
                <c:pt idx="582">
                  <c:v>82.004822</c:v>
                </c:pt>
                <c:pt idx="583">
                  <c:v>82.818267</c:v>
                </c:pt>
                <c:pt idx="584">
                  <c:v>83.865430</c:v>
                </c:pt>
                <c:pt idx="585">
                  <c:v>84.705438</c:v>
                </c:pt>
                <c:pt idx="586">
                  <c:v>86.543073</c:v>
                </c:pt>
                <c:pt idx="587">
                  <c:v>87.677627</c:v>
                </c:pt>
                <c:pt idx="588">
                  <c:v>87.677627</c:v>
                </c:pt>
                <c:pt idx="589">
                  <c:v>88.204987</c:v>
                </c:pt>
                <c:pt idx="590">
                  <c:v>88.258263</c:v>
                </c:pt>
                <c:pt idx="591">
                  <c:v>88.258263</c:v>
                </c:pt>
                <c:pt idx="592">
                  <c:v>88.258263</c:v>
                </c:pt>
                <c:pt idx="593">
                  <c:v>88.258263</c:v>
                </c:pt>
                <c:pt idx="594">
                  <c:v>89.265497</c:v>
                </c:pt>
                <c:pt idx="595">
                  <c:v>89.872680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87.272439</c:v>
                </c:pt>
                <c:pt idx="614">
                  <c:v>86.595376</c:v>
                </c:pt>
                <c:pt idx="615">
                  <c:v>85.550856</c:v>
                </c:pt>
                <c:pt idx="616">
                  <c:v>84.775068</c:v>
                </c:pt>
                <c:pt idx="617">
                  <c:v>84.062791</c:v>
                </c:pt>
                <c:pt idx="618">
                  <c:v>83.407820</c:v>
                </c:pt>
                <c:pt idx="619">
                  <c:v>82.272536</c:v>
                </c:pt>
                <c:pt idx="620">
                  <c:v>81.282814</c:v>
                </c:pt>
                <c:pt idx="621">
                  <c:v>80.627843</c:v>
                </c:pt>
                <c:pt idx="622">
                  <c:v>80.453184</c:v>
                </c:pt>
                <c:pt idx="623">
                  <c:v>80.453184</c:v>
                </c:pt>
                <c:pt idx="624">
                  <c:v>80.170134</c:v>
                </c:pt>
                <c:pt idx="625">
                  <c:v>79.237118</c:v>
                </c:pt>
                <c:pt idx="626">
                  <c:v>78.018431</c:v>
                </c:pt>
                <c:pt idx="627">
                  <c:v>76.961486</c:v>
                </c:pt>
                <c:pt idx="628">
                  <c:v>76.675815</c:v>
                </c:pt>
                <c:pt idx="629">
                  <c:v>76.225522</c:v>
                </c:pt>
                <c:pt idx="630">
                  <c:v>74.991334</c:v>
                </c:pt>
                <c:pt idx="631">
                  <c:v>73.956062</c:v>
                </c:pt>
                <c:pt idx="632">
                  <c:v>73.218689</c:v>
                </c:pt>
                <c:pt idx="633">
                  <c:v>72.632586</c:v>
                </c:pt>
                <c:pt idx="634">
                  <c:v>72.046482</c:v>
                </c:pt>
                <c:pt idx="635">
                  <c:v>71.343158</c:v>
                </c:pt>
                <c:pt idx="636">
                  <c:v>70.757055</c:v>
                </c:pt>
                <c:pt idx="637">
                  <c:v>69.775110</c:v>
                </c:pt>
                <c:pt idx="638">
                  <c:v>68.673390</c:v>
                </c:pt>
                <c:pt idx="639">
                  <c:v>68.079627</c:v>
                </c:pt>
                <c:pt idx="640">
                  <c:v>67.384884</c:v>
                </c:pt>
                <c:pt idx="641">
                  <c:v>66.580914</c:v>
                </c:pt>
                <c:pt idx="642">
                  <c:v>65.551451</c:v>
                </c:pt>
                <c:pt idx="643">
                  <c:v>65.247703</c:v>
                </c:pt>
                <c:pt idx="644">
                  <c:v>65.247703</c:v>
                </c:pt>
                <c:pt idx="645">
                  <c:v>64.743065</c:v>
                </c:pt>
                <c:pt idx="646">
                  <c:v>64.160792</c:v>
                </c:pt>
                <c:pt idx="647">
                  <c:v>63.578518</c:v>
                </c:pt>
                <c:pt idx="648">
                  <c:v>63.264082</c:v>
                </c:pt>
                <c:pt idx="649">
                  <c:v>62.579793</c:v>
                </c:pt>
                <c:pt idx="650">
                  <c:v>61.284197</c:v>
                </c:pt>
                <c:pt idx="651">
                  <c:v>60.408708</c:v>
                </c:pt>
                <c:pt idx="652">
                  <c:v>59.667517</c:v>
                </c:pt>
                <c:pt idx="653">
                  <c:v>58.859363</c:v>
                </c:pt>
                <c:pt idx="654">
                  <c:v>57.943449</c:v>
                </c:pt>
                <c:pt idx="655">
                  <c:v>57.721966</c:v>
                </c:pt>
                <c:pt idx="656">
                  <c:v>57.109814</c:v>
                </c:pt>
                <c:pt idx="657">
                  <c:v>58.613732</c:v>
                </c:pt>
                <c:pt idx="658">
                  <c:v>58.823018</c:v>
                </c:pt>
                <c:pt idx="659">
                  <c:v>58.393682</c:v>
                </c:pt>
                <c:pt idx="660">
                  <c:v>57.749514</c:v>
                </c:pt>
                <c:pt idx="661">
                  <c:v>57.749514</c:v>
                </c:pt>
                <c:pt idx="662">
                  <c:v>57.749514</c:v>
                </c:pt>
                <c:pt idx="663">
                  <c:v>57.749514</c:v>
                </c:pt>
                <c:pt idx="664">
                  <c:v>57.749514</c:v>
                </c:pt>
                <c:pt idx="665">
                  <c:v>57.749514</c:v>
                </c:pt>
                <c:pt idx="666">
                  <c:v>57.749514</c:v>
                </c:pt>
                <c:pt idx="667">
                  <c:v>57.749514</c:v>
                </c:pt>
                <c:pt idx="668">
                  <c:v>57.749514</c:v>
                </c:pt>
                <c:pt idx="669">
                  <c:v>59.367034</c:v>
                </c:pt>
                <c:pt idx="670">
                  <c:v>65.039805</c:v>
                </c:pt>
                <c:pt idx="671">
                  <c:v>68.443468</c:v>
                </c:pt>
                <c:pt idx="672">
                  <c:v>70.712560</c:v>
                </c:pt>
                <c:pt idx="673">
                  <c:v>72.519885</c:v>
                </c:pt>
                <c:pt idx="674">
                  <c:v>75.461752</c:v>
                </c:pt>
                <c:pt idx="675">
                  <c:v>77.730860</c:v>
                </c:pt>
                <c:pt idx="676">
                  <c:v>77.730860</c:v>
                </c:pt>
                <c:pt idx="677">
                  <c:v>79.854581</c:v>
                </c:pt>
                <c:pt idx="678">
                  <c:v>79.854581</c:v>
                </c:pt>
                <c:pt idx="679">
                  <c:v>79.854581</c:v>
                </c:pt>
                <c:pt idx="680">
                  <c:v>79.854581</c:v>
                </c:pt>
                <c:pt idx="681">
                  <c:v>81.450918</c:v>
                </c:pt>
                <c:pt idx="682">
                  <c:v>82.585488</c:v>
                </c:pt>
                <c:pt idx="683">
                  <c:v>82.585488</c:v>
                </c:pt>
                <c:pt idx="684">
                  <c:v>82.585488</c:v>
                </c:pt>
                <c:pt idx="685">
                  <c:v>83.258259</c:v>
                </c:pt>
                <c:pt idx="686">
                  <c:v>83.258259</c:v>
                </c:pt>
                <c:pt idx="687">
                  <c:v>84.999984</c:v>
                </c:pt>
                <c:pt idx="688">
                  <c:v>88.865434</c:v>
                </c:pt>
                <c:pt idx="689">
                  <c:v>88.865434</c:v>
                </c:pt>
                <c:pt idx="690">
                  <c:v>89.999968</c:v>
                </c:pt>
                <c:pt idx="691">
                  <c:v>89.999968</c:v>
                </c:pt>
                <c:pt idx="692">
                  <c:v>89.999984</c:v>
                </c:pt>
                <c:pt idx="693">
                  <c:v>90</c:v>
                </c:pt>
                <c:pt idx="694">
                  <c:v>90</c:v>
                </c:pt>
                <c:pt idx="695">
                  <c:v>90</c:v>
                </c:pt>
              </c:numCache>
            </c:numRef>
          </c:yVal>
          <c:smooth val="0"/>
          <c:extLst>
            <c:ext xmlns:c16="http://schemas.microsoft.com/office/drawing/2014/chart" uri="{C3380CC4-5D6E-409C-BE32-E72D297353CC}">
              <c16:uniqueId val="{00000001-F124-41A9-A7DC-D306E321D4FC}"/>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77.433000</c:v>
                </c:pt>
                <c:pt idx="1">
                  <c:v>77.433000</c:v>
                </c:pt>
                <c:pt idx="2">
                  <c:v>77.433000</c:v>
                </c:pt>
                <c:pt idx="3">
                  <c:v>78.314957</c:v>
                </c:pt>
                <c:pt idx="4">
                  <c:v>78.314957</c:v>
                </c:pt>
                <c:pt idx="5">
                  <c:v>78.314957</c:v>
                </c:pt>
                <c:pt idx="6">
                  <c:v>79.660341</c:v>
                </c:pt>
                <c:pt idx="7">
                  <c:v>84.198558</c:v>
                </c:pt>
                <c:pt idx="8">
                  <c:v>85.461736</c:v>
                </c:pt>
                <c:pt idx="9">
                  <c:v>85.461736</c:v>
                </c:pt>
                <c:pt idx="10">
                  <c:v>86.467666</c:v>
                </c:pt>
                <c:pt idx="11">
                  <c:v>86.807293</c:v>
                </c:pt>
                <c:pt idx="12">
                  <c:v>86.807301</c:v>
                </c:pt>
                <c:pt idx="13">
                  <c:v>87.730892</c:v>
                </c:pt>
                <c:pt idx="14">
                  <c:v>88.216072</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87.188522</c:v>
                </c:pt>
                <c:pt idx="60">
                  <c:v>89.999945</c:v>
                </c:pt>
                <c:pt idx="61">
                  <c:v>89.999945</c:v>
                </c:pt>
                <c:pt idx="62">
                  <c:v>89.999945</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88.703995</c:v>
                </c:pt>
                <c:pt idx="137">
                  <c:v>88.704003</c:v>
                </c:pt>
                <c:pt idx="138">
                  <c:v>88.704003</c:v>
                </c:pt>
                <c:pt idx="139">
                  <c:v>88.704003</c:v>
                </c:pt>
                <c:pt idx="140">
                  <c:v>88.704003</c:v>
                </c:pt>
                <c:pt idx="141">
                  <c:v>88.704003</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89.999938</c:v>
                </c:pt>
                <c:pt idx="235">
                  <c:v>89.999938</c:v>
                </c:pt>
                <c:pt idx="236">
                  <c:v>89.999938</c:v>
                </c:pt>
                <c:pt idx="237">
                  <c:v>89.999938</c:v>
                </c:pt>
                <c:pt idx="238">
                  <c:v>89.999938</c:v>
                </c:pt>
                <c:pt idx="239">
                  <c:v>89.999938</c:v>
                </c:pt>
                <c:pt idx="240">
                  <c:v>89.999938</c:v>
                </c:pt>
                <c:pt idx="241">
                  <c:v>89.999938</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87.106891</c:v>
                </c:pt>
                <c:pt idx="424">
                  <c:v>87.106891</c:v>
                </c:pt>
                <c:pt idx="425">
                  <c:v>87.106891</c:v>
                </c:pt>
                <c:pt idx="426">
                  <c:v>87.106891</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F124-41A9-A7DC-D306E321D4F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水平面GHI</c:v>
          </c:tx>
          <c:spPr>
            <a:ln w="14288">
              <a:solidFill>
                <a:srgbClr val="159A8C"/>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c:v>
                </c:pt>
                <c:pt idx="19">
                  <c:v>12</c:v>
                </c:pt>
                <c:pt idx="20">
                  <c:v>38</c:v>
                </c:pt>
                <c:pt idx="21">
                  <c:v>73</c:v>
                </c:pt>
                <c:pt idx="22">
                  <c:v>109</c:v>
                </c:pt>
                <c:pt idx="23">
                  <c:v>139</c:v>
                </c:pt>
                <c:pt idx="24">
                  <c:v>169</c:v>
                </c:pt>
                <c:pt idx="25">
                  <c:v>218</c:v>
                </c:pt>
                <c:pt idx="26">
                  <c:v>284</c:v>
                </c:pt>
                <c:pt idx="27">
                  <c:v>330</c:v>
                </c:pt>
                <c:pt idx="28">
                  <c:v>377</c:v>
                </c:pt>
                <c:pt idx="29">
                  <c:v>423</c:v>
                </c:pt>
                <c:pt idx="30">
                  <c:v>469</c:v>
                </c:pt>
                <c:pt idx="31">
                  <c:v>514</c:v>
                </c:pt>
                <c:pt idx="32">
                  <c:v>557</c:v>
                </c:pt>
                <c:pt idx="33">
                  <c:v>599</c:v>
                </c:pt>
                <c:pt idx="34">
                  <c:v>641</c:v>
                </c:pt>
                <c:pt idx="35">
                  <c:v>684</c:v>
                </c:pt>
                <c:pt idx="36">
                  <c:v>724</c:v>
                </c:pt>
                <c:pt idx="37">
                  <c:v>762</c:v>
                </c:pt>
                <c:pt idx="38">
                  <c:v>794</c:v>
                </c:pt>
                <c:pt idx="39">
                  <c:v>783</c:v>
                </c:pt>
                <c:pt idx="40">
                  <c:v>725</c:v>
                </c:pt>
                <c:pt idx="41">
                  <c:v>746</c:v>
                </c:pt>
                <c:pt idx="42">
                  <c:v>764</c:v>
                </c:pt>
                <c:pt idx="43">
                  <c:v>816</c:v>
                </c:pt>
                <c:pt idx="44">
                  <c:v>763</c:v>
                </c:pt>
                <c:pt idx="45">
                  <c:v>745</c:v>
                </c:pt>
                <c:pt idx="46">
                  <c:v>743</c:v>
                </c:pt>
                <c:pt idx="47">
                  <c:v>733</c:v>
                </c:pt>
                <c:pt idx="48">
                  <c:v>753</c:v>
                </c:pt>
                <c:pt idx="49">
                  <c:v>841</c:v>
                </c:pt>
                <c:pt idx="50">
                  <c:v>864</c:v>
                </c:pt>
                <c:pt idx="51">
                  <c:v>826</c:v>
                </c:pt>
                <c:pt idx="52">
                  <c:v>730</c:v>
                </c:pt>
                <c:pt idx="53">
                  <c:v>699</c:v>
                </c:pt>
                <c:pt idx="54">
                  <c:v>743</c:v>
                </c:pt>
                <c:pt idx="55">
                  <c:v>750</c:v>
                </c:pt>
                <c:pt idx="56">
                  <c:v>720</c:v>
                </c:pt>
                <c:pt idx="57">
                  <c:v>707</c:v>
                </c:pt>
                <c:pt idx="58">
                  <c:v>662</c:v>
                </c:pt>
                <c:pt idx="59">
                  <c:v>385</c:v>
                </c:pt>
                <c:pt idx="60">
                  <c:v>302</c:v>
                </c:pt>
                <c:pt idx="61">
                  <c:v>341</c:v>
                </c:pt>
                <c:pt idx="62">
                  <c:v>391</c:v>
                </c:pt>
                <c:pt idx="63">
                  <c:v>267</c:v>
                </c:pt>
                <c:pt idx="64">
                  <c:v>211</c:v>
                </c:pt>
                <c:pt idx="65">
                  <c:v>228</c:v>
                </c:pt>
                <c:pt idx="66">
                  <c:v>239</c:v>
                </c:pt>
                <c:pt idx="67">
                  <c:v>178</c:v>
                </c:pt>
                <c:pt idx="68">
                  <c:v>87</c:v>
                </c:pt>
                <c:pt idx="69">
                  <c:v>32</c:v>
                </c:pt>
                <c:pt idx="70">
                  <c:v>32</c:v>
                </c:pt>
                <c:pt idx="71">
                  <c:v>13</c:v>
                </c:pt>
                <c:pt idx="72">
                  <c:v>11</c:v>
                </c:pt>
                <c:pt idx="73">
                  <c:v>6</c:v>
                </c:pt>
                <c:pt idx="74">
                  <c:v>3</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F0B2-4D3C-8F69-00D9BCA35BC1}"/>
            </c:ext>
          </c:extLst>
        </c:ser>
        <c:ser>
          <c:idx val="1"/>
          <c:order val="1"/>
          <c:tx>
            <c:v>晴天時GHI</c:v>
          </c:tx>
          <c:spPr>
            <a:ln w="14288">
              <a:solidFill>
                <a:srgbClr val="C99021"/>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18</c:v>
                </c:pt>
                <c:pt idx="20">
                  <c:v>42</c:v>
                </c:pt>
                <c:pt idx="21">
                  <c:v>73</c:v>
                </c:pt>
                <c:pt idx="22">
                  <c:v>109</c:v>
                </c:pt>
                <c:pt idx="23">
                  <c:v>149</c:v>
                </c:pt>
                <c:pt idx="24">
                  <c:v>192</c:v>
                </c:pt>
                <c:pt idx="25">
                  <c:v>237</c:v>
                </c:pt>
                <c:pt idx="26">
                  <c:v>284</c:v>
                </c:pt>
                <c:pt idx="27">
                  <c:v>330</c:v>
                </c:pt>
                <c:pt idx="28">
                  <c:v>377</c:v>
                </c:pt>
                <c:pt idx="29">
                  <c:v>423</c:v>
                </c:pt>
                <c:pt idx="30">
                  <c:v>469</c:v>
                </c:pt>
                <c:pt idx="31">
                  <c:v>514</c:v>
                </c:pt>
                <c:pt idx="32">
                  <c:v>557</c:v>
                </c:pt>
                <c:pt idx="33">
                  <c:v>599</c:v>
                </c:pt>
                <c:pt idx="34">
                  <c:v>641</c:v>
                </c:pt>
                <c:pt idx="35">
                  <c:v>684</c:v>
                </c:pt>
                <c:pt idx="36">
                  <c:v>724</c:v>
                </c:pt>
                <c:pt idx="37">
                  <c:v>762</c:v>
                </c:pt>
                <c:pt idx="38">
                  <c:v>794</c:v>
                </c:pt>
                <c:pt idx="39">
                  <c:v>821</c:v>
                </c:pt>
                <c:pt idx="40">
                  <c:v>844</c:v>
                </c:pt>
                <c:pt idx="41">
                  <c:v>863</c:v>
                </c:pt>
                <c:pt idx="42">
                  <c:v>880</c:v>
                </c:pt>
                <c:pt idx="43">
                  <c:v>894</c:v>
                </c:pt>
                <c:pt idx="44">
                  <c:v>905</c:v>
                </c:pt>
                <c:pt idx="45">
                  <c:v>911</c:v>
                </c:pt>
                <c:pt idx="46">
                  <c:v>914</c:v>
                </c:pt>
                <c:pt idx="47">
                  <c:v>912</c:v>
                </c:pt>
                <c:pt idx="48">
                  <c:v>906</c:v>
                </c:pt>
                <c:pt idx="49">
                  <c:v>897</c:v>
                </c:pt>
                <c:pt idx="50">
                  <c:v>884</c:v>
                </c:pt>
                <c:pt idx="51">
                  <c:v>868</c:v>
                </c:pt>
                <c:pt idx="52">
                  <c:v>848</c:v>
                </c:pt>
                <c:pt idx="53">
                  <c:v>825</c:v>
                </c:pt>
                <c:pt idx="54">
                  <c:v>800</c:v>
                </c:pt>
                <c:pt idx="55">
                  <c:v>772</c:v>
                </c:pt>
                <c:pt idx="56">
                  <c:v>742</c:v>
                </c:pt>
                <c:pt idx="57">
                  <c:v>709</c:v>
                </c:pt>
                <c:pt idx="58">
                  <c:v>675</c:v>
                </c:pt>
                <c:pt idx="59">
                  <c:v>641</c:v>
                </c:pt>
                <c:pt idx="60">
                  <c:v>604</c:v>
                </c:pt>
                <c:pt idx="61">
                  <c:v>566</c:v>
                </c:pt>
                <c:pt idx="62">
                  <c:v>523</c:v>
                </c:pt>
                <c:pt idx="63">
                  <c:v>476</c:v>
                </c:pt>
                <c:pt idx="64">
                  <c:v>428</c:v>
                </c:pt>
                <c:pt idx="65">
                  <c:v>379</c:v>
                </c:pt>
                <c:pt idx="66">
                  <c:v>331</c:v>
                </c:pt>
                <c:pt idx="67">
                  <c:v>285</c:v>
                </c:pt>
                <c:pt idx="68">
                  <c:v>239</c:v>
                </c:pt>
                <c:pt idx="69">
                  <c:v>195</c:v>
                </c:pt>
                <c:pt idx="70">
                  <c:v>151</c:v>
                </c:pt>
                <c:pt idx="71">
                  <c:v>111</c:v>
                </c:pt>
                <c:pt idx="72">
                  <c:v>74</c:v>
                </c:pt>
                <c:pt idx="73">
                  <c:v>44</c:v>
                </c:pt>
                <c:pt idx="74">
                  <c:v>20</c:v>
                </c:pt>
                <c:pt idx="75">
                  <c:v>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F0B2-4D3C-8F69-00D9BCA35BC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a:latin typeface="Noto Sans JP"/>
                    <a:ea typeface="Noto Sans JP"/>
                    <a:cs typeface="Noto Sans JP"/>
                  </a:rPr>
                  <a:t>W/m²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JP"/>
                    <a:ea typeface="Noto Sans JP"/>
                    <a:cs typeface="Noto Sans JP"/>
                  </a:rPr>
                  <a:t>時刻 [JST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
        <c:varyColors val="1"/>
        <c:ser>
          <c:idx val="0"/>
          <c:order val="0"/>
          <c:tx>
            <c:v>降水強度</c:v>
          </c:tx>
          <c:spPr>
            <a:ln w="14288">
              <a:solidFill>
                <a:srgbClr val="2F70B9"/>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0.2</c:v>
                </c:pt>
                <c:pt idx="53">
                  <c:v>0.2</c:v>
                </c:pt>
                <c:pt idx="54">
                  <c:v>0.2</c:v>
                </c:pt>
                <c:pt idx="55">
                  <c:v>0.2</c:v>
                </c:pt>
                <c:pt idx="56">
                  <c:v>0.1</c:v>
                </c:pt>
                <c:pt idx="57">
                  <c:v>0.1</c:v>
                </c:pt>
                <c:pt idx="58">
                  <c:v>0.1</c:v>
                </c:pt>
                <c:pt idx="59">
                  <c:v>0.1</c:v>
                </c:pt>
                <c:pt idx="60">
                  <c:v>0.1</c:v>
                </c:pt>
                <c:pt idx="61">
                  <c:v>0.1</c:v>
                </c:pt>
                <c:pt idx="62">
                  <c:v>0.1</c:v>
                </c:pt>
                <c:pt idx="63">
                  <c:v>0.1</c:v>
                </c:pt>
                <c:pt idx="64">
                  <c:v>0.2</c:v>
                </c:pt>
                <c:pt idx="65">
                  <c:v>0.2</c:v>
                </c:pt>
                <c:pt idx="66">
                  <c:v>0.2</c:v>
                </c:pt>
                <c:pt idx="67">
                  <c:v>0.2</c:v>
                </c:pt>
                <c:pt idx="68">
                  <c:v>0.5</c:v>
                </c:pt>
                <c:pt idx="69">
                  <c:v>0.5</c:v>
                </c:pt>
                <c:pt idx="70">
                  <c:v>0.5</c:v>
                </c:pt>
                <c:pt idx="71">
                  <c:v>0.5</c:v>
                </c:pt>
                <c:pt idx="72">
                  <c:v>0.4</c:v>
                </c:pt>
                <c:pt idx="73">
                  <c:v>0.4</c:v>
                </c:pt>
                <c:pt idx="74">
                  <c:v>0.4</c:v>
                </c:pt>
                <c:pt idx="75">
                  <c:v>0.4</c:v>
                </c:pt>
                <c:pt idx="76">
                  <c:v>0.4</c:v>
                </c:pt>
                <c:pt idx="77">
                  <c:v>0.4</c:v>
                </c:pt>
                <c:pt idx="78">
                  <c:v>0.4</c:v>
                </c:pt>
                <c:pt idx="79">
                  <c:v>0.4</c:v>
                </c:pt>
                <c:pt idx="80">
                  <c:v>0.1</c:v>
                </c:pt>
                <c:pt idx="81">
                  <c:v>0.1</c:v>
                </c:pt>
                <c:pt idx="82">
                  <c:v>0.1</c:v>
                </c:pt>
                <c:pt idx="83">
                  <c:v>0.1</c:v>
                </c:pt>
                <c:pt idx="84">
                  <c:v>0</c:v>
                </c:pt>
                <c:pt idx="85">
                  <c:v>0</c:v>
                </c:pt>
                <c:pt idx="86">
                  <c:v>0</c:v>
                </c:pt>
                <c:pt idx="87">
                  <c:v>0</c:v>
                </c:pt>
                <c:pt idx="88">
                  <c:v>0</c:v>
                </c:pt>
                <c:pt idx="89">
                  <c:v>0</c:v>
                </c:pt>
                <c:pt idx="90">
                  <c:v>0</c:v>
                </c:pt>
                <c:pt idx="91">
                  <c:v>0</c:v>
                </c:pt>
                <c:pt idx="92">
                  <c:v>0.1</c:v>
                </c:pt>
                <c:pt idx="93">
                  <c:v>0.1</c:v>
                </c:pt>
                <c:pt idx="94">
                  <c:v>0.1</c:v>
                </c:pt>
                <c:pt idx="95">
                  <c:v>0.1</c:v>
                </c:pt>
              </c:numCache>
            </c:numRef>
          </c:yVal>
          <c:smooth val="0"/>
          <c:extLst>
            <c:ext xmlns:c16="http://schemas.microsoft.com/office/drawing/2014/chart" uri="{C3380CC4-5D6E-409C-BE32-E72D297353CC}">
              <c16:uniqueId val="{00000000-9609-4E3E-9E88-1281BF2EC7FB}"/>
            </c:ext>
          </c:extLst>
        </c:ser>
        <c:ser>
          <c:idx val="1"/>
          <c:order val="1"/>
          <c:tx>
            <c:v>0 mm/h基準</c:v>
          </c:tx>
          <c:spPr>
            <a:ln w="14288">
              <a:solidFill>
                <a:srgbClr val="87949F"/>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9609-4E3E-9E88-1281BF2EC7FB}"/>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title>
          <c:tx>
            <c:rich>
              <a:bodyPr/>
              <a:lstStyle/>
              <a:p>
                <a:r>
                  <a:rPr>
                    <a:latin typeface="Noto Sans JP"/>
                    <a:ea typeface="Noto Sans JP"/>
                    <a:cs typeface="Noto Sans JP"/>
                  </a:rPr>
                  <a:t>mm/h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JP"/>
                    <a:ea typeface="Noto Sans JP"/>
                    <a:cs typeface="Noto Sans JP"/>
                  </a:rPr>
                  <a:t>時刻 [JST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plotVisOnly val="1"/>
    <c:dispBlanksAs val="zero"/>
    <c:showDLblsOverMax val="1"/>
  </c:chart>
  <c:externalData r:id="rId1">
    <c:autoUpdate val="0"/>
  </c:externalData>
</c:chartSpace>
</file>

<file path=ppt/comments/modernComment_10A_44D448FB.xml><?xml version="1.0" encoding="utf-8"?>
<p188:cmLst xmlns:a="http://schemas.openxmlformats.org/drawingml/2006/main" xmlns:r="http://schemas.openxmlformats.org/officeDocument/2006/relationships" xmlns:p188="http://schemas.microsoft.com/office/powerpoint/2018/8/main">
  <p188:cm id="{6D8896CC-B1AE-0549-80B3-4680C56395ED}" authorId="{7EA59EE4-79A3-4AFB-BAA3-365A261A14E5}" created="2026-10-01T09:28:54.232">
    <ac:txMkLst xmlns:ac="http://schemas.microsoft.com/office/drawing/2013/main/command">
      <pc:docMk xmlns:pc="http://schemas.microsoft.com/office/powerpoint/2013/main/command"/>
      <pc:sldMk xmlns:pc="http://schemas.microsoft.com/office/powerpoint/2013/main/command" cId="1154763003" sldId="266"/>
      <ac:spMk id="6" creationId="{92B0952E-3CE8-42A3-AF87-1346B58DD138}"/>
      <ac:txMk cp="0" len="8">
        <ac:context len="9" hash="3654011140"/>
      </ac:txMk>
    </ac:txMkLst>
    <p188:pos x="1840740" y="506837"/>
    <p188:txBody>
      <a:bodyPr/>
      <a:lstStyle/>
      <a:p>
        <a:r>
          <a:rPr lang="ja-JP" altLang="en-US"/>
          <a:t>晴れの日で、夏と冬にこれだけの差があるとすると、さすがに傾斜面日射量を採用する必要があるように考えます。（事業者もこのような設置をするとは考えにくいため）</a:t>
        </a:r>
      </a:p>
    </p188:txBody>
  </p188:cm>
</p188:cmLst>
</file>

<file path=ppt/comments/modernComment_10B_635E1D8C.xml><?xml version="1.0" encoding="utf-8"?>
<p188:cmLst xmlns:a="http://schemas.openxmlformats.org/drawingml/2006/main" xmlns:r="http://schemas.openxmlformats.org/officeDocument/2006/relationships" xmlns:p188="http://schemas.microsoft.com/office/powerpoint/2018/8/main">
  <p188:cm id="{77E6885B-EFEE-1E42-A1A0-E372E68F53E5}" authorId="{7EA59EE4-79A3-4AFB-BAA3-365A261A14E5}" created="2026-10-01T09:29:58.025">
    <ac:txMkLst xmlns:ac="http://schemas.microsoft.com/office/drawing/2013/main/command">
      <pc:docMk xmlns:pc="http://schemas.microsoft.com/office/powerpoint/2013/main/command"/>
      <pc:sldMk xmlns:pc="http://schemas.microsoft.com/office/powerpoint/2013/main/command" cId="1667112332" sldId="267"/>
      <ac:graphicFrameMk id="12" creationId="{00000000-0000-0000-0000-000000000000}"/>
      <ac:tblMk/>
      <ac:tcMk rowId="10004" colId="20001"/>
      <ac:txMk cp="0" len="30">
        <ac:context len="31" hash="3918221766"/>
      </ac:txMk>
    </ac:txMkLst>
    <p188:pos x="9049018" y="2996350"/>
    <p188:txBody>
      <a:bodyPr/>
      <a:lstStyle/>
      <a:p>
        <a:r>
          <a:rPr lang="ja-JP" altLang="en-US"/>
          <a:t>意味が取れません。
自分のメモ書きではなく、他の人に見せるものということを意識して、表などきちんと修正しましょう。他の行も同様です</a:t>
        </a:r>
      </a:p>
    </p188:txBody>
  </p188:cm>
</p188:cmLst>
</file>

<file path=ppt/comments/modernComment_10E_5513B9AF.xml><?xml version="1.0" encoding="utf-8"?>
<p188:cmLst xmlns:a="http://schemas.openxmlformats.org/drawingml/2006/main" xmlns:r="http://schemas.openxmlformats.org/officeDocument/2006/relationships" xmlns:p188="http://schemas.microsoft.com/office/powerpoint/2018/8/main">
  <p188:cm id="{3528AA30-32BB-354E-A430-DACF192EBDD7}" authorId="{7EA59EE4-79A3-4AFB-BAA3-365A261A14E5}" created="2026-10-01T09:32:55.484">
    <ac:txMkLst xmlns:ac="http://schemas.microsoft.com/office/drawing/2013/main/command">
      <pc:docMk xmlns:pc="http://schemas.microsoft.com/office/powerpoint/2013/main/command"/>
      <pc:sldMk xmlns:pc="http://schemas.microsoft.com/office/powerpoint/2013/main/command" cId="1427356079" sldId="270"/>
      <ac:spMk id="3" creationId="{3C9AFA02-5A6E-41A5-B5F3-5476F702DF4E}"/>
      <ac:txMk cp="0" len="30">
        <ac:context len="31" hash="1378465831"/>
      </ac:txMk>
    </ac:txMkLst>
    <p188:pos x="6468146" y="506032"/>
    <p188:txBody>
      <a:bodyPr/>
      <a:lstStyle/>
      <a:p>
        <a:r>
          <a:rPr lang="ja-JP" altLang="en-US"/>
          <a:t>なぜそういう運用になっているかが重要ですが、この後のスライドでもその理由が論理立てて説明はできていないようにも思われます。人間が考えているでしょうか</a:t>
        </a:r>
      </a:p>
    </p188:txBody>
  </p188:cm>
</p188:cmLst>
</file>

<file path=ppt/comments/modernComment_106_623097D7.xml><?xml version="1.0" encoding="utf-8"?>
<p188:cmLst xmlns:a="http://schemas.openxmlformats.org/drawingml/2006/main" xmlns:r="http://schemas.openxmlformats.org/officeDocument/2006/relationships" xmlns:p188="http://schemas.microsoft.com/office/powerpoint/2018/8/main">
  <p188:cm id="{7262CA16-960E-344F-BA0D-563AF7F2BD80}" authorId="{7EA59EE4-79A3-4AFB-BAA3-365A261A14E5}" created="2026-10-01T06:27:35.626">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2" colId="20001"/>
      <ac:txMk cp="0" len="13">
        <ac:context len="14" hash="4136856352"/>
      </ac:txMk>
    </ac:txMkLst>
    <p188:pos x="6114113" y="1839574"/>
    <p188:txBody>
      <a:bodyPr/>
      <a:lstStyle/>
      <a:p>
        <a:r>
          <a:rPr lang="ja-JP" altLang="en-US"/>
          <a:t>どのデータから降水量を持って来ていますか？</a:t>
        </a:r>
      </a:p>
    </p188:txBody>
  </p188:cm>
  <p188:cm id="{76EDC12B-EBB3-3E4A-A556-42805AEB3552}" authorId="{7EA59EE4-79A3-4AFB-BAA3-365A261A14E5}" created="2026-10-01T06:28:50.375">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3" colId="20001"/>
      <ac:txMk cp="0" len="26">
        <ac:context len="27" hash="3305455914"/>
      </ac:txMk>
    </ac:txMkLst>
    <p188:pos x="8602480" y="2454171"/>
    <p188:txBody>
      <a:bodyPr/>
      <a:lstStyle/>
      <a:p>
        <a:r>
          <a:rPr lang="ja-JP" altLang="en-US"/>
          <a:t>「雨以外で」は必要な条件ですか？何の何に対する比かが不明瞭な書き方のように見えます</a:t>
        </a:r>
      </a:p>
    </p188:txBody>
  </p188:cm>
  <p188:cm id="{5BC36084-E9ED-8846-9357-CD920738F487}" authorId="{7EA59EE4-79A3-4AFB-BAA3-365A261A14E5}" created="2026-10-01T06:29:19.101">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0"/>
      <ac:txMk cp="0" len="7">
        <ac:context len="8" hash="2190829128"/>
      </ac:txMk>
    </ac:txMkLst>
    <p188:pos x="1766966" y="3083758"/>
    <p188:txBody>
      <a:bodyPr/>
      <a:lstStyle/>
      <a:p>
        <a:r>
          <a:rPr lang="ja-JP" altLang="en-US"/>
          <a:t>これはどういう意味でしょうか？雪の日ですか？</a:t>
        </a:r>
      </a:p>
    </p188:txBody>
  </p188:cm>
  <p188:cm id="{13A7ABCE-DAA3-FB49-A242-B44BFB9DEEE3}" authorId="{7EA59EE4-79A3-4AFB-BAA3-365A261A14E5}" created="2026-10-01T06:29:38.48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1"/>
      <ac:txMk cp="0" len="24">
        <ac:context len="25" hash="330066693"/>
      </ac:txMk>
    </ac:txMkLst>
    <p188:pos x="8662441" y="3083758"/>
    <p188:txBody>
      <a:bodyPr/>
      <a:lstStyle/>
      <a:p>
        <a:r>
          <a:rPr lang="ja-JP" altLang="en-US"/>
          <a:t>何がどう判別困難か不明瞭です</a:t>
        </a:r>
      </a:p>
    </p188:txBody>
  </p188:cm>
  <p188:cm id="{7357316B-C599-8C49-B207-6AFFE116F7B9}" authorId="{7EA59EE4-79A3-4AFB-BAA3-365A261A14E5}" created="2026-10-01T06:30:00.15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5" colId="20001"/>
      <ac:txMk cp="0" len="24">
        <ac:context len="25" hash="1942910432"/>
      </ac:txMk>
    </ac:txMkLst>
    <p188:pos x="8197746" y="3698355"/>
    <p188:txBody>
      <a:bodyPr/>
      <a:lstStyle/>
      <a:p>
        <a:r>
          <a:rPr lang="ja-JP" altLang="en-US"/>
          <a:t>この項目全体が不明瞭です</a:t>
        </a:r>
      </a:p>
    </p188:txBody>
  </p188:cm>
</p188:cmLst>
</file>

<file path=ppt/comments/modernComment_108_5BE48309.xml><?xml version="1.0" encoding="utf-8"?>
<p188:cmLst xmlns:a="http://schemas.openxmlformats.org/drawingml/2006/main" xmlns:r="http://schemas.openxmlformats.org/officeDocument/2006/relationships" xmlns:p188="http://schemas.microsoft.com/office/powerpoint/2018/8/main">
  <p188:cm id="{32CCC769-3EA9-4740-A6CB-C694843BA4E5}" authorId="{7EA59EE4-79A3-4AFB-BAA3-365A261A14E5}" created="2026-10-01T09:27:23.503">
    <ac:txMkLst xmlns:ac="http://schemas.microsoft.com/office/drawing/2013/main/command">
      <pc:docMk xmlns:pc="http://schemas.microsoft.com/office/powerpoint/2013/main/command"/>
      <pc:sldMk xmlns:pc="http://schemas.microsoft.com/office/powerpoint/2013/main/command" cId="1541702409" sldId="264"/>
      <ac:spMk id="10" creationId="{16BC15D0-C17A-4771-AE73-4A65509E9C74}"/>
      <ac:txMk cp="0" len="7">
        <ac:context len="8" hash="2665060231"/>
      </ac:txMk>
    </ac:txMkLst>
    <p188:pos x="1593090" y="506837"/>
    <p188:txBody>
      <a:bodyPr/>
      <a:lstStyle/>
      <a:p>
        <a:r>
          <a:rPr lang="ja-JP" altLang="en-US"/>
          <a:t>P90はかなり大きな値に見えますが、日中は晴れていて午後に夕立があったというようなケースが多いのでしょうか</a:t>
        </a:r>
      </a:p>
    </p188:txBody>
  </p188:cm>
</p188:cmLst>
</file>

<file path=ppt/comments/modernComment_113_389B748A.xml><?xml version="1.0" encoding="utf-8"?>
<p188:cmLst xmlns:a="http://schemas.openxmlformats.org/drawingml/2006/main" xmlns:r="http://schemas.openxmlformats.org/officeDocument/2006/relationships" xmlns:p188="http://schemas.microsoft.com/office/powerpoint/2018/8/main">
  <p188:cm id="{EBEF2F84-3C07-FB45-9727-6B323B89BDEE}" authorId="{7EA59EE4-79A3-4AFB-BAA3-365A261A14E5}" created="2026-10-01T09:35:07.515">
    <ac:txMkLst xmlns:ac="http://schemas.microsoft.com/office/drawing/2013/main/command">
      <pc:docMk xmlns:pc="http://schemas.microsoft.com/office/powerpoint/2013/main/command"/>
      <pc:sldMk xmlns:pc="http://schemas.microsoft.com/office/powerpoint/2013/main/command" cId="949712010" sldId="275"/>
      <ac:spMk id="7" creationId="{D8CD51FD-45A5-42A2-B928-C128386B9CB0}"/>
      <ac:txMk cp="0" len="14">
        <ac:context len="15" hash="931635319"/>
      </ac:txMk>
    </ac:txMkLst>
    <p188:pos x="5062202" y="499325"/>
    <p188:txBody>
      <a:bodyPr/>
      <a:lstStyle/>
      <a:p>
        <a:r>
          <a:rPr lang="ja-JP" altLang="en-US"/>
          <a:t>これは、他の人に示すスライドには含めなくても良いものです。
人間が取捨選択をしてください</a:t>
        </a:r>
      </a:p>
    </p188:txBody>
  </p188:cm>
</p188:cmLst>
</file>

<file path=ppt/comments/modernComment_117_4EF9F43A.xml><?xml version="1.0" encoding="utf-8"?>
<p188:cmLst xmlns:a="http://schemas.openxmlformats.org/drawingml/2006/main" xmlns:r="http://schemas.openxmlformats.org/officeDocument/2006/relationships" xmlns:p188="http://schemas.microsoft.com/office/powerpoint/2018/8/main">
  <p188:cm id="{44CDAC64-D806-F644-A8A2-63B9A27C54A5}" authorId="{7EA59EE4-79A3-4AFB-BAA3-365A261A14E5}" created="2026-10-01T09:35:52.921">
    <ac:txMkLst xmlns:ac="http://schemas.microsoft.com/office/drawing/2013/main/command">
      <pc:docMk xmlns:pc="http://schemas.microsoft.com/office/powerpoint/2013/main/command"/>
      <pc:sldMk xmlns:pc="http://schemas.microsoft.com/office/powerpoint/2013/main/command" cId="1325003834" sldId="279"/>
      <ac:spMk id="7" creationId="{2C5DAEFB-58BB-45EF-BD57-FBF70593AFC0}"/>
      <ac:txMk cp="0" len="13">
        <ac:context len="14" hash="3712047050"/>
      </ac:txMk>
    </ac:txMkLst>
    <p188:pos x="4714473" y="499325"/>
    <p188:txBody>
      <a:bodyPr/>
      <a:lstStyle/>
      <a:p>
        <a:r>
          <a:rPr lang="ja-JP" altLang="en-US"/>
          <a:t>これも、他の人に見せるスライドに入れる内容になっていません。人間が取捨選択してください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9月19日版の構成と用語を継承し、結果はf524eca2の12週に更新した。旧版の数値と混ぜない。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診断結果の条件付き週次評価。統合最適性・独立した正式研究採用は未確認。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前回の宿題は7日間への拡張、季節4区分と晴れ・くもり・雨の標準曲線、天候によるばらつき。最適化ケース数は12で、4季節は気象の分類である。</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月1週の記述的比較。手法の優越性・PVだけの因果効果は今回の結論に含めない。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PVは総発電入力。走行以外の営業所負荷を0とするモデル上の仮定。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出典：DAY_WEEK_PARAMETER_COMPARISON_20260927.mdと各週のPrepared。BEVとBESSのSOC上限を混同しない。1日実験から終端方針とPV境界等が変わり、単純な費用比較はしない。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設備定格の実証ではなく設定条件の検算。200 kWは有料超過の課金閾値。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3は配車と固定配車下の充電を分ける。各段階のgapは週間統合gapではない。予測は学習年のみのclimatology、評価は2025年の履歴推定。</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実車運行の観測ではなく計算上の実行。重複する計画窓を合算しない。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2026年の固定ダイヤを2025年の気象で評価する仮想実験。各月平均への外挿はしない。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昼間は晴天時GHIが20 W/m²以上。昼間降水1 mm以上を雨、その他は日射/晴天時日射の比0.7以上を晴れ、未満をくもり。2℃以下で昼間降水1 mm以上は降水形態を識別できず除外。3月3日の1日を除き364日を分類。P10とP90は各時刻の経験分位点で、一つの実際の日の曲線でも信頼区間でもない。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公式の天気分類・長期平年値・予測区間ではない。2025年評価の予測学習には使わない。</a:t>
            </a:r>
          </a:p>
          <a:p>
            <a:r>
              <a:t>2026-10-02先生コメントへの回答：コメント1：どのデータから降水量を持って来ていますか？
回答：降水はSolcastのhistoric radiation_and_weatherに保存されたprecipitation_rate（mm/h）の履歴推定で、雨量計の観測ではない。15分強度×0.25hを合算する。出典：https://docs.solcast.com.au/docs/output-parameters。2025年35,040区間の固定データを用いた。
コメント2：「雨以外で」は必要な条件ですか？何の何に対する比かが不明瞭な書き方のように見えます
回答：雨を優先して分類するので「雨に当たらない日」が必要。分子は昼間積算GHI、分母は同じ昼間の積算晴天時GHI。昼間の判定はGHIではなくclearsky_ghi&gt;=20 W/m²。雨と高日射は両立し得る。R&gt;=0.7を晴れ、それ未満をくもりとする研究用の固定閾値。
コメント3：これはどういう意味でしょうか？雪の日ですか？
回答：雪の日と確認したわけではない。3/3の気温2℃以下の昼間区間の降水量が2.775mmで、降水形態未判定として分類のみ除外。週次計算には3/3の気象・運行を含めている。
コメント4：何がどう判別困難か不明瞭です
回答：判別できない対象は雨/雪等の降水形態。今回の取得項目は気温と降水強度を含むが、雪の観測・降水形態は含まない。2℃以下だけで雪とは断定しない。
コメント5：この項目全体が不明瞭です
回答：各時刻の同じ分類の日の日射値を並べた経験分布の平均、10%点、90%点。P10/P90は実在する1日の曲線でも予測区間/信頼区間でもない。全セル10日以上は件数の確認であり精度保証ではない。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出典：evidence/weather/seasonal_curves.csv。晴れ45日、くもり17日、雨29日。分類ルールは前ページ。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出典：evidence/weather/seasonal_curves.csv。晴れ57日、くもり15日、雨20日。分類ルールは前ページ。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a:p>
            <a:r>
              <a:t>2026-10-02先生コメントへの回答：コメント6：P90はかなり大きな値に見えますが、日中は晴れていて午後に夕立があったというようなケースが多いのでしょうか
回答：夏雨20日中、10〜14時のGHI/晴天時GHI積算比&gt;=0.7は6日。その中で15時以降の昼間降水が1mm以上は2日。例7/10は比0.879、15時前0.30mm、15時以降1.10mm。雨分類にも明るい時間が含まれることがP90の高い時刻を説明するが、「夕立が多い」は支持しない。事後の探索集計で、対流性降水を同定したものではない。補足37と日別CSVを参照。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出典：evidence/weather/seasonal_curves.csv。晴れ41日、くもり22日、雨28日。分類ルールは前ページ。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出典：evidence/weather/seasonal_curves.csv。晴れ70日、くもり10日、雨10日。分類ルールは前ページ。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a:p>
            <a:r>
              <a:t>2026-10-02先生コメントへの回答：コメント7：晴れの日で、夏と冬にこれだけの差があるとすると、さすがに傾斜面日射量を採用する必要があるように考えます。（事業者もこのような設置をするとは考えにくいため）
回答：傾斜面日射が必要という指摘を受け入れ、現行が水平面GHIの記述統計・GHI比例PV換算であることを明記。設置角・方位の実条件確認と、直達/散乱から設置面日射を得る別入力版での再評価が必要。現状の12週を補正済みの結果へ改称しない。補足38。未完了：傾斜面を用いたPV再計算・再求解。公式参照：https://pvlib-python.readthedocs.io/en/stable/reference/generated/pvlib.irradiance.get_total_irradiance.html。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全12週の原本ZIPとPrepared hash、physical accepted、account eligible、missing/duplicate slotsなし、全便充足と日別台帳を再照合した。1・11・12月は原FAILEDを残した図表復旧。図の生成だけを計算完了と数えていない。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DIAGNOSTIC / NOT USED FOR RESEARCH CONCLUSIONS。独立した正式研究採用は未承認。</a:t>
            </a:r>
          </a:p>
          <a:p>
            <a:r>
              <a:t>2026-10-02先生コメントへの回答：コメント8：意味が取れません。
自分のメモ書きではなく、他の人に見せるものということを意識して、表などきちんと修正しましょう。他の行も同様です
回答：聴衆向けの表を全便の担当、車両/充電制約、電力収支、翌朝/費用、解の位置付けへ書き直した。1/11/12月の図表復旧や原FAILEDは元ノートと別紙に保持し、計算失敗と図表失敗を混同しない。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PV→BESSと、その後のBESS→バスを同じ発電量として二重計上しない。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単位：万円。設備投資・保守・劣化・運転士費等は未計上。超過モデル費は実請求額ではない。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15分平均受電電力。ピークの高さだけで、購入電力量や超過費用は決まらない。</a:t>
            </a:r>
          </a:p>
          <a:p>
            <a:r>
              <a:t>2026-10-02先生コメントへの回答：コメント9：なぜそういう運用になっているかが重要ですが、この後のスライドでもその理由が論理立てて説明はできていないようにも思われます。人間が考えているでしょうか
回答：両ピークでPV供給0、BESS下限1200kWh、8/10台が翌朝目標90%へ同時充電しており、系統が全バス充電を供給した。ピーク開始SOC、次の営業便発車、車両/充電器IDをCSVへ保存。夜間供給源の理由と、04:15へ集中する探索上の理由は別。帰庫時刻ごとの代替充電余地・予測誤差・計画窓・探索品質の寄与は未分離。3月の超過が長く、総費用差101.64万円のうち90.96万円が超過モデル費差。改善可能性を示唆するが最適/不可避とは断定しない。補足39。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超過時間は200 kW+0.001 kWを超えた区間を数える。電力量は原値を積算。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同時に観測した計画の説明。ピークを回避できたかの対照計算は未実施。</a:t>
            </a:r>
          </a:p>
          <a:p>
            <a:r>
              <a:t>2026-10-02先生コメントへの回答：両ピークでPV供給0、BESS下限1200kWh、8/10台が翌朝目標90%へ同時充電しており、系統が全バス充電を供給した。ピーク開始SOC、次の営業便発車、車両/充電器IDをCSVへ保存。夜間供給源の理由と、04:15へ集中する探索上の理由は別。帰庫時刻ごとの代替充電余地・予測誤差・計画窓・探索品質の寄与は未分離。3月の超過が長く、総費用差101.64万円のうち90.96万円が超過モデル費差。改善可能性を示唆するが最適/不可避とは断定しない。補足39。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超過モデル費＝200 kWを超える電力量×500円/kWh。実請求差・手法の削減効果ではない。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BESSは余剰PVで充電。原本のbalancedは終端方針の充足であり、初終端一致ではない。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今回の価値は週次成立と費用の説明。対照実験がないので削減額や優越性は言わない。電費一定で空調季節変動を評価していない。各月1週と2025年1年の記述統計から月平均・長期傾向を断定しない。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正式研究採用BLOCKEDを保持。DIAGNOSTIC / NOT USED FOR RESEARCH CONCLUSIONS。</a:t>
            </a:r>
          </a:p>
          <a:p>
            <a:r>
              <a:t>2026-10-02先生コメントへの回答：コメント10：これは、他の人に示すスライドには含めなくても良いものです。
人間が取捨選択をしてください
回答：BLOCKED等の管理コードはノート/別紙に保持し、本文は診断・条件付きの結果と正式研究採用未承認という意味を日本語で示す。限界自体は消さない。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GHI [kWh/m²/日]とPV発電量[kWh]は別量。分類除外日も日射量の記述集計には含む。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原本・入力・会計・各CSVのhashと再生成手順を同梱。最適化の再実行なし。</a:t>
            </a:r>
          </a:p>
          <a:p>
            <a:r>
              <a:t>2026-10-02先生コメントへの回答：コメント11：これも、他の人に見せるスライドに入れる内容になっていません。人間が取捨選択してください
回答：計算固定SHA、hash、CO₂図表の警告、内部判定を別紙/ノートへ保持。補足24を気象・ダイヤ年、予測、PV設置条件、費用/設備、BESS在庫、解品質の解釈に変更した。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出典：evidence/2025-01-06/energy_15min.csv、vehicle_soc.csv、vehicle_schedule.csv、charging_schedule.csv。SOC時点0は週初。時点697は最終翌朝の終端。ICEに電池SOCはない。日ごとに無料補充する処理ではない。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出典：evidence/2025-02-03/energy_15min.csv、vehicle_soc.csv、vehicle_schedule.csv、charging_schedule.csv。SOC時点0は週初。時点695は最終翌朝の終端。ICEに電池SOCはない。日ごとに無料補充する処理ではない。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出典：evidence/2025-03-03/energy_15min.csv、vehicle_soc.csv、vehicle_schedule.csv、charging_schedule.csv。SOC時点0は週初。時点695は最終翌朝の終端。ICEに電池SOCはない。日ごとに無料補充する処理ではない。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出典：evidence/2025-04-07/energy_15min.csv、vehicle_soc.csv、vehicle_schedule.csv、charging_schedule.csv。SOC時点0は週初。時点695は最終翌朝の終端。ICEに電池SOCはない。日ごとに無料補充する処理ではない。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出典：evidence/2025-05-12/energy_15min.csv、vehicle_soc.csv、vehicle_schedule.csv、charging_schedule.csv。SOC時点0は週初。時点695は最終翌朝の終端。ICEに電池SOCはない。日ごとに無料補充する処理ではない。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出典：evidence/2025-06-02/energy_15min.csv、vehicle_soc.csv、vehicle_schedule.csv、charging_schedule.csv。SOC時点0は週初。時点695は最終翌朝の終端。ICEに電池SOCはない。日ごとに無料補充する処理ではない。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出典：evidence/2025-07-07/energy_15min.csv、vehicle_soc.csv、vehicle_schedule.csv、charging_schedule.csv。SOC時点0は週初。時点695は最終翌朝の終端。ICEに電池SOCはない。日ごとに無料補充する処理ではない。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出典：evidence/2025-08-04/energy_15min.csv、vehicle_soc.csv、vehicle_schedule.csv、charging_schedule.csv。SOC時点0は週初。時点697は最終翌朝の終端。ICEに電池SOCはない。日ごとに無料補充する処理ではない。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出典：evidence/2025-09-01/energy_15min.csv、vehicle_soc.csv、vehicle_schedule.csv、charging_schedule.csv。SOC時点0は週初。時点695は最終翌朝の終端。ICEに電池SOCはない。日ごとに無料補充する処理ではない。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出典：evidence/2025-10-06/energy_15min.csv、vehicle_soc.csv、vehicle_schedule.csv、charging_schedule.csv。SOC時点0は週初。時点697は最終翌朝の終端。ICEに電池SOCはない。日ごとに無料補充する処理ではない。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出典：evidence/2025-11-10/energy_15min.csv、vehicle_soc.csv、vehicle_schedule.csv、charging_schedule.csv。SOC時点0は週初。時点695は最終翌朝の終端。ICEに電池SOCはない。日ごとに無料補充する処理ではない。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出典：evidence/2025-12-01/energy_15min.csv、vehicle_soc.csv、vehicle_schedule.csv、charging_schedule.csv。SOC時点0は週初。時点695は最終翌朝の終端。ICEに電池SOCはない。日ごとに無料補充する処理ではない。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6への回答。昼間は晴天時GHI&gt;=20W/m²。雨分類は昼間降水積算&gt;=1mm。夏雨20日のうち10:00–14:00積算GHI/晴天時GHI&gt;=0.7は6日、その中で15:00以降の昼間降水&gt;=1mmは2日。7/10は10–14時の比0.879、15時前昼間降水0.30mm、15時以降1.10mm。これは事後の探索的閾値で公式の夕立分類ではない。P90が高いのは雨の日の集合にも日射が高い時間帯が含まれるため。時刻ごとの90%点で、曲線全体が同じ日ではない。原CSV:summer_rain_days.csv、summer_rain_example_20250710.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500227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7への回答。既存データのGHIは水平面全天日射、DNIは法線面直達、DHIは水平面散乱。既存PV換算はcapacity×clamp(GHI/1000×performance_ratio,0,1)×時間刻みで、設置角・方位を反映していない。先生の傾斜面日射採用の指摘を受け入れる。設置角・方位とモデルを確定した別入力版で評価が必要。既存12週へ後付け補正はしない。傾斜により冬季の日射受光が変わり得るが、冬夏差の解消や費用順位の変化は未計算。既存GHIカーブは地点の水平面の記述統計として保持。公式参照:https://pvlib-python.readthedocs.io/en/stable/reference/generated/pvlib.irradiance.get_total_irradiance.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21833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9への回答。以下は最終実行系列の観測された組合せであり、比較実験による因果効果の証明ではない。BESS下限1200kWh、充電器10基90kW、BEV翌朝目標90%。ピーク開始の状態と次の営業便発車を車両ID別に照合した。各車両の帰庫から出庫までの代替充電余地、予測誤差、ローリング窓制約、探索到達度の寄与は分離していない。200kWは超過モデル料金の閾値で実設備の上限ではない。PV/BESS/初終端在庫の違いを総費用削減と呼ばない。原CSV:peak_vehicle_evidence.csvと既存energy_15min.csv、charging_schedule.csv、vehicle_soc.csv、vehicle_schedule.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54708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643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623097D7.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5BE48309.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9.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44D448FB.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0B_635E1D8C.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1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6.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E_5513B9AF.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13_389B748A.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7_4EF9F43A.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chart" Target="../charts/chart22.xml"/></Relationships>
</file>

<file path=ppt/slides/_rels/slide26.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24.xml"/></Relationships>
</file>

<file path=ppt/slides/_rels/slide27.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26.xml"/></Relationships>
</file>

<file path=ppt/slides/_rels/slide28.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chart" Target="../charts/chart28.xml"/></Relationships>
</file>

<file path=ppt/slides/_rels/slide29.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chart" Target="../charts/chart30.xml"/></Relationships>
</file>

<file path=ppt/slides/_rels/slide30.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chart" Target="../charts/chart32.xml"/></Relationships>
</file>

<file path=ppt/slides/_rels/slide31.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chart" Target="../charts/chart34.xml"/></Relationships>
</file>

<file path=ppt/slides/_rels/slide32.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chart" Target="../charts/chart36.xml"/></Relationships>
</file>

<file path=ppt/slides/_rels/slide33.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chart" Target="../charts/chart38.xml"/></Relationships>
</file>

<file path=ppt/slides/_rels/slide34.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chart" Target="../charts/chart40.xml"/></Relationships>
</file>

<file path=ppt/slides/_rels/slide35.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42.xml"/></Relationships>
</file>

<file path=ppt/slides/_rels/slide36.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chart" Target="../charts/chart44.xml"/></Relationships>
</file>

<file path=ppt/slides/_rels/slide37.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chart" Target="../charts/chart4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BD76550-E177-4507-88CA-E53D38BB13F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修士論文研究　2026年9月進捗報告</a:t>
            </a:r>
          </a:p>
        </p:txBody>
      </p:sp>
      <p:sp>
        <p:nvSpPr>
          <p:cNvPr id="2" name="正方形/長方形 1">
            <a:extLst>
              <a:ext uri="{FF2B5EF4-FFF2-40B4-BE49-F238E27FC236}">
                <a16:creationId xmlns:a16="http://schemas.microsoft.com/office/drawing/2014/main" id="{E3AB8E8D-B073-412E-BA03-B16EB1088EE5}"/>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仮・正式用 ／ 弦巻営業所 渋21・22・23</a:t>
            </a:r>
          </a:p>
        </p:txBody>
      </p:sp>
      <p:sp>
        <p:nvSpPr>
          <p:cNvPr id="3" name="正方形/長方形 2">
            <a:extLst>
              <a:ext uri="{FF2B5EF4-FFF2-40B4-BE49-F238E27FC236}">
                <a16:creationId xmlns:a16="http://schemas.microsoft.com/office/drawing/2014/main" id="{EC0B9B4C-A08D-4ABB-B389-E45BA8779B3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各月の代表1週について、運用と費用を原本から説明する</a:t>
            </a:r>
          </a:p>
        </p:txBody>
      </p:sp>
      <p:sp>
        <p:nvSpPr>
          <p:cNvPr id="4" name="正方形/長方形 3">
            <a:extLst>
              <a:ext uri="{FF2B5EF4-FFF2-40B4-BE49-F238E27FC236}">
                <a16:creationId xmlns:a16="http://schemas.microsoft.com/office/drawing/2014/main" id="{A9025BE9-B2D9-4808-AD78-BEA9DE11126A}"/>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診断結果の条件付き週次評価。統合最適性・独立した正式研究採用は未確認。</a:t>
            </a:r>
          </a:p>
        </p:txBody>
      </p:sp>
      <p:sp>
        <p:nvSpPr>
          <p:cNvPr id="5" name="正方形/長方形 4">
            <a:extLst>
              <a:ext uri="{FF2B5EF4-FFF2-40B4-BE49-F238E27FC236}">
                <a16:creationId xmlns:a16="http://schemas.microsoft.com/office/drawing/2014/main" id="{5AA4A579-1BEB-4F1C-98F8-A3CCDC84179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a:t>
            </a:r>
          </a:p>
        </p:txBody>
      </p:sp>
      <p:sp>
        <p:nvSpPr>
          <p:cNvPr id="6" name="正方形/長方形 5">
            <a:extLst>
              <a:ext uri="{FF2B5EF4-FFF2-40B4-BE49-F238E27FC236}">
                <a16:creationId xmlns:a16="http://schemas.microsoft.com/office/drawing/2014/main" id="{C33F2EC7-6B83-45D8-A4A6-91377756F8D3}"/>
              </a:ext>
            </a:extLst>
          </p:cNvPr>
          <p:cNvSpPr>
            <a:spLocks noGrp="1"/>
          </p:cNvSpPr>
          <p:nvPr/>
        </p:nvSpPr>
        <p:spPr>
          <a:xfrm>
            <a:off x="666750" y="2238375"/>
            <a:ext cx="10858500" cy="857250"/>
          </a:xfrm>
          <a:prstGeom prst="rect">
            <a:avLst/>
          </a:prstGeom>
          <a:noFill/>
          <a:ln w="0">
            <a:noFill/>
          </a:ln>
        </p:spPr>
        <p:txBody>
          <a:bodyPr>
            <a:noAutofit/>
          </a:bodyPr>
          <a:lstStyle/>
          <a:p>
            <a:pPr>
              <a:defRPr sz="3525" b="1">
                <a:solidFill>
                  <a:srgbClr val="202B58"/>
                </a:solidFill>
                <a:latin typeface="Noto Sans JP"/>
                <a:ea typeface="Noto Sans JP"/>
                <a:cs typeface="Noto Sans JP"/>
              </a:defRPr>
            </a:pPr>
            <a:r>
              <a:rPr sz="3525" b="1">
                <a:solidFill>
                  <a:srgbClr val="202B58"/>
                </a:solidFill>
                <a:latin typeface="Noto Sans JP"/>
                <a:ea typeface="Noto Sans JP"/>
                <a:cs typeface="Noto Sans JP"/>
              </a:rPr>
              <a:t>混成バスの7日間運用・充電計画</a:t>
            </a:r>
          </a:p>
        </p:txBody>
      </p:sp>
      <p:sp>
        <p:nvSpPr>
          <p:cNvPr id="7" name="正方形/長方形 6">
            <a:extLst>
              <a:ext uri="{FF2B5EF4-FFF2-40B4-BE49-F238E27FC236}">
                <a16:creationId xmlns:a16="http://schemas.microsoft.com/office/drawing/2014/main" id="{B2A24F01-7E53-4154-A31F-DAA044AB7A5B}"/>
              </a:ext>
            </a:extLst>
          </p:cNvPr>
          <p:cNvSpPr>
            <a:spLocks noGrp="1"/>
          </p:cNvSpPr>
          <p:nvPr/>
        </p:nvSpPr>
        <p:spPr>
          <a:xfrm>
            <a:off x="666750" y="3371850"/>
            <a:ext cx="10858500" cy="1047750"/>
          </a:xfrm>
          <a:prstGeom prst="rect">
            <a:avLst/>
          </a:prstGeom>
          <a:noFill/>
          <a:ln w="0">
            <a:noFill/>
          </a:ln>
        </p:spPr>
        <p:txBody>
          <a:bodyPr>
            <a:noAutofit/>
          </a:bodyPr>
          <a:lstStyle/>
          <a:p>
            <a:pPr>
              <a:defRPr sz="2625" b="0">
                <a:solidFill>
                  <a:srgbClr val="202B58"/>
                </a:solidFill>
                <a:latin typeface="Noto Sans JP"/>
                <a:ea typeface="Noto Sans JP"/>
                <a:cs typeface="Noto Sans JP"/>
              </a:defRPr>
            </a:pPr>
            <a:r>
              <a:rPr sz="2625" b="0">
                <a:solidFill>
                  <a:srgbClr val="202B58"/>
                </a:solidFill>
                <a:latin typeface="Noto Sans JP"/>
                <a:ea typeface="Noto Sans JP"/>
                <a:cs typeface="Noto Sans JP"/>
              </a:rPr>
              <a:t>12代表週の費用・電力利用と</a:t>
            </a:r>
          </a:p>
          <a:p>
            <a:pPr>
              <a:defRPr sz="2625" b="0">
                <a:solidFill>
                  <a:srgbClr val="202B58"/>
                </a:solidFill>
                <a:latin typeface="Noto Sans JP"/>
                <a:ea typeface="Noto Sans JP"/>
                <a:cs typeface="Noto Sans JP"/>
              </a:defRPr>
            </a:pPr>
            <a:r>
              <a:rPr sz="2625" b="0">
                <a:solidFill>
                  <a:srgbClr val="202B58"/>
                </a:solidFill>
                <a:latin typeface="Noto Sans JP"/>
                <a:ea typeface="Noto Sans JP"/>
                <a:cs typeface="Noto Sans JP"/>
              </a:rPr>
              <a:t>季節別・天候別の日射カーブ</a:t>
            </a:r>
          </a:p>
        </p:txBody>
      </p:sp>
      <p:sp>
        <p:nvSpPr>
          <p:cNvPr id="8" name="正方形/長方形 7">
            <a:extLst>
              <a:ext uri="{FF2B5EF4-FFF2-40B4-BE49-F238E27FC236}">
                <a16:creationId xmlns:a16="http://schemas.microsoft.com/office/drawing/2014/main" id="{92052CC4-2C2E-4227-8813-23A39D34395D}"/>
              </a:ext>
            </a:extLst>
          </p:cNvPr>
          <p:cNvSpPr>
            <a:spLocks noGrp="1"/>
          </p:cNvSpPr>
          <p:nvPr/>
        </p:nvSpPr>
        <p:spPr>
          <a:xfrm>
            <a:off x="666750" y="5057775"/>
            <a:ext cx="10858500" cy="419100"/>
          </a:xfrm>
          <a:prstGeom prst="rect">
            <a:avLst/>
          </a:prstGeom>
          <a:noFill/>
          <a:ln w="0">
            <a:noFill/>
          </a:ln>
        </p:spPr>
        <p:txBody>
          <a:bodyPr>
            <a:noAutofit/>
          </a:bodyPr>
          <a:lstStyle/>
          <a:p>
            <a:pPr>
              <a:defRPr sz="1875" b="0">
                <a:solidFill>
                  <a:srgbClr val="59687B"/>
                </a:solidFill>
                <a:latin typeface="Noto Sans JP"/>
                <a:ea typeface="Noto Sans JP"/>
                <a:cs typeface="Noto Sans JP"/>
              </a:defRPr>
            </a:pPr>
            <a:r>
              <a:rPr sz="1875" b="0">
                <a:solidFill>
                  <a:srgbClr val="59687B"/>
                </a:solidFill>
                <a:latin typeface="Noto Sans JP"/>
                <a:ea typeface="Noto Sans JP"/>
                <a:cs typeface="Noto Sans JP"/>
              </a:rPr>
              <a:t>電力システム研究室　劉 承洋　／　2026年9月28日更新</a:t>
            </a:r>
          </a:p>
        </p:txBody>
      </p:sp>
    </p:spTree>
    <p:extLst>
      <p:ext uri="{BB962C8B-B14F-4D97-AF65-F5344CB8AC3E}">
        <p14:creationId xmlns:p14="http://schemas.microsoft.com/office/powerpoint/2010/main" val="1576124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28343BA-6CB5-45C4-98AE-BA1CC4C0297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研究の目的と、前回MTGからの進捗</a:t>
            </a:r>
          </a:p>
        </p:txBody>
      </p:sp>
      <p:sp>
        <p:nvSpPr>
          <p:cNvPr id="2" name="正方形/長方形 1">
            <a:extLst>
              <a:ext uri="{FF2B5EF4-FFF2-40B4-BE49-F238E27FC236}">
                <a16:creationId xmlns:a16="http://schemas.microsoft.com/office/drawing/2014/main" id="{E58C60D2-9179-49EE-8435-AB77E7C3CD5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全便を運行する条件で、配車と充電の費用を評価する</a:t>
            </a:r>
          </a:p>
        </p:txBody>
      </p:sp>
      <p:sp>
        <p:nvSpPr>
          <p:cNvPr id="3" name="正方形/長方形 2">
            <a:extLst>
              <a:ext uri="{FF2B5EF4-FFF2-40B4-BE49-F238E27FC236}">
                <a16:creationId xmlns:a16="http://schemas.microsoft.com/office/drawing/2014/main" id="{D1D6A2F5-6E69-4AFE-A84F-13AD18C6866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7日間の成立と費用差の内訳を、同じ入力版で確認した</a:t>
            </a:r>
          </a:p>
        </p:txBody>
      </p:sp>
      <p:sp>
        <p:nvSpPr>
          <p:cNvPr id="4" name="正方形/長方形 3">
            <a:extLst>
              <a:ext uri="{FF2B5EF4-FFF2-40B4-BE49-F238E27FC236}">
                <a16:creationId xmlns:a16="http://schemas.microsoft.com/office/drawing/2014/main" id="{C80A38FC-CF2F-491B-9BEC-35568B32FBD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月1週の記述的比較。手法の優越性・PVだけの因果効果は今回の結論に含めない。</a:t>
            </a:r>
          </a:p>
        </p:txBody>
      </p:sp>
      <p:sp>
        <p:nvSpPr>
          <p:cNvPr id="5" name="正方形/長方形 4">
            <a:extLst>
              <a:ext uri="{FF2B5EF4-FFF2-40B4-BE49-F238E27FC236}">
                <a16:creationId xmlns:a16="http://schemas.microsoft.com/office/drawing/2014/main" id="{12B45F0D-3C94-40DC-A605-7D65E20FBB5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a:t>
            </a:r>
          </a:p>
        </p:txBody>
      </p:sp>
      <p:graphicFrame>
        <p:nvGraphicFramePr>
          <p:cNvPr id="12" name="表 11"/>
          <p:cNvGraphicFramePr/>
          <p:nvPr/>
        </p:nvGraphicFramePr>
        <p:xfrm>
          <a:off x="571500" y="1743075"/>
          <a:ext cx="11049000" cy="3743325"/>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748665">
                <a:tc>
                  <a:txBody>
                    <a:bodyPr/>
                    <a:lstStyle/>
                    <a:p>
                      <a:r>
                        <a:rPr sz="1800" b="1">
                          <a:solidFill>
                            <a:srgbClr val="FFFFFF"/>
                          </a:solidFill>
                          <a:latin typeface="Noto Sans JP"/>
                          <a:ea typeface="Noto Sans JP"/>
                          <a:cs typeface="Noto Sans JP"/>
                        </a:rPr>
                        <a:t>前回の課題</a:t>
                      </a:r>
                    </a:p>
                  </a:txBody>
                  <a:tcPr>
                    <a:solidFill>
                      <a:srgbClr val="202B58"/>
                    </a:solidFill>
                  </a:tcPr>
                </a:tc>
                <a:tc>
                  <a:txBody>
                    <a:bodyPr/>
                    <a:lstStyle/>
                    <a:p>
                      <a:r>
                        <a:rPr sz="1800" b="1">
                          <a:solidFill>
                            <a:srgbClr val="FFFFFF"/>
                          </a:solidFill>
                          <a:latin typeface="Noto Sans JP"/>
                          <a:ea typeface="Noto Sans JP"/>
                          <a:cs typeface="Noto Sans JP"/>
                        </a:rPr>
                        <a:t>今回示す結果</a:t>
                      </a:r>
                    </a:p>
                  </a:txBody>
                  <a:tcPr>
                    <a:solidFill>
                      <a:srgbClr val="202B58"/>
                    </a:solidFill>
                  </a:tcPr>
                </a:tc>
                <a:extLst>
                  <a:ext uri="{0D108BD9-81ED-4DB2-BD59-A6C34878D82A}">
                    <a16:rowId xmlns:a16="http://schemas.microsoft.com/office/drawing/2014/main" val="10000"/>
                  </a:ext>
                </a:extLst>
              </a:tr>
              <a:tr h="748665">
                <a:tc>
                  <a:txBody>
                    <a:bodyPr/>
                    <a:lstStyle/>
                    <a:p>
                      <a:r>
                        <a:rPr sz="1800" b="0">
                          <a:solidFill>
                            <a:srgbClr val="202B58"/>
                          </a:solidFill>
                          <a:latin typeface="Noto Sans JP"/>
                          <a:ea typeface="Noto Sans JP"/>
                          <a:cs typeface="Noto Sans JP"/>
                        </a:rPr>
                        <a:t>連続7日間の運用</a:t>
                      </a:r>
                    </a:p>
                  </a:txBody>
                  <a:tcPr>
                    <a:solidFill>
                      <a:srgbClr val="F1F5F8"/>
                    </a:solidFill>
                  </a:tcPr>
                </a:tc>
                <a:tc>
                  <a:txBody>
                    <a:bodyPr/>
                    <a:lstStyle/>
                    <a:p>
                      <a:r>
                        <a:rPr sz="1800" b="0">
                          <a:solidFill>
                            <a:srgbClr val="202B58"/>
                          </a:solidFill>
                          <a:latin typeface="Noto Sans JP"/>
                          <a:ea typeface="Noto Sans JP"/>
                          <a:cs typeface="Noto Sans JP"/>
                        </a:rPr>
                        <a:t>各日の日付別ダイヤ・PVと、車両/BESS状態を継承</a:t>
                      </a:r>
                    </a:p>
                  </a:txBody>
                  <a:tcPr>
                    <a:solidFill>
                      <a:srgbClr val="F1F5F8"/>
                    </a:solidFill>
                  </a:tcPr>
                </a:tc>
                <a:extLst>
                  <a:ext uri="{0D108BD9-81ED-4DB2-BD59-A6C34878D82A}">
                    <a16:rowId xmlns:a16="http://schemas.microsoft.com/office/drawing/2014/main" val="10001"/>
                  </a:ext>
                </a:extLst>
              </a:tr>
              <a:tr h="748665">
                <a:tc>
                  <a:txBody>
                    <a:bodyPr/>
                    <a:lstStyle/>
                    <a:p>
                      <a:r>
                        <a:rPr sz="1800" b="0">
                          <a:solidFill>
                            <a:srgbClr val="202B58"/>
                          </a:solidFill>
                          <a:latin typeface="Noto Sans JP"/>
                          <a:ea typeface="Noto Sans JP"/>
                          <a:cs typeface="Noto Sans JP"/>
                        </a:rPr>
                        <a:t>週次費用と月別の差</a:t>
                      </a:r>
                    </a:p>
                  </a:txBody>
                  <a:tcPr>
                    <a:solidFill>
                      <a:srgbClr val="FFFFFF"/>
                    </a:solidFill>
                  </a:tcPr>
                </a:tc>
                <a:tc>
                  <a:txBody>
                    <a:bodyPr/>
                    <a:lstStyle/>
                    <a:p>
                      <a:r>
                        <a:rPr sz="1800" b="0">
                          <a:solidFill>
                            <a:srgbClr val="202B58"/>
                          </a:solidFill>
                          <a:latin typeface="Noto Sans JP"/>
                          <a:ea typeface="Noto Sans JP"/>
                          <a:cs typeface="Noto Sans JP"/>
                        </a:rPr>
                        <a:t>全12週の費目、電力量、車両使用を同じ形式で比較</a:t>
                      </a:r>
                    </a:p>
                  </a:txBody>
                  <a:tcPr>
                    <a:solidFill>
                      <a:srgbClr val="FFFFFF"/>
                    </a:solidFill>
                  </a:tcPr>
                </a:tc>
                <a:extLst>
                  <a:ext uri="{0D108BD9-81ED-4DB2-BD59-A6C34878D82A}">
                    <a16:rowId xmlns:a16="http://schemas.microsoft.com/office/drawing/2014/main" val="10002"/>
                  </a:ext>
                </a:extLst>
              </a:tr>
              <a:tr h="748665">
                <a:tc>
                  <a:txBody>
                    <a:bodyPr/>
                    <a:lstStyle/>
                    <a:p>
                      <a:r>
                        <a:rPr sz="1800" b="0">
                          <a:solidFill>
                            <a:srgbClr val="202B58"/>
                          </a:solidFill>
                          <a:latin typeface="Noto Sans JP"/>
                          <a:ea typeface="Noto Sans JP"/>
                          <a:cs typeface="Noto Sans JP"/>
                        </a:rPr>
                        <a:t>天候ごとの標準カーブ</a:t>
                      </a:r>
                    </a:p>
                  </a:txBody>
                  <a:tcPr>
                    <a:solidFill>
                      <a:srgbClr val="F1F5F8"/>
                    </a:solidFill>
                  </a:tcPr>
                </a:tc>
                <a:tc>
                  <a:txBody>
                    <a:bodyPr/>
                    <a:lstStyle/>
                    <a:p>
                      <a:r>
                        <a:rPr sz="1800" b="0">
                          <a:solidFill>
                            <a:srgbClr val="202B58"/>
                          </a:solidFill>
                          <a:latin typeface="Noto Sans JP"/>
                          <a:ea typeface="Noto Sans JP"/>
                          <a:cs typeface="Noto Sans JP"/>
                        </a:rPr>
                        <a:t>2025年35,040区間から、4季節×3天候の平均と分布</a:t>
                      </a:r>
                    </a:p>
                  </a:txBody>
                  <a:tcPr>
                    <a:solidFill>
                      <a:srgbClr val="F1F5F8"/>
                    </a:solidFill>
                  </a:tcPr>
                </a:tc>
                <a:extLst>
                  <a:ext uri="{0D108BD9-81ED-4DB2-BD59-A6C34878D82A}">
                    <a16:rowId xmlns:a16="http://schemas.microsoft.com/office/drawing/2014/main" val="10003"/>
                  </a:ext>
                </a:extLst>
              </a:tr>
              <a:tr h="748665">
                <a:tc>
                  <a:txBody>
                    <a:bodyPr/>
                    <a:lstStyle/>
                    <a:p>
                      <a:r>
                        <a:rPr sz="1800" b="0">
                          <a:solidFill>
                            <a:srgbClr val="202B58"/>
                          </a:solidFill>
                          <a:latin typeface="Noto Sans JP"/>
                          <a:ea typeface="Noto Sans JP"/>
                          <a:cs typeface="Noto Sans JP"/>
                        </a:rPr>
                        <a:t>先生への回答</a:t>
                      </a:r>
                    </a:p>
                  </a:txBody>
                  <a:tcPr>
                    <a:solidFill>
                      <a:srgbClr val="FFFFFF"/>
                    </a:solidFill>
                  </a:tcPr>
                </a:tc>
                <a:tc>
                  <a:txBody>
                    <a:bodyPr/>
                    <a:lstStyle/>
                    <a:p>
                      <a:r>
                        <a:rPr sz="1800" b="0">
                          <a:solidFill>
                            <a:srgbClr val="202B58"/>
                          </a:solidFill>
                          <a:latin typeface="Noto Sans JP"/>
                          <a:ea typeface="Noto Sans JP"/>
                          <a:cs typeface="Noto Sans JP"/>
                        </a:rPr>
                        <a:t>3月と11月の受電時系列・超過時間・費用差を照合</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3417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A0742A2-43DA-4405-B7BB-A8A6F09C73C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3E4EFE70-43C6-42CC-B55F-EED44CA5CA9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太陽光・系統からの電力で、電気バスの運行を支える</a:t>
            </a:r>
          </a:p>
        </p:txBody>
      </p:sp>
      <p:sp>
        <p:nvSpPr>
          <p:cNvPr id="3" name="正方形/長方形 2">
            <a:extLst>
              <a:ext uri="{FF2B5EF4-FFF2-40B4-BE49-F238E27FC236}">
                <a16:creationId xmlns:a16="http://schemas.microsoft.com/office/drawing/2014/main" id="{DA6FD079-BCB7-4961-96F5-D1336DC6F17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車載電池と営業所の蓄電池を分けて扱う</a:t>
            </a:r>
          </a:p>
        </p:txBody>
      </p:sp>
      <p:sp>
        <p:nvSpPr>
          <p:cNvPr id="4" name="正方形/長方形 3">
            <a:extLst>
              <a:ext uri="{FF2B5EF4-FFF2-40B4-BE49-F238E27FC236}">
                <a16:creationId xmlns:a16="http://schemas.microsoft.com/office/drawing/2014/main" id="{6D07041A-DEF2-4360-8155-45E051286F94}"/>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PVは総発電入力。走行以外の営業所負荷を0とするモデル上の仮定。</a:t>
            </a:r>
          </a:p>
        </p:txBody>
      </p:sp>
      <p:sp>
        <p:nvSpPr>
          <p:cNvPr id="5" name="正方形/長方形 4">
            <a:extLst>
              <a:ext uri="{FF2B5EF4-FFF2-40B4-BE49-F238E27FC236}">
                <a16:creationId xmlns:a16="http://schemas.microsoft.com/office/drawing/2014/main" id="{D681C326-8E56-467D-A9C6-C1CE2678749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2000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5048250">
                  <a:extLst>
                    <a:ext uri="{9D8B030D-6E8A-4147-A177-3AD203B41FA5}">
                      <a16:colId xmlns:a16="http://schemas.microsoft.com/office/drawing/2014/main" val="20002"/>
                    </a:ext>
                  </a:extLst>
                </a:gridCol>
              </a:tblGrid>
              <a:tr h="623888">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23888">
                <a:tc>
                  <a:txBody>
                    <a:bodyPr/>
                    <a:lstStyle/>
                    <a:p>
                      <a:r>
                        <a:rPr sz="1725" b="0">
                          <a:solidFill>
                            <a:srgbClr val="202B58"/>
                          </a:solidFill>
                          <a:latin typeface="Noto Sans JP"/>
                          <a:ea typeface="Noto Sans JP"/>
                          <a:cs typeface="Noto Sans JP"/>
                        </a:rPr>
                        <a:t>BEV / ICE</a:t>
                      </a:r>
                    </a:p>
                  </a:txBody>
                  <a:tcPr>
                    <a:solidFill>
                      <a:srgbClr val="F1F5F8"/>
                    </a:solidFill>
                  </a:tcPr>
                </a:tc>
                <a:tc>
                  <a:txBody>
                    <a:bodyPr/>
                    <a:lstStyle/>
                    <a:p>
                      <a:r>
                        <a:rPr sz="1725" b="0">
                          <a:solidFill>
                            <a:srgbClr val="202B58"/>
                          </a:solidFill>
                          <a:latin typeface="Noto Sans JP"/>
                          <a:ea typeface="Noto Sans JP"/>
                          <a:cs typeface="Noto Sans JP"/>
                        </a:rPr>
                        <a:t>電気バス / 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23888">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バスへの直接供給と、余剰の蓄電</a:t>
                      </a:r>
                    </a:p>
                  </a:txBody>
                  <a:tcPr>
                    <a:solidFill>
                      <a:srgbClr val="FFFFFF"/>
                    </a:solidFill>
                  </a:tcPr>
                </a:tc>
                <a:extLst>
                  <a:ext uri="{0D108BD9-81ED-4DB2-BD59-A6C34878D82A}">
                    <a16:rowId xmlns:a16="http://schemas.microsoft.com/office/drawing/2014/main" val="10002"/>
                  </a:ext>
                </a:extLst>
              </a:tr>
              <a:tr h="623888">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余剰PVを貯め、必要時に放電</a:t>
                      </a:r>
                    </a:p>
                  </a:txBody>
                  <a:tcPr>
                    <a:solidFill>
                      <a:srgbClr val="F1F5F8"/>
                    </a:solidFill>
                  </a:tcPr>
                </a:tc>
                <a:extLst>
                  <a:ext uri="{0D108BD9-81ED-4DB2-BD59-A6C34878D82A}">
                    <a16:rowId xmlns:a16="http://schemas.microsoft.com/office/drawing/2014/main" val="10003"/>
                  </a:ext>
                </a:extLst>
              </a:tr>
              <a:tr h="623888">
                <a:tc>
                  <a:txBody>
                    <a:bodyPr/>
                    <a:lstStyle/>
                    <a:p>
                      <a:r>
                        <a:rPr sz="1725" b="0">
                          <a:solidFill>
                            <a:srgbClr val="202B58"/>
                          </a:solidFill>
                          <a:latin typeface="Noto Sans JP"/>
                          <a:ea typeface="Noto Sans JP"/>
                          <a:cs typeface="Noto Sans JP"/>
                        </a:rPr>
                        <a:t>SOC</a:t>
                      </a:r>
                    </a:p>
                  </a:txBody>
                  <a:tcPr>
                    <a:solidFill>
                      <a:srgbClr val="FFFFFF"/>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FFFFF"/>
                    </a:solidFill>
                  </a:tcPr>
                </a:tc>
                <a:tc>
                  <a:txBody>
                    <a:bodyPr/>
                    <a:lstStyle/>
                    <a:p>
                      <a:r>
                        <a:rPr sz="1725" b="0">
                          <a:solidFill>
                            <a:srgbClr val="202B58"/>
                          </a:solidFill>
                          <a:latin typeface="Noto Sans JP"/>
                          <a:ea typeface="Noto Sans JP"/>
                          <a:cs typeface="Noto Sans JP"/>
                        </a:rPr>
                        <a:t>車載電池とBESSそれぞれの上下限を確認</a:t>
                      </a:r>
                    </a:p>
                  </a:txBody>
                  <a:tcPr>
                    <a:solidFill>
                      <a:srgbClr val="FFFFFF"/>
                    </a:solidFill>
                  </a:tcPr>
                </a:tc>
                <a:extLst>
                  <a:ext uri="{0D108BD9-81ED-4DB2-BD59-A6C34878D82A}">
                    <a16:rowId xmlns:a16="http://schemas.microsoft.com/office/drawing/2014/main" val="10004"/>
                  </a:ext>
                </a:extLst>
              </a:tr>
              <a:tr h="623888">
                <a:tc>
                  <a:txBody>
                    <a:bodyPr/>
                    <a:lstStyle/>
                    <a:p>
                      <a:r>
                        <a:rPr sz="1725" b="0">
                          <a:solidFill>
                            <a:srgbClr val="202B58"/>
                          </a:solidFill>
                          <a:latin typeface="Noto Sans JP"/>
                          <a:ea typeface="Noto Sans JP"/>
                          <a:cs typeface="Noto Sans JP"/>
                        </a:rPr>
                        <a:t>系統からの受電</a:t>
                      </a:r>
                    </a:p>
                  </a:txBody>
                  <a:tcPr>
                    <a:solidFill>
                      <a:srgbClr val="F1F5F8"/>
                    </a:solidFill>
                  </a:tcPr>
                </a:tc>
                <a:tc>
                  <a:txBody>
                    <a:bodyPr/>
                    <a:lstStyle/>
                    <a:p>
                      <a:r>
                        <a:rPr sz="1725" b="0">
                          <a:solidFill>
                            <a:srgbClr val="202B58"/>
                          </a:solidFill>
                          <a:latin typeface="Noto Sans JP"/>
                          <a:ea typeface="Noto Sans JP"/>
                          <a:cs typeface="Noto Sans JP"/>
                        </a:rPr>
                        <a:t>外部電力系統からの購入</a:t>
                      </a:r>
                    </a:p>
                  </a:txBody>
                  <a:tcPr>
                    <a:solidFill>
                      <a:srgbClr val="F1F5F8"/>
                    </a:solidFill>
                  </a:tcPr>
                </a:tc>
                <a:tc>
                  <a:txBody>
                    <a:bodyPr/>
                    <a:lstStyle/>
                    <a:p>
                      <a:r>
                        <a:rPr sz="1725" b="0">
                          <a:solidFill>
                            <a:srgbClr val="202B58"/>
                          </a:solidFill>
                          <a:latin typeface="Noto Sans JP"/>
                          <a:ea typeface="Noto Sans JP"/>
                          <a:cs typeface="Noto Sans JP"/>
                        </a:rPr>
                        <a:t>不足する充電電力を供給</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4119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FBE0D20-ABAA-4DB6-A54A-CE2999A1C9E4}"/>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車両・設備・境界条件</a:t>
            </a:r>
          </a:p>
        </p:txBody>
      </p:sp>
      <p:sp>
        <p:nvSpPr>
          <p:cNvPr id="2" name="正方形/長方形 1">
            <a:extLst>
              <a:ext uri="{FF2B5EF4-FFF2-40B4-BE49-F238E27FC236}">
                <a16:creationId xmlns:a16="http://schemas.microsoft.com/office/drawing/2014/main" id="{BDB51AED-1263-4762-AB08-E50662D7613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各月で共通の設備と費用定義を使用</a:t>
            </a:r>
          </a:p>
        </p:txBody>
      </p:sp>
      <p:sp>
        <p:nvSpPr>
          <p:cNvPr id="3" name="正方形/長方形 2">
            <a:extLst>
              <a:ext uri="{FF2B5EF4-FFF2-40B4-BE49-F238E27FC236}">
                <a16:creationId xmlns:a16="http://schemas.microsoft.com/office/drawing/2014/main" id="{0C74B9A3-77F4-4800-BC3B-2655BBC1921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BEVは翌朝出庫までに運用上限へ。BESSは終端復元を課さない</a:t>
            </a:r>
          </a:p>
        </p:txBody>
      </p:sp>
      <p:sp>
        <p:nvSpPr>
          <p:cNvPr id="4" name="正方形/長方形 3">
            <a:extLst>
              <a:ext uri="{FF2B5EF4-FFF2-40B4-BE49-F238E27FC236}">
                <a16:creationId xmlns:a16="http://schemas.microsoft.com/office/drawing/2014/main" id="{BE9C0334-EF4B-4A43-BEA7-F41426150C6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設備定格の実証ではなく設定条件の検算。200 kWは有料超過の課金閾値。</a:t>
            </a:r>
          </a:p>
        </p:txBody>
      </p:sp>
      <p:sp>
        <p:nvSpPr>
          <p:cNvPr id="5" name="正方形/長方形 4">
            <a:extLst>
              <a:ext uri="{FF2B5EF4-FFF2-40B4-BE49-F238E27FC236}">
                <a16:creationId xmlns:a16="http://schemas.microsoft.com/office/drawing/2014/main" id="{0EDF4FA9-E9D4-4D01-A5D1-116881F8963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2714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34761">
                <a:tc>
                  <a:txBody>
                    <a:bodyPr/>
                    <a:lstStyle/>
                    <a:p>
                      <a:r>
                        <a:rPr sz="1725" b="1">
                          <a:solidFill>
                            <a:srgbClr val="FFFFFF"/>
                          </a:solidFill>
                          <a:latin typeface="Noto Sans JP"/>
                          <a:ea typeface="Noto Sans JP"/>
                          <a:cs typeface="Noto Sans JP"/>
                        </a:rPr>
                        <a:t>項目</a:t>
                      </a:r>
                    </a:p>
                  </a:txBody>
                  <a:tcPr>
                    <a:solidFill>
                      <a:srgbClr val="202B58"/>
                    </a:solidFill>
                  </a:tcPr>
                </a:tc>
                <a:tc>
                  <a:txBody>
                    <a:bodyPr/>
                    <a:lstStyle/>
                    <a:p>
                      <a:r>
                        <a:rPr sz="1725"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4761">
                <a:tc>
                  <a:txBody>
                    <a:bodyPr/>
                    <a:lstStyle/>
                    <a:p>
                      <a:r>
                        <a:rPr sz="1725" b="0">
                          <a:solidFill>
                            <a:srgbClr val="202B58"/>
                          </a:solidFill>
                          <a:latin typeface="Noto Sans JP"/>
                          <a:ea typeface="Noto Sans JP"/>
                          <a:cs typeface="Noto Sans JP"/>
                        </a:rPr>
                        <a:t>車両・消費</a:t>
                      </a:r>
                    </a:p>
                  </a:txBody>
                  <a:tcPr>
                    <a:solidFill>
                      <a:srgbClr val="F1F5F8"/>
                    </a:solidFill>
                  </a:tcPr>
                </a:tc>
                <a:tc>
                  <a:txBody>
                    <a:bodyPr/>
                    <a:lstStyle/>
                    <a:p>
                      <a:r>
                        <a:rPr sz="1725" b="0">
                          <a:solidFill>
                            <a:srgbClr val="202B58"/>
                          </a:solidFill>
                          <a:latin typeface="Noto Sans JP"/>
                          <a:ea typeface="Noto Sans JP"/>
                          <a:cs typeface="Noto Sans JP"/>
                        </a:rPr>
                        <a:t>BEV35台 / ICE25台、314 kWh、1.316 kWh/km、4.52 km/L</a:t>
                      </a:r>
                    </a:p>
                  </a:txBody>
                  <a:tcPr>
                    <a:solidFill>
                      <a:srgbClr val="F1F5F8"/>
                    </a:solidFill>
                  </a:tcPr>
                </a:tc>
                <a:extLst>
                  <a:ext uri="{0D108BD9-81ED-4DB2-BD59-A6C34878D82A}">
                    <a16:rowId xmlns:a16="http://schemas.microsoft.com/office/drawing/2014/main" val="10001"/>
                  </a:ext>
                </a:extLst>
              </a:tr>
              <a:tr h="534761">
                <a:tc>
                  <a:txBody>
                    <a:bodyPr/>
                    <a:lstStyle/>
                    <a:p>
                      <a:r>
                        <a:rPr sz="1725" b="0">
                          <a:solidFill>
                            <a:srgbClr val="202B58"/>
                          </a:solidFill>
                          <a:latin typeface="Noto Sans JP"/>
                          <a:ea typeface="Noto Sans JP"/>
                          <a:cs typeface="Noto Sans JP"/>
                        </a:rPr>
                        <a:t>車載電池 / 充電器</a:t>
                      </a:r>
                    </a:p>
                  </a:txBody>
                  <a:tcPr>
                    <a:solidFill>
                      <a:srgbClr val="FFFFFF"/>
                    </a:solidFill>
                  </a:tcPr>
                </a:tc>
                <a:tc>
                  <a:txBody>
                    <a:bodyPr/>
                    <a:lstStyle/>
                    <a:p>
                      <a:r>
                        <a:rPr sz="1725" b="0">
                          <a:solidFill>
                            <a:srgbClr val="202B58"/>
                          </a:solidFill>
                          <a:latin typeface="Noto Sans JP"/>
                          <a:ea typeface="Noto Sans JP"/>
                          <a:cs typeface="Noto Sans JP"/>
                        </a:rPr>
                        <a:t>SOC20～90%、翌朝目標90%、90 kW×10基</a:t>
                      </a:r>
                    </a:p>
                  </a:txBody>
                  <a:tcPr>
                    <a:solidFill>
                      <a:srgbClr val="FFFFFF"/>
                    </a:solidFill>
                  </a:tcPr>
                </a:tc>
                <a:extLst>
                  <a:ext uri="{0D108BD9-81ED-4DB2-BD59-A6C34878D82A}">
                    <a16:rowId xmlns:a16="http://schemas.microsoft.com/office/drawing/2014/main" val="10002"/>
                  </a:ext>
                </a:extLst>
              </a:tr>
              <a:tr h="534761">
                <a:tc>
                  <a:txBody>
                    <a:bodyPr/>
                    <a:lstStyle/>
                    <a:p>
                      <a:r>
                        <a:rPr sz="1725" b="0">
                          <a:solidFill>
                            <a:srgbClr val="202B58"/>
                          </a:solidFill>
                          <a:latin typeface="Noto Sans JP"/>
                          <a:ea typeface="Noto Sans JP"/>
                          <a:cs typeface="Noto Sans JP"/>
                        </a:rPr>
                        <a:t>PV / BESS</a:t>
                      </a:r>
                    </a:p>
                  </a:txBody>
                  <a:tcPr>
                    <a:solidFill>
                      <a:srgbClr val="F1F5F8"/>
                    </a:solidFill>
                  </a:tcPr>
                </a:tc>
                <a:tc>
                  <a:txBody>
                    <a:bodyPr/>
                    <a:lstStyle/>
                    <a:p>
                      <a:r>
                        <a:rPr sz="1725" b="0">
                          <a:solidFill>
                            <a:srgbClr val="202B58"/>
                          </a:solidFill>
                          <a:latin typeface="Noto Sans JP"/>
                          <a:ea typeface="Noto Sans JP"/>
                          <a:cs typeface="Noto Sans JP"/>
                        </a:rPr>
                        <a:t>1,000 kW / 6,000 kWh・900 kW、充放電効率各0.95</a:t>
                      </a:r>
                    </a:p>
                  </a:txBody>
                  <a:tcPr>
                    <a:solidFill>
                      <a:srgbClr val="F1F5F8"/>
                    </a:solidFill>
                  </a:tcPr>
                </a:tc>
                <a:extLst>
                  <a:ext uri="{0D108BD9-81ED-4DB2-BD59-A6C34878D82A}">
                    <a16:rowId xmlns:a16="http://schemas.microsoft.com/office/drawing/2014/main" val="10003"/>
                  </a:ext>
                </a:extLst>
              </a:tr>
              <a:tr h="534761">
                <a:tc>
                  <a:txBody>
                    <a:bodyPr/>
                    <a:lstStyle/>
                    <a:p>
                      <a:r>
                        <a:rPr sz="1725" b="0">
                          <a:solidFill>
                            <a:srgbClr val="202B58"/>
                          </a:solidFill>
                          <a:latin typeface="Noto Sans JP"/>
                          <a:ea typeface="Noto Sans JP"/>
                          <a:cs typeface="Noto Sans JP"/>
                        </a:rPr>
                        <a:t>BESS残量・運用</a:t>
                      </a:r>
                    </a:p>
                  </a:txBody>
                  <a:tcPr>
                    <a:solidFill>
                      <a:srgbClr val="FFFFFF"/>
                    </a:solidFill>
                  </a:tcPr>
                </a:tc>
                <a:tc>
                  <a:txBody>
                    <a:bodyPr/>
                    <a:lstStyle/>
                    <a:p>
                      <a:r>
                        <a:rPr sz="1725" b="0">
                          <a:solidFill>
                            <a:srgbClr val="202B58"/>
                          </a:solidFill>
                          <a:latin typeface="Noto Sans JP"/>
                          <a:ea typeface="Noto Sans JP"/>
                          <a:cs typeface="Noto Sans JP"/>
                        </a:rPr>
                        <a:t>初期3,000、下限1,200、上限4,800 kWh。系統充電なし</a:t>
                      </a:r>
                    </a:p>
                  </a:txBody>
                  <a:tcPr>
                    <a:solidFill>
                      <a:srgbClr val="FFFFFF"/>
                    </a:solidFill>
                  </a:tcPr>
                </a:tc>
                <a:extLst>
                  <a:ext uri="{0D108BD9-81ED-4DB2-BD59-A6C34878D82A}">
                    <a16:rowId xmlns:a16="http://schemas.microsoft.com/office/drawing/2014/main" val="10004"/>
                  </a:ext>
                </a:extLst>
              </a:tr>
              <a:tr h="534761">
                <a:tc>
                  <a:txBody>
                    <a:bodyPr/>
                    <a:lstStyle/>
                    <a:p>
                      <a:r>
                        <a:rPr sz="1725" b="0">
                          <a:solidFill>
                            <a:srgbClr val="202B58"/>
                          </a:solidFill>
                          <a:latin typeface="Noto Sans JP"/>
                          <a:ea typeface="Noto Sans JP"/>
                          <a:cs typeface="Noto Sans JP"/>
                        </a:rPr>
                        <a:t>主な費用係数</a:t>
                      </a:r>
                    </a:p>
                  </a:txBody>
                  <a:tcPr>
                    <a:solidFill>
                      <a:srgbClr val="F1F5F8"/>
                    </a:solidFill>
                  </a:tcPr>
                </a:tc>
                <a:tc>
                  <a:txBody>
                    <a:bodyPr/>
                    <a:lstStyle/>
                    <a:p>
                      <a:r>
                        <a:rPr sz="1725" b="0">
                          <a:solidFill>
                            <a:srgbClr val="202B58"/>
                          </a:solidFill>
                          <a:latin typeface="Noto Sans JP"/>
                          <a:ea typeface="Noto Sans JP"/>
                          <a:cs typeface="Noto Sans JP"/>
                        </a:rPr>
                        <a:t>買電30円/kWh、軽油150円/L、車両20,000円/台日</a:t>
                      </a:r>
                    </a:p>
                  </a:txBody>
                  <a:tcPr>
                    <a:solidFill>
                      <a:srgbClr val="F1F5F8"/>
                    </a:solidFill>
                  </a:tcPr>
                </a:tc>
                <a:extLst>
                  <a:ext uri="{0D108BD9-81ED-4DB2-BD59-A6C34878D82A}">
                    <a16:rowId xmlns:a16="http://schemas.microsoft.com/office/drawing/2014/main" val="10005"/>
                  </a:ext>
                </a:extLst>
              </a:tr>
              <a:tr h="534761">
                <a:tc>
                  <a:txBody>
                    <a:bodyPr/>
                    <a:lstStyle/>
                    <a:p>
                      <a:r>
                        <a:rPr sz="1725" b="0">
                          <a:solidFill>
                            <a:srgbClr val="202B58"/>
                          </a:solidFill>
                          <a:latin typeface="Noto Sans JP"/>
                          <a:ea typeface="Noto Sans JP"/>
                          <a:cs typeface="Noto Sans JP"/>
                        </a:rPr>
                        <a:t>超過・CO₂</a:t>
                      </a:r>
                    </a:p>
                  </a:txBody>
                  <a:tcPr>
                    <a:solidFill>
                      <a:srgbClr val="FFFFFF"/>
                    </a:solidFill>
                  </a:tcPr>
                </a:tc>
                <a:tc>
                  <a:txBody>
                    <a:bodyPr/>
                    <a:lstStyle/>
                    <a:p>
                      <a:r>
                        <a:rPr sz="1725" b="0">
                          <a:solidFill>
                            <a:srgbClr val="202B58"/>
                          </a:solidFill>
                          <a:latin typeface="Noto Sans JP"/>
                          <a:ea typeface="Noto Sans JP"/>
                          <a:cs typeface="Noto Sans JP"/>
                        </a:rPr>
                        <a:t>200 kW超過分500円/kWh、CO₂ 1円/kg</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087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34CF3C7-EB5C-4518-A30D-A8FC2367306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計画・実行と、評価期間</a:t>
            </a:r>
          </a:p>
        </p:txBody>
      </p:sp>
      <p:sp>
        <p:nvSpPr>
          <p:cNvPr id="2" name="正方形/長方形 1">
            <a:extLst>
              <a:ext uri="{FF2B5EF4-FFF2-40B4-BE49-F238E27FC236}">
                <a16:creationId xmlns:a16="http://schemas.microsoft.com/office/drawing/2014/main" id="{0F933C36-BD38-4562-B131-BF11858091C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dirty="0" err="1">
                <a:solidFill>
                  <a:srgbClr val="59687B"/>
                </a:solidFill>
                <a:latin typeface="Noto Sans JP"/>
                <a:ea typeface="Noto Sans JP"/>
                <a:cs typeface="Noto Sans JP"/>
              </a:rPr>
              <a:t>配車を決めた後、充電を毎時更新し、採用した区間だけを集計</a:t>
            </a:r>
            <a:endParaRPr sz="1800" b="0" dirty="0">
              <a:solidFill>
                <a:srgbClr val="59687B"/>
              </a:solidFill>
              <a:latin typeface="Noto Sans JP"/>
              <a:ea typeface="Noto Sans JP"/>
              <a:cs typeface="Noto Sans JP"/>
            </a:endParaRPr>
          </a:p>
        </p:txBody>
      </p:sp>
      <p:sp>
        <p:nvSpPr>
          <p:cNvPr id="3" name="正方形/長方形 2">
            <a:extLst>
              <a:ext uri="{FF2B5EF4-FFF2-40B4-BE49-F238E27FC236}">
                <a16:creationId xmlns:a16="http://schemas.microsoft.com/office/drawing/2014/main" id="{0ED9F4C4-C6BF-4680-BF18-D8C245CD299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営業168時間に、最終翌朝の充電・受電・費用を加える</a:t>
            </a:r>
          </a:p>
        </p:txBody>
      </p:sp>
      <p:sp>
        <p:nvSpPr>
          <p:cNvPr id="4" name="正方形/長方形 3">
            <a:extLst>
              <a:ext uri="{FF2B5EF4-FFF2-40B4-BE49-F238E27FC236}">
                <a16:creationId xmlns:a16="http://schemas.microsoft.com/office/drawing/2014/main" id="{0A3C1F47-9ED3-45C4-804B-D173AC597A7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実車運行の観測ではなく計算上の実行。重複する計画窓を合算しない。</a:t>
            </a:r>
          </a:p>
        </p:txBody>
      </p:sp>
      <p:sp>
        <p:nvSpPr>
          <p:cNvPr id="5" name="正方形/長方形 4">
            <a:extLst>
              <a:ext uri="{FF2B5EF4-FFF2-40B4-BE49-F238E27FC236}">
                <a16:creationId xmlns:a16="http://schemas.microsoft.com/office/drawing/2014/main" id="{AA44D8FD-B23B-4F90-A97E-6D797FDD0C5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8100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段階・指標</a:t>
                      </a:r>
                    </a:p>
                  </a:txBody>
                  <a:tcPr>
                    <a:solidFill>
                      <a:srgbClr val="202B58"/>
                    </a:solidFill>
                  </a:tcPr>
                </a:tc>
                <a:tc>
                  <a:txBody>
                    <a:bodyPr/>
                    <a:lstStyle/>
                    <a:p>
                      <a:r>
                        <a:rPr sz="1800" b="1">
                          <a:solidFill>
                            <a:srgbClr val="FFFFFF"/>
                          </a:solidFill>
                          <a:latin typeface="Noto Sans JP"/>
                          <a:ea typeface="Noto Sans JP"/>
                          <a:cs typeface="Noto Sans JP"/>
                        </a:rPr>
                        <a:t>扱い</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事前計画</a:t>
                      </a:r>
                    </a:p>
                  </a:txBody>
                  <a:tcPr>
                    <a:solidFill>
                      <a:srgbClr val="F1F5F8"/>
                    </a:solidFill>
                  </a:tcPr>
                </a:tc>
                <a:tc>
                  <a:txBody>
                    <a:bodyPr/>
                    <a:lstStyle/>
                    <a:p>
                      <a:r>
                        <a:rPr sz="1800" b="0">
                          <a:solidFill>
                            <a:srgbClr val="202B58"/>
                          </a:solidFill>
                          <a:latin typeface="Noto Sans JP"/>
                          <a:ea typeface="Noto Sans JP"/>
                          <a:cs typeface="Noto Sans JP"/>
                        </a:rPr>
                        <a:t>配車の候補を作り、固定配車の下で充電を計画</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毎時の更新</a:t>
                      </a:r>
                    </a:p>
                  </a:txBody>
                  <a:tcPr>
                    <a:solidFill>
                      <a:srgbClr val="FFFFFF"/>
                    </a:solidFill>
                  </a:tcPr>
                </a:tc>
                <a:tc>
                  <a:txBody>
                    <a:bodyPr/>
                    <a:lstStyle/>
                    <a:p>
                      <a:r>
                        <a:rPr sz="1800" b="0">
                          <a:solidFill>
                            <a:srgbClr val="202B58"/>
                          </a:solidFill>
                          <a:latin typeface="Noto Sans JP"/>
                          <a:ea typeface="Noto Sans JP"/>
                          <a:cs typeface="Noto Sans JP"/>
                        </a:rPr>
                        <a:t>実行SOC・BESS残量等を引き継ぎ、次の採用区間を決める</a:t>
                      </a:r>
                    </a:p>
                  </a:txBody>
                  <a:tcPr>
                    <a:solidFill>
                      <a:srgbClr val="FFFFFF"/>
                    </a:solidFill>
                  </a:tcPr>
                </a:tc>
                <a:extLst>
                  <a:ext uri="{0D108BD9-81ED-4DB2-BD59-A6C34878D82A}">
                    <a16:rowId xmlns:a16="http://schemas.microsoft.com/office/drawing/2014/main" val="10002"/>
                  </a:ext>
                </a:extLst>
              </a:tr>
              <a:tr h="623888">
                <a:tc>
                  <a:txBody>
                    <a:bodyPr/>
                    <a:lstStyle/>
                    <a:p>
                      <a:r>
                        <a:rPr sz="1800" b="0">
                          <a:solidFill>
                            <a:srgbClr val="202B58"/>
                          </a:solidFill>
                          <a:latin typeface="Noto Sans JP"/>
                          <a:ea typeface="Noto Sans JP"/>
                          <a:cs typeface="Noto Sans JP"/>
                        </a:rPr>
                        <a:t>営業期間</a:t>
                      </a:r>
                    </a:p>
                  </a:txBody>
                  <a:tcPr>
                    <a:solidFill>
                      <a:srgbClr val="F1F5F8"/>
                    </a:solidFill>
                  </a:tcPr>
                </a:tc>
                <a:tc>
                  <a:txBody>
                    <a:bodyPr/>
                    <a:lstStyle/>
                    <a:p>
                      <a:r>
                        <a:rPr sz="1800" b="0">
                          <a:solidFill>
                            <a:srgbClr val="202B58"/>
                          </a:solidFill>
                          <a:latin typeface="Noto Sans JP"/>
                          <a:ea typeface="Noto Sans JP"/>
                          <a:cs typeface="Noto Sans JP"/>
                        </a:rPr>
                        <a:t>7日間＝168時間＝672区間（15分刻み）</a:t>
                      </a:r>
                    </a:p>
                  </a:txBody>
                  <a:tcPr>
                    <a:solidFill>
                      <a:srgbClr val="F1F5F8"/>
                    </a:solidFill>
                  </a:tcPr>
                </a:tc>
                <a:extLst>
                  <a:ext uri="{0D108BD9-81ED-4DB2-BD59-A6C34878D82A}">
                    <a16:rowId xmlns:a16="http://schemas.microsoft.com/office/drawing/2014/main" val="10003"/>
                  </a:ext>
                </a:extLst>
              </a:tr>
              <a:tr h="623888">
                <a:tc>
                  <a:txBody>
                    <a:bodyPr/>
                    <a:lstStyle/>
                    <a:p>
                      <a:r>
                        <a:rPr sz="1800" b="0">
                          <a:solidFill>
                            <a:srgbClr val="202B58"/>
                          </a:solidFill>
                          <a:latin typeface="Noto Sans JP"/>
                          <a:ea typeface="Noto Sans JP"/>
                          <a:cs typeface="Noto Sans JP"/>
                        </a:rPr>
                        <a:t>費用・購入電力量・受電ピーク</a:t>
                      </a:r>
                    </a:p>
                  </a:txBody>
                  <a:tcPr>
                    <a:solidFill>
                      <a:srgbClr val="FFFFFF"/>
                    </a:solidFill>
                  </a:tcPr>
                </a:tc>
                <a:tc>
                  <a:txBody>
                    <a:bodyPr/>
                    <a:lstStyle/>
                    <a:p>
                      <a:r>
                        <a:rPr sz="1800" b="0">
                          <a:solidFill>
                            <a:srgbClr val="202B58"/>
                          </a:solidFill>
                          <a:latin typeface="Noto Sans JP"/>
                          <a:ea typeface="Noto Sans JP"/>
                          <a:cs typeface="Noto Sans JP"/>
                        </a:rPr>
                        <a:t>最終翌朝を含む。3月/11月は173.75時間・695区間</a:t>
                      </a:r>
                    </a:p>
                  </a:txBody>
                  <a:tcPr>
                    <a:solidFill>
                      <a:srgbClr val="FFFFFF"/>
                    </a:solidFill>
                  </a:tcPr>
                </a:tc>
                <a:extLst>
                  <a:ext uri="{0D108BD9-81ED-4DB2-BD59-A6C34878D82A}">
                    <a16:rowId xmlns:a16="http://schemas.microsoft.com/office/drawing/2014/main" val="10004"/>
                  </a:ext>
                </a:extLst>
              </a:tr>
              <a:tr h="623888">
                <a:tc>
                  <a:txBody>
                    <a:bodyPr/>
                    <a:lstStyle/>
                    <a:p>
                      <a:r>
                        <a:rPr sz="1800" b="0">
                          <a:solidFill>
                            <a:srgbClr val="202B58"/>
                          </a:solidFill>
                          <a:latin typeface="Noto Sans JP"/>
                          <a:ea typeface="Noto Sans JP"/>
                          <a:cs typeface="Noto Sans JP"/>
                        </a:rPr>
                        <a:t>平均受電電力</a:t>
                      </a:r>
                    </a:p>
                  </a:txBody>
                  <a:tcPr>
                    <a:solidFill>
                      <a:srgbClr val="F1F5F8"/>
                    </a:solidFill>
                  </a:tcPr>
                </a:tc>
                <a:tc>
                  <a:txBody>
                    <a:bodyPr/>
                    <a:lstStyle/>
                    <a:p>
                      <a:r>
                        <a:rPr sz="1800" b="0">
                          <a:solidFill>
                            <a:srgbClr val="202B58"/>
                          </a:solidFill>
                          <a:latin typeface="Noto Sans JP"/>
                          <a:ea typeface="Noto Sans JP"/>
                          <a:cs typeface="Noto Sans JP"/>
                        </a:rPr>
                        <a:t>営業168時間平均と、評価期間全体平均を区別</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51866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5A4335D1-D346-4D56-AE45-699226228F9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2025年の各月から選んだ12代表週</a:t>
            </a:r>
          </a:p>
        </p:txBody>
      </p:sp>
      <p:sp>
        <p:nvSpPr>
          <p:cNvPr id="2" name="正方形/長方形 1">
            <a:extLst>
              <a:ext uri="{FF2B5EF4-FFF2-40B4-BE49-F238E27FC236}">
                <a16:creationId xmlns:a16="http://schemas.microsoft.com/office/drawing/2014/main" id="{2D141DD7-3FB6-482C-ADD9-5F0425012E9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平日5日・土曜1日・日曜1日。各週1,704便</a:t>
            </a:r>
          </a:p>
        </p:txBody>
      </p:sp>
      <p:sp>
        <p:nvSpPr>
          <p:cNvPr id="3" name="正方形/長方形 2">
            <a:extLst>
              <a:ext uri="{FF2B5EF4-FFF2-40B4-BE49-F238E27FC236}">
                <a16:creationId xmlns:a16="http://schemas.microsoft.com/office/drawing/2014/main" id="{DDEC08FF-980F-4CAF-BC9D-5961F7D3C6D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月ごとのシナリオを増やさず、「仮・正式用」の12期間として管理</a:t>
            </a:r>
          </a:p>
        </p:txBody>
      </p:sp>
      <p:sp>
        <p:nvSpPr>
          <p:cNvPr id="4" name="正方形/長方形 3">
            <a:extLst>
              <a:ext uri="{FF2B5EF4-FFF2-40B4-BE49-F238E27FC236}">
                <a16:creationId xmlns:a16="http://schemas.microsoft.com/office/drawing/2014/main" id="{322C5486-7433-436A-84EC-F30B61A31DE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2026年の固定ダイヤを2025年の気象で評価する仮想実験。各月平均への外挿はしない。</a:t>
            </a:r>
          </a:p>
        </p:txBody>
      </p:sp>
      <p:sp>
        <p:nvSpPr>
          <p:cNvPr id="5" name="正方形/長方形 4">
            <a:extLst>
              <a:ext uri="{FF2B5EF4-FFF2-40B4-BE49-F238E27FC236}">
                <a16:creationId xmlns:a16="http://schemas.microsoft.com/office/drawing/2014/main" id="{615ECBDD-E375-4C07-AEFE-6B5C993E2E0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809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3714750">
                  <a:extLst>
                    <a:ext uri="{9D8B030D-6E8A-4147-A177-3AD203B41FA5}">
                      <a16:colId xmlns:a16="http://schemas.microsoft.com/office/drawing/2014/main" val="20003"/>
                    </a:ext>
                  </a:extLst>
                </a:gridCol>
              </a:tblGrid>
              <a:tr h="534761">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extLst>
                  <a:ext uri="{0D108BD9-81ED-4DB2-BD59-A6C34878D82A}">
                    <a16:rowId xmlns:a16="http://schemas.microsoft.com/office/drawing/2014/main" val="10000"/>
                  </a:ext>
                </a:extLst>
              </a:tr>
              <a:tr h="534761">
                <a:tc>
                  <a:txBody>
                    <a:bodyPr/>
                    <a:lstStyle/>
                    <a:p>
                      <a:r>
                        <a:rPr sz="1875" b="0">
                          <a:solidFill>
                            <a:srgbClr val="202B58"/>
                          </a:solidFill>
                          <a:latin typeface="Noto Sans JP"/>
                          <a:ea typeface="Noto Sans JP"/>
                          <a:cs typeface="Noto Sans JP"/>
                        </a:rPr>
                        <a:t>1月</a:t>
                      </a:r>
                    </a:p>
                  </a:txBody>
                  <a:tcPr>
                    <a:solidFill>
                      <a:srgbClr val="F1F5F8"/>
                    </a:solidFill>
                  </a:tcPr>
                </a:tc>
                <a:tc>
                  <a:txBody>
                    <a:bodyPr/>
                    <a:lstStyle/>
                    <a:p>
                      <a:r>
                        <a:rPr sz="1875" b="0">
                          <a:solidFill>
                            <a:srgbClr val="202B58"/>
                          </a:solidFill>
                          <a:latin typeface="Noto Sans JP"/>
                          <a:ea typeface="Noto Sans JP"/>
                          <a:cs typeface="Noto Sans JP"/>
                        </a:rPr>
                        <a:t>2025-01-06</a:t>
                      </a:r>
                    </a:p>
                  </a:txBody>
                  <a:tcPr>
                    <a:solidFill>
                      <a:srgbClr val="F1F5F8"/>
                    </a:solidFill>
                  </a:tcPr>
                </a:tc>
                <a:tc>
                  <a:txBody>
                    <a:bodyPr/>
                    <a:lstStyle/>
                    <a:p>
                      <a:r>
                        <a:rPr sz="1875" b="0">
                          <a:solidFill>
                            <a:srgbClr val="202B58"/>
                          </a:solidFill>
                          <a:latin typeface="Noto Sans JP"/>
                          <a:ea typeface="Noto Sans JP"/>
                          <a:cs typeface="Noto Sans JP"/>
                        </a:rPr>
                        <a:t>7月</a:t>
                      </a:r>
                    </a:p>
                  </a:txBody>
                  <a:tcPr>
                    <a:solidFill>
                      <a:srgbClr val="F1F5F8"/>
                    </a:solidFill>
                  </a:tcPr>
                </a:tc>
                <a:tc>
                  <a:txBody>
                    <a:bodyPr/>
                    <a:lstStyle/>
                    <a:p>
                      <a:r>
                        <a:rPr sz="1875" b="0">
                          <a:solidFill>
                            <a:srgbClr val="202B58"/>
                          </a:solidFill>
                          <a:latin typeface="Noto Sans JP"/>
                          <a:ea typeface="Noto Sans JP"/>
                          <a:cs typeface="Noto Sans JP"/>
                        </a:rPr>
                        <a:t>2025-07-07</a:t>
                      </a:r>
                    </a:p>
                  </a:txBody>
                  <a:tcPr>
                    <a:solidFill>
                      <a:srgbClr val="F1F5F8"/>
                    </a:solidFill>
                  </a:tcPr>
                </a:tc>
                <a:extLst>
                  <a:ext uri="{0D108BD9-81ED-4DB2-BD59-A6C34878D82A}">
                    <a16:rowId xmlns:a16="http://schemas.microsoft.com/office/drawing/2014/main" val="10001"/>
                  </a:ext>
                </a:extLst>
              </a:tr>
              <a:tr h="534761">
                <a:tc>
                  <a:txBody>
                    <a:bodyPr/>
                    <a:lstStyle/>
                    <a:p>
                      <a:r>
                        <a:rPr sz="1875" b="0">
                          <a:solidFill>
                            <a:srgbClr val="202B58"/>
                          </a:solidFill>
                          <a:latin typeface="Noto Sans JP"/>
                          <a:ea typeface="Noto Sans JP"/>
                          <a:cs typeface="Noto Sans JP"/>
                        </a:rPr>
                        <a:t>2月</a:t>
                      </a:r>
                    </a:p>
                  </a:txBody>
                  <a:tcPr>
                    <a:solidFill>
                      <a:srgbClr val="FFFFFF"/>
                    </a:solidFill>
                  </a:tcPr>
                </a:tc>
                <a:tc>
                  <a:txBody>
                    <a:bodyPr/>
                    <a:lstStyle/>
                    <a:p>
                      <a:r>
                        <a:rPr sz="1875" b="0">
                          <a:solidFill>
                            <a:srgbClr val="202B58"/>
                          </a:solidFill>
                          <a:latin typeface="Noto Sans JP"/>
                          <a:ea typeface="Noto Sans JP"/>
                          <a:cs typeface="Noto Sans JP"/>
                        </a:rPr>
                        <a:t>2025-02-03</a:t>
                      </a:r>
                    </a:p>
                  </a:txBody>
                  <a:tcPr>
                    <a:solidFill>
                      <a:srgbClr val="FFFFFF"/>
                    </a:solidFill>
                  </a:tcPr>
                </a:tc>
                <a:tc>
                  <a:txBody>
                    <a:bodyPr/>
                    <a:lstStyle/>
                    <a:p>
                      <a:r>
                        <a:rPr sz="1875" b="0">
                          <a:solidFill>
                            <a:srgbClr val="202B58"/>
                          </a:solidFill>
                          <a:latin typeface="Noto Sans JP"/>
                          <a:ea typeface="Noto Sans JP"/>
                          <a:cs typeface="Noto Sans JP"/>
                        </a:rPr>
                        <a:t>8月</a:t>
                      </a:r>
                    </a:p>
                  </a:txBody>
                  <a:tcPr>
                    <a:solidFill>
                      <a:srgbClr val="FFFFFF"/>
                    </a:solidFill>
                  </a:tcPr>
                </a:tc>
                <a:tc>
                  <a:txBody>
                    <a:bodyPr/>
                    <a:lstStyle/>
                    <a:p>
                      <a:r>
                        <a:rPr sz="1875" b="0">
                          <a:solidFill>
                            <a:srgbClr val="202B58"/>
                          </a:solidFill>
                          <a:latin typeface="Noto Sans JP"/>
                          <a:ea typeface="Noto Sans JP"/>
                          <a:cs typeface="Noto Sans JP"/>
                        </a:rPr>
                        <a:t>2025-08-04</a:t>
                      </a:r>
                    </a:p>
                  </a:txBody>
                  <a:tcPr>
                    <a:solidFill>
                      <a:srgbClr val="FFFFFF"/>
                    </a:solidFill>
                  </a:tcPr>
                </a:tc>
                <a:extLst>
                  <a:ext uri="{0D108BD9-81ED-4DB2-BD59-A6C34878D82A}">
                    <a16:rowId xmlns:a16="http://schemas.microsoft.com/office/drawing/2014/main" val="10002"/>
                  </a:ext>
                </a:extLst>
              </a:tr>
              <a:tr h="534761">
                <a:tc>
                  <a:txBody>
                    <a:bodyPr/>
                    <a:lstStyle/>
                    <a:p>
                      <a:r>
                        <a:rPr sz="1875" b="0">
                          <a:solidFill>
                            <a:srgbClr val="202B58"/>
                          </a:solidFill>
                          <a:latin typeface="Noto Sans JP"/>
                          <a:ea typeface="Noto Sans JP"/>
                          <a:cs typeface="Noto Sans JP"/>
                        </a:rPr>
                        <a:t>3月</a:t>
                      </a:r>
                    </a:p>
                  </a:txBody>
                  <a:tcPr>
                    <a:solidFill>
                      <a:srgbClr val="F1F5F8"/>
                    </a:solidFill>
                  </a:tcPr>
                </a:tc>
                <a:tc>
                  <a:txBody>
                    <a:bodyPr/>
                    <a:lstStyle/>
                    <a:p>
                      <a:r>
                        <a:rPr sz="1875" b="0">
                          <a:solidFill>
                            <a:srgbClr val="202B58"/>
                          </a:solidFill>
                          <a:latin typeface="Noto Sans JP"/>
                          <a:ea typeface="Noto Sans JP"/>
                          <a:cs typeface="Noto Sans JP"/>
                        </a:rPr>
                        <a:t>2025-03-03</a:t>
                      </a:r>
                    </a:p>
                  </a:txBody>
                  <a:tcPr>
                    <a:solidFill>
                      <a:srgbClr val="F1F5F8"/>
                    </a:solidFill>
                  </a:tcPr>
                </a:tc>
                <a:tc>
                  <a:txBody>
                    <a:bodyPr/>
                    <a:lstStyle/>
                    <a:p>
                      <a:r>
                        <a:rPr sz="1875" b="0">
                          <a:solidFill>
                            <a:srgbClr val="202B58"/>
                          </a:solidFill>
                          <a:latin typeface="Noto Sans JP"/>
                          <a:ea typeface="Noto Sans JP"/>
                          <a:cs typeface="Noto Sans JP"/>
                        </a:rPr>
                        <a:t>9月</a:t>
                      </a:r>
                    </a:p>
                  </a:txBody>
                  <a:tcPr>
                    <a:solidFill>
                      <a:srgbClr val="F1F5F8"/>
                    </a:solidFill>
                  </a:tcPr>
                </a:tc>
                <a:tc>
                  <a:txBody>
                    <a:bodyPr/>
                    <a:lstStyle/>
                    <a:p>
                      <a:r>
                        <a:rPr sz="1875" b="0">
                          <a:solidFill>
                            <a:srgbClr val="202B58"/>
                          </a:solidFill>
                          <a:latin typeface="Noto Sans JP"/>
                          <a:ea typeface="Noto Sans JP"/>
                          <a:cs typeface="Noto Sans JP"/>
                        </a:rPr>
                        <a:t>2025-09-01</a:t>
                      </a:r>
                    </a:p>
                  </a:txBody>
                  <a:tcPr>
                    <a:solidFill>
                      <a:srgbClr val="F1F5F8"/>
                    </a:solidFill>
                  </a:tcPr>
                </a:tc>
                <a:extLst>
                  <a:ext uri="{0D108BD9-81ED-4DB2-BD59-A6C34878D82A}">
                    <a16:rowId xmlns:a16="http://schemas.microsoft.com/office/drawing/2014/main" val="10003"/>
                  </a:ext>
                </a:extLst>
              </a:tr>
              <a:tr h="534761">
                <a:tc>
                  <a:txBody>
                    <a:bodyPr/>
                    <a:lstStyle/>
                    <a:p>
                      <a:r>
                        <a:rPr sz="1875" b="0">
                          <a:solidFill>
                            <a:srgbClr val="202B58"/>
                          </a:solidFill>
                          <a:latin typeface="Noto Sans JP"/>
                          <a:ea typeface="Noto Sans JP"/>
                          <a:cs typeface="Noto Sans JP"/>
                        </a:rPr>
                        <a:t>4月</a:t>
                      </a:r>
                    </a:p>
                  </a:txBody>
                  <a:tcPr>
                    <a:solidFill>
                      <a:srgbClr val="FFFFFF"/>
                    </a:solidFill>
                  </a:tcPr>
                </a:tc>
                <a:tc>
                  <a:txBody>
                    <a:bodyPr/>
                    <a:lstStyle/>
                    <a:p>
                      <a:r>
                        <a:rPr sz="1875" b="0">
                          <a:solidFill>
                            <a:srgbClr val="202B58"/>
                          </a:solidFill>
                          <a:latin typeface="Noto Sans JP"/>
                          <a:ea typeface="Noto Sans JP"/>
                          <a:cs typeface="Noto Sans JP"/>
                        </a:rPr>
                        <a:t>2025-04-07</a:t>
                      </a:r>
                    </a:p>
                  </a:txBody>
                  <a:tcPr>
                    <a:solidFill>
                      <a:srgbClr val="FFFFFF"/>
                    </a:solidFill>
                  </a:tcPr>
                </a:tc>
                <a:tc>
                  <a:txBody>
                    <a:bodyPr/>
                    <a:lstStyle/>
                    <a:p>
                      <a:r>
                        <a:rPr sz="1875" b="0">
                          <a:solidFill>
                            <a:srgbClr val="202B58"/>
                          </a:solidFill>
                          <a:latin typeface="Noto Sans JP"/>
                          <a:ea typeface="Noto Sans JP"/>
                          <a:cs typeface="Noto Sans JP"/>
                        </a:rPr>
                        <a:t>10月</a:t>
                      </a:r>
                    </a:p>
                  </a:txBody>
                  <a:tcPr>
                    <a:solidFill>
                      <a:srgbClr val="FFFFFF"/>
                    </a:solidFill>
                  </a:tcPr>
                </a:tc>
                <a:tc>
                  <a:txBody>
                    <a:bodyPr/>
                    <a:lstStyle/>
                    <a:p>
                      <a:r>
                        <a:rPr sz="1875" b="0">
                          <a:solidFill>
                            <a:srgbClr val="202B58"/>
                          </a:solidFill>
                          <a:latin typeface="Noto Sans JP"/>
                          <a:ea typeface="Noto Sans JP"/>
                          <a:cs typeface="Noto Sans JP"/>
                        </a:rPr>
                        <a:t>2025-10-06</a:t>
                      </a:r>
                    </a:p>
                  </a:txBody>
                  <a:tcPr>
                    <a:solidFill>
                      <a:srgbClr val="FFFFFF"/>
                    </a:solidFill>
                  </a:tcPr>
                </a:tc>
                <a:extLst>
                  <a:ext uri="{0D108BD9-81ED-4DB2-BD59-A6C34878D82A}">
                    <a16:rowId xmlns:a16="http://schemas.microsoft.com/office/drawing/2014/main" val="10004"/>
                  </a:ext>
                </a:extLst>
              </a:tr>
              <a:tr h="534761">
                <a:tc>
                  <a:txBody>
                    <a:bodyPr/>
                    <a:lstStyle/>
                    <a:p>
                      <a:r>
                        <a:rPr sz="1875" b="0">
                          <a:solidFill>
                            <a:srgbClr val="202B58"/>
                          </a:solidFill>
                          <a:latin typeface="Noto Sans JP"/>
                          <a:ea typeface="Noto Sans JP"/>
                          <a:cs typeface="Noto Sans JP"/>
                        </a:rPr>
                        <a:t>5月</a:t>
                      </a:r>
                    </a:p>
                  </a:txBody>
                  <a:tcPr>
                    <a:solidFill>
                      <a:srgbClr val="F1F5F8"/>
                    </a:solidFill>
                  </a:tcPr>
                </a:tc>
                <a:tc>
                  <a:txBody>
                    <a:bodyPr/>
                    <a:lstStyle/>
                    <a:p>
                      <a:r>
                        <a:rPr sz="1875" b="0">
                          <a:solidFill>
                            <a:srgbClr val="202B58"/>
                          </a:solidFill>
                          <a:latin typeface="Noto Sans JP"/>
                          <a:ea typeface="Noto Sans JP"/>
                          <a:cs typeface="Noto Sans JP"/>
                        </a:rPr>
                        <a:t>2025-05-12</a:t>
                      </a:r>
                    </a:p>
                  </a:txBody>
                  <a:tcPr>
                    <a:solidFill>
                      <a:srgbClr val="F1F5F8"/>
                    </a:solidFill>
                  </a:tcPr>
                </a:tc>
                <a:tc>
                  <a:txBody>
                    <a:bodyPr/>
                    <a:lstStyle/>
                    <a:p>
                      <a:r>
                        <a:rPr sz="1875" b="0">
                          <a:solidFill>
                            <a:srgbClr val="202B58"/>
                          </a:solidFill>
                          <a:latin typeface="Noto Sans JP"/>
                          <a:ea typeface="Noto Sans JP"/>
                          <a:cs typeface="Noto Sans JP"/>
                        </a:rPr>
                        <a:t>11月</a:t>
                      </a:r>
                    </a:p>
                  </a:txBody>
                  <a:tcPr>
                    <a:solidFill>
                      <a:srgbClr val="F1F5F8"/>
                    </a:solidFill>
                  </a:tcPr>
                </a:tc>
                <a:tc>
                  <a:txBody>
                    <a:bodyPr/>
                    <a:lstStyle/>
                    <a:p>
                      <a:r>
                        <a:rPr sz="1875" b="0">
                          <a:solidFill>
                            <a:srgbClr val="202B58"/>
                          </a:solidFill>
                          <a:latin typeface="Noto Sans JP"/>
                          <a:ea typeface="Noto Sans JP"/>
                          <a:cs typeface="Noto Sans JP"/>
                        </a:rPr>
                        <a:t>2025-11-10</a:t>
                      </a:r>
                    </a:p>
                  </a:txBody>
                  <a:tcPr>
                    <a:solidFill>
                      <a:srgbClr val="F1F5F8"/>
                    </a:solidFill>
                  </a:tcPr>
                </a:tc>
                <a:extLst>
                  <a:ext uri="{0D108BD9-81ED-4DB2-BD59-A6C34878D82A}">
                    <a16:rowId xmlns:a16="http://schemas.microsoft.com/office/drawing/2014/main" val="10005"/>
                  </a:ext>
                </a:extLst>
              </a:tr>
              <a:tr h="534761">
                <a:tc>
                  <a:txBody>
                    <a:bodyPr/>
                    <a:lstStyle/>
                    <a:p>
                      <a:r>
                        <a:rPr sz="1875" b="0">
                          <a:solidFill>
                            <a:srgbClr val="202B58"/>
                          </a:solidFill>
                          <a:latin typeface="Noto Sans JP"/>
                          <a:ea typeface="Noto Sans JP"/>
                          <a:cs typeface="Noto Sans JP"/>
                        </a:rPr>
                        <a:t>6月</a:t>
                      </a:r>
                    </a:p>
                  </a:txBody>
                  <a:tcPr>
                    <a:solidFill>
                      <a:srgbClr val="FFFFFF"/>
                    </a:solidFill>
                  </a:tcPr>
                </a:tc>
                <a:tc>
                  <a:txBody>
                    <a:bodyPr/>
                    <a:lstStyle/>
                    <a:p>
                      <a:r>
                        <a:rPr sz="1875" b="0">
                          <a:solidFill>
                            <a:srgbClr val="202B58"/>
                          </a:solidFill>
                          <a:latin typeface="Noto Sans JP"/>
                          <a:ea typeface="Noto Sans JP"/>
                          <a:cs typeface="Noto Sans JP"/>
                        </a:rPr>
                        <a:t>2025-06-02</a:t>
                      </a:r>
                    </a:p>
                  </a:txBody>
                  <a:tcPr>
                    <a:solidFill>
                      <a:srgbClr val="FFFFFF"/>
                    </a:solidFill>
                  </a:tcPr>
                </a:tc>
                <a:tc>
                  <a:txBody>
                    <a:bodyPr/>
                    <a:lstStyle/>
                    <a:p>
                      <a:r>
                        <a:rPr sz="1875" b="0">
                          <a:solidFill>
                            <a:srgbClr val="202B58"/>
                          </a:solidFill>
                          <a:latin typeface="Noto Sans JP"/>
                          <a:ea typeface="Noto Sans JP"/>
                          <a:cs typeface="Noto Sans JP"/>
                        </a:rPr>
                        <a:t>12月</a:t>
                      </a:r>
                    </a:p>
                  </a:txBody>
                  <a:tcPr>
                    <a:solidFill>
                      <a:srgbClr val="FFFFFF"/>
                    </a:solidFill>
                  </a:tcPr>
                </a:tc>
                <a:tc>
                  <a:txBody>
                    <a:bodyPr/>
                    <a:lstStyle/>
                    <a:p>
                      <a:r>
                        <a:rPr sz="1875" b="0">
                          <a:solidFill>
                            <a:srgbClr val="202B58"/>
                          </a:solidFill>
                          <a:latin typeface="Noto Sans JP"/>
                          <a:ea typeface="Noto Sans JP"/>
                          <a:cs typeface="Noto Sans JP"/>
                        </a:rPr>
                        <a:t>2025-12-01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06195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B297CDE-2435-4906-A982-26D7B21BDAF5}"/>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天候カーブの分類とデータ範囲</a:t>
            </a:r>
          </a:p>
        </p:txBody>
      </p:sp>
      <p:sp>
        <p:nvSpPr>
          <p:cNvPr id="2" name="正方形/長方形 1">
            <a:extLst>
              <a:ext uri="{FF2B5EF4-FFF2-40B4-BE49-F238E27FC236}">
                <a16:creationId xmlns:a16="http://schemas.microsoft.com/office/drawing/2014/main" id="{894966B9-A528-4DE2-8EEF-B8B9C07A993B}"/>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Solcastの15分履歴推定。昼間：晴天時GHIが20 W/m²以上</a:t>
            </a:r>
          </a:p>
          <a:p>
            <a:pPr>
              <a:defRPr sz="180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降水量[mm]＝降水強度[mm/h]×0.25 hの合計</a:t>
            </a:r>
          </a:p>
        </p:txBody>
      </p:sp>
      <p:sp>
        <p:nvSpPr>
          <p:cNvPr id="3" name="正方形/長方形 2">
            <a:extLst>
              <a:ext uri="{FF2B5EF4-FFF2-40B4-BE49-F238E27FC236}">
                <a16:creationId xmlns:a16="http://schemas.microsoft.com/office/drawing/2014/main" id="{A0902F45-2BC0-4A69-BAF3-908EDA95D5E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雨の日でも明るい時間があるため、日単位の分類と時刻別の分布を分ける</a:t>
            </a:r>
          </a:p>
        </p:txBody>
      </p:sp>
      <p:sp>
        <p:nvSpPr>
          <p:cNvPr id="4" name="正方形/長方形 3">
            <a:extLst>
              <a:ext uri="{FF2B5EF4-FFF2-40B4-BE49-F238E27FC236}">
                <a16:creationId xmlns:a16="http://schemas.microsoft.com/office/drawing/2014/main" id="{878EAF08-9290-4D76-A341-5AFABCDD14F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2025年364日を分類（3/3の1日を除外）。研究用の代理分類であり、公式天気分類・予測区間ではない。</a:t>
            </a:r>
          </a:p>
        </p:txBody>
      </p:sp>
      <p:sp>
        <p:nvSpPr>
          <p:cNvPr id="5" name="正方形/長方形 4">
            <a:extLst>
              <a:ext uri="{FF2B5EF4-FFF2-40B4-BE49-F238E27FC236}">
                <a16:creationId xmlns:a16="http://schemas.microsoft.com/office/drawing/2014/main" id="{7C796F94-A64C-4D34-9627-CDF57669E666}"/>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7</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238500">
                  <a:extLst>
                    <a:ext uri="{9D8B030D-6E8A-4147-A177-3AD203B41FA5}">
                      <a16:colId xmlns:a16="http://schemas.microsoft.com/office/drawing/2014/main" val="20000"/>
                    </a:ext>
                  </a:extLst>
                </a:gridCol>
                <a:gridCol w="7810500">
                  <a:extLst>
                    <a:ext uri="{9D8B030D-6E8A-4147-A177-3AD203B41FA5}">
                      <a16:colId xmlns:a16="http://schemas.microsoft.com/office/drawing/2014/main" val="20001"/>
                    </a:ext>
                  </a:extLst>
                </a:gridCol>
              </a:tblGrid>
              <a:tr h="623888">
                <a:tc>
                  <a:txBody>
                    <a:bodyPr/>
                    <a:lstStyle/>
                    <a:p>
                      <a:r>
                        <a:rPr sz="1650" b="1">
                          <a:solidFill>
                            <a:srgbClr val="FFFFFF"/>
                          </a:solidFill>
                          <a:latin typeface="Noto Sans JP"/>
                          <a:ea typeface="Noto Sans JP"/>
                          <a:cs typeface="Noto Sans JP"/>
                        </a:rPr>
                        <a:t>分類</a:t>
                      </a:r>
                    </a:p>
                  </a:txBody>
                  <a:tcPr>
                    <a:solidFill>
                      <a:srgbClr val="202B58"/>
                    </a:solidFill>
                  </a:tcPr>
                </a:tc>
                <a:tc>
                  <a:txBody>
                    <a:bodyPr/>
                    <a:lstStyle/>
                    <a:p>
                      <a:r>
                        <a:rPr sz="1650" b="1">
                          <a:solidFill>
                            <a:srgbClr val="FFFFFF"/>
                          </a:solidFill>
                          <a:latin typeface="Noto Sans JP"/>
                          <a:ea typeface="Noto Sans JP"/>
                          <a:cs typeface="Noto Sans JP"/>
                        </a:rPr>
                        <a:t>定義・判定順序</a:t>
                      </a:r>
                    </a:p>
                  </a:txBody>
                  <a:tcPr>
                    <a:solidFill>
                      <a:srgbClr val="202B58"/>
                    </a:solidFill>
                  </a:tcPr>
                </a:tc>
                <a:extLst>
                  <a:ext uri="{0D108BD9-81ED-4DB2-BD59-A6C34878D82A}">
                    <a16:rowId xmlns:a16="http://schemas.microsoft.com/office/drawing/2014/main" val="10000"/>
                  </a:ext>
                </a:extLst>
              </a:tr>
              <a:tr h="623888">
                <a:tc>
                  <a:txBody>
                    <a:bodyPr/>
                    <a:lstStyle/>
                    <a:p>
                      <a:r>
                        <a:rPr sz="1650" b="0">
                          <a:solidFill>
                            <a:srgbClr val="202B58"/>
                          </a:solidFill>
                          <a:latin typeface="Noto Sans JP"/>
                          <a:ea typeface="Noto Sans JP"/>
                          <a:cs typeface="Noto Sans JP"/>
                        </a:rPr>
                        <a:t>季節</a:t>
                      </a:r>
                    </a:p>
                  </a:txBody>
                  <a:tcPr>
                    <a:solidFill>
                      <a:srgbClr val="F1F5F8"/>
                    </a:solidFill>
                  </a:tcPr>
                </a:tc>
                <a:tc>
                  <a:txBody>
                    <a:bodyPr/>
                    <a:lstStyle/>
                    <a:p>
                      <a:r>
                        <a:rPr sz="1650" b="0">
                          <a:solidFill>
                            <a:srgbClr val="202B58"/>
                          </a:solidFill>
                          <a:latin typeface="Noto Sans JP"/>
                          <a:ea typeface="Noto Sans JP"/>
                          <a:cs typeface="Noto Sans JP"/>
                        </a:rPr>
                        <a:t>春3〜5月、夏6〜8月、秋9〜11月、冬12〜2月</a:t>
                      </a:r>
                    </a:p>
                  </a:txBody>
                  <a:tcPr>
                    <a:solidFill>
                      <a:srgbClr val="F1F5F8"/>
                    </a:solidFill>
                  </a:tcPr>
                </a:tc>
                <a:extLst>
                  <a:ext uri="{0D108BD9-81ED-4DB2-BD59-A6C34878D82A}">
                    <a16:rowId xmlns:a16="http://schemas.microsoft.com/office/drawing/2014/main" val="10001"/>
                  </a:ext>
                </a:extLst>
              </a:tr>
              <a:tr h="623888">
                <a:tc>
                  <a:txBody>
                    <a:bodyPr/>
                    <a:lstStyle/>
                    <a:p>
                      <a:r>
                        <a:rPr sz="1650" b="0">
                          <a:solidFill>
                            <a:srgbClr val="202B58"/>
                          </a:solidFill>
                          <a:latin typeface="Noto Sans JP"/>
                          <a:ea typeface="Noto Sans JP"/>
                          <a:cs typeface="Noto Sans JP"/>
                        </a:rPr>
                        <a:t>① 雨</a:t>
                      </a:r>
                    </a:p>
                  </a:txBody>
                  <a:tcPr>
                    <a:solidFill>
                      <a:srgbClr val="FFFFFF"/>
                    </a:solidFill>
                  </a:tcPr>
                </a:tc>
                <a:tc>
                  <a:txBody>
                    <a:bodyPr/>
                    <a:lstStyle/>
                    <a:p>
                      <a:r>
                        <a:rPr sz="1650" b="0" dirty="0">
                          <a:solidFill>
                            <a:srgbClr val="202B58"/>
                          </a:solidFill>
                          <a:latin typeface="Noto Sans JP"/>
                          <a:ea typeface="Noto Sans JP"/>
                          <a:cs typeface="Noto Sans JP"/>
                        </a:rPr>
                        <a:t>昼間の降水量が1 mm以上。先に雨を判定する</a:t>
                      </a:r>
                    </a:p>
                  </a:txBody>
                  <a:tcPr>
                    <a:solidFill>
                      <a:srgbClr val="FFFFFF"/>
                    </a:solidFill>
                  </a:tcPr>
                </a:tc>
                <a:extLst>
                  <a:ext uri="{0D108BD9-81ED-4DB2-BD59-A6C34878D82A}">
                    <a16:rowId xmlns:a16="http://schemas.microsoft.com/office/drawing/2014/main" val="10002"/>
                  </a:ext>
                </a:extLst>
              </a:tr>
              <a:tr h="623888">
                <a:tc>
                  <a:txBody>
                    <a:bodyPr/>
                    <a:lstStyle/>
                    <a:p>
                      <a:r>
                        <a:rPr sz="1650" b="0">
                          <a:solidFill>
                            <a:srgbClr val="202B58"/>
                          </a:solidFill>
                          <a:latin typeface="Noto Sans JP"/>
                          <a:ea typeface="Noto Sans JP"/>
                          <a:cs typeface="Noto Sans JP"/>
                        </a:rPr>
                        <a:t>② 晴れ / くもり</a:t>
                      </a:r>
                    </a:p>
                  </a:txBody>
                  <a:tcPr>
                    <a:solidFill>
                      <a:srgbClr val="F1F5F8"/>
                    </a:solidFill>
                  </a:tcPr>
                </a:tc>
                <a:tc>
                  <a:txBody>
                    <a:bodyPr/>
                    <a:lstStyle/>
                    <a:p>
                      <a:r>
                        <a:rPr sz="1650" b="0" dirty="0">
                          <a:solidFill>
                            <a:srgbClr val="202B58"/>
                          </a:solidFill>
                          <a:latin typeface="Noto Sans JP"/>
                          <a:ea typeface="Noto Sans JP"/>
                          <a:cs typeface="Noto Sans JP"/>
                        </a:rPr>
                        <a:t>R＝昼間積算GHI ÷ 昼間積算晴天時GHI</a:t>
                      </a:r>
                    </a:p>
                    <a:p>
                      <a:r>
                        <a:rPr sz="1650" b="0" dirty="0">
                          <a:solidFill>
                            <a:srgbClr val="202B58"/>
                          </a:solidFill>
                          <a:latin typeface="Noto Sans JP"/>
                          <a:ea typeface="Noto Sans JP"/>
                          <a:cs typeface="Noto Sans JP"/>
                        </a:rPr>
                        <a:t>①に該当しない日：R≥0.7で晴れ、未満でくもり</a:t>
                      </a:r>
                    </a:p>
                  </a:txBody>
                  <a:tcPr>
                    <a:solidFill>
                      <a:srgbClr val="F1F5F8"/>
                    </a:solidFill>
                  </a:tcPr>
                </a:tc>
                <a:extLst>
                  <a:ext uri="{0D108BD9-81ED-4DB2-BD59-A6C34878D82A}">
                    <a16:rowId xmlns:a16="http://schemas.microsoft.com/office/drawing/2014/main" val="10003"/>
                  </a:ext>
                </a:extLst>
              </a:tr>
              <a:tr h="623888">
                <a:tc>
                  <a:txBody>
                    <a:bodyPr/>
                    <a:lstStyle/>
                    <a:p>
                      <a:r>
                        <a:rPr sz="1650" b="0" dirty="0" err="1">
                          <a:solidFill>
                            <a:srgbClr val="202B58"/>
                          </a:solidFill>
                          <a:latin typeface="Noto Sans JP"/>
                          <a:ea typeface="Noto Sans JP"/>
                          <a:cs typeface="Noto Sans JP"/>
                        </a:rPr>
                        <a:t>降水形態が未判定</a:t>
                      </a:r>
                    </a:p>
                  </a:txBody>
                  <a:tcPr>
                    <a:solidFill>
                      <a:srgbClr val="FFFFFF"/>
                    </a:solidFill>
                  </a:tcPr>
                </a:tc>
                <a:tc>
                  <a:txBody>
                    <a:bodyPr/>
                    <a:lstStyle/>
                    <a:p>
                      <a:r>
                        <a:rPr sz="1650" b="0" dirty="0">
                          <a:solidFill>
                            <a:srgbClr val="202B58"/>
                          </a:solidFill>
                          <a:latin typeface="Noto Sans JP"/>
                          <a:ea typeface="Noto Sans JP"/>
                          <a:cs typeface="Noto Sans JP"/>
                        </a:rPr>
                        <a:t>3/3：2℃以下の昼間降水量2.775 mm。雨・雪の別は不明</a:t>
                      </a:r>
                    </a:p>
                    <a:p>
                      <a:r>
                        <a:rPr sz="1650" b="0" dirty="0">
                          <a:solidFill>
                            <a:srgbClr val="202B58"/>
                          </a:solidFill>
                          <a:latin typeface="Noto Sans JP"/>
                          <a:ea typeface="Noto Sans JP"/>
                          <a:cs typeface="Noto Sans JP"/>
                        </a:rPr>
                        <a:t>天候分類のみ除外。週次最適化の入力には含める</a:t>
                      </a:r>
                    </a:p>
                  </a:txBody>
                  <a:tcPr>
                    <a:solidFill>
                      <a:srgbClr val="FFFFFF"/>
                    </a:solidFill>
                  </a:tcPr>
                </a:tc>
                <a:extLst>
                  <a:ext uri="{0D108BD9-81ED-4DB2-BD59-A6C34878D82A}">
                    <a16:rowId xmlns:a16="http://schemas.microsoft.com/office/drawing/2014/main" val="10004"/>
                  </a:ext>
                </a:extLst>
              </a:tr>
              <a:tr h="623888">
                <a:tc>
                  <a:txBody>
                    <a:bodyPr/>
                    <a:lstStyle/>
                    <a:p>
                      <a:r>
                        <a:rPr sz="1650" b="0" dirty="0" err="1">
                          <a:solidFill>
                            <a:srgbClr val="202B58"/>
                          </a:solidFill>
                          <a:latin typeface="Noto Sans JP"/>
                          <a:ea typeface="Noto Sans JP"/>
                          <a:cs typeface="Noto Sans JP"/>
                        </a:rPr>
                        <a:t>日々のばらつき</a:t>
                      </a:r>
                    </a:p>
                  </a:txBody>
                  <a:tcPr>
                    <a:solidFill>
                      <a:srgbClr val="F1F5F8"/>
                    </a:solidFill>
                  </a:tcPr>
                </a:tc>
                <a:tc>
                  <a:txBody>
                    <a:bodyPr/>
                    <a:lstStyle/>
                    <a:p>
                      <a:r>
                        <a:rPr sz="1650" b="0" dirty="0">
                          <a:solidFill>
                            <a:srgbClr val="202B58"/>
                          </a:solidFill>
                          <a:latin typeface="Noto Sans JP"/>
                          <a:ea typeface="Noto Sans JP"/>
                          <a:cs typeface="Noto Sans JP"/>
                        </a:rPr>
                        <a:t>同じ時刻の日射を並べ、平均と低い側10%点・高い側90%点</a:t>
                      </a:r>
                    </a:p>
                    <a:p>
                      <a:r>
                        <a:rPr sz="1650" b="0" dirty="0">
                          <a:solidFill>
                            <a:srgbClr val="202B58"/>
                          </a:solidFill>
                          <a:latin typeface="Noto Sans JP"/>
                          <a:ea typeface="Noto Sans JP"/>
                          <a:cs typeface="Noto Sans JP"/>
                        </a:rPr>
                        <a:t>を表示（P10・P90）。実在する1日の曲線ではない</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4735176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C4437AE-65F5-4C79-B8D4-B3A3425A3CE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春（3～5月）の天候別日射カーブ</a:t>
            </a:r>
          </a:p>
        </p:txBody>
      </p:sp>
      <p:sp>
        <p:nvSpPr>
          <p:cNvPr id="2" name="正方形/長方形 1">
            <a:extLst>
              <a:ext uri="{FF2B5EF4-FFF2-40B4-BE49-F238E27FC236}">
                <a16:creationId xmlns:a16="http://schemas.microsoft.com/office/drawing/2014/main" id="{D7C87E42-EBCF-44EF-97D4-74A1AA01B23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6C03210C-DB87-47CE-AF92-1AA5EECD8CB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C35F816B-3888-414D-9D54-7FB5DB009B7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P10/P90は同じ時刻の経験分位点。設置面日射・PV発電量・予測区間ではない。</a:t>
            </a:r>
          </a:p>
        </p:txBody>
      </p:sp>
      <p:sp>
        <p:nvSpPr>
          <p:cNvPr id="5" name="正方形/長方形 4">
            <a:extLst>
              <a:ext uri="{FF2B5EF4-FFF2-40B4-BE49-F238E27FC236}">
                <a16:creationId xmlns:a16="http://schemas.microsoft.com/office/drawing/2014/main" id="{3EA7ADB6-44AA-4780-8CB4-9BADB78B424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8</a:t>
            </a:r>
          </a:p>
        </p:txBody>
      </p:sp>
      <p:sp>
        <p:nvSpPr>
          <p:cNvPr id="6" name="正方形/長方形 5">
            <a:extLst>
              <a:ext uri="{FF2B5EF4-FFF2-40B4-BE49-F238E27FC236}">
                <a16:creationId xmlns:a16="http://schemas.microsoft.com/office/drawing/2014/main" id="{3AB94749-6FB3-4DEE-96F0-0D6F75464EC0}"/>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n=45日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11F80137-C7CC-4F15-831D-2CB72394C4E4}"/>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n=17日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33C17DF6-700C-4441-9B86-36222D382019}"/>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n=29日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19387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9497943-AE9A-4B9B-91A8-559B5C8BCFC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夏（6～8月）の天候別日射カーブ</a:t>
            </a:r>
          </a:p>
        </p:txBody>
      </p:sp>
      <p:sp>
        <p:nvSpPr>
          <p:cNvPr id="2" name="正方形/長方形 1">
            <a:extLst>
              <a:ext uri="{FF2B5EF4-FFF2-40B4-BE49-F238E27FC236}">
                <a16:creationId xmlns:a16="http://schemas.microsoft.com/office/drawing/2014/main" id="{97E53610-991B-4143-8E8E-C26B66E8A12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90FA5243-1919-4B12-A103-879E07AF5C2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750" b="1">
                <a:solidFill>
                  <a:srgbClr val="159A8C"/>
                </a:solidFill>
                <a:latin typeface="Noto Sans JP"/>
                <a:ea typeface="Noto Sans JP"/>
                <a:cs typeface="Noto Sans JP"/>
              </a:rPr>
              <a:t>雨20日中、明るい昼＋15時以降の降水は2日。「夕立が多い」とは断定しない</a:t>
            </a:r>
          </a:p>
        </p:txBody>
      </p:sp>
      <p:sp>
        <p:nvSpPr>
          <p:cNvPr id="4" name="正方形/長方形 3">
            <a:extLst>
              <a:ext uri="{FF2B5EF4-FFF2-40B4-BE49-F238E27FC236}">
                <a16:creationId xmlns:a16="http://schemas.microsoft.com/office/drawing/2014/main" id="{72CB416A-E623-41D5-B543-9095FA8ABD0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探索集計：10〜14時の日射比≥0.7かつ15時以降の昼間降水≥1 mm。日別の根拠は補足37。</a:t>
            </a:r>
          </a:p>
        </p:txBody>
      </p:sp>
      <p:sp>
        <p:nvSpPr>
          <p:cNvPr id="5" name="正方形/長方形 4">
            <a:extLst>
              <a:ext uri="{FF2B5EF4-FFF2-40B4-BE49-F238E27FC236}">
                <a16:creationId xmlns:a16="http://schemas.microsoft.com/office/drawing/2014/main" id="{9A1039B7-DE70-4A8F-91FF-CB527AEB60A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9</a:t>
            </a:r>
          </a:p>
        </p:txBody>
      </p:sp>
      <p:sp>
        <p:nvSpPr>
          <p:cNvPr id="6" name="正方形/長方形 5">
            <a:extLst>
              <a:ext uri="{FF2B5EF4-FFF2-40B4-BE49-F238E27FC236}">
                <a16:creationId xmlns:a16="http://schemas.microsoft.com/office/drawing/2014/main" id="{4945CD8A-AC11-4D38-A41B-888E76803D41}"/>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n=57日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22B872F-F1CD-4B1A-B491-3346B0506C47}"/>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n=15日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16BC15D0-C17A-4771-AE73-4A65509E9C74}"/>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雨</a:t>
            </a:r>
            <a:r>
              <a:rPr sz="1950" b="1" dirty="0">
                <a:solidFill>
                  <a:srgbClr val="202B58"/>
                </a:solidFill>
                <a:latin typeface="Noto Sans JP"/>
                <a:ea typeface="Noto Sans JP"/>
                <a:cs typeface="Noto Sans JP"/>
              </a:rPr>
              <a:t>　n=20日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41702409"/>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C8679A77-EEB3-454B-9694-06BD37260BD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秋（9～11月）の天候別日射カーブ</a:t>
            </a:r>
          </a:p>
        </p:txBody>
      </p:sp>
      <p:sp>
        <p:nvSpPr>
          <p:cNvPr id="2" name="正方形/長方形 1">
            <a:extLst>
              <a:ext uri="{FF2B5EF4-FFF2-40B4-BE49-F238E27FC236}">
                <a16:creationId xmlns:a16="http://schemas.microsoft.com/office/drawing/2014/main" id="{593138C3-06F8-4B40-95B5-4378D6C32CC2}"/>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5FBC2DC0-14A7-4550-B716-15C16A5F738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3BF4124C-221B-4582-84CE-5A07C2FFE2F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P10/P90は同じ時刻の経験分位点。設置面日射・PV発電量・予測区間ではない。</a:t>
            </a:r>
          </a:p>
        </p:txBody>
      </p:sp>
      <p:sp>
        <p:nvSpPr>
          <p:cNvPr id="5" name="正方形/長方形 4">
            <a:extLst>
              <a:ext uri="{FF2B5EF4-FFF2-40B4-BE49-F238E27FC236}">
                <a16:creationId xmlns:a16="http://schemas.microsoft.com/office/drawing/2014/main" id="{CEACCC56-A37E-43B8-86E0-D1425E96E01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10</a:t>
            </a:r>
          </a:p>
        </p:txBody>
      </p:sp>
      <p:sp>
        <p:nvSpPr>
          <p:cNvPr id="6" name="正方形/長方形 5">
            <a:extLst>
              <a:ext uri="{FF2B5EF4-FFF2-40B4-BE49-F238E27FC236}">
                <a16:creationId xmlns:a16="http://schemas.microsoft.com/office/drawing/2014/main" id="{47431489-765E-47FE-81E5-D19CD4C6E78E}"/>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n=41日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4F9628F5-CBB5-4796-BA3C-10324209DA76}"/>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n=22日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02A60D76-B539-4DD5-8191-9DD6E8165F0A}"/>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n=28日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31063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5FED96E-C37E-4C19-A777-0C16B048A02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a:solidFill>
                  <a:srgbClr val="202B58"/>
                </a:solidFill>
                <a:latin typeface="Noto Sans JP"/>
                <a:ea typeface="Noto Sans JP"/>
                <a:cs typeface="Noto Sans JP"/>
              </a:rPr>
              <a:t>冬（12～2月）の天候別日射カーブ</a:t>
            </a:r>
          </a:p>
        </p:txBody>
      </p:sp>
      <p:sp>
        <p:nvSpPr>
          <p:cNvPr id="2" name="正方形/長方形 1">
            <a:extLst>
              <a:ext uri="{FF2B5EF4-FFF2-40B4-BE49-F238E27FC236}">
                <a16:creationId xmlns:a16="http://schemas.microsoft.com/office/drawing/2014/main" id="{1FB5888A-8736-4068-A3EB-42156D4A707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0F76DBC5-230E-4FF1-876E-C8030489EB0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この冬夏差は水平面日射の差。実PVの設置面日射・発電量の差とは別</a:t>
            </a:r>
          </a:p>
        </p:txBody>
      </p:sp>
      <p:sp>
        <p:nvSpPr>
          <p:cNvPr id="4" name="正方形/長方形 3">
            <a:extLst>
              <a:ext uri="{FF2B5EF4-FFF2-40B4-BE49-F238E27FC236}">
                <a16:creationId xmlns:a16="http://schemas.microsoft.com/office/drawing/2014/main" id="{B66C6B14-A8D1-45DE-8983-F79941ABECA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既存PVはGHI比例換算で設置角・方位が未反映。傾斜面採用には別入力版での評価が必要（補足38）。</a:t>
            </a:r>
          </a:p>
        </p:txBody>
      </p:sp>
      <p:sp>
        <p:nvSpPr>
          <p:cNvPr id="5" name="正方形/長方形 4">
            <a:extLst>
              <a:ext uri="{FF2B5EF4-FFF2-40B4-BE49-F238E27FC236}">
                <a16:creationId xmlns:a16="http://schemas.microsoft.com/office/drawing/2014/main" id="{C12E0C29-AB41-405E-8956-D6B656A4A17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11</a:t>
            </a:r>
          </a:p>
        </p:txBody>
      </p:sp>
      <p:sp>
        <p:nvSpPr>
          <p:cNvPr id="6" name="正方形/長方形 5">
            <a:extLst>
              <a:ext uri="{FF2B5EF4-FFF2-40B4-BE49-F238E27FC236}">
                <a16:creationId xmlns:a16="http://schemas.microsoft.com/office/drawing/2014/main" id="{92B0952E-3CE8-42A3-AF87-1346B58DD138}"/>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晴れ</a:t>
            </a:r>
            <a:r>
              <a:rPr sz="1950" b="1" dirty="0">
                <a:solidFill>
                  <a:srgbClr val="202B58"/>
                </a:solidFill>
                <a:latin typeface="Noto Sans JP"/>
                <a:ea typeface="Noto Sans JP"/>
                <a:cs typeface="Noto Sans JP"/>
              </a:rPr>
              <a:t>　n=70日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4B0207F-89FD-4057-AF9B-AE324ECAD4CE}"/>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n=10日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2D1A7032-4DD6-416A-9CF4-7B15EF17246F}"/>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n=10日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154763003"/>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E80A1AB-232B-4096-A6E3-6D8BD3A6CC0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12代表週の運行・充電・費用を確認</a:t>
            </a:r>
          </a:p>
        </p:txBody>
      </p:sp>
      <p:sp>
        <p:nvSpPr>
          <p:cNvPr id="2" name="正方形/長方形 1">
            <a:extLst>
              <a:ext uri="{FF2B5EF4-FFF2-40B4-BE49-F238E27FC236}">
                <a16:creationId xmlns:a16="http://schemas.microsoft.com/office/drawing/2014/main" id="{B5888250-D17A-4DD6-BCA7-08412DCB72BB}"/>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日付別のダイヤとPVを使い、日をまたぐ残量を引き継いだ7日間</a:t>
            </a:r>
          </a:p>
        </p:txBody>
      </p:sp>
      <p:sp>
        <p:nvSpPr>
          <p:cNvPr id="3" name="正方形/長方形 2">
            <a:extLst>
              <a:ext uri="{FF2B5EF4-FFF2-40B4-BE49-F238E27FC236}">
                <a16:creationId xmlns:a16="http://schemas.microsoft.com/office/drawing/2014/main" id="{2A053B2C-4A3E-4BE4-BD92-C70E782D8B5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全便の運行と翌朝の補充を含む12週の計画・費用を、同じ条件で整理した</a:t>
            </a:r>
          </a:p>
        </p:txBody>
      </p:sp>
      <p:sp>
        <p:nvSpPr>
          <p:cNvPr id="4" name="正方形/長方形 3">
            <a:extLst>
              <a:ext uri="{FF2B5EF4-FFF2-40B4-BE49-F238E27FC236}">
                <a16:creationId xmlns:a16="http://schemas.microsoft.com/office/drawing/2014/main" id="{1B2CC677-95A5-48BF-BB12-F4B33538E3C9}"/>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診断・条件付き評価。正式研究採用は未承認であり、実設備での運用保証や手法の優越性は示していない。</a:t>
            </a:r>
          </a:p>
        </p:txBody>
      </p:sp>
      <p:sp>
        <p:nvSpPr>
          <p:cNvPr id="5" name="正方形/長方形 4">
            <a:extLst>
              <a:ext uri="{FF2B5EF4-FFF2-40B4-BE49-F238E27FC236}">
                <a16:creationId xmlns:a16="http://schemas.microsoft.com/office/drawing/2014/main" id="{28A6A900-67D8-4BFF-BF34-13750FEB39F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12</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確認したこと</a:t>
                      </a:r>
                    </a:p>
                  </a:txBody>
                  <a:tcPr>
                    <a:solidFill>
                      <a:srgbClr val="202B58"/>
                    </a:solidFill>
                  </a:tcPr>
                </a:tc>
                <a:tc>
                  <a:txBody>
                    <a:bodyPr/>
                    <a:lstStyle/>
                    <a:p>
                      <a:r>
                        <a:rPr sz="1800" b="1">
                          <a:solidFill>
                            <a:srgbClr val="FFFFFF"/>
                          </a:solidFill>
                          <a:latin typeface="Noto Sans JP"/>
                          <a:ea typeface="Noto Sans JP"/>
                          <a:cs typeface="Noto Sans JP"/>
                        </a:rPr>
                        <a:t>計算で得られた結果</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全便の担当</a:t>
                      </a:r>
                    </a:p>
                  </a:txBody>
                  <a:tcPr>
                    <a:solidFill>
                      <a:srgbClr val="F1F5F8"/>
                    </a:solidFill>
                  </a:tcPr>
                </a:tc>
                <a:tc>
                  <a:txBody>
                    <a:bodyPr/>
                    <a:lstStyle/>
                    <a:p>
                      <a:r>
                        <a:rPr sz="1800" b="0">
                          <a:solidFill>
                            <a:srgbClr val="202B58"/>
                          </a:solidFill>
                          <a:latin typeface="Noto Sans JP"/>
                          <a:ea typeface="Noto Sans JP"/>
                          <a:cs typeface="Noto Sans JP"/>
                        </a:rPr>
                        <a:t>全12週、各1,704便を1回ずつ割当て。欠落・重複なし</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車両と充電</a:t>
                      </a:r>
                    </a:p>
                  </a:txBody>
                  <a:tcPr>
                    <a:solidFill>
                      <a:srgbClr val="FFFFFF"/>
                    </a:solidFill>
                  </a:tcPr>
                </a:tc>
                <a:tc>
                  <a:txBody>
                    <a:bodyPr/>
                    <a:lstStyle/>
                    <a:p>
                      <a:r>
                        <a:rPr sz="1800" b="0">
                          <a:solidFill>
                            <a:srgbClr val="202B58"/>
                          </a:solidFill>
                          <a:latin typeface="Noto Sans JP"/>
                          <a:ea typeface="Noto Sans JP"/>
                          <a:cs typeface="Noto Sans JP"/>
                        </a:rPr>
                        <a:t>運行時刻、充電器、車載電池の残量制約を満たす</a:t>
                      </a:r>
                    </a:p>
                  </a:txBody>
                  <a:tcPr>
                    <a:solidFill>
                      <a:srgbClr val="FFFFFF"/>
                    </a:solidFill>
                  </a:tcPr>
                </a:tc>
                <a:extLst>
                  <a:ext uri="{0D108BD9-81ED-4DB2-BD59-A6C34878D82A}">
                    <a16:rowId xmlns:a16="http://schemas.microsoft.com/office/drawing/2014/main" val="10002"/>
                  </a:ext>
                </a:extLst>
              </a:tr>
              <a:tr h="623888">
                <a:tc>
                  <a:txBody>
                    <a:bodyPr/>
                    <a:lstStyle/>
                    <a:p>
                      <a:r>
                        <a:rPr sz="1800" b="0" dirty="0" err="1">
                          <a:solidFill>
                            <a:srgbClr val="202B58"/>
                          </a:solidFill>
                          <a:latin typeface="Noto Sans JP"/>
                          <a:ea typeface="Noto Sans JP"/>
                          <a:cs typeface="Noto Sans JP"/>
                        </a:rPr>
                        <a:t>電力の収支</a:t>
                      </a:r>
                    </a:p>
                  </a:txBody>
                  <a:tcPr>
                    <a:solidFill>
                      <a:srgbClr val="F1F5F8"/>
                    </a:solidFill>
                  </a:tcPr>
                </a:tc>
                <a:tc>
                  <a:txBody>
                    <a:bodyPr/>
                    <a:lstStyle/>
                    <a:p>
                      <a:r>
                        <a:rPr sz="1800" b="0">
                          <a:solidFill>
                            <a:srgbClr val="202B58"/>
                          </a:solidFill>
                          <a:latin typeface="Noto Sans JP"/>
                          <a:ea typeface="Noto Sans JP"/>
                          <a:cs typeface="Noto Sans JP"/>
                        </a:rPr>
                        <a:t>PV・系統・BESSの供給と、バス充電の電力量が一致</a:t>
                      </a:r>
                    </a:p>
                  </a:txBody>
                  <a:tcPr>
                    <a:solidFill>
                      <a:srgbClr val="F1F5F8"/>
                    </a:solidFill>
                  </a:tcPr>
                </a:tc>
                <a:extLst>
                  <a:ext uri="{0D108BD9-81ED-4DB2-BD59-A6C34878D82A}">
                    <a16:rowId xmlns:a16="http://schemas.microsoft.com/office/drawing/2014/main" val="10003"/>
                  </a:ext>
                </a:extLst>
              </a:tr>
              <a:tr h="623888">
                <a:tc>
                  <a:txBody>
                    <a:bodyPr/>
                    <a:lstStyle/>
                    <a:p>
                      <a:r>
                        <a:rPr sz="1800" b="0" dirty="0" err="1">
                          <a:solidFill>
                            <a:srgbClr val="202B58"/>
                          </a:solidFill>
                          <a:latin typeface="Noto Sans JP"/>
                          <a:ea typeface="Noto Sans JP"/>
                          <a:cs typeface="Noto Sans JP"/>
                        </a:rPr>
                        <a:t>翌朝と週次費用</a:t>
                      </a:r>
                    </a:p>
                  </a:txBody>
                  <a:tcPr>
                    <a:solidFill>
                      <a:srgbClr val="FFFFFF"/>
                    </a:solidFill>
                  </a:tcPr>
                </a:tc>
                <a:tc>
                  <a:txBody>
                    <a:bodyPr/>
                    <a:lstStyle/>
                    <a:p>
                      <a:r>
                        <a:rPr sz="1800" b="0" dirty="0">
                          <a:solidFill>
                            <a:srgbClr val="202B58"/>
                          </a:solidFill>
                          <a:latin typeface="Noto Sans JP"/>
                          <a:ea typeface="Noto Sans JP"/>
                          <a:cs typeface="Noto Sans JP"/>
                        </a:rPr>
                        <a:t>最終翌朝の補充まで含め、採用区間の費用を1回ずつ集計</a:t>
                      </a:r>
                    </a:p>
                  </a:txBody>
                  <a:tcPr>
                    <a:solidFill>
                      <a:srgbClr val="FFFFFF"/>
                    </a:solidFill>
                  </a:tcPr>
                </a:tc>
                <a:extLst>
                  <a:ext uri="{0D108BD9-81ED-4DB2-BD59-A6C34878D82A}">
                    <a16:rowId xmlns:a16="http://schemas.microsoft.com/office/drawing/2014/main" val="10004"/>
                  </a:ext>
                </a:extLst>
              </a:tr>
              <a:tr h="623888">
                <a:tc>
                  <a:txBody>
                    <a:bodyPr/>
                    <a:lstStyle/>
                    <a:p>
                      <a:r>
                        <a:rPr sz="1800" b="0" dirty="0" err="1">
                          <a:solidFill>
                            <a:srgbClr val="202B58"/>
                          </a:solidFill>
                          <a:latin typeface="Noto Sans JP"/>
                          <a:ea typeface="Noto Sans JP"/>
                          <a:cs typeface="Noto Sans JP"/>
                        </a:rPr>
                        <a:t>結果の位置付け</a:t>
                      </a:r>
                    </a:p>
                  </a:txBody>
                  <a:tcPr>
                    <a:solidFill>
                      <a:srgbClr val="F1F5F8"/>
                    </a:solidFill>
                  </a:tcPr>
                </a:tc>
                <a:tc>
                  <a:txBody>
                    <a:bodyPr/>
                    <a:lstStyle/>
                    <a:p>
                      <a:r>
                        <a:rPr sz="1800" b="0" dirty="0" err="1">
                          <a:solidFill>
                            <a:srgbClr val="202B58"/>
                          </a:solidFill>
                          <a:latin typeface="Noto Sans JP"/>
                          <a:ea typeface="Noto Sans JP"/>
                          <a:cs typeface="Noto Sans JP"/>
                        </a:rPr>
                        <a:t>設定条件下の実行可能な計画。全体最適性は未証明</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711233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6A19C9D-3D57-4113-9A4E-F30EF2EB0CC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月別代表週のPV供給と購入電力量</a:t>
            </a:r>
          </a:p>
        </p:txBody>
      </p:sp>
      <p:sp>
        <p:nvSpPr>
          <p:cNvPr id="2" name="正方形/長方形 1">
            <a:extLst>
              <a:ext uri="{FF2B5EF4-FFF2-40B4-BE49-F238E27FC236}">
                <a16:creationId xmlns:a16="http://schemas.microsoft.com/office/drawing/2014/main" id="{0918D829-1A6E-4D19-A5D9-B622BF50F2D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左：PVの受け渡し先。右：系統からの週間購入電力量</a:t>
            </a:r>
          </a:p>
        </p:txBody>
      </p:sp>
      <p:sp>
        <p:nvSpPr>
          <p:cNvPr id="3" name="正方形/長方形 2">
            <a:extLst>
              <a:ext uri="{FF2B5EF4-FFF2-40B4-BE49-F238E27FC236}">
                <a16:creationId xmlns:a16="http://schemas.microsoft.com/office/drawing/2014/main" id="{BCCC6921-B9F6-4B04-BE2F-B62E8A7E0D7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PV供給量と、運行・充電の時間帯の両方が電力利用に関係する</a:t>
            </a:r>
          </a:p>
        </p:txBody>
      </p:sp>
      <p:sp>
        <p:nvSpPr>
          <p:cNvPr id="4" name="正方形/長方形 3">
            <a:extLst>
              <a:ext uri="{FF2B5EF4-FFF2-40B4-BE49-F238E27FC236}">
                <a16:creationId xmlns:a16="http://schemas.microsoft.com/office/drawing/2014/main" id="{EC18F127-8691-4B8E-9FD5-71344A8F9C1F}"/>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PV→BESSと、その後のBESS→バスを同じ発電量として二重計上しない。</a:t>
            </a:r>
          </a:p>
        </p:txBody>
      </p:sp>
      <p:sp>
        <p:nvSpPr>
          <p:cNvPr id="5" name="正方形/長方形 4">
            <a:extLst>
              <a:ext uri="{FF2B5EF4-FFF2-40B4-BE49-F238E27FC236}">
                <a16:creationId xmlns:a16="http://schemas.microsoft.com/office/drawing/2014/main" id="{BF06D31A-2277-4618-A6B6-39119A497DE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13</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39573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355185E-989E-4ADB-8CDA-CB017AE3E65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週次費用は車両日費と電力関連費に分けて読む</a:t>
            </a:r>
          </a:p>
        </p:txBody>
      </p:sp>
      <p:sp>
        <p:nvSpPr>
          <p:cNvPr id="2" name="正方形/長方形 1">
            <a:extLst>
              <a:ext uri="{FF2B5EF4-FFF2-40B4-BE49-F238E27FC236}">
                <a16:creationId xmlns:a16="http://schemas.microsoft.com/office/drawing/2014/main" id="{B11A576C-9ED8-42FE-BA06-3B2F5C5861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総費用の比較に加えて、車両日費を除く内訳を表示</a:t>
            </a:r>
          </a:p>
        </p:txBody>
      </p:sp>
      <p:sp>
        <p:nvSpPr>
          <p:cNvPr id="3" name="正方形/長方形 2">
            <a:extLst>
              <a:ext uri="{FF2B5EF4-FFF2-40B4-BE49-F238E27FC236}">
                <a16:creationId xmlns:a16="http://schemas.microsoft.com/office/drawing/2014/main" id="{2800F35B-268D-4440-AAB9-F78DD2F0B67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車両日費が大きいため、総額だけでは電力利用の差が見えにくい</a:t>
            </a:r>
          </a:p>
        </p:txBody>
      </p:sp>
      <p:sp>
        <p:nvSpPr>
          <p:cNvPr id="4" name="正方形/長方形 3">
            <a:extLst>
              <a:ext uri="{FF2B5EF4-FFF2-40B4-BE49-F238E27FC236}">
                <a16:creationId xmlns:a16="http://schemas.microsoft.com/office/drawing/2014/main" id="{25ACA298-AF9B-41B8-B2BC-29201AF4382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単位：万円。設備投資・保守・劣化・運転士費等は未計上。超過モデル費は実請求額ではない。</a:t>
            </a:r>
          </a:p>
        </p:txBody>
      </p:sp>
      <p:sp>
        <p:nvSpPr>
          <p:cNvPr id="5" name="正方形/長方形 4">
            <a:extLst>
              <a:ext uri="{FF2B5EF4-FFF2-40B4-BE49-F238E27FC236}">
                <a16:creationId xmlns:a16="http://schemas.microsoft.com/office/drawing/2014/main" id="{84DB3FBD-C2D6-4CB0-B8D9-EC21F3368F4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14</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57252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473615E-1361-4662-99AB-A2DD7A4B29D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3月と11月の受電時系列</a:t>
            </a:r>
          </a:p>
        </p:txBody>
      </p:sp>
      <p:sp>
        <p:nvSpPr>
          <p:cNvPr id="2" name="正方形/長方形 1">
            <a:extLst>
              <a:ext uri="{FF2B5EF4-FFF2-40B4-BE49-F238E27FC236}">
                <a16:creationId xmlns:a16="http://schemas.microsoft.com/office/drawing/2014/main" id="{EB3EFA49-5F74-4571-8F0A-F2FC6C36873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横軸は日付：上段3月・下段11月。薄い破線は0時の日境界</a:t>
            </a:r>
          </a:p>
        </p:txBody>
      </p:sp>
      <p:sp>
        <p:nvSpPr>
          <p:cNvPr id="3" name="正方形/長方形 2">
            <a:extLst>
              <a:ext uri="{FF2B5EF4-FFF2-40B4-BE49-F238E27FC236}">
                <a16:creationId xmlns:a16="http://schemas.microsoft.com/office/drawing/2014/main" id="{3C9AFA02-5A6E-41A5-B5F3-5476F702DF4E}"/>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dirty="0">
                <a:solidFill>
                  <a:srgbClr val="159A8C"/>
                </a:solidFill>
                <a:latin typeface="Noto Sans JP"/>
                <a:ea typeface="Noto Sans JP"/>
                <a:cs typeface="Noto Sans JP"/>
              </a:rPr>
              <a:t>夜間の補充が受電を増やす。3月は200 kW超過が11月より長い（補足39）</a:t>
            </a:r>
          </a:p>
        </p:txBody>
      </p:sp>
      <p:sp>
        <p:nvSpPr>
          <p:cNvPr id="4" name="正方形/長方形 3">
            <a:extLst>
              <a:ext uri="{FF2B5EF4-FFF2-40B4-BE49-F238E27FC236}">
                <a16:creationId xmlns:a16="http://schemas.microsoft.com/office/drawing/2014/main" id="{0471AFC1-DE21-4066-9C13-B0CDE5A1298A}"/>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ピーク時：PV供給0、BESS下限、複数車両が同時充電。超過費用は閾値を上回る電力量で決まる。</a:t>
            </a:r>
          </a:p>
        </p:txBody>
      </p:sp>
      <p:sp>
        <p:nvSpPr>
          <p:cNvPr id="5" name="正方形/長方形 4">
            <a:extLst>
              <a:ext uri="{FF2B5EF4-FFF2-40B4-BE49-F238E27FC236}">
                <a16:creationId xmlns:a16="http://schemas.microsoft.com/office/drawing/2014/main" id="{0E3B8D23-E30D-443B-85BB-4DF487DF04D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15</a:t>
            </a:r>
          </a:p>
        </p:txBody>
      </p:sp>
      <p:graphicFrame>
        <p:nvGraphicFramePr>
          <p:cNvPr id="12" name="Chart"/>
          <p:cNvGraphicFramePr/>
          <p:nvPr/>
        </p:nvGraphicFramePr>
        <p:xfrm>
          <a:off x="666750" y="1762125"/>
          <a:ext cx="10763250" cy="3762375"/>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72E5BA6E-406B-FA29-06F2-BFAED2B8895C}"/>
              </a:ext>
            </a:extLst>
          </p:cNvPr>
          <p:cNvSpPr txBox="1"/>
          <p:nvPr/>
        </p:nvSpPr>
        <p:spPr>
          <a:xfrm>
            <a:off x="188326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8" name="テキスト ボックス 7">
            <a:extLst>
              <a:ext uri="{FF2B5EF4-FFF2-40B4-BE49-F238E27FC236}">
                <a16:creationId xmlns:a16="http://schemas.microsoft.com/office/drawing/2014/main" id="{B7441386-7DBD-75E4-1507-7B33D4A5C953}"/>
              </a:ext>
            </a:extLst>
          </p:cNvPr>
          <p:cNvSpPr txBox="1"/>
          <p:nvPr/>
        </p:nvSpPr>
        <p:spPr>
          <a:xfrm>
            <a:off x="317672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AAD44CA3-E08D-872F-3B40-0DC1FED1BF84}"/>
              </a:ext>
            </a:extLst>
          </p:cNvPr>
          <p:cNvSpPr txBox="1"/>
          <p:nvPr/>
        </p:nvSpPr>
        <p:spPr>
          <a:xfrm>
            <a:off x="447018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847F53E-C6A8-7FBE-A75C-FC77C7B80349}"/>
              </a:ext>
            </a:extLst>
          </p:cNvPr>
          <p:cNvSpPr txBox="1"/>
          <p:nvPr/>
        </p:nvSpPr>
        <p:spPr>
          <a:xfrm>
            <a:off x="576364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CF583822-87D3-C422-8F9A-549CC6980390}"/>
              </a:ext>
            </a:extLst>
          </p:cNvPr>
          <p:cNvSpPr txBox="1"/>
          <p:nvPr/>
        </p:nvSpPr>
        <p:spPr>
          <a:xfrm>
            <a:off x="705710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797571B-28B1-C90C-FBEA-B1B0FB576043}"/>
              </a:ext>
            </a:extLst>
          </p:cNvPr>
          <p:cNvSpPr txBox="1"/>
          <p:nvPr/>
        </p:nvSpPr>
        <p:spPr>
          <a:xfrm>
            <a:off x="835056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4F4FD84D-0C7C-5CB5-A111-F0653F057814}"/>
              </a:ext>
            </a:extLst>
          </p:cNvPr>
          <p:cNvSpPr txBox="1"/>
          <p:nvPr/>
        </p:nvSpPr>
        <p:spPr>
          <a:xfrm>
            <a:off x="964402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8A52C5B-A1D9-D251-E2E5-BDE253A9616B}"/>
              </a:ext>
            </a:extLst>
          </p:cNvPr>
          <p:cNvSpPr txBox="1"/>
          <p:nvPr/>
        </p:nvSpPr>
        <p:spPr>
          <a:xfrm>
            <a:off x="10719137" y="41055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6" name="テキスト ボックス 15">
            <a:extLst>
              <a:ext uri="{FF2B5EF4-FFF2-40B4-BE49-F238E27FC236}">
                <a16:creationId xmlns:a16="http://schemas.microsoft.com/office/drawing/2014/main" id="{F316544A-0876-2B14-9E00-6F81CE9342CA}"/>
              </a:ext>
            </a:extLst>
          </p:cNvPr>
          <p:cNvSpPr txBox="1"/>
          <p:nvPr/>
        </p:nvSpPr>
        <p:spPr>
          <a:xfrm>
            <a:off x="188326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69A55F5C-B973-2B62-F1F4-9E2EB252D63E}"/>
              </a:ext>
            </a:extLst>
          </p:cNvPr>
          <p:cNvSpPr txBox="1"/>
          <p:nvPr/>
        </p:nvSpPr>
        <p:spPr>
          <a:xfrm>
            <a:off x="317672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CD5F4CE-F006-FAAB-4442-C8D86F42DA34}"/>
              </a:ext>
            </a:extLst>
          </p:cNvPr>
          <p:cNvSpPr txBox="1"/>
          <p:nvPr/>
        </p:nvSpPr>
        <p:spPr>
          <a:xfrm>
            <a:off x="447018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556F1FEC-8073-AD15-55B4-7FD0649393BA}"/>
              </a:ext>
            </a:extLst>
          </p:cNvPr>
          <p:cNvSpPr txBox="1"/>
          <p:nvPr/>
        </p:nvSpPr>
        <p:spPr>
          <a:xfrm>
            <a:off x="576364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DAD48B6-6C57-998A-4DC3-00CD98AE08BE}"/>
              </a:ext>
            </a:extLst>
          </p:cNvPr>
          <p:cNvSpPr txBox="1"/>
          <p:nvPr/>
        </p:nvSpPr>
        <p:spPr>
          <a:xfrm>
            <a:off x="705710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D83E2E6F-28A5-6E3B-83A1-BB3A957C99D7}"/>
              </a:ext>
            </a:extLst>
          </p:cNvPr>
          <p:cNvSpPr txBox="1"/>
          <p:nvPr/>
        </p:nvSpPr>
        <p:spPr>
          <a:xfrm>
            <a:off x="835056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9DC30FD8-A00E-A818-56F3-A07747762584}"/>
              </a:ext>
            </a:extLst>
          </p:cNvPr>
          <p:cNvSpPr txBox="1"/>
          <p:nvPr/>
        </p:nvSpPr>
        <p:spPr>
          <a:xfrm>
            <a:off x="964402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998447B-3468-24AD-2F5A-ADD722D3D03B}"/>
              </a:ext>
            </a:extLst>
          </p:cNvPr>
          <p:cNvSpPr txBox="1"/>
          <p:nvPr/>
        </p:nvSpPr>
        <p:spPr>
          <a:xfrm>
            <a:off x="10719137" y="43341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27356079"/>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1F82307-ACEB-43B4-B8BF-8A2ED39A826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3月と11月：購入量・時間・最大値の違い</a:t>
            </a:r>
          </a:p>
        </p:txBody>
      </p:sp>
      <p:sp>
        <p:nvSpPr>
          <p:cNvPr id="2" name="正方形/長方形 1">
            <a:extLst>
              <a:ext uri="{FF2B5EF4-FFF2-40B4-BE49-F238E27FC236}">
                <a16:creationId xmlns:a16="http://schemas.microsoft.com/office/drawing/2014/main" id="{CF867727-8D99-4831-9094-D520A58132F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営業168時間と、翌朝を含む評価173.75時間を分ける</a:t>
            </a:r>
          </a:p>
        </p:txBody>
      </p:sp>
      <p:sp>
        <p:nvSpPr>
          <p:cNvPr id="3" name="正方形/長方形 2">
            <a:extLst>
              <a:ext uri="{FF2B5EF4-FFF2-40B4-BE49-F238E27FC236}">
                <a16:creationId xmlns:a16="http://schemas.microsoft.com/office/drawing/2014/main" id="{A28BDFE0-86A1-4531-A1BC-1B25B113D96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3月の超過電力量は3,319 kWh、11月は1,500 kWh</a:t>
            </a:r>
          </a:p>
        </p:txBody>
      </p:sp>
      <p:sp>
        <p:nvSpPr>
          <p:cNvPr id="4" name="正方形/長方形 3">
            <a:extLst>
              <a:ext uri="{FF2B5EF4-FFF2-40B4-BE49-F238E27FC236}">
                <a16:creationId xmlns:a16="http://schemas.microsoft.com/office/drawing/2014/main" id="{7641C552-4023-470D-82A5-99E2FABE850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超過時間は200 kW+0.001 kWを超えた区間を数える。電力量は原値を積算。</a:t>
            </a:r>
          </a:p>
        </p:txBody>
      </p:sp>
      <p:sp>
        <p:nvSpPr>
          <p:cNvPr id="5" name="正方形/長方形 4">
            <a:extLst>
              <a:ext uri="{FF2B5EF4-FFF2-40B4-BE49-F238E27FC236}">
                <a16:creationId xmlns:a16="http://schemas.microsoft.com/office/drawing/2014/main" id="{0ABE2D1E-8A8D-47B6-B7F9-57F9EAFCD53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58102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tblGrid>
              <a:tr h="534761">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3月3日開始週</a:t>
                      </a:r>
                    </a:p>
                  </a:txBody>
                  <a:tcPr>
                    <a:solidFill>
                      <a:srgbClr val="202B58"/>
                    </a:solidFill>
                  </a:tcPr>
                </a:tc>
                <a:tc>
                  <a:txBody>
                    <a:bodyPr/>
                    <a:lstStyle/>
                    <a:p>
                      <a:r>
                        <a:rPr sz="1650" b="1">
                          <a:solidFill>
                            <a:srgbClr val="FFFFFF"/>
                          </a:solidFill>
                          <a:latin typeface="Noto Sans JP"/>
                          <a:ea typeface="Noto Sans JP"/>
                          <a:cs typeface="Noto Sans JP"/>
                        </a:rPr>
                        <a:t>11月10日開始週</a:t>
                      </a:r>
                    </a:p>
                  </a:txBody>
                  <a:tcPr>
                    <a:solidFill>
                      <a:srgbClr val="202B58"/>
                    </a:solidFill>
                  </a:tcPr>
                </a:tc>
                <a:extLst>
                  <a:ext uri="{0D108BD9-81ED-4DB2-BD59-A6C34878D82A}">
                    <a16:rowId xmlns:a16="http://schemas.microsoft.com/office/drawing/2014/main" val="10000"/>
                  </a:ext>
                </a:extLst>
              </a:tr>
              <a:tr h="534761">
                <a:tc>
                  <a:txBody>
                    <a:bodyPr/>
                    <a:lstStyle/>
                    <a:p>
                      <a:r>
                        <a:rPr sz="1650" b="0">
                          <a:solidFill>
                            <a:srgbClr val="202B58"/>
                          </a:solidFill>
                          <a:latin typeface="Noto Sans JP"/>
                          <a:ea typeface="Noto Sans JP"/>
                          <a:cs typeface="Noto Sans JP"/>
                        </a:rPr>
                        <a:t>週間購入電力量 [kWh]</a:t>
                      </a:r>
                    </a:p>
                  </a:txBody>
                  <a:tcPr>
                    <a:solidFill>
                      <a:srgbClr val="F1F5F8"/>
                    </a:solidFill>
                  </a:tcPr>
                </a:tc>
                <a:tc>
                  <a:txBody>
                    <a:bodyPr/>
                    <a:lstStyle/>
                    <a:p>
                      <a:r>
                        <a:rPr sz="1650" b="0">
                          <a:solidFill>
                            <a:srgbClr val="202B58"/>
                          </a:solidFill>
                          <a:latin typeface="Noto Sans JP"/>
                          <a:ea typeface="Noto Sans JP"/>
                          <a:cs typeface="Noto Sans JP"/>
                        </a:rPr>
                        <a:t>10,178.23</a:t>
                      </a:r>
                    </a:p>
                  </a:txBody>
                  <a:tcPr>
                    <a:solidFill>
                      <a:srgbClr val="F1F5F8"/>
                    </a:solidFill>
                  </a:tcPr>
                </a:tc>
                <a:tc>
                  <a:txBody>
                    <a:bodyPr/>
                    <a:lstStyle/>
                    <a:p>
                      <a:r>
                        <a:rPr sz="1650" b="0">
                          <a:solidFill>
                            <a:srgbClr val="202B58"/>
                          </a:solidFill>
                          <a:latin typeface="Noto Sans JP"/>
                          <a:ea typeface="Noto Sans JP"/>
                          <a:cs typeface="Noto Sans JP"/>
                        </a:rPr>
                        <a:t>6,700.57</a:t>
                      </a:r>
                    </a:p>
                  </a:txBody>
                  <a:tcPr>
                    <a:solidFill>
                      <a:srgbClr val="F1F5F8"/>
                    </a:solidFill>
                  </a:tcPr>
                </a:tc>
                <a:extLst>
                  <a:ext uri="{0D108BD9-81ED-4DB2-BD59-A6C34878D82A}">
                    <a16:rowId xmlns:a16="http://schemas.microsoft.com/office/drawing/2014/main" val="10001"/>
                  </a:ext>
                </a:extLst>
              </a:tr>
              <a:tr h="534761">
                <a:tc>
                  <a:txBody>
                    <a:bodyPr/>
                    <a:lstStyle/>
                    <a:p>
                      <a:r>
                        <a:rPr sz="1650" b="0">
                          <a:solidFill>
                            <a:srgbClr val="202B58"/>
                          </a:solidFill>
                          <a:latin typeface="Noto Sans JP"/>
                          <a:ea typeface="Noto Sans JP"/>
                          <a:cs typeface="Noto Sans JP"/>
                        </a:rPr>
                        <a:t>受電ピーク [kW]</a:t>
                      </a:r>
                    </a:p>
                  </a:txBody>
                  <a:tcPr>
                    <a:solidFill>
                      <a:srgbClr val="FFFFFF"/>
                    </a:solidFill>
                  </a:tcPr>
                </a:tc>
                <a:tc>
                  <a:txBody>
                    <a:bodyPr/>
                    <a:lstStyle/>
                    <a:p>
                      <a:r>
                        <a:rPr sz="1650" b="0">
                          <a:solidFill>
                            <a:srgbClr val="202B58"/>
                          </a:solidFill>
                          <a:latin typeface="Noto Sans JP"/>
                          <a:ea typeface="Noto Sans JP"/>
                          <a:cs typeface="Noto Sans JP"/>
                        </a:rPr>
                        <a:t>630.00</a:t>
                      </a:r>
                    </a:p>
                  </a:txBody>
                  <a:tcPr>
                    <a:solidFill>
                      <a:srgbClr val="FFFFFF"/>
                    </a:solidFill>
                  </a:tcPr>
                </a:tc>
                <a:tc>
                  <a:txBody>
                    <a:bodyPr/>
                    <a:lstStyle/>
                    <a:p>
                      <a:r>
                        <a:rPr sz="1650" b="0">
                          <a:solidFill>
                            <a:srgbClr val="202B58"/>
                          </a:solidFill>
                          <a:latin typeface="Noto Sans JP"/>
                          <a:ea typeface="Noto Sans JP"/>
                          <a:cs typeface="Noto Sans JP"/>
                        </a:rPr>
                        <a:t>732.21</a:t>
                      </a:r>
                    </a:p>
                  </a:txBody>
                  <a:tcPr>
                    <a:solidFill>
                      <a:srgbClr val="FFFFFF"/>
                    </a:solidFill>
                  </a:tcPr>
                </a:tc>
                <a:extLst>
                  <a:ext uri="{0D108BD9-81ED-4DB2-BD59-A6C34878D82A}">
                    <a16:rowId xmlns:a16="http://schemas.microsoft.com/office/drawing/2014/main" val="10002"/>
                  </a:ext>
                </a:extLst>
              </a:tr>
              <a:tr h="534761">
                <a:tc>
                  <a:txBody>
                    <a:bodyPr/>
                    <a:lstStyle/>
                    <a:p>
                      <a:r>
                        <a:rPr sz="1650" b="0">
                          <a:solidFill>
                            <a:srgbClr val="202B58"/>
                          </a:solidFill>
                          <a:latin typeface="Noto Sans JP"/>
                          <a:ea typeface="Noto Sans JP"/>
                          <a:cs typeface="Noto Sans JP"/>
                        </a:rPr>
                        <a:t>週間平均受電電力 [kW]（168 h）</a:t>
                      </a:r>
                    </a:p>
                  </a:txBody>
                  <a:tcPr>
                    <a:solidFill>
                      <a:srgbClr val="F1F5F8"/>
                    </a:solidFill>
                  </a:tcPr>
                </a:tc>
                <a:tc>
                  <a:txBody>
                    <a:bodyPr/>
                    <a:lstStyle/>
                    <a:p>
                      <a:r>
                        <a:rPr sz="1650" b="0">
                          <a:solidFill>
                            <a:srgbClr val="202B58"/>
                          </a:solidFill>
                          <a:latin typeface="Noto Sans JP"/>
                          <a:ea typeface="Noto Sans JP"/>
                          <a:cs typeface="Noto Sans JP"/>
                        </a:rPr>
                        <a:t>60.58</a:t>
                      </a:r>
                    </a:p>
                  </a:txBody>
                  <a:tcPr>
                    <a:solidFill>
                      <a:srgbClr val="F1F5F8"/>
                    </a:solidFill>
                  </a:tcPr>
                </a:tc>
                <a:tc>
                  <a:txBody>
                    <a:bodyPr/>
                    <a:lstStyle/>
                    <a:p>
                      <a:r>
                        <a:rPr sz="1650" b="0">
                          <a:solidFill>
                            <a:srgbClr val="202B58"/>
                          </a:solidFill>
                          <a:latin typeface="Noto Sans JP"/>
                          <a:ea typeface="Noto Sans JP"/>
                          <a:cs typeface="Noto Sans JP"/>
                        </a:rPr>
                        <a:t>39.88</a:t>
                      </a:r>
                    </a:p>
                  </a:txBody>
                  <a:tcPr>
                    <a:solidFill>
                      <a:srgbClr val="F1F5F8"/>
                    </a:solidFill>
                  </a:tcPr>
                </a:tc>
                <a:extLst>
                  <a:ext uri="{0D108BD9-81ED-4DB2-BD59-A6C34878D82A}">
                    <a16:rowId xmlns:a16="http://schemas.microsoft.com/office/drawing/2014/main" val="10003"/>
                  </a:ext>
                </a:extLst>
              </a:tr>
              <a:tr h="534761">
                <a:tc>
                  <a:txBody>
                    <a:bodyPr/>
                    <a:lstStyle/>
                    <a:p>
                      <a:r>
                        <a:rPr sz="1650" b="0">
                          <a:solidFill>
                            <a:srgbClr val="202B58"/>
                          </a:solidFill>
                          <a:latin typeface="Noto Sans JP"/>
                          <a:ea typeface="Noto Sans JP"/>
                          <a:cs typeface="Noto Sans JP"/>
                        </a:rPr>
                        <a:t>評価期間平均受電電力 [kW]（173.75 h）</a:t>
                      </a:r>
                    </a:p>
                  </a:txBody>
                  <a:tcPr>
                    <a:solidFill>
                      <a:srgbClr val="FFFFFF"/>
                    </a:solidFill>
                  </a:tcPr>
                </a:tc>
                <a:tc>
                  <a:txBody>
                    <a:bodyPr/>
                    <a:lstStyle/>
                    <a:p>
                      <a:r>
                        <a:rPr sz="1650" b="0">
                          <a:solidFill>
                            <a:srgbClr val="202B58"/>
                          </a:solidFill>
                          <a:latin typeface="Noto Sans JP"/>
                          <a:ea typeface="Noto Sans JP"/>
                          <a:cs typeface="Noto Sans JP"/>
                        </a:rPr>
                        <a:t>58.58</a:t>
                      </a:r>
                    </a:p>
                  </a:txBody>
                  <a:tcPr>
                    <a:solidFill>
                      <a:srgbClr val="FFFFFF"/>
                    </a:solidFill>
                  </a:tcPr>
                </a:tc>
                <a:tc>
                  <a:txBody>
                    <a:bodyPr/>
                    <a:lstStyle/>
                    <a:p>
                      <a:r>
                        <a:rPr sz="1650" b="0">
                          <a:solidFill>
                            <a:srgbClr val="202B58"/>
                          </a:solidFill>
                          <a:latin typeface="Noto Sans JP"/>
                          <a:ea typeface="Noto Sans JP"/>
                          <a:cs typeface="Noto Sans JP"/>
                        </a:rPr>
                        <a:t>38.56</a:t>
                      </a:r>
                    </a:p>
                  </a:txBody>
                  <a:tcPr>
                    <a:solidFill>
                      <a:srgbClr val="FFFFFF"/>
                    </a:solidFill>
                  </a:tcPr>
                </a:tc>
                <a:extLst>
                  <a:ext uri="{0D108BD9-81ED-4DB2-BD59-A6C34878D82A}">
                    <a16:rowId xmlns:a16="http://schemas.microsoft.com/office/drawing/2014/main" val="10004"/>
                  </a:ext>
                </a:extLst>
              </a:tr>
              <a:tr h="534761">
                <a:tc>
                  <a:txBody>
                    <a:bodyPr/>
                    <a:lstStyle/>
                    <a:p>
                      <a:r>
                        <a:rPr sz="1650" b="0">
                          <a:solidFill>
                            <a:srgbClr val="202B58"/>
                          </a:solidFill>
                          <a:latin typeface="Noto Sans JP"/>
                          <a:ea typeface="Noto Sans JP"/>
                          <a:cs typeface="Noto Sans JP"/>
                        </a:rPr>
                        <a:t>200 kW超過時間 [h]</a:t>
                      </a:r>
                    </a:p>
                  </a:txBody>
                  <a:tcPr>
                    <a:solidFill>
                      <a:srgbClr val="F1F5F8"/>
                    </a:solidFill>
                  </a:tcPr>
                </a:tc>
                <a:tc>
                  <a:txBody>
                    <a:bodyPr/>
                    <a:lstStyle/>
                    <a:p>
                      <a:r>
                        <a:rPr sz="1650" b="0">
                          <a:solidFill>
                            <a:srgbClr val="202B58"/>
                          </a:solidFill>
                          <a:latin typeface="Noto Sans JP"/>
                          <a:ea typeface="Noto Sans JP"/>
                          <a:cs typeface="Noto Sans JP"/>
                        </a:rPr>
                        <a:t>21.75</a:t>
                      </a:r>
                    </a:p>
                  </a:txBody>
                  <a:tcPr>
                    <a:solidFill>
                      <a:srgbClr val="F1F5F8"/>
                    </a:solidFill>
                  </a:tcPr>
                </a:tc>
                <a:tc>
                  <a:txBody>
                    <a:bodyPr/>
                    <a:lstStyle/>
                    <a:p>
                      <a:r>
                        <a:rPr sz="1650" b="0">
                          <a:solidFill>
                            <a:srgbClr val="202B58"/>
                          </a:solidFill>
                          <a:latin typeface="Noto Sans JP"/>
                          <a:ea typeface="Noto Sans JP"/>
                          <a:cs typeface="Noto Sans JP"/>
                        </a:rPr>
                        <a:t>11.75</a:t>
                      </a:r>
                    </a:p>
                  </a:txBody>
                  <a:tcPr>
                    <a:solidFill>
                      <a:srgbClr val="F1F5F8"/>
                    </a:solidFill>
                  </a:tcPr>
                </a:tc>
                <a:extLst>
                  <a:ext uri="{0D108BD9-81ED-4DB2-BD59-A6C34878D82A}">
                    <a16:rowId xmlns:a16="http://schemas.microsoft.com/office/drawing/2014/main" val="10005"/>
                  </a:ext>
                </a:extLst>
              </a:tr>
              <a:tr h="534761">
                <a:tc>
                  <a:txBody>
                    <a:bodyPr/>
                    <a:lstStyle/>
                    <a:p>
                      <a:r>
                        <a:rPr sz="1650" b="0">
                          <a:solidFill>
                            <a:srgbClr val="202B58"/>
                          </a:solidFill>
                          <a:latin typeface="Noto Sans JP"/>
                          <a:ea typeface="Noto Sans JP"/>
                          <a:cs typeface="Noto Sans JP"/>
                        </a:rPr>
                        <a:t>200 kW超過電力量 [kWh]</a:t>
                      </a:r>
                    </a:p>
                  </a:txBody>
                  <a:tcPr>
                    <a:solidFill>
                      <a:srgbClr val="FFFFFF"/>
                    </a:solidFill>
                  </a:tcPr>
                </a:tc>
                <a:tc>
                  <a:txBody>
                    <a:bodyPr/>
                    <a:lstStyle/>
                    <a:p>
                      <a:r>
                        <a:rPr sz="1650" b="0">
                          <a:solidFill>
                            <a:srgbClr val="202B58"/>
                          </a:solidFill>
                          <a:latin typeface="Noto Sans JP"/>
                          <a:ea typeface="Noto Sans JP"/>
                          <a:cs typeface="Noto Sans JP"/>
                        </a:rPr>
                        <a:t>3,319.01</a:t>
                      </a:r>
                    </a:p>
                  </a:txBody>
                  <a:tcPr>
                    <a:solidFill>
                      <a:srgbClr val="FFFFFF"/>
                    </a:solidFill>
                  </a:tcPr>
                </a:tc>
                <a:tc>
                  <a:txBody>
                    <a:bodyPr/>
                    <a:lstStyle/>
                    <a:p>
                      <a:r>
                        <a:rPr sz="1650" b="0">
                          <a:solidFill>
                            <a:srgbClr val="202B58"/>
                          </a:solidFill>
                          <a:latin typeface="Noto Sans JP"/>
                          <a:ea typeface="Noto Sans JP"/>
                          <a:cs typeface="Noto Sans JP"/>
                        </a:rPr>
                        <a:t>1,499.77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96321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35BF535-2C6C-488F-8116-FC21464E8A2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受電ピークの周辺を同じ時間幅で確認</a:t>
            </a:r>
          </a:p>
        </p:txBody>
      </p:sp>
      <p:sp>
        <p:nvSpPr>
          <p:cNvPr id="2" name="正方形/長方形 1">
            <a:extLst>
              <a:ext uri="{FF2B5EF4-FFF2-40B4-BE49-F238E27FC236}">
                <a16:creationId xmlns:a16="http://schemas.microsoft.com/office/drawing/2014/main" id="{56F9AF07-C6DD-413B-9B95-6B3651A624C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両ピークでPV供給0、BESS残量1,200 kWh。翌朝目標90%へ8台 / 10台が充電</a:t>
            </a:r>
          </a:p>
        </p:txBody>
      </p:sp>
      <p:sp>
        <p:nvSpPr>
          <p:cNvPr id="3" name="正方形/長方形 2">
            <a:extLst>
              <a:ext uri="{FF2B5EF4-FFF2-40B4-BE49-F238E27FC236}">
                <a16:creationId xmlns:a16="http://schemas.microsoft.com/office/drawing/2014/main" id="{A3AE3B4F-E385-452F-A184-09AF6AC72A5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出庫前の補充を系統が供給した。04:15への集中が最適かは未検証</a:t>
            </a:r>
          </a:p>
        </p:txBody>
      </p:sp>
      <p:sp>
        <p:nvSpPr>
          <p:cNvPr id="4" name="正方形/長方形 3">
            <a:extLst>
              <a:ext uri="{FF2B5EF4-FFF2-40B4-BE49-F238E27FC236}">
                <a16:creationId xmlns:a16="http://schemas.microsoft.com/office/drawing/2014/main" id="{95E954F5-8C20-4E6B-B2D7-563F8603AFB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車両SOC・次の営業便時刻は補足39。充電時間を移した場合の費用・実行可能性は別の比較が必要。</a:t>
            </a:r>
          </a:p>
        </p:txBody>
      </p:sp>
      <p:sp>
        <p:nvSpPr>
          <p:cNvPr id="5" name="正方形/長方形 4">
            <a:extLst>
              <a:ext uri="{FF2B5EF4-FFF2-40B4-BE49-F238E27FC236}">
                <a16:creationId xmlns:a16="http://schemas.microsoft.com/office/drawing/2014/main" id="{D7720EA3-9C6C-4448-BA40-AE5E3670604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17</a:t>
            </a:r>
          </a:p>
        </p:txBody>
      </p:sp>
      <p:sp>
        <p:nvSpPr>
          <p:cNvPr id="6" name="正方形/長方形 5">
            <a:extLst>
              <a:ext uri="{FF2B5EF4-FFF2-40B4-BE49-F238E27FC236}">
                <a16:creationId xmlns:a16="http://schemas.microsoft.com/office/drawing/2014/main" id="{AD260994-9F81-4E0F-917D-0E455987DA87}"/>
              </a:ext>
            </a:extLst>
          </p:cNvPr>
          <p:cNvSpPr>
            <a:spLocks noGrp="1"/>
          </p:cNvSpPr>
          <p:nvPr/>
        </p:nvSpPr>
        <p:spPr>
          <a:xfrm>
            <a:off x="619125"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3月6日　受電ピーク 630.0 kW</a:t>
            </a:r>
          </a:p>
        </p:txBody>
      </p:sp>
      <p:graphicFrame>
        <p:nvGraphicFramePr>
          <p:cNvPr id="16" name="Chart"/>
          <p:cNvGraphicFramePr/>
          <p:nvPr/>
        </p:nvGraphicFramePr>
        <p:xfrm>
          <a:off x="523875" y="2228850"/>
          <a:ext cx="5619750" cy="32956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0468A8F7-6AE4-4C2E-B967-CE114C3DACDE}"/>
              </a:ext>
            </a:extLst>
          </p:cNvPr>
          <p:cNvSpPr>
            <a:spLocks noGrp="1"/>
          </p:cNvSpPr>
          <p:nvPr/>
        </p:nvSpPr>
        <p:spPr>
          <a:xfrm>
            <a:off x="6362700"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11月14日　受電ピーク 732.2 kW</a:t>
            </a:r>
          </a:p>
        </p:txBody>
      </p:sp>
      <p:graphicFrame>
        <p:nvGraphicFramePr>
          <p:cNvPr id="18" name="Chart"/>
          <p:cNvGraphicFramePr/>
          <p:nvPr/>
        </p:nvGraphicFramePr>
        <p:xfrm>
          <a:off x="6334125" y="2228850"/>
          <a:ext cx="5619750" cy="3295650"/>
        </p:xfrm>
        <a:graphic>
          <a:graphicData uri="http://schemas.openxmlformats.org/drawingml/2006/chart">
            <c:chart xmlns:c="http://schemas.openxmlformats.org/drawingml/2006/chart" xmlns:r="http://schemas.openxmlformats.org/officeDocument/2006/relationships" r:id="rId4"/>
          </a:graphicData>
        </a:graphic>
      </p:graphicFrame>
      <p:sp>
        <p:nvSpPr>
          <p:cNvPr id="7" name="テキスト ボックス 6">
            <a:extLst>
              <a:ext uri="{FF2B5EF4-FFF2-40B4-BE49-F238E27FC236}">
                <a16:creationId xmlns:a16="http://schemas.microsoft.com/office/drawing/2014/main" id="{4F69F8C8-6DA7-6023-1B8E-9DC3095CA5FB}"/>
              </a:ext>
            </a:extLst>
          </p:cNvPr>
          <p:cNvSpPr txBox="1"/>
          <p:nvPr/>
        </p:nvSpPr>
        <p:spPr>
          <a:xfrm>
            <a:off x="130956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FB8F449-C46C-CA69-065F-506D69B0CB09}"/>
              </a:ext>
            </a:extLst>
          </p:cNvPr>
          <p:cNvSpPr txBox="1"/>
          <p:nvPr/>
        </p:nvSpPr>
        <p:spPr>
          <a:xfrm>
            <a:off x="198320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64F026-18B7-0197-77E8-24A88F56047E}"/>
              </a:ext>
            </a:extLst>
          </p:cNvPr>
          <p:cNvSpPr txBox="1"/>
          <p:nvPr/>
        </p:nvSpPr>
        <p:spPr>
          <a:xfrm>
            <a:off x="2656838"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632B2F0A-218E-7F51-70FA-C59B4E3BE5BD}"/>
              </a:ext>
            </a:extLst>
          </p:cNvPr>
          <p:cNvSpPr txBox="1"/>
          <p:nvPr/>
        </p:nvSpPr>
        <p:spPr>
          <a:xfrm>
            <a:off x="333047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4E65197-F04E-C257-48D0-A4FEEB8C3470}"/>
              </a:ext>
            </a:extLst>
          </p:cNvPr>
          <p:cNvSpPr txBox="1"/>
          <p:nvPr/>
        </p:nvSpPr>
        <p:spPr>
          <a:xfrm>
            <a:off x="400411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73E3D856-86EF-AA3A-3267-21ACC0DB5FDA}"/>
              </a:ext>
            </a:extLst>
          </p:cNvPr>
          <p:cNvSpPr txBox="1"/>
          <p:nvPr/>
        </p:nvSpPr>
        <p:spPr>
          <a:xfrm>
            <a:off x="467775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B57C199-7E6B-18D2-A354-63FE66B931A5}"/>
              </a:ext>
            </a:extLst>
          </p:cNvPr>
          <p:cNvSpPr txBox="1"/>
          <p:nvPr/>
        </p:nvSpPr>
        <p:spPr>
          <a:xfrm>
            <a:off x="535139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9FC8145F-0466-2DAF-F062-1C02982A658D}"/>
              </a:ext>
            </a:extLst>
          </p:cNvPr>
          <p:cNvSpPr txBox="1"/>
          <p:nvPr/>
        </p:nvSpPr>
        <p:spPr>
          <a:xfrm>
            <a:off x="711981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687AC77-3055-AD79-6E39-16378B6CB606}"/>
              </a:ext>
            </a:extLst>
          </p:cNvPr>
          <p:cNvSpPr txBox="1"/>
          <p:nvPr/>
        </p:nvSpPr>
        <p:spPr>
          <a:xfrm>
            <a:off x="779345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819036B-B059-2613-31D3-AA69744E9C4A}"/>
              </a:ext>
            </a:extLst>
          </p:cNvPr>
          <p:cNvSpPr txBox="1"/>
          <p:nvPr/>
        </p:nvSpPr>
        <p:spPr>
          <a:xfrm>
            <a:off x="8467089"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86C7A4-E3FF-CE79-0979-FEAB17F6E42B}"/>
              </a:ext>
            </a:extLst>
          </p:cNvPr>
          <p:cNvSpPr txBox="1"/>
          <p:nvPr/>
        </p:nvSpPr>
        <p:spPr>
          <a:xfrm>
            <a:off x="914072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DCA7CF5-789F-BA41-F84A-F1C4A2586792}"/>
              </a:ext>
            </a:extLst>
          </p:cNvPr>
          <p:cNvSpPr txBox="1"/>
          <p:nvPr/>
        </p:nvSpPr>
        <p:spPr>
          <a:xfrm>
            <a:off x="981436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F40ED5E1-30D5-F715-8179-3130A943FC35}"/>
              </a:ext>
            </a:extLst>
          </p:cNvPr>
          <p:cNvSpPr txBox="1"/>
          <p:nvPr/>
        </p:nvSpPr>
        <p:spPr>
          <a:xfrm>
            <a:off x="1048800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212216E-4ED4-3221-464D-C5345ADF3570}"/>
              </a:ext>
            </a:extLst>
          </p:cNvPr>
          <p:cNvSpPr txBox="1"/>
          <p:nvPr/>
        </p:nvSpPr>
        <p:spPr>
          <a:xfrm>
            <a:off x="11161641"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1339332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FA741A5-71D4-49DA-A8AE-06D7877CF07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3月と11月の費用差を費目へ分解</a:t>
            </a:r>
          </a:p>
        </p:txBody>
      </p:sp>
      <p:sp>
        <p:nvSpPr>
          <p:cNvPr id="2" name="正方形/長方形 1">
            <a:extLst>
              <a:ext uri="{FF2B5EF4-FFF2-40B4-BE49-F238E27FC236}">
                <a16:creationId xmlns:a16="http://schemas.microsoft.com/office/drawing/2014/main" id="{68CB821B-5ED8-4159-AB94-D9BD02A9379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同じ1,704便・206台日。表示は万円、原値は最終実行会計</a:t>
            </a:r>
          </a:p>
        </p:txBody>
      </p:sp>
      <p:sp>
        <p:nvSpPr>
          <p:cNvPr id="3" name="正方形/長方形 2">
            <a:extLst>
              <a:ext uri="{FF2B5EF4-FFF2-40B4-BE49-F238E27FC236}">
                <a16:creationId xmlns:a16="http://schemas.microsoft.com/office/drawing/2014/main" id="{50B01F15-B2B2-4B08-85C6-705A63202BB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主な差は超過モデル費。料金係数と受電時系列を併せて解釈する</a:t>
            </a:r>
          </a:p>
        </p:txBody>
      </p:sp>
      <p:sp>
        <p:nvSpPr>
          <p:cNvPr id="4" name="正方形/長方形 3">
            <a:extLst>
              <a:ext uri="{FF2B5EF4-FFF2-40B4-BE49-F238E27FC236}">
                <a16:creationId xmlns:a16="http://schemas.microsoft.com/office/drawing/2014/main" id="{11DA79DE-CC44-4994-8EE4-25AE8248DA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超過モデル費＝200 kWを超える電力量×500円/kWh。実請求差・手法の削減効果ではない。</a:t>
            </a:r>
          </a:p>
        </p:txBody>
      </p:sp>
      <p:sp>
        <p:nvSpPr>
          <p:cNvPr id="5" name="正方形/長方形 4">
            <a:extLst>
              <a:ext uri="{FF2B5EF4-FFF2-40B4-BE49-F238E27FC236}">
                <a16:creationId xmlns:a16="http://schemas.microsoft.com/office/drawing/2014/main" id="{E244FC2E-D8FD-4D16-A5AD-68D81119974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18</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810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534761">
                <a:tc>
                  <a:txBody>
                    <a:bodyPr/>
                    <a:lstStyle/>
                    <a:p>
                      <a:r>
                        <a:rPr sz="1800" b="1">
                          <a:solidFill>
                            <a:srgbClr val="FFFFFF"/>
                          </a:solidFill>
                          <a:latin typeface="Noto Sans JP"/>
                          <a:ea typeface="Noto Sans JP"/>
                          <a:cs typeface="Noto Sans JP"/>
                        </a:rPr>
                        <a:t>費目 [万円]</a:t>
                      </a:r>
                    </a:p>
                  </a:txBody>
                  <a:tcPr>
                    <a:solidFill>
                      <a:srgbClr val="202B58"/>
                    </a:solidFill>
                  </a:tcPr>
                </a:tc>
                <a:tc>
                  <a:txBody>
                    <a:bodyPr/>
                    <a:lstStyle/>
                    <a:p>
                      <a:r>
                        <a:rPr sz="1800" b="1">
                          <a:solidFill>
                            <a:srgbClr val="FFFFFF"/>
                          </a:solidFill>
                          <a:latin typeface="Noto Sans JP"/>
                          <a:ea typeface="Noto Sans JP"/>
                          <a:cs typeface="Noto Sans JP"/>
                        </a:rPr>
                        <a:t>3月</a:t>
                      </a:r>
                    </a:p>
                  </a:txBody>
                  <a:tcPr>
                    <a:solidFill>
                      <a:srgbClr val="202B58"/>
                    </a:solidFill>
                  </a:tcPr>
                </a:tc>
                <a:tc>
                  <a:txBody>
                    <a:bodyPr/>
                    <a:lstStyle/>
                    <a:p>
                      <a:r>
                        <a:rPr sz="1800" b="1">
                          <a:solidFill>
                            <a:srgbClr val="FFFFFF"/>
                          </a:solidFill>
                          <a:latin typeface="Noto Sans JP"/>
                          <a:ea typeface="Noto Sans JP"/>
                          <a:cs typeface="Noto Sans JP"/>
                        </a:rPr>
                        <a:t>11月</a:t>
                      </a:r>
                    </a:p>
                  </a:txBody>
                  <a:tcPr>
                    <a:solidFill>
                      <a:srgbClr val="202B58"/>
                    </a:solidFill>
                  </a:tcPr>
                </a:tc>
                <a:tc>
                  <a:txBody>
                    <a:bodyPr/>
                    <a:lstStyle/>
                    <a:p>
                      <a:r>
                        <a:rPr sz="1800"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車両日費</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買電費</a:t>
                      </a:r>
                    </a:p>
                  </a:txBody>
                  <a:tcPr>
                    <a:solidFill>
                      <a:srgbClr val="FFFFFF"/>
                    </a:solidFill>
                  </a:tcPr>
                </a:tc>
                <a:tc>
                  <a:txBody>
                    <a:bodyPr/>
                    <a:lstStyle/>
                    <a:p>
                      <a:r>
                        <a:rPr sz="1800" b="0">
                          <a:solidFill>
                            <a:srgbClr val="202B58"/>
                          </a:solidFill>
                          <a:latin typeface="Noto Sans JP"/>
                          <a:ea typeface="Noto Sans JP"/>
                          <a:cs typeface="Noto Sans JP"/>
                        </a:rPr>
                        <a:t>30.53</a:t>
                      </a:r>
                    </a:p>
                  </a:txBody>
                  <a:tcPr>
                    <a:solidFill>
                      <a:srgbClr val="FFFFFF"/>
                    </a:solidFill>
                  </a:tcPr>
                </a:tc>
                <a:tc>
                  <a:txBody>
                    <a:bodyPr/>
                    <a:lstStyle/>
                    <a:p>
                      <a:r>
                        <a:rPr sz="1800" b="0">
                          <a:solidFill>
                            <a:srgbClr val="202B58"/>
                          </a:solidFill>
                          <a:latin typeface="Noto Sans JP"/>
                          <a:ea typeface="Noto Sans JP"/>
                          <a:cs typeface="Noto Sans JP"/>
                        </a:rPr>
                        <a:t>20.10</a:t>
                      </a:r>
                    </a:p>
                  </a:txBody>
                  <a:tcPr>
                    <a:solidFill>
                      <a:srgbClr val="FFFFFF"/>
                    </a:solidFill>
                  </a:tcPr>
                </a:tc>
                <a:tc>
                  <a:txBody>
                    <a:bodyPr/>
                    <a:lstStyle/>
                    <a:p>
                      <a:r>
                        <a:rPr sz="1800" b="0">
                          <a:solidFill>
                            <a:srgbClr val="202B58"/>
                          </a:solidFill>
                          <a:latin typeface="Noto Sans JP"/>
                          <a:ea typeface="Noto Sans JP"/>
                          <a:cs typeface="Noto Sans JP"/>
                        </a:rPr>
                        <a:t>10.43</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燃料費</a:t>
                      </a:r>
                    </a:p>
                  </a:txBody>
                  <a:tcPr>
                    <a:solidFill>
                      <a:srgbClr val="F1F5F8"/>
                    </a:solidFill>
                  </a:tcPr>
                </a:tc>
                <a:tc>
                  <a:txBody>
                    <a:bodyPr/>
                    <a:lstStyle/>
                    <a:p>
                      <a:r>
                        <a:rPr sz="1800" b="0">
                          <a:solidFill>
                            <a:srgbClr val="202B58"/>
                          </a:solidFill>
                          <a:latin typeface="Noto Sans JP"/>
                          <a:ea typeface="Noto Sans JP"/>
                          <a:cs typeface="Noto Sans JP"/>
                        </a:rPr>
                        <a:t>3.60</a:t>
                      </a:r>
                    </a:p>
                  </a:txBody>
                  <a:tcPr>
                    <a:solidFill>
                      <a:srgbClr val="F1F5F8"/>
                    </a:solidFill>
                  </a:tcPr>
                </a:tc>
                <a:tc>
                  <a:txBody>
                    <a:bodyPr/>
                    <a:lstStyle/>
                    <a:p>
                      <a:r>
                        <a:rPr sz="1800" b="0">
                          <a:solidFill>
                            <a:srgbClr val="202B58"/>
                          </a:solidFill>
                          <a:latin typeface="Noto Sans JP"/>
                          <a:ea typeface="Noto Sans JP"/>
                          <a:cs typeface="Noto Sans JP"/>
                        </a:rPr>
                        <a:t>3.53</a:t>
                      </a:r>
                    </a:p>
                  </a:txBody>
                  <a:tcPr>
                    <a:solidFill>
                      <a:srgbClr val="F1F5F8"/>
                    </a:solidFill>
                  </a:tcPr>
                </a:tc>
                <a:tc>
                  <a:txBody>
                    <a:bodyPr/>
                    <a:lstStyle/>
                    <a:p>
                      <a:r>
                        <a:rPr sz="1800"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超過モデル費</a:t>
                      </a:r>
                    </a:p>
                  </a:txBody>
                  <a:tcPr>
                    <a:solidFill>
                      <a:srgbClr val="FFFFFF"/>
                    </a:solidFill>
                  </a:tcPr>
                </a:tc>
                <a:tc>
                  <a:txBody>
                    <a:bodyPr/>
                    <a:lstStyle/>
                    <a:p>
                      <a:r>
                        <a:rPr sz="1800" b="0">
                          <a:solidFill>
                            <a:srgbClr val="202B58"/>
                          </a:solidFill>
                          <a:latin typeface="Noto Sans JP"/>
                          <a:ea typeface="Noto Sans JP"/>
                          <a:cs typeface="Noto Sans JP"/>
                        </a:rPr>
                        <a:t>165.95</a:t>
                      </a:r>
                    </a:p>
                  </a:txBody>
                  <a:tcPr>
                    <a:solidFill>
                      <a:srgbClr val="FFFFFF"/>
                    </a:solidFill>
                  </a:tcPr>
                </a:tc>
                <a:tc>
                  <a:txBody>
                    <a:bodyPr/>
                    <a:lstStyle/>
                    <a:p>
                      <a:r>
                        <a:rPr sz="1800" b="0">
                          <a:solidFill>
                            <a:srgbClr val="202B58"/>
                          </a:solidFill>
                          <a:latin typeface="Noto Sans JP"/>
                          <a:ea typeface="Noto Sans JP"/>
                          <a:cs typeface="Noto Sans JP"/>
                        </a:rPr>
                        <a:t>74.99</a:t>
                      </a:r>
                    </a:p>
                  </a:txBody>
                  <a:tcPr>
                    <a:solidFill>
                      <a:srgbClr val="FFFFFF"/>
                    </a:solidFill>
                  </a:tcPr>
                </a:tc>
                <a:tc>
                  <a:txBody>
                    <a:bodyPr/>
                    <a:lstStyle/>
                    <a:p>
                      <a:r>
                        <a:rPr sz="1800" b="0">
                          <a:solidFill>
                            <a:srgbClr val="202B58"/>
                          </a:solidFill>
                          <a:latin typeface="Noto Sans JP"/>
                          <a:ea typeface="Noto Sans JP"/>
                          <a:cs typeface="Noto Sans JP"/>
                        </a:rPr>
                        <a:t>90.96</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CO₂費</a:t>
                      </a:r>
                    </a:p>
                  </a:txBody>
                  <a:tcPr>
                    <a:solidFill>
                      <a:srgbClr val="F1F5F8"/>
                    </a:solidFill>
                  </a:tcPr>
                </a:tc>
                <a:tc>
                  <a:txBody>
                    <a:bodyPr/>
                    <a:lstStyle/>
                    <a:p>
                      <a:r>
                        <a:rPr sz="1800" b="0">
                          <a:solidFill>
                            <a:srgbClr val="202B58"/>
                          </a:solidFill>
                          <a:latin typeface="Noto Sans JP"/>
                          <a:ea typeface="Noto Sans JP"/>
                          <a:cs typeface="Noto Sans JP"/>
                        </a:rPr>
                        <a:t>0.57</a:t>
                      </a:r>
                    </a:p>
                  </a:txBody>
                  <a:tcPr>
                    <a:solidFill>
                      <a:srgbClr val="F1F5F8"/>
                    </a:solidFill>
                  </a:tcPr>
                </a:tc>
                <a:tc>
                  <a:txBody>
                    <a:bodyPr/>
                    <a:lstStyle/>
                    <a:p>
                      <a:r>
                        <a:rPr sz="1800" b="0">
                          <a:solidFill>
                            <a:srgbClr val="202B58"/>
                          </a:solidFill>
                          <a:latin typeface="Noto Sans JP"/>
                          <a:ea typeface="Noto Sans JP"/>
                          <a:cs typeface="Noto Sans JP"/>
                        </a:rPr>
                        <a:t>0.40</a:t>
                      </a:r>
                    </a:p>
                  </a:txBody>
                  <a:tcPr>
                    <a:solidFill>
                      <a:srgbClr val="F1F5F8"/>
                    </a:solidFill>
                  </a:tcPr>
                </a:tc>
                <a:tc>
                  <a:txBody>
                    <a:bodyPr/>
                    <a:lstStyle/>
                    <a:p>
                      <a:r>
                        <a:rPr sz="1800" b="0">
                          <a:solidFill>
                            <a:srgbClr val="202B58"/>
                          </a:solidFill>
                          <a:latin typeface="Noto Sans JP"/>
                          <a:ea typeface="Noto Sans JP"/>
                          <a:cs typeface="Noto Sans JP"/>
                        </a:rPr>
                        <a:t>0.18</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総費用</a:t>
                      </a:r>
                    </a:p>
                  </a:txBody>
                  <a:tcPr>
                    <a:solidFill>
                      <a:srgbClr val="FFFFFF"/>
                    </a:solidFill>
                  </a:tcPr>
                </a:tc>
                <a:tc>
                  <a:txBody>
                    <a:bodyPr/>
                    <a:lstStyle/>
                    <a:p>
                      <a:r>
                        <a:rPr sz="1800" b="0">
                          <a:solidFill>
                            <a:srgbClr val="202B58"/>
                          </a:solidFill>
                          <a:latin typeface="Noto Sans JP"/>
                          <a:ea typeface="Noto Sans JP"/>
                          <a:cs typeface="Noto Sans JP"/>
                        </a:rPr>
                        <a:t>612.65</a:t>
                      </a:r>
                    </a:p>
                  </a:txBody>
                  <a:tcPr>
                    <a:solidFill>
                      <a:srgbClr val="FFFFFF"/>
                    </a:solidFill>
                  </a:tcPr>
                </a:tc>
                <a:tc>
                  <a:txBody>
                    <a:bodyPr/>
                    <a:lstStyle/>
                    <a:p>
                      <a:r>
                        <a:rPr sz="1800" b="0">
                          <a:solidFill>
                            <a:srgbClr val="202B58"/>
                          </a:solidFill>
                          <a:latin typeface="Noto Sans JP"/>
                          <a:ea typeface="Noto Sans JP"/>
                          <a:cs typeface="Noto Sans JP"/>
                        </a:rPr>
                        <a:t>511.02</a:t>
                      </a:r>
                    </a:p>
                  </a:txBody>
                  <a:tcPr>
                    <a:solidFill>
                      <a:srgbClr val="FFFFFF"/>
                    </a:solidFill>
                  </a:tcPr>
                </a:tc>
                <a:tc>
                  <a:txBody>
                    <a:bodyPr/>
                    <a:lstStyle/>
                    <a:p>
                      <a:r>
                        <a:rPr sz="1800" b="0">
                          <a:solidFill>
                            <a:srgbClr val="202B58"/>
                          </a:solidFill>
                          <a:latin typeface="Noto Sans JP"/>
                          <a:ea typeface="Noto Sans JP"/>
                          <a:cs typeface="Noto Sans JP"/>
                        </a:rPr>
                        <a:t>101.64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18412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BB39D4E-3AF4-4267-BDB1-39DA3175ED6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BESSの初期・終端在庫と解釈</a:t>
            </a:r>
          </a:p>
        </p:txBody>
      </p:sp>
      <p:sp>
        <p:nvSpPr>
          <p:cNvPr id="2" name="正方形/長方形 1">
            <a:extLst>
              <a:ext uri="{FF2B5EF4-FFF2-40B4-BE49-F238E27FC236}">
                <a16:creationId xmlns:a16="http://schemas.microsoft.com/office/drawing/2014/main" id="{93F899BC-7AD6-4216-9798-6E150F8C02B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毎週3,000 kWhから開始し、下限1,200 kWhを満たす</a:t>
            </a:r>
          </a:p>
        </p:txBody>
      </p:sp>
      <p:sp>
        <p:nvSpPr>
          <p:cNvPr id="3" name="正方形/長方形 2">
            <a:extLst>
              <a:ext uri="{FF2B5EF4-FFF2-40B4-BE49-F238E27FC236}">
                <a16:creationId xmlns:a16="http://schemas.microsoft.com/office/drawing/2014/main" id="{D01974D5-B77A-46B2-B98C-678A3CEF155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在庫の取り崩しを、毎週繰り返せる節約とは扱わない</a:t>
            </a:r>
          </a:p>
        </p:txBody>
      </p:sp>
      <p:sp>
        <p:nvSpPr>
          <p:cNvPr id="4" name="正方形/長方形 3">
            <a:extLst>
              <a:ext uri="{FF2B5EF4-FFF2-40B4-BE49-F238E27FC236}">
                <a16:creationId xmlns:a16="http://schemas.microsoft.com/office/drawing/2014/main" id="{89D00F3F-4FF9-4043-A306-1CB08128C60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BESSは余剰PVで充電。原本のbalancedは終端方針の充足であり、初終端一致ではない。</a:t>
            </a:r>
          </a:p>
        </p:txBody>
      </p:sp>
      <p:sp>
        <p:nvSpPr>
          <p:cNvPr id="5" name="正方形/長方形 4">
            <a:extLst>
              <a:ext uri="{FF2B5EF4-FFF2-40B4-BE49-F238E27FC236}">
                <a16:creationId xmlns:a16="http://schemas.microsoft.com/office/drawing/2014/main" id="{D0F6FC58-EF5B-4E41-86F2-D4B66DA504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19</a:t>
            </a:r>
          </a:p>
        </p:txBody>
      </p:sp>
      <p:graphicFrame>
        <p:nvGraphicFramePr>
          <p:cNvPr id="12" name="Chart"/>
          <p:cNvGraphicFramePr/>
          <p:nvPr/>
        </p:nvGraphicFramePr>
        <p:xfrm>
          <a:off x="666750" y="1733550"/>
          <a:ext cx="10763250" cy="38004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60683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8CD51FD-45A5-42A2-B928-C128386B9CB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今回の結論と、主張できる範囲</a:t>
            </a:r>
            <a:endParaRPr sz="2700" b="1" dirty="0">
              <a:solidFill>
                <a:srgbClr val="202B58"/>
              </a:solidFill>
              <a:latin typeface="Noto Sans JP"/>
              <a:ea typeface="Noto Sans JP"/>
              <a:cs typeface="Noto Sans JP"/>
            </a:endParaRPr>
          </a:p>
        </p:txBody>
      </p:sp>
      <p:sp>
        <p:nvSpPr>
          <p:cNvPr id="2" name="正方形/長方形 1">
            <a:extLst>
              <a:ext uri="{FF2B5EF4-FFF2-40B4-BE49-F238E27FC236}">
                <a16:creationId xmlns:a16="http://schemas.microsoft.com/office/drawing/2014/main" id="{7D608887-20CA-473C-A64E-C67BD5D73F0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月別代表週の運用と費用を、日付・時系列・費目で説明できる</a:t>
            </a:r>
          </a:p>
        </p:txBody>
      </p:sp>
      <p:sp>
        <p:nvSpPr>
          <p:cNvPr id="3" name="正方形/長方形 2">
            <a:extLst>
              <a:ext uri="{FF2B5EF4-FFF2-40B4-BE49-F238E27FC236}">
                <a16:creationId xmlns:a16="http://schemas.microsoft.com/office/drawing/2014/main" id="{13724EBB-0D35-43B7-97A5-05EC0F34739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週次費用の違いは、発電量の大小だけでなく充電時刻と電力供給を見て説明する</a:t>
            </a:r>
          </a:p>
        </p:txBody>
      </p:sp>
      <p:sp>
        <p:nvSpPr>
          <p:cNvPr id="4" name="正方形/長方形 3">
            <a:extLst>
              <a:ext uri="{FF2B5EF4-FFF2-40B4-BE49-F238E27FC236}">
                <a16:creationId xmlns:a16="http://schemas.microsoft.com/office/drawing/2014/main" id="{FE23CE4F-2792-4687-A2C3-EB797C6B718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診断・条件付きの計算結果。正式研究採用は未承認。設置面日射と実設備条件の確認が必要。</a:t>
            </a:r>
          </a:p>
        </p:txBody>
      </p:sp>
      <p:sp>
        <p:nvSpPr>
          <p:cNvPr id="5" name="正方形/長方形 4">
            <a:extLst>
              <a:ext uri="{FF2B5EF4-FFF2-40B4-BE49-F238E27FC236}">
                <a16:creationId xmlns:a16="http://schemas.microsoft.com/office/drawing/2014/main" id="{F7368C1F-D871-4843-B3BF-B297A3EB18A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20</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190875">
                  <a:extLst>
                    <a:ext uri="{9D8B030D-6E8A-4147-A177-3AD203B41FA5}">
                      <a16:colId xmlns:a16="http://schemas.microsoft.com/office/drawing/2014/main" val="20000"/>
                    </a:ext>
                  </a:extLst>
                </a:gridCol>
                <a:gridCol w="7858125">
                  <a:extLst>
                    <a:ext uri="{9D8B030D-6E8A-4147-A177-3AD203B41FA5}">
                      <a16:colId xmlns:a16="http://schemas.microsoft.com/office/drawing/2014/main" val="20001"/>
                    </a:ext>
                  </a:extLst>
                </a:gridCol>
              </a:tblGrid>
              <a:tr h="623888">
                <a:tc>
                  <a:txBody>
                    <a:bodyPr/>
                    <a:lstStyle/>
                    <a:p>
                      <a:r>
                        <a:rPr sz="1750" b="1">
                          <a:solidFill>
                            <a:srgbClr val="FFFFFF"/>
                          </a:solidFill>
                          <a:latin typeface="Noto Sans JP"/>
                          <a:ea typeface="Noto Sans JP"/>
                          <a:cs typeface="Noto Sans JP"/>
                        </a:rPr>
                        <a:t>問い</a:t>
                      </a:r>
                    </a:p>
                  </a:txBody>
                  <a:tcPr>
                    <a:solidFill>
                      <a:srgbClr val="202B58"/>
                    </a:solidFill>
                  </a:tcPr>
                </a:tc>
                <a:tc>
                  <a:txBody>
                    <a:bodyPr/>
                    <a:lstStyle/>
                    <a:p>
                      <a:r>
                        <a:rPr sz="1750" b="1" dirty="0" err="1">
                          <a:solidFill>
                            <a:srgbClr val="FFFFFF"/>
                          </a:solidFill>
                          <a:latin typeface="Noto Sans JP"/>
                          <a:ea typeface="Noto Sans JP"/>
                          <a:cs typeface="Noto Sans JP"/>
                        </a:rPr>
                        <a:t>今回の回答</a:t>
                      </a:r>
                    </a:p>
                  </a:txBody>
                  <a:tcPr>
                    <a:solidFill>
                      <a:srgbClr val="202B58"/>
                    </a:solidFill>
                  </a:tcPr>
                </a:tc>
                <a:extLst>
                  <a:ext uri="{0D108BD9-81ED-4DB2-BD59-A6C34878D82A}">
                    <a16:rowId xmlns:a16="http://schemas.microsoft.com/office/drawing/2014/main" val="10000"/>
                  </a:ext>
                </a:extLst>
              </a:tr>
              <a:tr h="623888">
                <a:tc>
                  <a:txBody>
                    <a:bodyPr/>
                    <a:lstStyle/>
                    <a:p>
                      <a:r>
                        <a:rPr sz="1750" b="0">
                          <a:solidFill>
                            <a:srgbClr val="202B58"/>
                          </a:solidFill>
                          <a:latin typeface="Noto Sans JP"/>
                          <a:ea typeface="Noto Sans JP"/>
                          <a:cs typeface="Noto Sans JP"/>
                        </a:rPr>
                        <a:t>7日間の運行は成立したか</a:t>
                      </a:r>
                    </a:p>
                  </a:txBody>
                  <a:tcPr>
                    <a:solidFill>
                      <a:srgbClr val="F1F5F8"/>
                    </a:solidFill>
                  </a:tcPr>
                </a:tc>
                <a:tc>
                  <a:txBody>
                    <a:bodyPr/>
                    <a:lstStyle/>
                    <a:p>
                      <a:r>
                        <a:rPr sz="1750" b="0">
                          <a:solidFill>
                            <a:srgbClr val="202B58"/>
                          </a:solidFill>
                          <a:latin typeface="Noto Sans JP"/>
                          <a:ea typeface="Noto Sans JP"/>
                          <a:cs typeface="Noto Sans JP"/>
                        </a:rPr>
                        <a:t>12代表週で全便を担当し、最終翌朝の補充まで評価</a:t>
                      </a:r>
                    </a:p>
                  </a:txBody>
                  <a:tcPr>
                    <a:solidFill>
                      <a:srgbClr val="F1F5F8"/>
                    </a:solidFill>
                  </a:tcPr>
                </a:tc>
                <a:extLst>
                  <a:ext uri="{0D108BD9-81ED-4DB2-BD59-A6C34878D82A}">
                    <a16:rowId xmlns:a16="http://schemas.microsoft.com/office/drawing/2014/main" val="10001"/>
                  </a:ext>
                </a:extLst>
              </a:tr>
              <a:tr h="623888">
                <a:tc>
                  <a:txBody>
                    <a:bodyPr/>
                    <a:lstStyle/>
                    <a:p>
                      <a:r>
                        <a:rPr sz="1750" b="0">
                          <a:solidFill>
                            <a:srgbClr val="202B58"/>
                          </a:solidFill>
                          <a:latin typeface="Noto Sans JP"/>
                          <a:ea typeface="Noto Sans JP"/>
                          <a:cs typeface="Noto Sans JP"/>
                        </a:rPr>
                        <a:t>費用は何で変わったか</a:t>
                      </a:r>
                    </a:p>
                  </a:txBody>
                  <a:tcPr>
                    <a:solidFill>
                      <a:srgbClr val="FFFFFF"/>
                    </a:solidFill>
                  </a:tcPr>
                </a:tc>
                <a:tc>
                  <a:txBody>
                    <a:bodyPr/>
                    <a:lstStyle/>
                    <a:p>
                      <a:r>
                        <a:rPr sz="1750" b="0">
                          <a:solidFill>
                            <a:srgbClr val="202B58"/>
                          </a:solidFill>
                          <a:latin typeface="Noto Sans JP"/>
                          <a:ea typeface="Noto Sans JP"/>
                          <a:cs typeface="Noto Sans JP"/>
                        </a:rPr>
                        <a:t>3月と11月の総差101.64万円のうち、超過モデル費差90.96万円</a:t>
                      </a:r>
                    </a:p>
                  </a:txBody>
                  <a:tcPr>
                    <a:solidFill>
                      <a:srgbClr val="FFFFFF"/>
                    </a:solidFill>
                  </a:tcPr>
                </a:tc>
                <a:extLst>
                  <a:ext uri="{0D108BD9-81ED-4DB2-BD59-A6C34878D82A}">
                    <a16:rowId xmlns:a16="http://schemas.microsoft.com/office/drawing/2014/main" val="10002"/>
                  </a:ext>
                </a:extLst>
              </a:tr>
              <a:tr h="623888">
                <a:tc>
                  <a:txBody>
                    <a:bodyPr/>
                    <a:lstStyle/>
                    <a:p>
                      <a:r>
                        <a:rPr sz="1750" b="0">
                          <a:solidFill>
                            <a:srgbClr val="202B58"/>
                          </a:solidFill>
                          <a:latin typeface="Noto Sans JP"/>
                          <a:ea typeface="Noto Sans JP"/>
                          <a:cs typeface="Noto Sans JP"/>
                        </a:rPr>
                        <a:t>天候のムラを示せたか</a:t>
                      </a:r>
                    </a:p>
                  </a:txBody>
                  <a:tcPr>
                    <a:solidFill>
                      <a:srgbClr val="F1F5F8"/>
                    </a:solidFill>
                  </a:tcPr>
                </a:tc>
                <a:tc>
                  <a:txBody>
                    <a:bodyPr/>
                    <a:lstStyle/>
                    <a:p>
                      <a:r>
                        <a:rPr sz="1750" b="0">
                          <a:solidFill>
                            <a:srgbClr val="202B58"/>
                          </a:solidFill>
                          <a:latin typeface="Noto Sans JP"/>
                          <a:ea typeface="Noto Sans JP"/>
                          <a:cs typeface="Noto Sans JP"/>
                        </a:rPr>
                        <a:t>水平面GHIの平均とP10/P90。雨分類にも明るい時間がある</a:t>
                      </a:r>
                    </a:p>
                  </a:txBody>
                  <a:tcPr>
                    <a:solidFill>
                      <a:srgbClr val="F1F5F8"/>
                    </a:solidFill>
                  </a:tcPr>
                </a:tc>
                <a:extLst>
                  <a:ext uri="{0D108BD9-81ED-4DB2-BD59-A6C34878D82A}">
                    <a16:rowId xmlns:a16="http://schemas.microsoft.com/office/drawing/2014/main" val="10003"/>
                  </a:ext>
                </a:extLst>
              </a:tr>
              <a:tr h="623888">
                <a:tc>
                  <a:txBody>
                    <a:bodyPr/>
                    <a:lstStyle/>
                    <a:p>
                      <a:r>
                        <a:rPr sz="1750" b="0">
                          <a:solidFill>
                            <a:srgbClr val="202B58"/>
                          </a:solidFill>
                          <a:latin typeface="Noto Sans JP"/>
                          <a:ea typeface="Noto Sans JP"/>
                          <a:cs typeface="Noto Sans JP"/>
                        </a:rPr>
                        <a:t>次に確かめること</a:t>
                      </a:r>
                    </a:p>
                  </a:txBody>
                  <a:tcPr>
                    <a:solidFill>
                      <a:srgbClr val="FFFFFF"/>
                    </a:solidFill>
                  </a:tcPr>
                </a:tc>
                <a:tc>
                  <a:txBody>
                    <a:bodyPr/>
                    <a:lstStyle/>
                    <a:p>
                      <a:r>
                        <a:rPr sz="1750" b="0">
                          <a:solidFill>
                            <a:srgbClr val="202B58"/>
                          </a:solidFill>
                          <a:latin typeface="Noto Sans JP"/>
                          <a:ea typeface="Noto Sans JP"/>
                          <a:cs typeface="Noto Sans JP"/>
                        </a:rPr>
                        <a:t>設置面日射への変更、夜間充電の集中を緩める比較</a:t>
                      </a:r>
                    </a:p>
                  </a:txBody>
                  <a:tcPr>
                    <a:solidFill>
                      <a:srgbClr val="FFFFFF"/>
                    </a:solidFill>
                  </a:tcPr>
                </a:tc>
                <a:extLst>
                  <a:ext uri="{0D108BD9-81ED-4DB2-BD59-A6C34878D82A}">
                    <a16:rowId xmlns:a16="http://schemas.microsoft.com/office/drawing/2014/main" val="10004"/>
                  </a:ext>
                </a:extLst>
              </a:tr>
              <a:tr h="623888">
                <a:tc>
                  <a:txBody>
                    <a:bodyPr/>
                    <a:lstStyle/>
                    <a:p>
                      <a:r>
                        <a:rPr sz="1750" b="0">
                          <a:solidFill>
                            <a:srgbClr val="202B58"/>
                          </a:solidFill>
                          <a:latin typeface="Noto Sans JP"/>
                          <a:ea typeface="Noto Sans JP"/>
                          <a:cs typeface="Noto Sans JP"/>
                        </a:rPr>
                        <a:t>主張の限界</a:t>
                      </a:r>
                    </a:p>
                  </a:txBody>
                  <a:tcPr>
                    <a:solidFill>
                      <a:srgbClr val="F1F5F8"/>
                    </a:solidFill>
                  </a:tcPr>
                </a:tc>
                <a:tc>
                  <a:txBody>
                    <a:bodyPr/>
                    <a:lstStyle/>
                    <a:p>
                      <a:r>
                        <a:rPr sz="1750" b="0" dirty="0">
                          <a:solidFill>
                            <a:srgbClr val="202B58"/>
                          </a:solidFill>
                          <a:latin typeface="Noto Sans JP"/>
                          <a:ea typeface="Noto Sans JP"/>
                          <a:cs typeface="Noto Sans JP"/>
                        </a:rPr>
                        <a:t>全体最適性未証明、電費一定、月1週、設備投資・実設備保証は未評価</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49712010"/>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C5935D82-9CD9-4D0D-9F16-A17EF524D8B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補足：費用と単位当たり費用（1～6月）</a:t>
            </a:r>
          </a:p>
        </p:txBody>
      </p:sp>
      <p:sp>
        <p:nvSpPr>
          <p:cNvPr id="2" name="正方形/長方形 1">
            <a:extLst>
              <a:ext uri="{FF2B5EF4-FFF2-40B4-BE49-F238E27FC236}">
                <a16:creationId xmlns:a16="http://schemas.microsoft.com/office/drawing/2014/main" id="{41B57B23-ADE3-4D24-AE98-81CF5FA5CC9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61DA607C-7E1D-4522-963A-813F9326ADB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6BAD9C23-5990-4A9D-BAFB-A46E284FF93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8EAA9EFC-B7F2-4E3F-9E6D-0BAF02638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21</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1月</a:t>
                      </a:r>
                    </a:p>
                  </a:txBody>
                  <a:tcPr>
                    <a:solidFill>
                      <a:srgbClr val="F1F5F8"/>
                    </a:solidFill>
                  </a:tcPr>
                </a:tc>
                <a:tc>
                  <a:txBody>
                    <a:bodyPr/>
                    <a:lstStyle/>
                    <a:p>
                      <a:r>
                        <a:rPr sz="1800" b="0">
                          <a:solidFill>
                            <a:srgbClr val="202B58"/>
                          </a:solidFill>
                          <a:latin typeface="Noto Sans JP"/>
                          <a:ea typeface="Noto Sans JP"/>
                          <a:cs typeface="Noto Sans JP"/>
                        </a:rPr>
                        <a:t>486.05</a:t>
                      </a:r>
                    </a:p>
                  </a:txBody>
                  <a:tcPr>
                    <a:solidFill>
                      <a:srgbClr val="F1F5F8"/>
                    </a:solidFill>
                  </a:tcPr>
                </a:tc>
                <a:tc>
                  <a:txBody>
                    <a:bodyPr/>
                    <a:lstStyle/>
                    <a:p>
                      <a:r>
                        <a:rPr sz="1800" b="0">
                          <a:solidFill>
                            <a:srgbClr val="202B58"/>
                          </a:solidFill>
                          <a:latin typeface="Noto Sans JP"/>
                          <a:ea typeface="Noto Sans JP"/>
                          <a:cs typeface="Noto Sans JP"/>
                        </a:rPr>
                        <a:t>410.00</a:t>
                      </a:r>
                    </a:p>
                  </a:txBody>
                  <a:tcPr>
                    <a:solidFill>
                      <a:srgbClr val="F1F5F8"/>
                    </a:solidFill>
                  </a:tcPr>
                </a:tc>
                <a:tc>
                  <a:txBody>
                    <a:bodyPr/>
                    <a:lstStyle/>
                    <a:p>
                      <a:r>
                        <a:rPr sz="1800" b="0">
                          <a:solidFill>
                            <a:srgbClr val="202B58"/>
                          </a:solidFill>
                          <a:latin typeface="Noto Sans JP"/>
                          <a:ea typeface="Noto Sans JP"/>
                          <a:cs typeface="Noto Sans JP"/>
                        </a:rPr>
                        <a:t>349.04</a:t>
                      </a:r>
                    </a:p>
                  </a:txBody>
                  <a:tcPr>
                    <a:solidFill>
                      <a:srgbClr val="F1F5F8"/>
                    </a:solidFill>
                  </a:tcPr>
                </a:tc>
                <a:tc>
                  <a:txBody>
                    <a:bodyPr/>
                    <a:lstStyle/>
                    <a:p>
                      <a:r>
                        <a:rPr sz="1800" b="0">
                          <a:solidFill>
                            <a:srgbClr val="202B58"/>
                          </a:solidFill>
                          <a:latin typeface="Noto Sans JP"/>
                          <a:ea typeface="Noto Sans JP"/>
                          <a:cs typeface="Noto Sans JP"/>
                        </a:rPr>
                        <a:t>2,852.38</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2月</a:t>
                      </a:r>
                    </a:p>
                  </a:txBody>
                  <a:tcPr>
                    <a:solidFill>
                      <a:srgbClr val="FFFFFF"/>
                    </a:solidFill>
                  </a:tcPr>
                </a:tc>
                <a:tc>
                  <a:txBody>
                    <a:bodyPr/>
                    <a:lstStyle/>
                    <a:p>
                      <a:r>
                        <a:rPr sz="1800" b="0">
                          <a:solidFill>
                            <a:srgbClr val="202B58"/>
                          </a:solidFill>
                          <a:latin typeface="Noto Sans JP"/>
                          <a:ea typeface="Noto Sans JP"/>
                          <a:cs typeface="Noto Sans JP"/>
                        </a:rPr>
                        <a:t>477.64</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343.00</a:t>
                      </a:r>
                    </a:p>
                  </a:txBody>
                  <a:tcPr>
                    <a:solidFill>
                      <a:srgbClr val="FFFFFF"/>
                    </a:solidFill>
                  </a:tcPr>
                </a:tc>
                <a:tc>
                  <a:txBody>
                    <a:bodyPr/>
                    <a:lstStyle/>
                    <a:p>
                      <a:r>
                        <a:rPr sz="1800" b="0">
                          <a:solidFill>
                            <a:srgbClr val="202B58"/>
                          </a:solidFill>
                          <a:latin typeface="Noto Sans JP"/>
                          <a:ea typeface="Noto Sans JP"/>
                          <a:cs typeface="Noto Sans JP"/>
                        </a:rPr>
                        <a:t>2,803.04</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3月</a:t>
                      </a:r>
                    </a:p>
                  </a:txBody>
                  <a:tcPr>
                    <a:solidFill>
                      <a:srgbClr val="F1F5F8"/>
                    </a:solidFill>
                  </a:tcPr>
                </a:tc>
                <a:tc>
                  <a:txBody>
                    <a:bodyPr/>
                    <a:lstStyle/>
                    <a:p>
                      <a:r>
                        <a:rPr sz="1800" b="0">
                          <a:solidFill>
                            <a:srgbClr val="202B58"/>
                          </a:solidFill>
                          <a:latin typeface="Noto Sans JP"/>
                          <a:ea typeface="Noto Sans JP"/>
                          <a:cs typeface="Noto Sans JP"/>
                        </a:rPr>
                        <a:t>612.65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439.95</a:t>
                      </a:r>
                    </a:p>
                  </a:txBody>
                  <a:tcPr>
                    <a:solidFill>
                      <a:srgbClr val="F1F5F8"/>
                    </a:solidFill>
                  </a:tcPr>
                </a:tc>
                <a:tc>
                  <a:txBody>
                    <a:bodyPr/>
                    <a:lstStyle/>
                    <a:p>
                      <a:r>
                        <a:rPr sz="1800" b="0">
                          <a:solidFill>
                            <a:srgbClr val="202B58"/>
                          </a:solidFill>
                          <a:latin typeface="Noto Sans JP"/>
                          <a:ea typeface="Noto Sans JP"/>
                          <a:cs typeface="Noto Sans JP"/>
                        </a:rPr>
                        <a:t>3,595.37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4月</a:t>
                      </a:r>
                    </a:p>
                  </a:txBody>
                  <a:tcPr>
                    <a:solidFill>
                      <a:srgbClr val="FFFFFF"/>
                    </a:solidFill>
                  </a:tcPr>
                </a:tc>
                <a:tc>
                  <a:txBody>
                    <a:bodyPr/>
                    <a:lstStyle/>
                    <a:p>
                      <a:r>
                        <a:rPr sz="1800" b="0">
                          <a:solidFill>
                            <a:srgbClr val="202B58"/>
                          </a:solidFill>
                          <a:latin typeface="Noto Sans JP"/>
                          <a:ea typeface="Noto Sans JP"/>
                          <a:cs typeface="Noto Sans JP"/>
                        </a:rPr>
                        <a:t>423.51</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304.13</a:t>
                      </a:r>
                    </a:p>
                  </a:txBody>
                  <a:tcPr>
                    <a:solidFill>
                      <a:srgbClr val="FFFFFF"/>
                    </a:solidFill>
                  </a:tcPr>
                </a:tc>
                <a:tc>
                  <a:txBody>
                    <a:bodyPr/>
                    <a:lstStyle/>
                    <a:p>
                      <a:r>
                        <a:rPr sz="1800" b="0">
                          <a:solidFill>
                            <a:srgbClr val="202B58"/>
                          </a:solidFill>
                          <a:latin typeface="Noto Sans JP"/>
                          <a:ea typeface="Noto Sans JP"/>
                          <a:cs typeface="Noto Sans JP"/>
                        </a:rPr>
                        <a:t>2,485.38</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5月</a:t>
                      </a:r>
                    </a:p>
                  </a:txBody>
                  <a:tcPr>
                    <a:solidFill>
                      <a:srgbClr val="F1F5F8"/>
                    </a:solidFill>
                  </a:tcPr>
                </a:tc>
                <a:tc>
                  <a:txBody>
                    <a:bodyPr/>
                    <a:lstStyle/>
                    <a:p>
                      <a:r>
                        <a:rPr sz="1800" b="0">
                          <a:solidFill>
                            <a:srgbClr val="202B58"/>
                          </a:solidFill>
                          <a:latin typeface="Noto Sans JP"/>
                          <a:ea typeface="Noto Sans JP"/>
                          <a:cs typeface="Noto Sans JP"/>
                        </a:rPr>
                        <a:t>481.15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345.52</a:t>
                      </a:r>
                    </a:p>
                  </a:txBody>
                  <a:tcPr>
                    <a:solidFill>
                      <a:srgbClr val="F1F5F8"/>
                    </a:solidFill>
                  </a:tcPr>
                </a:tc>
                <a:tc>
                  <a:txBody>
                    <a:bodyPr/>
                    <a:lstStyle/>
                    <a:p>
                      <a:r>
                        <a:rPr sz="1800" b="0">
                          <a:solidFill>
                            <a:srgbClr val="202B58"/>
                          </a:solidFill>
                          <a:latin typeface="Noto Sans JP"/>
                          <a:ea typeface="Noto Sans JP"/>
                          <a:cs typeface="Noto Sans JP"/>
                        </a:rPr>
                        <a:t>2,823.64</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6月</a:t>
                      </a:r>
                    </a:p>
                  </a:txBody>
                  <a:tcPr>
                    <a:solidFill>
                      <a:srgbClr val="FFFFFF"/>
                    </a:solidFill>
                  </a:tcPr>
                </a:tc>
                <a:tc>
                  <a:txBody>
                    <a:bodyPr/>
                    <a:lstStyle/>
                    <a:p>
                      <a:r>
                        <a:rPr sz="1800" b="0">
                          <a:solidFill>
                            <a:srgbClr val="202B58"/>
                          </a:solidFill>
                          <a:latin typeface="Noto Sans JP"/>
                          <a:ea typeface="Noto Sans JP"/>
                          <a:cs typeface="Noto Sans JP"/>
                        </a:rPr>
                        <a:t>457.76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328.72</a:t>
                      </a:r>
                    </a:p>
                  </a:txBody>
                  <a:tcPr>
                    <a:solidFill>
                      <a:srgbClr val="FFFFFF"/>
                    </a:solidFill>
                  </a:tcPr>
                </a:tc>
                <a:tc>
                  <a:txBody>
                    <a:bodyPr/>
                    <a:lstStyle/>
                    <a:p>
                      <a:r>
                        <a:rPr sz="1800" b="0">
                          <a:solidFill>
                            <a:srgbClr val="202B58"/>
                          </a:solidFill>
                          <a:latin typeface="Noto Sans JP"/>
                          <a:ea typeface="Noto Sans JP"/>
                          <a:cs typeface="Noto Sans JP"/>
                        </a:rPr>
                        <a:t>2,686.38</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9092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D19C2D2-756A-45EA-A3A1-C5E2F9E2157F}"/>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補足：費用と単位当たり費用（7～12月）</a:t>
            </a:r>
          </a:p>
        </p:txBody>
      </p:sp>
      <p:sp>
        <p:nvSpPr>
          <p:cNvPr id="2" name="正方形/長方形 1">
            <a:extLst>
              <a:ext uri="{FF2B5EF4-FFF2-40B4-BE49-F238E27FC236}">
                <a16:creationId xmlns:a16="http://schemas.microsoft.com/office/drawing/2014/main" id="{F9C28D48-6F9C-47B3-B769-619A1D1A1AD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701CC490-6373-4DC6-93C9-4CF93DAF823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B6344E8E-E74C-4E8C-987C-61E72C019E61}"/>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F3D5A60A-0EFE-487A-9C8B-A67D27FCC2E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22</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7月</a:t>
                      </a:r>
                    </a:p>
                  </a:txBody>
                  <a:tcPr>
                    <a:solidFill>
                      <a:srgbClr val="F1F5F8"/>
                    </a:solidFill>
                  </a:tcPr>
                </a:tc>
                <a:tc>
                  <a:txBody>
                    <a:bodyPr/>
                    <a:lstStyle/>
                    <a:p>
                      <a:r>
                        <a:rPr sz="1800" b="0">
                          <a:solidFill>
                            <a:srgbClr val="202B58"/>
                          </a:solidFill>
                          <a:latin typeface="Noto Sans JP"/>
                          <a:ea typeface="Noto Sans JP"/>
                          <a:cs typeface="Noto Sans JP"/>
                        </a:rPr>
                        <a:t>418.59</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300.59</a:t>
                      </a:r>
                    </a:p>
                  </a:txBody>
                  <a:tcPr>
                    <a:solidFill>
                      <a:srgbClr val="F1F5F8"/>
                    </a:solidFill>
                  </a:tcPr>
                </a:tc>
                <a:tc>
                  <a:txBody>
                    <a:bodyPr/>
                    <a:lstStyle/>
                    <a:p>
                      <a:r>
                        <a:rPr sz="1800" b="0">
                          <a:solidFill>
                            <a:srgbClr val="202B58"/>
                          </a:solidFill>
                          <a:latin typeface="Noto Sans JP"/>
                          <a:ea typeface="Noto Sans JP"/>
                          <a:cs typeface="Noto Sans JP"/>
                        </a:rPr>
                        <a:t>2,456.51</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8月</a:t>
                      </a:r>
                    </a:p>
                  </a:txBody>
                  <a:tcPr>
                    <a:solidFill>
                      <a:srgbClr val="FFFFFF"/>
                    </a:solidFill>
                  </a:tcPr>
                </a:tc>
                <a:tc>
                  <a:txBody>
                    <a:bodyPr/>
                    <a:lstStyle/>
                    <a:p>
                      <a:r>
                        <a:rPr sz="1800" b="0">
                          <a:solidFill>
                            <a:srgbClr val="202B58"/>
                          </a:solidFill>
                          <a:latin typeface="Noto Sans JP"/>
                          <a:ea typeface="Noto Sans JP"/>
                          <a:cs typeface="Noto Sans JP"/>
                        </a:rPr>
                        <a:t>417.85</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300.06</a:t>
                      </a:r>
                    </a:p>
                  </a:txBody>
                  <a:tcPr>
                    <a:solidFill>
                      <a:srgbClr val="FFFFFF"/>
                    </a:solidFill>
                  </a:tcPr>
                </a:tc>
                <a:tc>
                  <a:txBody>
                    <a:bodyPr/>
                    <a:lstStyle/>
                    <a:p>
                      <a:r>
                        <a:rPr sz="1800" b="0">
                          <a:solidFill>
                            <a:srgbClr val="202B58"/>
                          </a:solidFill>
                          <a:latin typeface="Noto Sans JP"/>
                          <a:ea typeface="Noto Sans JP"/>
                          <a:cs typeface="Noto Sans JP"/>
                        </a:rPr>
                        <a:t>2,452.15</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9月</a:t>
                      </a:r>
                    </a:p>
                  </a:txBody>
                  <a:tcPr>
                    <a:solidFill>
                      <a:srgbClr val="F1F5F8"/>
                    </a:solidFill>
                  </a:tcPr>
                </a:tc>
                <a:tc>
                  <a:txBody>
                    <a:bodyPr/>
                    <a:lstStyle/>
                    <a:p>
                      <a:r>
                        <a:rPr sz="1800" b="0">
                          <a:solidFill>
                            <a:srgbClr val="202B58"/>
                          </a:solidFill>
                          <a:latin typeface="Noto Sans JP"/>
                          <a:ea typeface="Noto Sans JP"/>
                          <a:cs typeface="Noto Sans JP"/>
                        </a:rPr>
                        <a:t>496.62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356.63</a:t>
                      </a:r>
                    </a:p>
                  </a:txBody>
                  <a:tcPr>
                    <a:solidFill>
                      <a:srgbClr val="F1F5F8"/>
                    </a:solidFill>
                  </a:tcPr>
                </a:tc>
                <a:tc>
                  <a:txBody>
                    <a:bodyPr/>
                    <a:lstStyle/>
                    <a:p>
                      <a:r>
                        <a:rPr sz="1800" b="0">
                          <a:solidFill>
                            <a:srgbClr val="202B58"/>
                          </a:solidFill>
                          <a:latin typeface="Noto Sans JP"/>
                          <a:ea typeface="Noto Sans JP"/>
                          <a:cs typeface="Noto Sans JP"/>
                        </a:rPr>
                        <a:t>2,914.46</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10月</a:t>
                      </a:r>
                    </a:p>
                  </a:txBody>
                  <a:tcPr>
                    <a:solidFill>
                      <a:srgbClr val="FFFFFF"/>
                    </a:solidFill>
                  </a:tcPr>
                </a:tc>
                <a:tc>
                  <a:txBody>
                    <a:bodyPr/>
                    <a:lstStyle/>
                    <a:p>
                      <a:r>
                        <a:rPr sz="1800" b="0">
                          <a:solidFill>
                            <a:srgbClr val="202B58"/>
                          </a:solidFill>
                          <a:latin typeface="Noto Sans JP"/>
                          <a:ea typeface="Noto Sans JP"/>
                          <a:cs typeface="Noto Sans JP"/>
                        </a:rPr>
                        <a:t>466.35</a:t>
                      </a:r>
                    </a:p>
                  </a:txBody>
                  <a:tcPr>
                    <a:solidFill>
                      <a:srgbClr val="FFFFFF"/>
                    </a:solidFill>
                  </a:tcPr>
                </a:tc>
                <a:tc>
                  <a:txBody>
                    <a:bodyPr/>
                    <a:lstStyle/>
                    <a:p>
                      <a:r>
                        <a:rPr sz="1800" b="0">
                          <a:solidFill>
                            <a:srgbClr val="202B58"/>
                          </a:solidFill>
                          <a:latin typeface="Noto Sans JP"/>
                          <a:ea typeface="Noto Sans JP"/>
                          <a:cs typeface="Noto Sans JP"/>
                        </a:rPr>
                        <a:t>410.00</a:t>
                      </a:r>
                    </a:p>
                  </a:txBody>
                  <a:tcPr>
                    <a:solidFill>
                      <a:srgbClr val="FFFFFF"/>
                    </a:solidFill>
                  </a:tcPr>
                </a:tc>
                <a:tc>
                  <a:txBody>
                    <a:bodyPr/>
                    <a:lstStyle/>
                    <a:p>
                      <a:r>
                        <a:rPr sz="1800" b="0">
                          <a:solidFill>
                            <a:srgbClr val="202B58"/>
                          </a:solidFill>
                          <a:latin typeface="Noto Sans JP"/>
                          <a:ea typeface="Noto Sans JP"/>
                          <a:cs typeface="Noto Sans JP"/>
                        </a:rPr>
                        <a:t>334.89</a:t>
                      </a:r>
                    </a:p>
                  </a:txBody>
                  <a:tcPr>
                    <a:solidFill>
                      <a:srgbClr val="FFFFFF"/>
                    </a:solidFill>
                  </a:tcPr>
                </a:tc>
                <a:tc>
                  <a:txBody>
                    <a:bodyPr/>
                    <a:lstStyle/>
                    <a:p>
                      <a:r>
                        <a:rPr sz="1800" b="0">
                          <a:solidFill>
                            <a:srgbClr val="202B58"/>
                          </a:solidFill>
                          <a:latin typeface="Noto Sans JP"/>
                          <a:ea typeface="Noto Sans JP"/>
                          <a:cs typeface="Noto Sans JP"/>
                        </a:rPr>
                        <a:t>2,736.80</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11月</a:t>
                      </a:r>
                    </a:p>
                  </a:txBody>
                  <a:tcPr>
                    <a:solidFill>
                      <a:srgbClr val="F1F5F8"/>
                    </a:solidFill>
                  </a:tcPr>
                </a:tc>
                <a:tc>
                  <a:txBody>
                    <a:bodyPr/>
                    <a:lstStyle/>
                    <a:p>
                      <a:r>
                        <a:rPr sz="1800" b="0">
                          <a:solidFill>
                            <a:srgbClr val="202B58"/>
                          </a:solidFill>
                          <a:latin typeface="Noto Sans JP"/>
                          <a:ea typeface="Noto Sans JP"/>
                          <a:cs typeface="Noto Sans JP"/>
                        </a:rPr>
                        <a:t>511.02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366.97</a:t>
                      </a:r>
                    </a:p>
                  </a:txBody>
                  <a:tcPr>
                    <a:solidFill>
                      <a:srgbClr val="F1F5F8"/>
                    </a:solidFill>
                  </a:tcPr>
                </a:tc>
                <a:tc>
                  <a:txBody>
                    <a:bodyPr/>
                    <a:lstStyle/>
                    <a:p>
                      <a:r>
                        <a:rPr sz="1800" b="0">
                          <a:solidFill>
                            <a:srgbClr val="202B58"/>
                          </a:solidFill>
                          <a:latin typeface="Noto Sans JP"/>
                          <a:ea typeface="Noto Sans JP"/>
                          <a:cs typeface="Noto Sans JP"/>
                        </a:rPr>
                        <a:t>2,998.92</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12月</a:t>
                      </a:r>
                    </a:p>
                  </a:txBody>
                  <a:tcPr>
                    <a:solidFill>
                      <a:srgbClr val="FFFFFF"/>
                    </a:solidFill>
                  </a:tcPr>
                </a:tc>
                <a:tc>
                  <a:txBody>
                    <a:bodyPr/>
                    <a:lstStyle/>
                    <a:p>
                      <a:r>
                        <a:rPr sz="1800" b="0">
                          <a:solidFill>
                            <a:srgbClr val="202B58"/>
                          </a:solidFill>
                          <a:latin typeface="Noto Sans JP"/>
                          <a:ea typeface="Noto Sans JP"/>
                          <a:cs typeface="Noto Sans JP"/>
                        </a:rPr>
                        <a:t>499.26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358.53</a:t>
                      </a:r>
                    </a:p>
                  </a:txBody>
                  <a:tcPr>
                    <a:solidFill>
                      <a:srgbClr val="FFFFFF"/>
                    </a:solidFill>
                  </a:tcPr>
                </a:tc>
                <a:tc>
                  <a:txBody>
                    <a:bodyPr/>
                    <a:lstStyle/>
                    <a:p>
                      <a:r>
                        <a:rPr sz="1800" b="0">
                          <a:solidFill>
                            <a:srgbClr val="202B58"/>
                          </a:solidFill>
                          <a:latin typeface="Noto Sans JP"/>
                          <a:ea typeface="Noto Sans JP"/>
                          <a:cs typeface="Noto Sans JP"/>
                        </a:rPr>
                        <a:t>2,929.94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75623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1CE3B35-05E6-47BC-AC60-EAABD9C5FCE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補足：代表週の日射量と、月全体との差</a:t>
            </a:r>
          </a:p>
        </p:txBody>
      </p:sp>
      <p:sp>
        <p:nvSpPr>
          <p:cNvPr id="2" name="正方形/長方形 1">
            <a:extLst>
              <a:ext uri="{FF2B5EF4-FFF2-40B4-BE49-F238E27FC236}">
                <a16:creationId xmlns:a16="http://schemas.microsoft.com/office/drawing/2014/main" id="{92A6D33C-28AA-44F5-A0C4-C7F3CC70D16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2025年の日積算GHIで事後確認。週は結果を見て選び直していない</a:t>
            </a:r>
          </a:p>
        </p:txBody>
      </p:sp>
      <p:sp>
        <p:nvSpPr>
          <p:cNvPr id="3" name="正方形/長方形 2">
            <a:extLst>
              <a:ext uri="{FF2B5EF4-FFF2-40B4-BE49-F238E27FC236}">
                <a16:creationId xmlns:a16="http://schemas.microsoft.com/office/drawing/2014/main" id="{65584CBE-68E4-4431-AB20-2E21E3452E8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3月の選択週は月平均より日射が少ない。月の平均結果と呼ばない</a:t>
            </a:r>
          </a:p>
        </p:txBody>
      </p:sp>
      <p:sp>
        <p:nvSpPr>
          <p:cNvPr id="4" name="正方形/長方形 3">
            <a:extLst>
              <a:ext uri="{FF2B5EF4-FFF2-40B4-BE49-F238E27FC236}">
                <a16:creationId xmlns:a16="http://schemas.microsoft.com/office/drawing/2014/main" id="{EF2FF756-C1D5-4451-9574-339AAFE938A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GHI [kWh/m²/日]とPV発電量[kWh]は別量。分類除外日も日射量の記述集計には含む。</a:t>
            </a:r>
          </a:p>
        </p:txBody>
      </p:sp>
      <p:sp>
        <p:nvSpPr>
          <p:cNvPr id="5" name="正方形/長方形 4">
            <a:extLst>
              <a:ext uri="{FF2B5EF4-FFF2-40B4-BE49-F238E27FC236}">
                <a16:creationId xmlns:a16="http://schemas.microsoft.com/office/drawing/2014/main" id="{5D7602D5-CCF2-4434-A271-EF561EB3E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23</a:t>
            </a:r>
          </a:p>
        </p:txBody>
      </p:sp>
      <p:graphicFrame>
        <p:nvGraphicFramePr>
          <p:cNvPr id="12" name="表 11"/>
          <p:cNvGraphicFramePr/>
          <p:nvPr/>
        </p:nvGraphicFramePr>
        <p:xfrm>
          <a:off x="571500" y="1743075"/>
          <a:ext cx="11049000" cy="3048000"/>
        </p:xfrm>
        <a:graphic>
          <a:graphicData uri="http://schemas.openxmlformats.org/drawingml/2006/table">
            <a:tbl>
              <a:tblPr/>
              <a:tblGrid>
                <a:gridCol w="295275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09600">
                <a:tc>
                  <a:txBody>
                    <a:bodyPr/>
                    <a:lstStyle/>
                    <a:p>
                      <a:r>
                        <a:rPr sz="1800" b="1">
                          <a:solidFill>
                            <a:srgbClr val="FFFFFF"/>
                          </a:solidFill>
                          <a:latin typeface="Noto Sans JP"/>
                          <a:ea typeface="Noto Sans JP"/>
                          <a:cs typeface="Noto Sans JP"/>
                        </a:rPr>
                        <a:t>対象</a:t>
                      </a:r>
                    </a:p>
                  </a:txBody>
                  <a:tcPr>
                    <a:solidFill>
                      <a:srgbClr val="202B58"/>
                    </a:solidFill>
                  </a:tcPr>
                </a:tc>
                <a:tc>
                  <a:txBody>
                    <a:bodyPr/>
                    <a:lstStyle/>
                    <a:p>
                      <a:r>
                        <a:rPr sz="1800" b="1">
                          <a:solidFill>
                            <a:srgbClr val="FFFFFF"/>
                          </a:solidFill>
                          <a:latin typeface="Noto Sans JP"/>
                          <a:ea typeface="Noto Sans JP"/>
                          <a:cs typeface="Noto Sans JP"/>
                        </a:rPr>
                        <a:t>選択週の日平均</a:t>
                      </a:r>
                    </a:p>
                  </a:txBody>
                  <a:tcPr>
                    <a:solidFill>
                      <a:srgbClr val="202B58"/>
                    </a:solidFill>
                  </a:tcPr>
                </a:tc>
                <a:tc>
                  <a:txBody>
                    <a:bodyPr/>
                    <a:lstStyle/>
                    <a:p>
                      <a:r>
                        <a:rPr sz="1800" b="1">
                          <a:solidFill>
                            <a:srgbClr val="FFFFFF"/>
                          </a:solidFill>
                          <a:latin typeface="Noto Sans JP"/>
                          <a:ea typeface="Noto Sans JP"/>
                          <a:cs typeface="Noto Sans JP"/>
                        </a:rPr>
                        <a:t>月全体の日平均</a:t>
                      </a:r>
                    </a:p>
                  </a:txBody>
                  <a:tcPr>
                    <a:solidFill>
                      <a:srgbClr val="202B58"/>
                    </a:solidFill>
                  </a:tcPr>
                </a:tc>
                <a:tc>
                  <a:txBody>
                    <a:bodyPr/>
                    <a:lstStyle/>
                    <a:p>
                      <a:r>
                        <a:rPr sz="1800" b="1">
                          <a:solidFill>
                            <a:srgbClr val="FFFFFF"/>
                          </a:solidFill>
                          <a:latin typeface="Noto Sans JP"/>
                          <a:ea typeface="Noto Sans JP"/>
                          <a:cs typeface="Noto Sans JP"/>
                        </a:rPr>
                        <a:t>差 [%]</a:t>
                      </a:r>
                    </a:p>
                  </a:txBody>
                  <a:tcPr>
                    <a:solidFill>
                      <a:srgbClr val="202B58"/>
                    </a:solidFill>
                  </a:tcPr>
                </a:tc>
                <a:extLst>
                  <a:ext uri="{0D108BD9-81ED-4DB2-BD59-A6C34878D82A}">
                    <a16:rowId xmlns:a16="http://schemas.microsoft.com/office/drawing/2014/main" val="10000"/>
                  </a:ext>
                </a:extLst>
              </a:tr>
              <a:tr h="609600">
                <a:tc>
                  <a:txBody>
                    <a:bodyPr/>
                    <a:lstStyle/>
                    <a:p>
                      <a:r>
                        <a:rPr sz="1800" b="0">
                          <a:solidFill>
                            <a:srgbClr val="202B58"/>
                          </a:solidFill>
                          <a:latin typeface="Noto Sans JP"/>
                          <a:ea typeface="Noto Sans JP"/>
                          <a:cs typeface="Noto Sans JP"/>
                        </a:rPr>
                        <a:t>2025-03-03</a:t>
                      </a:r>
                    </a:p>
                  </a:txBody>
                  <a:tcPr>
                    <a:solidFill>
                      <a:srgbClr val="F1F5F8"/>
                    </a:solidFill>
                  </a:tcPr>
                </a:tc>
                <a:tc>
                  <a:txBody>
                    <a:bodyPr/>
                    <a:lstStyle/>
                    <a:p>
                      <a:r>
                        <a:rPr sz="1800" b="0">
                          <a:solidFill>
                            <a:srgbClr val="202B58"/>
                          </a:solidFill>
                          <a:latin typeface="Noto Sans JP"/>
                          <a:ea typeface="Noto Sans JP"/>
                          <a:cs typeface="Noto Sans JP"/>
                        </a:rPr>
                        <a:t>2.497</a:t>
                      </a:r>
                    </a:p>
                  </a:txBody>
                  <a:tcPr>
                    <a:solidFill>
                      <a:srgbClr val="F1F5F8"/>
                    </a:solidFill>
                  </a:tcPr>
                </a:tc>
                <a:tc>
                  <a:txBody>
                    <a:bodyPr/>
                    <a:lstStyle/>
                    <a:p>
                      <a:r>
                        <a:rPr sz="1800" b="0">
                          <a:solidFill>
                            <a:srgbClr val="202B58"/>
                          </a:solidFill>
                          <a:latin typeface="Noto Sans JP"/>
                          <a:ea typeface="Noto Sans JP"/>
                          <a:cs typeface="Noto Sans JP"/>
                        </a:rPr>
                        <a:t>3.851</a:t>
                      </a:r>
                    </a:p>
                  </a:txBody>
                  <a:tcPr>
                    <a:solidFill>
                      <a:srgbClr val="F1F5F8"/>
                    </a:solidFill>
                  </a:tcPr>
                </a:tc>
                <a:tc>
                  <a:txBody>
                    <a:bodyPr/>
                    <a:lstStyle/>
                    <a:p>
                      <a:r>
                        <a:rPr sz="1800"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609600">
                <a:tc>
                  <a:txBody>
                    <a:bodyPr/>
                    <a:lstStyle/>
                    <a:p>
                      <a:r>
                        <a:rPr sz="1800" b="0">
                          <a:solidFill>
                            <a:srgbClr val="202B58"/>
                          </a:solidFill>
                          <a:latin typeface="Noto Sans JP"/>
                          <a:ea typeface="Noto Sans JP"/>
                          <a:cs typeface="Noto Sans JP"/>
                        </a:rPr>
                        <a:t>2025-07-07</a:t>
                      </a:r>
                    </a:p>
                  </a:txBody>
                  <a:tcPr>
                    <a:solidFill>
                      <a:srgbClr val="FFFFFF"/>
                    </a:solidFill>
                  </a:tcPr>
                </a:tc>
                <a:tc>
                  <a:txBody>
                    <a:bodyPr/>
                    <a:lstStyle/>
                    <a:p>
                      <a:r>
                        <a:rPr sz="1800" b="0">
                          <a:solidFill>
                            <a:srgbClr val="202B58"/>
                          </a:solidFill>
                          <a:latin typeface="Noto Sans JP"/>
                          <a:ea typeface="Noto Sans JP"/>
                          <a:cs typeface="Noto Sans JP"/>
                        </a:rPr>
                        <a:t>5.383</a:t>
                      </a:r>
                    </a:p>
                  </a:txBody>
                  <a:tcPr>
                    <a:solidFill>
                      <a:srgbClr val="FFFFFF"/>
                    </a:solidFill>
                  </a:tcPr>
                </a:tc>
                <a:tc>
                  <a:txBody>
                    <a:bodyPr/>
                    <a:lstStyle/>
                    <a:p>
                      <a:r>
                        <a:rPr sz="1800" b="0">
                          <a:solidFill>
                            <a:srgbClr val="202B58"/>
                          </a:solidFill>
                          <a:latin typeface="Noto Sans JP"/>
                          <a:ea typeface="Noto Sans JP"/>
                          <a:cs typeface="Noto Sans JP"/>
                        </a:rPr>
                        <a:t>6.083</a:t>
                      </a:r>
                    </a:p>
                  </a:txBody>
                  <a:tcPr>
                    <a:solidFill>
                      <a:srgbClr val="FFFFFF"/>
                    </a:solidFill>
                  </a:tcPr>
                </a:tc>
                <a:tc>
                  <a:txBody>
                    <a:bodyPr/>
                    <a:lstStyle/>
                    <a:p>
                      <a:r>
                        <a:rPr sz="1800" b="0">
                          <a:solidFill>
                            <a:srgbClr val="202B58"/>
                          </a:solidFill>
                          <a:latin typeface="Noto Sans JP"/>
                          <a:ea typeface="Noto Sans JP"/>
                          <a:cs typeface="Noto Sans JP"/>
                        </a:rPr>
                        <a:t>-11.5</a:t>
                      </a:r>
                    </a:p>
                  </a:txBody>
                  <a:tcPr>
                    <a:solidFill>
                      <a:srgbClr val="FFFFFF"/>
                    </a:solidFill>
                  </a:tcPr>
                </a:tc>
                <a:extLst>
                  <a:ext uri="{0D108BD9-81ED-4DB2-BD59-A6C34878D82A}">
                    <a16:rowId xmlns:a16="http://schemas.microsoft.com/office/drawing/2014/main" val="10002"/>
                  </a:ext>
                </a:extLst>
              </a:tr>
              <a:tr h="609600">
                <a:tc>
                  <a:txBody>
                    <a:bodyPr/>
                    <a:lstStyle/>
                    <a:p>
                      <a:r>
                        <a:rPr sz="1800" b="0">
                          <a:solidFill>
                            <a:srgbClr val="202B58"/>
                          </a:solidFill>
                          <a:latin typeface="Noto Sans JP"/>
                          <a:ea typeface="Noto Sans JP"/>
                          <a:cs typeface="Noto Sans JP"/>
                        </a:rPr>
                        <a:t>2025-10-06</a:t>
                      </a:r>
                    </a:p>
                  </a:txBody>
                  <a:tcPr>
                    <a:solidFill>
                      <a:srgbClr val="F1F5F8"/>
                    </a:solidFill>
                  </a:tcPr>
                </a:tc>
                <a:tc>
                  <a:txBody>
                    <a:bodyPr/>
                    <a:lstStyle/>
                    <a:p>
                      <a:r>
                        <a:rPr sz="1800" b="0">
                          <a:solidFill>
                            <a:srgbClr val="202B58"/>
                          </a:solidFill>
                          <a:latin typeface="Noto Sans JP"/>
                          <a:ea typeface="Noto Sans JP"/>
                          <a:cs typeface="Noto Sans JP"/>
                        </a:rPr>
                        <a:t>2.902</a:t>
                      </a:r>
                    </a:p>
                  </a:txBody>
                  <a:tcPr>
                    <a:solidFill>
                      <a:srgbClr val="F1F5F8"/>
                    </a:solidFill>
                  </a:tcPr>
                </a:tc>
                <a:tc>
                  <a:txBody>
                    <a:bodyPr/>
                    <a:lstStyle/>
                    <a:p>
                      <a:r>
                        <a:rPr sz="1800" b="0">
                          <a:solidFill>
                            <a:srgbClr val="202B58"/>
                          </a:solidFill>
                          <a:latin typeface="Noto Sans JP"/>
                          <a:ea typeface="Noto Sans JP"/>
                          <a:cs typeface="Noto Sans JP"/>
                        </a:rPr>
                        <a:t>2.415</a:t>
                      </a:r>
                    </a:p>
                  </a:txBody>
                  <a:tcPr>
                    <a:solidFill>
                      <a:srgbClr val="F1F5F8"/>
                    </a:solidFill>
                  </a:tcPr>
                </a:tc>
                <a:tc>
                  <a:txBody>
                    <a:bodyPr/>
                    <a:lstStyle/>
                    <a:p>
                      <a:r>
                        <a:rPr sz="1800" b="0">
                          <a:solidFill>
                            <a:srgbClr val="202B58"/>
                          </a:solidFill>
                          <a:latin typeface="Noto Sans JP"/>
                          <a:ea typeface="Noto Sans JP"/>
                          <a:cs typeface="Noto Sans JP"/>
                        </a:rPr>
                        <a:t>20.2</a:t>
                      </a:r>
                    </a:p>
                  </a:txBody>
                  <a:tcPr>
                    <a:solidFill>
                      <a:srgbClr val="F1F5F8"/>
                    </a:solidFill>
                  </a:tcPr>
                </a:tc>
                <a:extLst>
                  <a:ext uri="{0D108BD9-81ED-4DB2-BD59-A6C34878D82A}">
                    <a16:rowId xmlns:a16="http://schemas.microsoft.com/office/drawing/2014/main" val="10003"/>
                  </a:ext>
                </a:extLst>
              </a:tr>
              <a:tr h="609600">
                <a:tc>
                  <a:txBody>
                    <a:bodyPr/>
                    <a:lstStyle/>
                    <a:p>
                      <a:r>
                        <a:rPr sz="1800" b="0">
                          <a:solidFill>
                            <a:srgbClr val="202B58"/>
                          </a:solidFill>
                          <a:latin typeface="Noto Sans JP"/>
                          <a:ea typeface="Noto Sans JP"/>
                          <a:cs typeface="Noto Sans JP"/>
                        </a:rPr>
                        <a:t>2025-11-10</a:t>
                      </a:r>
                    </a:p>
                  </a:txBody>
                  <a:tcPr>
                    <a:solidFill>
                      <a:srgbClr val="FFFFFF"/>
                    </a:solidFill>
                  </a:tcPr>
                </a:tc>
                <a:tc>
                  <a:txBody>
                    <a:bodyPr/>
                    <a:lstStyle/>
                    <a:p>
                      <a:r>
                        <a:rPr sz="1800" b="0">
                          <a:solidFill>
                            <a:srgbClr val="202B58"/>
                          </a:solidFill>
                          <a:latin typeface="Noto Sans JP"/>
                          <a:ea typeface="Noto Sans JP"/>
                          <a:cs typeface="Noto Sans JP"/>
                        </a:rPr>
                        <a:t>2.663</a:t>
                      </a:r>
                    </a:p>
                  </a:txBody>
                  <a:tcPr>
                    <a:solidFill>
                      <a:srgbClr val="FFFFFF"/>
                    </a:solidFill>
                  </a:tcPr>
                </a:tc>
                <a:tc>
                  <a:txBody>
                    <a:bodyPr/>
                    <a:lstStyle/>
                    <a:p>
                      <a:r>
                        <a:rPr sz="1800" b="0">
                          <a:solidFill>
                            <a:srgbClr val="202B58"/>
                          </a:solidFill>
                          <a:latin typeface="Noto Sans JP"/>
                          <a:ea typeface="Noto Sans JP"/>
                          <a:cs typeface="Noto Sans JP"/>
                        </a:rPr>
                        <a:t>2.723</a:t>
                      </a:r>
                    </a:p>
                  </a:txBody>
                  <a:tcPr>
                    <a:solidFill>
                      <a:srgbClr val="FFFFFF"/>
                    </a:solidFill>
                  </a:tcPr>
                </a:tc>
                <a:tc>
                  <a:txBody>
                    <a:bodyPr/>
                    <a:lstStyle/>
                    <a:p>
                      <a:r>
                        <a:rPr sz="1800"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4588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C5DAEFB-58BB-45EF-BD57-FBF70593AFC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補足：今回の結果を解釈するための前提</a:t>
            </a:r>
          </a:p>
        </p:txBody>
      </p:sp>
      <p:sp>
        <p:nvSpPr>
          <p:cNvPr id="2" name="正方形/長方形 1">
            <a:extLst>
              <a:ext uri="{FF2B5EF4-FFF2-40B4-BE49-F238E27FC236}">
                <a16:creationId xmlns:a16="http://schemas.microsoft.com/office/drawing/2014/main" id="{1C4747AC-109A-47A7-9AA4-8EA1A4645C1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計算した条件と、現実の運用への適用範囲を区別する</a:t>
            </a:r>
          </a:p>
        </p:txBody>
      </p:sp>
      <p:sp>
        <p:nvSpPr>
          <p:cNvPr id="3" name="正方形/長方形 2">
            <a:extLst>
              <a:ext uri="{FF2B5EF4-FFF2-40B4-BE49-F238E27FC236}">
                <a16:creationId xmlns:a16="http://schemas.microsoft.com/office/drawing/2014/main" id="{3D7877B8-F899-41AA-A8CA-40A502D634E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条件付きの代表週比較であり、実設備の保証・年間平均・最適解の証明ではない</a:t>
            </a:r>
          </a:p>
        </p:txBody>
      </p:sp>
      <p:sp>
        <p:nvSpPr>
          <p:cNvPr id="4" name="正方形/長方形 3">
            <a:extLst>
              <a:ext uri="{FF2B5EF4-FFF2-40B4-BE49-F238E27FC236}">
                <a16:creationId xmlns:a16="http://schemas.microsoft.com/office/drawing/2014/main" id="{9703FF01-4538-460E-AECF-472EFDC56A9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電費は一定、距離は停留所座標による代理値。実装・原本の詳しい記録は発表者ノートと別紙へ。</a:t>
            </a:r>
          </a:p>
        </p:txBody>
      </p:sp>
      <p:sp>
        <p:nvSpPr>
          <p:cNvPr id="5" name="正方形/長方形 4">
            <a:extLst>
              <a:ext uri="{FF2B5EF4-FFF2-40B4-BE49-F238E27FC236}">
                <a16:creationId xmlns:a16="http://schemas.microsoft.com/office/drawing/2014/main" id="{FF07C311-5CA0-4BEA-86A5-C946B144D41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24</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534761">
                <a:tc>
                  <a:txBody>
                    <a:bodyPr/>
                    <a:lstStyle/>
                    <a:p>
                      <a:r>
                        <a:rPr sz="1600" b="1">
                          <a:solidFill>
                            <a:srgbClr val="FFFFFF"/>
                          </a:solidFill>
                          <a:latin typeface="Noto Sans JP"/>
                          <a:ea typeface="Noto Sans JP"/>
                          <a:cs typeface="Noto Sans JP"/>
                        </a:rPr>
                        <a:t>前提</a:t>
                      </a:r>
                    </a:p>
                  </a:txBody>
                  <a:tcPr>
                    <a:solidFill>
                      <a:srgbClr val="202B58"/>
                    </a:solidFill>
                  </a:tcPr>
                </a:tc>
                <a:tc>
                  <a:txBody>
                    <a:bodyPr/>
                    <a:lstStyle/>
                    <a:p>
                      <a:r>
                        <a:rPr sz="1600" b="1">
                          <a:solidFill>
                            <a:srgbClr val="FFFFFF"/>
                          </a:solidFill>
                          <a:latin typeface="Noto Sans JP"/>
                          <a:ea typeface="Noto Sans JP"/>
                          <a:cs typeface="Noto Sans JP"/>
                        </a:rPr>
                        <a:t>結果を読むときの注意</a:t>
                      </a:r>
                    </a:p>
                  </a:txBody>
                  <a:tcPr>
                    <a:solidFill>
                      <a:srgbClr val="202B58"/>
                    </a:solidFill>
                  </a:tcPr>
                </a:tc>
                <a:extLst>
                  <a:ext uri="{0D108BD9-81ED-4DB2-BD59-A6C34878D82A}">
                    <a16:rowId xmlns:a16="http://schemas.microsoft.com/office/drawing/2014/main" val="10000"/>
                  </a:ext>
                </a:extLst>
              </a:tr>
              <a:tr h="534761">
                <a:tc>
                  <a:txBody>
                    <a:bodyPr/>
                    <a:lstStyle/>
                    <a:p>
                      <a:r>
                        <a:rPr sz="1600" b="0">
                          <a:solidFill>
                            <a:srgbClr val="202B58"/>
                          </a:solidFill>
                          <a:latin typeface="Noto Sans JP"/>
                          <a:ea typeface="Noto Sans JP"/>
                          <a:cs typeface="Noto Sans JP"/>
                        </a:rPr>
                        <a:t>気象とダイヤの年</a:t>
                      </a:r>
                    </a:p>
                  </a:txBody>
                  <a:tcPr>
                    <a:solidFill>
                      <a:srgbClr val="F1F5F8"/>
                    </a:solidFill>
                  </a:tcPr>
                </a:tc>
                <a:tc>
                  <a:txBody>
                    <a:bodyPr/>
                    <a:lstStyle/>
                    <a:p>
                      <a:r>
                        <a:rPr sz="1600" b="0" dirty="0">
                          <a:solidFill>
                            <a:srgbClr val="202B58"/>
                          </a:solidFill>
                          <a:latin typeface="Noto Sans JP"/>
                          <a:ea typeface="Noto Sans JP"/>
                          <a:cs typeface="Noto Sans JP"/>
                        </a:rPr>
                        <a:t>2025年気象×2026年固定ダイヤ。過去実運行の再現ではない</a:t>
                      </a:r>
                    </a:p>
                  </a:txBody>
                  <a:tcPr>
                    <a:solidFill>
                      <a:srgbClr val="F1F5F8"/>
                    </a:solidFill>
                  </a:tcPr>
                </a:tc>
                <a:extLst>
                  <a:ext uri="{0D108BD9-81ED-4DB2-BD59-A6C34878D82A}">
                    <a16:rowId xmlns:a16="http://schemas.microsoft.com/office/drawing/2014/main" val="10001"/>
                  </a:ext>
                </a:extLst>
              </a:tr>
              <a:tr h="534761">
                <a:tc>
                  <a:txBody>
                    <a:bodyPr/>
                    <a:lstStyle/>
                    <a:p>
                      <a:r>
                        <a:rPr sz="1600" b="0">
                          <a:solidFill>
                            <a:srgbClr val="202B58"/>
                          </a:solidFill>
                          <a:latin typeface="Noto Sans JP"/>
                          <a:ea typeface="Noto Sans JP"/>
                          <a:cs typeface="Noto Sans JP"/>
                        </a:rPr>
                        <a:t>予測と評価</a:t>
                      </a:r>
                    </a:p>
                  </a:txBody>
                  <a:tcPr>
                    <a:solidFill>
                      <a:srgbClr val="FFFFFF"/>
                    </a:solidFill>
                  </a:tcPr>
                </a:tc>
                <a:tc>
                  <a:txBody>
                    <a:bodyPr/>
                    <a:lstStyle/>
                    <a:p>
                      <a:r>
                        <a:rPr sz="1600" b="0">
                          <a:solidFill>
                            <a:srgbClr val="202B58"/>
                          </a:solidFill>
                          <a:latin typeface="Noto Sans JP"/>
                          <a:ea typeface="Noto Sans JP"/>
                          <a:cs typeface="Noto Sans JP"/>
                        </a:rPr>
                        <a:t>2024年の平均的日射で計画し、2025年履歴推定で運用を評価</a:t>
                      </a:r>
                    </a:p>
                  </a:txBody>
                  <a:tcPr>
                    <a:solidFill>
                      <a:srgbClr val="FFFFFF"/>
                    </a:solidFill>
                  </a:tcPr>
                </a:tc>
                <a:extLst>
                  <a:ext uri="{0D108BD9-81ED-4DB2-BD59-A6C34878D82A}">
                    <a16:rowId xmlns:a16="http://schemas.microsoft.com/office/drawing/2014/main" val="10002"/>
                  </a:ext>
                </a:extLst>
              </a:tr>
              <a:tr h="534761">
                <a:tc>
                  <a:txBody>
                    <a:bodyPr/>
                    <a:lstStyle/>
                    <a:p>
                      <a:r>
                        <a:rPr sz="1600" b="0">
                          <a:solidFill>
                            <a:srgbClr val="202B58"/>
                          </a:solidFill>
                          <a:latin typeface="Noto Sans JP"/>
                          <a:ea typeface="Noto Sans JP"/>
                          <a:cs typeface="Noto Sans JP"/>
                        </a:rPr>
                        <a:t>PVの設置条件</a:t>
                      </a:r>
                    </a:p>
                  </a:txBody>
                  <a:tcPr>
                    <a:solidFill>
                      <a:srgbClr val="F1F5F8"/>
                    </a:solidFill>
                  </a:tcPr>
                </a:tc>
                <a:tc>
                  <a:txBody>
                    <a:bodyPr/>
                    <a:lstStyle/>
                    <a:p>
                      <a:r>
                        <a:rPr sz="1600" b="0">
                          <a:solidFill>
                            <a:srgbClr val="202B58"/>
                          </a:solidFill>
                          <a:latin typeface="Noto Sans JP"/>
                          <a:ea typeface="Noto Sans JP"/>
                          <a:cs typeface="Noto Sans JP"/>
                        </a:rPr>
                        <a:t>水平面GHIから簡易換算。傾斜角・方位が未反映</a:t>
                      </a:r>
                    </a:p>
                  </a:txBody>
                  <a:tcPr>
                    <a:solidFill>
                      <a:srgbClr val="F1F5F8"/>
                    </a:solidFill>
                  </a:tcPr>
                </a:tc>
                <a:extLst>
                  <a:ext uri="{0D108BD9-81ED-4DB2-BD59-A6C34878D82A}">
                    <a16:rowId xmlns:a16="http://schemas.microsoft.com/office/drawing/2014/main" val="10003"/>
                  </a:ext>
                </a:extLst>
              </a:tr>
              <a:tr h="534761">
                <a:tc>
                  <a:txBody>
                    <a:bodyPr/>
                    <a:lstStyle/>
                    <a:p>
                      <a:r>
                        <a:rPr sz="1600" b="0">
                          <a:solidFill>
                            <a:srgbClr val="202B58"/>
                          </a:solidFill>
                          <a:latin typeface="Noto Sans JP"/>
                          <a:ea typeface="Noto Sans JP"/>
                          <a:cs typeface="Noto Sans JP"/>
                        </a:rPr>
                        <a:t>費用と設備</a:t>
                      </a:r>
                    </a:p>
                  </a:txBody>
                  <a:tcPr>
                    <a:solidFill>
                      <a:srgbClr val="FFFFFF"/>
                    </a:solidFill>
                  </a:tcPr>
                </a:tc>
                <a:tc>
                  <a:txBody>
                    <a:bodyPr/>
                    <a:lstStyle/>
                    <a:p>
                      <a:r>
                        <a:rPr sz="1600" b="0">
                          <a:solidFill>
                            <a:srgbClr val="202B58"/>
                          </a:solidFill>
                          <a:latin typeface="Noto Sans JP"/>
                          <a:ea typeface="Noto Sans JP"/>
                          <a:cs typeface="Noto Sans JP"/>
                        </a:rPr>
                        <a:t>超過費はモデル料金。実受電設備の上限・設備投資は未評価</a:t>
                      </a:r>
                    </a:p>
                  </a:txBody>
                  <a:tcPr>
                    <a:solidFill>
                      <a:srgbClr val="FFFFFF"/>
                    </a:solidFill>
                  </a:tcPr>
                </a:tc>
                <a:extLst>
                  <a:ext uri="{0D108BD9-81ED-4DB2-BD59-A6C34878D82A}">
                    <a16:rowId xmlns:a16="http://schemas.microsoft.com/office/drawing/2014/main" val="10004"/>
                  </a:ext>
                </a:extLst>
              </a:tr>
              <a:tr h="534761">
                <a:tc>
                  <a:txBody>
                    <a:bodyPr/>
                    <a:lstStyle/>
                    <a:p>
                      <a:r>
                        <a:rPr sz="1600" b="0">
                          <a:solidFill>
                            <a:srgbClr val="202B58"/>
                          </a:solidFill>
                          <a:latin typeface="Noto Sans JP"/>
                          <a:ea typeface="Noto Sans JP"/>
                          <a:cs typeface="Noto Sans JP"/>
                        </a:rPr>
                        <a:t>BESSの残存電力量</a:t>
                      </a:r>
                    </a:p>
                  </a:txBody>
                  <a:tcPr>
                    <a:solidFill>
                      <a:srgbClr val="F1F5F8"/>
                    </a:solidFill>
                  </a:tcPr>
                </a:tc>
                <a:tc>
                  <a:txBody>
                    <a:bodyPr/>
                    <a:lstStyle/>
                    <a:p>
                      <a:r>
                        <a:rPr sz="1600" b="0">
                          <a:solidFill>
                            <a:srgbClr val="202B58"/>
                          </a:solidFill>
                          <a:latin typeface="Noto Sans JP"/>
                          <a:ea typeface="Noto Sans JP"/>
                          <a:cs typeface="Noto Sans JP"/>
                        </a:rPr>
                        <a:t>終端は初期へ戻さない。在庫差を毎週の節約とは扱わない</a:t>
                      </a:r>
                    </a:p>
                  </a:txBody>
                  <a:tcPr>
                    <a:solidFill>
                      <a:srgbClr val="F1F5F8"/>
                    </a:solidFill>
                  </a:tcPr>
                </a:tc>
                <a:extLst>
                  <a:ext uri="{0D108BD9-81ED-4DB2-BD59-A6C34878D82A}">
                    <a16:rowId xmlns:a16="http://schemas.microsoft.com/office/drawing/2014/main" val="10005"/>
                  </a:ext>
                </a:extLst>
              </a:tr>
              <a:tr h="534761">
                <a:tc>
                  <a:txBody>
                    <a:bodyPr/>
                    <a:lstStyle/>
                    <a:p>
                      <a:r>
                        <a:rPr sz="1600" b="0">
                          <a:solidFill>
                            <a:srgbClr val="202B58"/>
                          </a:solidFill>
                          <a:latin typeface="Noto Sans JP"/>
                          <a:ea typeface="Noto Sans JP"/>
                          <a:cs typeface="Noto Sans JP"/>
                        </a:rPr>
                        <a:t>解の品質・採用範囲</a:t>
                      </a:r>
                    </a:p>
                  </a:txBody>
                  <a:tcPr>
                    <a:solidFill>
                      <a:srgbClr val="FFFFFF"/>
                    </a:solidFill>
                  </a:tcPr>
                </a:tc>
                <a:tc>
                  <a:txBody>
                    <a:bodyPr/>
                    <a:lstStyle/>
                    <a:p>
                      <a:r>
                        <a:rPr sz="1600" b="0" dirty="0" err="1">
                          <a:solidFill>
                            <a:srgbClr val="202B58"/>
                          </a:solidFill>
                          <a:latin typeface="Noto Sans JP"/>
                          <a:ea typeface="Noto Sans JP"/>
                          <a:cs typeface="Noto Sans JP"/>
                        </a:rPr>
                        <a:t>時間制限内の実行可能解。統合最適性・正式研究採用は未確認</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25003834"/>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D3CAC02-CBFD-4B73-9271-E1AA61D4B1E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補足：1月代表週の電力需給と車両SOC</a:t>
            </a:r>
          </a:p>
        </p:txBody>
      </p:sp>
      <p:sp>
        <p:nvSpPr>
          <p:cNvPr id="2" name="正方形/長方形 1">
            <a:extLst>
              <a:ext uri="{FF2B5EF4-FFF2-40B4-BE49-F238E27FC236}">
                <a16:creationId xmlns:a16="http://schemas.microsoft.com/office/drawing/2014/main" id="{874E4DD5-0306-450C-82FA-3DE35DF5BFE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2025-01-06開始 ／ 174.25時間（最終翌朝含む）／ 1704便 ／ 運行BEV 26台</a:t>
            </a:r>
          </a:p>
        </p:txBody>
      </p:sp>
      <p:sp>
        <p:nvSpPr>
          <p:cNvPr id="3" name="正方形/長方形 2">
            <a:extLst>
              <a:ext uri="{FF2B5EF4-FFF2-40B4-BE49-F238E27FC236}">
                <a16:creationId xmlns:a16="http://schemas.microsoft.com/office/drawing/2014/main" id="{8513AEE9-E021-47B7-8289-69D203988E2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092156BC-2134-42E8-A9C6-34FE777A8AE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0C72266-44AB-45CE-A4C8-6F9B840BC20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25</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8515CE4B-0A9B-62FF-93EC-6EBCC728B94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544D7F01-8230-11FB-0040-40357D7752F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5F7F747C-C2A3-9C7C-2889-6BFD983D8286}"/>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3470FFC-1366-3D7C-855D-281F65C821C5}"/>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2C3BBB7-9EE1-5C07-F087-8977988EC964}"/>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64108D0-0AFA-B39F-94D1-64244F5E22AD}"/>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384A35D-7DC5-44C4-E02D-9D2B800587BE}"/>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981D3F5-13E5-E071-D46C-5A6D9460EB0D}"/>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D6084D1F-E941-CEF3-89F2-01F44EF63C60}"/>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8CF6F4DE-F2AC-89EE-FD18-C6942F28F1BB}"/>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814A142-8379-BD0E-73A7-78EE615E264C}"/>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425D6F5-2372-82AC-8011-0D5A69C7FC04}"/>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40C0620-E2A6-2D54-C066-891FE8DA006C}"/>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7DB79A5-29CD-51DF-6B1B-436EDB0512A4}"/>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ABE89F0B-24D6-6A6B-4BAE-7276BD05E53D}"/>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1EB054C8-897D-B217-238C-01B60FAD3221}"/>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66570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9FDAE76-33FF-4D27-8ED6-698B8107D07E}"/>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補足：2月代表週の電力需給と車両SOC</a:t>
            </a:r>
          </a:p>
        </p:txBody>
      </p:sp>
      <p:sp>
        <p:nvSpPr>
          <p:cNvPr id="2" name="正方形/長方形 1">
            <a:extLst>
              <a:ext uri="{FF2B5EF4-FFF2-40B4-BE49-F238E27FC236}">
                <a16:creationId xmlns:a16="http://schemas.microsoft.com/office/drawing/2014/main" id="{3C5D70B3-8229-48FF-B1B4-C6CBC6B345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2025-02-03開始 ／ 173.75時間（最終翌朝含む）／ 1704便 ／ 運行BEV 26台</a:t>
            </a:r>
          </a:p>
        </p:txBody>
      </p:sp>
      <p:sp>
        <p:nvSpPr>
          <p:cNvPr id="3" name="正方形/長方形 2">
            <a:extLst>
              <a:ext uri="{FF2B5EF4-FFF2-40B4-BE49-F238E27FC236}">
                <a16:creationId xmlns:a16="http://schemas.microsoft.com/office/drawing/2014/main" id="{DD0E7142-6EDC-4FE9-A272-F831F999C9C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8D4900FF-95E0-4879-BAA9-21B8787B3D08}"/>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D5B1995-AE95-49BA-A08C-52B9052D1ED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26</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DDB3DC4-603A-9618-42C1-7F3ED0B0143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B20667F7-6898-07F5-0D94-C5654D4EBD0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868610E-AA72-C582-EA1B-4234DFF33B5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71CC2B7-D2E0-B3F5-7DD9-E672FB9111E6}"/>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11016D1-26A0-7A5B-9EEF-64A6ECD89B9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1B379B9C-3EB4-C0EC-D86A-05173703D92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6878AE9B-27B8-6556-F088-DB458172B5C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7A36B25C-1593-7F3C-023C-D0B4712409D7}"/>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686932F9-B0C1-C439-C84D-E41D1A6DCC48}"/>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D71AEF7C-05A2-C235-532C-366994BF1B2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525A8FF-CE33-F2FD-6543-3DE61CCB14A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DE861FD0-A72D-3AC9-D464-0E18C7D09AB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3D469C8-8843-0BF7-8A63-EECAAE00838C}"/>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7373A80-B88D-A00A-F8F0-102BD15CDA0D}"/>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05BF2DF9-7D1C-CDA1-0207-FDD550061BFA}"/>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10F1642-1661-718C-37EB-2ED8789842B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9008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C28A81C-75A4-489D-98D6-C5E8053EC24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補足：3月代表週の電力需給と車両SOC</a:t>
            </a:r>
          </a:p>
        </p:txBody>
      </p:sp>
      <p:sp>
        <p:nvSpPr>
          <p:cNvPr id="2" name="正方形/長方形 1">
            <a:extLst>
              <a:ext uri="{FF2B5EF4-FFF2-40B4-BE49-F238E27FC236}">
                <a16:creationId xmlns:a16="http://schemas.microsoft.com/office/drawing/2014/main" id="{5674D140-FCA6-42F4-9EBC-2B61C46560C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2025-03-03開始 ／ 173.75時間（最終翌朝含む）／ 1704便 ／ 運行BEV 26台</a:t>
            </a:r>
          </a:p>
        </p:txBody>
      </p:sp>
      <p:sp>
        <p:nvSpPr>
          <p:cNvPr id="3" name="正方形/長方形 2">
            <a:extLst>
              <a:ext uri="{FF2B5EF4-FFF2-40B4-BE49-F238E27FC236}">
                <a16:creationId xmlns:a16="http://schemas.microsoft.com/office/drawing/2014/main" id="{86A617B0-B137-47BB-A4DF-9A552F65490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B3A75C1-611E-491C-A1D5-B2633CCDE7A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635AFAF-FB1F-4D48-9556-E9F90A66949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27</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0738C3D-0B3E-836E-08FE-4ACC02DBC49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30C86B3-BF2B-10B3-54F9-90F3A2FE7D4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7246CEEE-4FCE-38A0-2B29-5AC68C5C29DB}"/>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202C2000-905E-681E-DBF1-525C8FAE3BF4}"/>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3FFFC2D9-9C2A-CC62-109E-FB913B8924D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B89FD084-1AE0-320F-1F59-0CA66D2BB748}"/>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A817D872-2258-1EEB-7133-C90551D6046A}"/>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3E8F305-EC44-8393-B55C-785D0AE436AA}"/>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085A0FA5-1927-E1E7-383E-E18E9613F22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B87DE67-931E-7409-E083-EB7726D6563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69517EA-ADEA-AA21-1119-831F0D35A55D}"/>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4DF52F-0148-401B-396A-3425C833D5CA}"/>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72E80BF-808D-808E-AC06-88EDC9549E1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24EA3358-34D9-13BD-6182-DB5DFC10EDD8}"/>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6538D419-1EC6-D9CA-A117-41AECB526C74}"/>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FB61206C-67F4-FA22-6D75-AEB5BE1B43B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6724680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25FA7BE-5E75-4F84-8023-47351B688323}"/>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補足：4月代表週の電力需給と車両SOC</a:t>
            </a:r>
          </a:p>
        </p:txBody>
      </p:sp>
      <p:sp>
        <p:nvSpPr>
          <p:cNvPr id="2" name="正方形/長方形 1">
            <a:extLst>
              <a:ext uri="{FF2B5EF4-FFF2-40B4-BE49-F238E27FC236}">
                <a16:creationId xmlns:a16="http://schemas.microsoft.com/office/drawing/2014/main" id="{FDECA241-3483-4790-8360-5BCD377735F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2025-04-07開始 ／ 173.75時間（最終翌朝含む）／ 1704便 ／ 運行BEV 25台</a:t>
            </a:r>
          </a:p>
        </p:txBody>
      </p:sp>
      <p:sp>
        <p:nvSpPr>
          <p:cNvPr id="3" name="正方形/長方形 2">
            <a:extLst>
              <a:ext uri="{FF2B5EF4-FFF2-40B4-BE49-F238E27FC236}">
                <a16:creationId xmlns:a16="http://schemas.microsoft.com/office/drawing/2014/main" id="{890AFDB9-53A8-4D15-87A8-84958EAB6C4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A27742A-711D-4571-A111-7EA70638202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AC38D7E-C8F8-4ED9-8F2E-8830BC5E4E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28</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EEA8C3F0-20B0-5CAD-02D4-F60CF58B37E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FA1A130D-0DFC-E31B-DE42-44B75790ABB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375D719B-4D4A-0E40-F884-4FC4BCA1D22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43D7FA07-FBC6-CA43-70A4-B7228500960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0AEA48D-4970-1CCC-2007-F8283E87584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5845F561-5548-8932-FB06-F8267E11D78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16DCAB84-61D0-EC16-CDD5-0860E95C1DE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9256FFE-9B39-09FF-D7D1-AB767F848C7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E3DC5EA-7D88-9333-47C2-BE41BCAF0BFC}"/>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F05756B-4A14-1897-6A62-33C2EC6BB8C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E31DC98-E5CD-CB58-F828-4D8E41AF6546}"/>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60199C11-D635-F351-84AA-B50226EC24AE}"/>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FC5B636-72BE-A15A-0AE3-74CD65ABC685}"/>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A7FFF485-7D10-379B-B77C-FCFE4756DD4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D68D058E-2BBC-708A-87B4-27B8F0B6014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E69470F6-997E-0A5D-4887-ED85A931DBA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769907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4DA4057-D1F8-423A-92FE-06FA900E1C4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補足：5月代表週の電力需給と車両SOC</a:t>
            </a:r>
          </a:p>
        </p:txBody>
      </p:sp>
      <p:sp>
        <p:nvSpPr>
          <p:cNvPr id="2" name="正方形/長方形 1">
            <a:extLst>
              <a:ext uri="{FF2B5EF4-FFF2-40B4-BE49-F238E27FC236}">
                <a16:creationId xmlns:a16="http://schemas.microsoft.com/office/drawing/2014/main" id="{3CFFF8E2-8150-4F74-86C8-76802B452BA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2025-05-12開始 ／ 173.75時間（最終翌朝含む）／ 1704便 ／ 運行BEV 26台</a:t>
            </a:r>
          </a:p>
        </p:txBody>
      </p:sp>
      <p:sp>
        <p:nvSpPr>
          <p:cNvPr id="3" name="正方形/長方形 2">
            <a:extLst>
              <a:ext uri="{FF2B5EF4-FFF2-40B4-BE49-F238E27FC236}">
                <a16:creationId xmlns:a16="http://schemas.microsoft.com/office/drawing/2014/main" id="{09AE99DE-564D-4097-8AF3-5A8D90AF705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3776F92-6C82-49E1-95E1-D15E492829CD}"/>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EBC99707-87C6-419E-AEC5-32BEC4C3FD58}"/>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29</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1FF3299-BF80-146C-E3ED-812934A71C3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31588C1-4DF2-BF6C-B2EF-DD0EC151340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9E4E1F93-C0FB-B1F7-CF65-81A8A15E9FA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CF3C3CA3-C696-1AB0-D1DF-DE361CC9AF8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132B1CE-799F-6861-08BE-A55868B3E88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09E60E3-ADCD-415C-0760-90C96B8C26BB}"/>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79A2B61D-5984-85EA-DEC3-2F26ADDAD34B}"/>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D131EA71-8999-C0AF-87BD-047A933F9E16}"/>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2C14ED47-6F06-7AB1-A500-8AB5C06419B3}"/>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46140996-CA1E-EF2E-59A3-E3259789E128}"/>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F6BE9D59-43C8-0680-6793-5AFD7ACC3B5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DFA3FDE-8DF6-220C-8F97-4B7111389FA2}"/>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CD0B18-FCF7-1FEA-61D6-CC79691ECDC0}"/>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0D40CB0-6678-4368-244C-A383429225D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24AEE67C-4EC2-9263-4B04-8D8D8611973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73DF0E8-CBF0-5C55-11BA-D78D15209E8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104062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F36CE3E-E558-4A26-A507-67351EED654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補足：6月代表週の電力需給と車両SOC</a:t>
            </a:r>
          </a:p>
        </p:txBody>
      </p:sp>
      <p:sp>
        <p:nvSpPr>
          <p:cNvPr id="2" name="正方形/長方形 1">
            <a:extLst>
              <a:ext uri="{FF2B5EF4-FFF2-40B4-BE49-F238E27FC236}">
                <a16:creationId xmlns:a16="http://schemas.microsoft.com/office/drawing/2014/main" id="{65138931-3BF6-4D64-AA25-5AF35CD7395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2025-06-02開始 ／ 173.75時間（最終翌朝含む）／ 1704便 ／ 運行BEV 26台</a:t>
            </a:r>
          </a:p>
        </p:txBody>
      </p:sp>
      <p:sp>
        <p:nvSpPr>
          <p:cNvPr id="3" name="正方形/長方形 2">
            <a:extLst>
              <a:ext uri="{FF2B5EF4-FFF2-40B4-BE49-F238E27FC236}">
                <a16:creationId xmlns:a16="http://schemas.microsoft.com/office/drawing/2014/main" id="{A8B79F42-C629-4187-BAFB-695E8E2871C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137C362E-1922-49BE-80C6-F32E19022DC3}"/>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3D09C61-BE53-496F-AE7D-74F35E6FE40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30</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4D95C61-8AAF-DCCC-7BCA-1A9B5502F5D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8DD23D05-950F-6E40-6FB2-1FE3BB0897B2}"/>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28F9006-D6EA-0574-17ED-2F240B1BB249}"/>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1205352-4416-9DE8-33CA-7AA971FA932B}"/>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4F3FCFE5-70AE-4270-CF76-42F23D6C03A8}"/>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A46EE920-4636-4D73-B3D3-F7F09F2D7ED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FA2FC397-F027-D9E8-0365-36E54ED299AD}"/>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6467DAB-3FF9-DEB6-0E21-AF22EB4899C8}"/>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A01702D3-AF64-C882-E762-BA5C868DB9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922FCBA8-416F-DD23-8F1C-88F2B43037B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67C4698-7163-C3CE-04AE-3C878126EFD7}"/>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1C857E-E746-E442-CC47-03C444A2E0DB}"/>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841CBDC-8DDA-EF49-8AB9-0C8366232CF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F6F2BA3-1715-8E6B-E460-6E2858C63D6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F6ECB86-C4F7-F4CB-94BC-474CAE09D7CF}"/>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B13E91FE-2E7F-C34D-68DD-B3EA5D32564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50334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63A6F0F-708D-4F54-BFF3-C4D3276078C5}"/>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補足：7月代表週の電力需給と車両SOC</a:t>
            </a:r>
          </a:p>
        </p:txBody>
      </p:sp>
      <p:sp>
        <p:nvSpPr>
          <p:cNvPr id="2" name="正方形/長方形 1">
            <a:extLst>
              <a:ext uri="{FF2B5EF4-FFF2-40B4-BE49-F238E27FC236}">
                <a16:creationId xmlns:a16="http://schemas.microsoft.com/office/drawing/2014/main" id="{B2B88B61-6C5F-45C1-A5DD-92DD096A1C9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2025-07-07開始 ／ 173.75時間（最終翌朝含む）／ 1704便 ／ 運行BEV 26台</a:t>
            </a:r>
          </a:p>
        </p:txBody>
      </p:sp>
      <p:sp>
        <p:nvSpPr>
          <p:cNvPr id="3" name="正方形/長方形 2">
            <a:extLst>
              <a:ext uri="{FF2B5EF4-FFF2-40B4-BE49-F238E27FC236}">
                <a16:creationId xmlns:a16="http://schemas.microsoft.com/office/drawing/2014/main" id="{8BB56656-26A1-4F4C-A390-47ADC0791DFB}"/>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FEE68F5-F126-4992-B618-B628A22D2C9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2B27228F-7A1F-433B-BECC-0EE8E233C0C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31</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48DC246-F9A5-7402-EAEA-7D5881ADECA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8545280-5D4F-05EB-AF86-D39B0CBAA5C3}"/>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8D2EA93-E98E-0C9B-7229-3DC81460DC76}"/>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29D3CE9-5DDC-84E7-A3E9-D0D636FC9FB3}"/>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8B027ABB-EAFB-EB41-CD19-3549CACFA23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ED4989C-1E01-67E4-F8E2-F02011149FC5}"/>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E53325E3-EA48-1E03-546F-05F534246608}"/>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8894DF3-E361-4B2F-687D-9675D65E59D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8BC8923E-161E-1BA0-6F92-DB90529309AA}"/>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75580214-2444-87CF-7748-DF8DB5DE24F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2FA402B1-E744-B4AB-517D-8704E52BDB51}"/>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FF8FF4D-AF9D-791F-985A-5833E05B2AC9}"/>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FE3DFDE-2848-E420-0F48-55D3AC3DE7A9}"/>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66AE1389-1F11-9ACC-8087-D6BE32EFC021}"/>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8FF5227-D517-7ACB-1262-92187A518C58}"/>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A39DD1C8-9565-3447-2BC0-137FE46182F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672120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A280D6C-63DC-45DC-B1F9-CD51F597874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補足：8月代表週の電力需給と車両SOC</a:t>
            </a:r>
          </a:p>
        </p:txBody>
      </p:sp>
      <p:sp>
        <p:nvSpPr>
          <p:cNvPr id="2" name="正方形/長方形 1">
            <a:extLst>
              <a:ext uri="{FF2B5EF4-FFF2-40B4-BE49-F238E27FC236}">
                <a16:creationId xmlns:a16="http://schemas.microsoft.com/office/drawing/2014/main" id="{5DAF8522-5FD0-4D1E-8CE5-40F3E5F0117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2025-08-04開始 ／ 174.25時間（最終翌朝含む）／ 1704便 ／ 運行BEV 26台</a:t>
            </a:r>
          </a:p>
        </p:txBody>
      </p:sp>
      <p:sp>
        <p:nvSpPr>
          <p:cNvPr id="3" name="正方形/長方形 2">
            <a:extLst>
              <a:ext uri="{FF2B5EF4-FFF2-40B4-BE49-F238E27FC236}">
                <a16:creationId xmlns:a16="http://schemas.microsoft.com/office/drawing/2014/main" id="{6945B444-4975-499E-83D8-AD6E536A1CD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C1E0AA28-955D-4D2B-9523-95DD1DFE9E0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9813CE76-33D4-417B-B304-A7A9717EE22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32</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6F3CBF8-19EE-FF77-11C4-5E792BED96A2}"/>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37E1BC9A-A835-E05D-34FB-0C9F02537289}"/>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3F089AD-8F74-02BC-77E2-2897E85EED2D}"/>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9B4E3C7-475C-7807-B7C8-0A58E33B9640}"/>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473806-366B-5B73-A41A-E8FF34E51CC6}"/>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78246B2F-27DA-7FDC-8800-1A5846430F9A}"/>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75F7087-E581-0544-03A3-7480822BDB82}"/>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0CC7BFE-3BA1-ED9B-8504-49D1157B9EA3}"/>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17C40AC-DA71-ECCA-9F95-EF0EE2B64DFB}"/>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1EC2057A-3BFC-C8EE-DF3C-78B9314C319D}"/>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74320F9C-C992-B877-79F6-0AA8B9424C6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587EF5E-47EF-F47E-69FC-D89BE29079EB}"/>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0CA4F0B8-C747-7EAA-FE0C-0094A1A140BE}"/>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88F8EB5B-7629-DD21-41E4-29C2C35DD818}"/>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3ACA829-E8B3-6720-DAE0-AD185458FA8E}"/>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3B38DC86-8BBF-7594-EE16-02DE17981A7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612481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B20C69F-6BF9-4E00-966A-21BBEF8DEB2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補足：9月代表週の電力需給と車両SOC</a:t>
            </a:r>
          </a:p>
        </p:txBody>
      </p:sp>
      <p:sp>
        <p:nvSpPr>
          <p:cNvPr id="2" name="正方形/長方形 1">
            <a:extLst>
              <a:ext uri="{FF2B5EF4-FFF2-40B4-BE49-F238E27FC236}">
                <a16:creationId xmlns:a16="http://schemas.microsoft.com/office/drawing/2014/main" id="{2CC84F18-D3F3-42C4-AC53-D0001987B86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2025-09-01開始 ／ 173.75時間（最終翌朝含む）／ 1704便 ／ 運行BEV 26台</a:t>
            </a:r>
          </a:p>
        </p:txBody>
      </p:sp>
      <p:sp>
        <p:nvSpPr>
          <p:cNvPr id="3" name="正方形/長方形 2">
            <a:extLst>
              <a:ext uri="{FF2B5EF4-FFF2-40B4-BE49-F238E27FC236}">
                <a16:creationId xmlns:a16="http://schemas.microsoft.com/office/drawing/2014/main" id="{9FF833F4-D36D-4DAF-8134-A69D8B5C0FC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4C15AE4-AD8C-4229-BB35-D448DAE1283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82D24B86-C3E3-4563-BDDC-9FB4E0630B3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33</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349BA5AA-7CB4-69CA-2EFA-1864C1EEC09B}"/>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69A91A9-8D5A-CE50-5AF4-8E60347526A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0E8C832D-817B-0256-B455-E291B5D25282}"/>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FFF145F5-C756-2639-EF84-1871D9DF89B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23B07774-88BD-2999-F053-DA6746FB732D}"/>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3882E290-38D3-9F78-0379-9388B8309917}"/>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5A0089A-40EF-E6AA-1C4E-8A698AA1E7C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C5B42AC2-9C55-A145-E8D0-5605A58139C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39E33C6F-7CB0-A8D4-84CF-21AB3745735B}"/>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7CE37F7-1BAD-3CB4-F529-00F7C37DC76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6817F549-5C35-8A4C-40A0-CC40C7025ADB}"/>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864DFD97-9D46-DE1D-C144-DCA27BB7C78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995F8917-9833-23EB-60BE-1859CF7023E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D70C6435-2940-5D17-6161-BCA567AAE3F9}"/>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4AB0D569-4193-95A9-D98E-CF861376199B}"/>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8658633-F966-ADA0-94C9-9C98163065C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589024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DF8AA76-A15D-4FB8-B4BF-4E5C6A80AC1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補足：10月代表週の電力需給と車両SOC</a:t>
            </a:r>
          </a:p>
        </p:txBody>
      </p:sp>
      <p:sp>
        <p:nvSpPr>
          <p:cNvPr id="2" name="正方形/長方形 1">
            <a:extLst>
              <a:ext uri="{FF2B5EF4-FFF2-40B4-BE49-F238E27FC236}">
                <a16:creationId xmlns:a16="http://schemas.microsoft.com/office/drawing/2014/main" id="{77CBB616-59A4-456A-9922-244D6BB34E0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2025-10-06開始 ／ 174.25時間（最終翌朝含む）／ 1704便 ／ 運行BEV 26台</a:t>
            </a:r>
          </a:p>
        </p:txBody>
      </p:sp>
      <p:sp>
        <p:nvSpPr>
          <p:cNvPr id="3" name="正方形/長方形 2">
            <a:extLst>
              <a:ext uri="{FF2B5EF4-FFF2-40B4-BE49-F238E27FC236}">
                <a16:creationId xmlns:a16="http://schemas.microsoft.com/office/drawing/2014/main" id="{348A922F-ECFD-451A-AA80-152A09559B6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74CB46AC-09AE-4219-977F-FA0F0DD7967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0ED6AE31-EA16-4698-8162-7DF528D538A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34</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BF7EC66-1BA2-BF61-AB67-A3406C0F3E3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637D6255-FDA4-FD96-7F3A-D67F7C24BE6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A5B5A18-B1CB-8C86-DBE3-1902971DC614}"/>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0EF349D-0C79-6684-4B76-A0D412E66B2C}"/>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0B73DB3-98A3-11DA-0EDC-7650B39145AF}"/>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006EE79-9DFA-66F3-F52E-EBD30F1E0EA9}"/>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8006366E-DD40-C0B7-3E3D-CE9B8DF99045}"/>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BB53392E-9213-3FE6-3A5A-BFEA9550C7AE}"/>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47145BB2-D3C3-33B1-FE06-4D67B1126ACD}"/>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F57B3B59-C213-A305-9FB0-E480A1A398AE}"/>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597D42A-9A01-5F85-9B06-19EF90A23EE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E9E66234-3FC2-5014-B5B8-B5B473BE5A37}"/>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C82A403-ABDC-28DE-E76A-4BF97B8AA557}"/>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B5EF7587-2EA6-5561-4706-AEFF61817EF7}"/>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CC7BF82-AC72-B041-D41B-96A0B35C97AF}"/>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B3B95FD-917B-BCF3-2BA6-39044B3C348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0578498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D897015-4899-46B1-99B2-A4374DD4BCA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補足：11月代表週の電力需給と車両SOC</a:t>
            </a:r>
          </a:p>
        </p:txBody>
      </p:sp>
      <p:sp>
        <p:nvSpPr>
          <p:cNvPr id="2" name="正方形/長方形 1">
            <a:extLst>
              <a:ext uri="{FF2B5EF4-FFF2-40B4-BE49-F238E27FC236}">
                <a16:creationId xmlns:a16="http://schemas.microsoft.com/office/drawing/2014/main" id="{79AF5949-E0C9-4008-AAA3-FB6A7D0B8D0E}"/>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2025-11-10開始 ／ 173.75時間（最終翌朝含む）／ 1704便 ／ 運行BEV 26台</a:t>
            </a:r>
          </a:p>
        </p:txBody>
      </p:sp>
      <p:sp>
        <p:nvSpPr>
          <p:cNvPr id="3" name="正方形/長方形 2">
            <a:extLst>
              <a:ext uri="{FF2B5EF4-FFF2-40B4-BE49-F238E27FC236}">
                <a16:creationId xmlns:a16="http://schemas.microsoft.com/office/drawing/2014/main" id="{E22AC1B8-AEE1-48C3-9515-0D731B551CF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D8ABEED9-C91D-483E-8F54-1BE0478591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B6CADB6E-F39E-4CDE-B9C4-4A42A1EF90B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35</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B74C73C0-788B-9627-A5E4-8002B18B8F0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2884004-1A27-8939-4613-724BAD415FB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FDA4DD2-0154-06FB-62F4-F3CB3CB61EA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EB56FDA-C1D9-AC31-CD43-65C56FE4BE1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34D0979-FA76-A51A-7F01-2CF303618DE5}"/>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28410A3A-435B-CFAA-428B-034D2B83C141}"/>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31A98786-374B-8BFA-9840-CCAFDDD2B7A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94FD2451-99FE-C8BD-3B1E-A9530729D793}"/>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FBBDE97F-B73A-A363-B361-953FDD566F9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4BD5FE2-2DC1-CA9B-F711-8CF2E40C22E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06DC5C5B-7329-D9BF-BD7F-6C2A85F1315F}"/>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D24BE90-3A3F-E03F-E8AB-FD8A399B708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DE3E95-155C-9D3B-13B7-AFCA5E386918}"/>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4B9D36F5-7F0D-8D20-89A5-66DBCED4049B}"/>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97AB415-6D7C-419B-9656-84E14F934D20}"/>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AE045A5-5E24-A11F-A048-9051435FE2AF}"/>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5375908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764EAB2-4538-4F51-8762-F06BCDA345D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補足：12月代表週の電力需給と車両SOC</a:t>
            </a:r>
          </a:p>
        </p:txBody>
      </p:sp>
      <p:sp>
        <p:nvSpPr>
          <p:cNvPr id="2" name="正方形/長方形 1">
            <a:extLst>
              <a:ext uri="{FF2B5EF4-FFF2-40B4-BE49-F238E27FC236}">
                <a16:creationId xmlns:a16="http://schemas.microsoft.com/office/drawing/2014/main" id="{0E08382D-3D43-4BDB-8E51-533484539E8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2025-12-01開始 ／ 173.75時間（最終翌朝含む）／ 1704便 ／ 運行BEV 26台</a:t>
            </a:r>
          </a:p>
        </p:txBody>
      </p:sp>
      <p:sp>
        <p:nvSpPr>
          <p:cNvPr id="3" name="正方形/長方形 2">
            <a:extLst>
              <a:ext uri="{FF2B5EF4-FFF2-40B4-BE49-F238E27FC236}">
                <a16:creationId xmlns:a16="http://schemas.microsoft.com/office/drawing/2014/main" id="{34E3D5F2-9B02-493D-8287-9D4AC7857A8E}"/>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9593B8D2-397B-431D-9BD8-A8CCD61AA48C}"/>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7A04A425-964C-4672-958C-83B721486DF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36</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227FD90D-1853-8FE6-B5E8-B951F7B6071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DDE9292-DC77-2E21-1F83-3CAB0DCF62E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6CED70FD-81EE-4362-28CE-546D84A38EE5}"/>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4E614AC-6E70-458C-AC36-9E06F062B1B1}"/>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6EB1DBF-0F3A-A2B1-9944-0A67451339C4}"/>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E93FC85-8DFC-DD8B-B564-587191E18C56}"/>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556B6E81-6A5D-4959-6EA7-AC13393F2E4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0D8CCC1E-579E-0B08-525E-A2CF62F9F95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91502F6-00DA-72C6-8806-4ACAF0A77A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6A0F17C-961B-2131-CF60-B19134DD4907}"/>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512CEC8-1F29-4E89-DB79-272C815E09F9}"/>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D546080-4A4A-8713-58E3-B154F8C8379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B298B6-7980-772D-6998-08DE3E7D304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703EAF2-154E-6E5C-A680-A194A811813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1C77890-F4C9-24EB-8A0F-755687ED53E9}"/>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67C554D1-9750-307E-CC4E-5FE4CC4072B5}"/>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797061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D445B96-DA6F-4CE6-8FE0-E9784C02B7F4}"/>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補足：雨分類でも日中に日射が高い日がある</a:t>
            </a:r>
          </a:p>
        </p:txBody>
      </p:sp>
      <p:sp>
        <p:nvSpPr>
          <p:cNvPr id="2" name="正方形/長方形 1">
            <a:extLst>
              <a:ext uri="{FF2B5EF4-FFF2-40B4-BE49-F238E27FC236}">
                <a16:creationId xmlns:a16="http://schemas.microsoft.com/office/drawing/2014/main" id="{69F1C731-7B82-420D-A6E6-F6590DB85881}"/>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2025年7月10日（雨分類）の15分推定値。分類は日単位、日射は時刻別</a:t>
            </a:r>
          </a:p>
        </p:txBody>
      </p:sp>
      <p:sp>
        <p:nvSpPr>
          <p:cNvPr id="3" name="正方形/長方形 2">
            <a:extLst>
              <a:ext uri="{FF2B5EF4-FFF2-40B4-BE49-F238E27FC236}">
                <a16:creationId xmlns:a16="http://schemas.microsoft.com/office/drawing/2014/main" id="{7CE78189-D96E-4E05-9A9C-2DFCB61335DF}"/>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夏の雨20日中、明るい昼＋15時以降の降水は2日。多数とはいえない</a:t>
            </a:r>
          </a:p>
        </p:txBody>
      </p:sp>
      <p:sp>
        <p:nvSpPr>
          <p:cNvPr id="4" name="正方形/長方形 3">
            <a:extLst>
              <a:ext uri="{FF2B5EF4-FFF2-40B4-BE49-F238E27FC236}">
                <a16:creationId xmlns:a16="http://schemas.microsoft.com/office/drawing/2014/main" id="{B7356D10-7C35-4E34-BBE5-BD1545BFF9C9}"/>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追加の探索集計。夕立の発生原因は判定していない。P90曲線は実在する1日を表さない。</a:t>
            </a:r>
          </a:p>
        </p:txBody>
      </p:sp>
      <p:sp>
        <p:nvSpPr>
          <p:cNvPr id="5" name="正方形/長方形 4">
            <a:extLst>
              <a:ext uri="{FF2B5EF4-FFF2-40B4-BE49-F238E27FC236}">
                <a16:creationId xmlns:a16="http://schemas.microsoft.com/office/drawing/2014/main" id="{86D6142B-F688-452A-8101-35375CD6803E}"/>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37</a:t>
            </a:r>
          </a:p>
        </p:txBody>
      </p:sp>
      <p:graphicFrame>
        <p:nvGraphicFramePr>
          <p:cNvPr id="6" name="Chart">
            <a:extLst>
              <a:ext uri="{FF2B5EF4-FFF2-40B4-BE49-F238E27FC236}">
                <a16:creationId xmlns:a16="http://schemas.microsoft.com/office/drawing/2014/main" id="{721D216D-1F14-4DA0-AC14-80E753DBB58F}"/>
              </a:ext>
            </a:extLst>
          </p:cNvPr>
          <p:cNvGraphicFramePr/>
          <p:nvPr/>
        </p:nvGraphicFramePr>
        <p:xfrm>
          <a:off x="714375" y="1600200"/>
          <a:ext cx="7239000" cy="23526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698BACEA-8905-42B0-948A-5E9074B6C22C}"/>
              </a:ext>
            </a:extLst>
          </p:cNvPr>
          <p:cNvGraphicFramePr/>
          <p:nvPr/>
        </p:nvGraphicFramePr>
        <p:xfrm>
          <a:off x="714375" y="3838575"/>
          <a:ext cx="7239000" cy="1819275"/>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FB23EAB-72FF-41C1-B27F-21683DC66016}"/>
              </a:ext>
            </a:extLst>
          </p:cNvPr>
          <p:cNvSpPr>
            <a:spLocks noGrp="1"/>
          </p:cNvSpPr>
          <p:nvPr/>
        </p:nvSpPr>
        <p:spPr>
          <a:xfrm>
            <a:off x="8191500" y="1857375"/>
            <a:ext cx="3190875" cy="381000"/>
          </a:xfrm>
          <a:prstGeom prst="rect">
            <a:avLst/>
          </a:prstGeom>
          <a:noFill/>
          <a:ln w="0">
            <a:noFill/>
          </a:ln>
        </p:spPr>
        <p:txBody>
          <a:bodyPr>
            <a:noAutofit/>
          </a:bodyPr>
          <a:lstStyle>
            <a:defPPr>
              <a:defRPr sz="1950" b="1">
                <a:solidFill>
                  <a:srgbClr val="202B58"/>
                </a:solidFill>
                <a:latin typeface="Noto Sans JP"/>
                <a:ea typeface="Noto Sans JP"/>
                <a:cs typeface="Noto Sans JP"/>
              </a:defRPr>
            </a:defP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7月10日の例</a:t>
            </a:r>
          </a:p>
        </p:txBody>
      </p:sp>
      <p:sp>
        <p:nvSpPr>
          <p:cNvPr id="9" name="正方形/長方形 8">
            <a:extLst>
              <a:ext uri="{FF2B5EF4-FFF2-40B4-BE49-F238E27FC236}">
                <a16:creationId xmlns:a16="http://schemas.microsoft.com/office/drawing/2014/main" id="{B5A82179-A0A1-443A-B656-64D762E4F2F6}"/>
              </a:ext>
            </a:extLst>
          </p:cNvPr>
          <p:cNvSpPr>
            <a:spLocks noGrp="1"/>
          </p:cNvSpPr>
          <p:nvPr/>
        </p:nvSpPr>
        <p:spPr>
          <a:xfrm>
            <a:off x="8191500" y="2352675"/>
            <a:ext cx="3190875" cy="2428875"/>
          </a:xfrm>
          <a:prstGeom prst="rect">
            <a:avLst/>
          </a:prstGeom>
          <a:noFill/>
          <a:ln w="0">
            <a:noFill/>
          </a:ln>
        </p:spPr>
        <p:txBody>
          <a:bodyPr>
            <a:noAutofit/>
          </a:bodyPr>
          <a:lstStyle>
            <a:defPPr>
              <a:defRPr sz="1875" b="0">
                <a:solidFill>
                  <a:srgbClr val="202B58"/>
                </a:solidFill>
                <a:latin typeface="Noto Sans JP"/>
                <a:ea typeface="Noto Sans JP"/>
                <a:cs typeface="Noto Sans JP"/>
              </a:defRPr>
            </a:defP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10〜14時の日射比</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0.879</a:t>
            </a:r>
          </a:p>
          <a:p>
            <a:endParaRPr sz="1875" b="0">
              <a:solidFill>
                <a:srgbClr val="202B58"/>
              </a:solidFill>
              <a:latin typeface="Noto Sans JP"/>
              <a:ea typeface="Noto Sans JP"/>
              <a:cs typeface="Noto Sans JP"/>
            </a:endParaRP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昼間の降水量</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15時前：0.30 mm</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15時以降：1.10 mm</a:t>
            </a:r>
          </a:p>
        </p:txBody>
      </p:sp>
      <p:sp>
        <p:nvSpPr>
          <p:cNvPr id="10" name="正方形/長方形 9">
            <a:extLst>
              <a:ext uri="{FF2B5EF4-FFF2-40B4-BE49-F238E27FC236}">
                <a16:creationId xmlns:a16="http://schemas.microsoft.com/office/drawing/2014/main" id="{139DBC7F-B2F2-46DB-97E4-F06C57A3852A}"/>
              </a:ext>
            </a:extLst>
          </p:cNvPr>
          <p:cNvSpPr>
            <a:spLocks noGrp="1"/>
          </p:cNvSpPr>
          <p:nvPr/>
        </p:nvSpPr>
        <p:spPr>
          <a:xfrm>
            <a:off x="8191500" y="4838700"/>
            <a:ext cx="3190875" cy="723900"/>
          </a:xfrm>
          <a:prstGeom prst="rect">
            <a:avLst/>
          </a:prstGeom>
          <a:noFill/>
          <a:ln w="0">
            <a:noFill/>
          </a:ln>
        </p:spPr>
        <p:txBody>
          <a:bodyPr>
            <a:noAutofit/>
          </a:bodyPr>
          <a:lstStyle>
            <a:defPPr>
              <a:defRPr sz="1650" b="0">
                <a:solidFill>
                  <a:srgbClr val="59687B"/>
                </a:solidFill>
                <a:latin typeface="Noto Sans JP"/>
                <a:ea typeface="Noto Sans JP"/>
                <a:cs typeface="Noto Sans JP"/>
              </a:defRPr>
            </a:defP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降水量 = 降水強度</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[mm/h] × 0.25 h の合計</a:t>
            </a:r>
          </a:p>
        </p:txBody>
      </p:sp>
    </p:spTree>
    <p:extLst>
      <p:ext uri="{BB962C8B-B14F-4D97-AF65-F5344CB8AC3E}">
        <p14:creationId xmlns:p14="http://schemas.microsoft.com/office/powerpoint/2010/main" val="42310497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8742336-FB12-4307-9EE5-87FD764B864B}"/>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補足：水平面日射と、PVの設置面日射を分ける</a:t>
            </a:r>
          </a:p>
        </p:txBody>
      </p:sp>
      <p:sp>
        <p:nvSpPr>
          <p:cNvPr id="2" name="正方形/長方形 1">
            <a:extLst>
              <a:ext uri="{FF2B5EF4-FFF2-40B4-BE49-F238E27FC236}">
                <a16:creationId xmlns:a16="http://schemas.microsoft.com/office/drawing/2014/main" id="{E60D0479-7528-487F-B7D3-485D52AAC8F9}"/>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冬の太陽高度・日長と、設置角・方位は別々の要因</a:t>
            </a:r>
          </a:p>
        </p:txBody>
      </p:sp>
      <p:sp>
        <p:nvSpPr>
          <p:cNvPr id="3" name="正方形/長方形 2">
            <a:extLst>
              <a:ext uri="{FF2B5EF4-FFF2-40B4-BE49-F238E27FC236}">
                <a16:creationId xmlns:a16="http://schemas.microsoft.com/office/drawing/2014/main" id="{D14F86C7-67DD-4C48-B37B-10E21FAA88E6}"/>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設置面日射への変更には、角度・方位を確定した別入力版が必要</a:t>
            </a:r>
          </a:p>
        </p:txBody>
      </p:sp>
      <p:sp>
        <p:nvSpPr>
          <p:cNvPr id="4" name="正方形/長方形 3">
            <a:extLst>
              <a:ext uri="{FF2B5EF4-FFF2-40B4-BE49-F238E27FC236}">
                <a16:creationId xmlns:a16="http://schemas.microsoft.com/office/drawing/2014/main" id="{940CF6A8-EBE0-4ABC-92BE-CF10062A9C5C}"/>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今回の12週は水平面日射に基づく条件付き評価。傾斜面への補正・再計算は未実施。</a:t>
            </a:r>
          </a:p>
        </p:txBody>
      </p:sp>
      <p:sp>
        <p:nvSpPr>
          <p:cNvPr id="5" name="正方形/長方形 4">
            <a:extLst>
              <a:ext uri="{FF2B5EF4-FFF2-40B4-BE49-F238E27FC236}">
                <a16:creationId xmlns:a16="http://schemas.microsoft.com/office/drawing/2014/main" id="{639D32C5-5EF0-4A51-9A26-731682E1F780}"/>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38</a:t>
            </a:r>
          </a:p>
        </p:txBody>
      </p:sp>
      <p:graphicFrame>
        <p:nvGraphicFramePr>
          <p:cNvPr id="6" name="表 5">
            <a:extLst>
              <a:ext uri="{FF2B5EF4-FFF2-40B4-BE49-F238E27FC236}">
                <a16:creationId xmlns:a16="http://schemas.microsoft.com/office/drawing/2014/main" id="{4C1A0693-095C-4D50-A07B-346D6286CBA4}"/>
              </a:ext>
            </a:extLst>
          </p:cNvPr>
          <p:cNvGraphicFramePr/>
          <p:nvPr/>
        </p:nvGraphicFramePr>
        <p:xfrm>
          <a:off x="571500" y="1733550"/>
          <a:ext cx="11049000" cy="3857625"/>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551089">
                <a:tc>
                  <a:txBody>
                    <a:bodyPr/>
                    <a:lstStyle/>
                    <a:p>
                      <a:r>
                        <a:rPr sz="1725" b="1">
                          <a:solidFill>
                            <a:srgbClr val="FFFFFF"/>
                          </a:solidFill>
                          <a:latin typeface="Noto Sans JP"/>
                          <a:ea typeface="Noto Sans JP"/>
                          <a:cs typeface="Noto Sans JP"/>
                        </a:rPr>
                        <a:t>量・条件</a:t>
                      </a:r>
                    </a:p>
                  </a:txBody>
                  <a:tcPr>
                    <a:solidFill>
                      <a:srgbClr val="202B58"/>
                    </a:solidFill>
                  </a:tcPr>
                </a:tc>
                <a:tc>
                  <a:txBody>
                    <a:bodyPr/>
                    <a:lstStyle/>
                    <a:p>
                      <a:r>
                        <a:rPr sz="1725" b="1">
                          <a:solidFill>
                            <a:srgbClr val="FFFFFF"/>
                          </a:solidFill>
                          <a:latin typeface="Noto Sans JP"/>
                          <a:ea typeface="Noto Sans JP"/>
                          <a:cs typeface="Noto Sans JP"/>
                        </a:rPr>
                        <a:t>今回の扱いと、必要な訂正</a:t>
                      </a:r>
                    </a:p>
                  </a:txBody>
                  <a:tcPr>
                    <a:solidFill>
                      <a:srgbClr val="202B58"/>
                    </a:solidFill>
                  </a:tcPr>
                </a:tc>
                <a:extLst>
                  <a:ext uri="{0D108BD9-81ED-4DB2-BD59-A6C34878D82A}">
                    <a16:rowId xmlns:a16="http://schemas.microsoft.com/office/drawing/2014/main" val="10000"/>
                  </a:ext>
                </a:extLst>
              </a:tr>
              <a:tr h="551089">
                <a:tc>
                  <a:txBody>
                    <a:bodyPr/>
                    <a:lstStyle/>
                    <a:p>
                      <a:r>
                        <a:rPr sz="1725" b="0">
                          <a:solidFill>
                            <a:srgbClr val="202B58"/>
                          </a:solidFill>
                          <a:latin typeface="Noto Sans JP"/>
                          <a:ea typeface="Noto Sans JP"/>
                          <a:cs typeface="Noto Sans JP"/>
                        </a:rPr>
                        <a:t>水平面全天日射 GHI</a:t>
                      </a:r>
                    </a:p>
                  </a:txBody>
                  <a:tcPr>
                    <a:solidFill>
                      <a:srgbClr val="F1F5F8"/>
                    </a:solidFill>
                  </a:tcPr>
                </a:tc>
                <a:tc>
                  <a:txBody>
                    <a:bodyPr/>
                    <a:lstStyle/>
                    <a:p>
                      <a:r>
                        <a:rPr sz="1725" b="0">
                          <a:solidFill>
                            <a:srgbClr val="202B58"/>
                          </a:solidFill>
                          <a:latin typeface="Noto Sans JP"/>
                          <a:ea typeface="Noto Sans JP"/>
                          <a:cs typeface="Noto Sans JP"/>
                        </a:rPr>
                        <a:t>現在の標準カーブ。水平な面が受ける直達＋散乱日射</a:t>
                      </a:r>
                    </a:p>
                  </a:txBody>
                  <a:tcPr>
                    <a:solidFill>
                      <a:srgbClr val="F1F5F8"/>
                    </a:solidFill>
                  </a:tcPr>
                </a:tc>
                <a:extLst>
                  <a:ext uri="{0D108BD9-81ED-4DB2-BD59-A6C34878D82A}">
                    <a16:rowId xmlns:a16="http://schemas.microsoft.com/office/drawing/2014/main" val="10001"/>
                  </a:ext>
                </a:extLst>
              </a:tr>
              <a:tr h="551089">
                <a:tc>
                  <a:txBody>
                    <a:bodyPr/>
                    <a:lstStyle/>
                    <a:p>
                      <a:r>
                        <a:rPr sz="1725" b="0">
                          <a:solidFill>
                            <a:srgbClr val="202B58"/>
                          </a:solidFill>
                          <a:latin typeface="Noto Sans JP"/>
                          <a:ea typeface="Noto Sans JP"/>
                          <a:cs typeface="Noto Sans JP"/>
                        </a:rPr>
                        <a:t>設置面日射 POA / GTI</a:t>
                      </a:r>
                    </a:p>
                  </a:txBody>
                  <a:tcPr>
                    <a:solidFill>
                      <a:srgbClr val="FFFFFF"/>
                    </a:solidFill>
                  </a:tcPr>
                </a:tc>
                <a:tc>
                  <a:txBody>
                    <a:bodyPr/>
                    <a:lstStyle/>
                    <a:p>
                      <a:r>
                        <a:rPr sz="1725" b="0">
                          <a:solidFill>
                            <a:srgbClr val="202B58"/>
                          </a:solidFill>
                          <a:latin typeface="Noto Sans JP"/>
                          <a:ea typeface="Noto Sans JP"/>
                          <a:cs typeface="Noto Sans JP"/>
                        </a:rPr>
                        <a:t>傾斜角・方位を持つPV面への日射。GHIとは同じでない</a:t>
                      </a:r>
                    </a:p>
                  </a:txBody>
                  <a:tcPr>
                    <a:solidFill>
                      <a:srgbClr val="FFFFFF"/>
                    </a:solidFill>
                  </a:tcPr>
                </a:tc>
                <a:extLst>
                  <a:ext uri="{0D108BD9-81ED-4DB2-BD59-A6C34878D82A}">
                    <a16:rowId xmlns:a16="http://schemas.microsoft.com/office/drawing/2014/main" val="10002"/>
                  </a:ext>
                </a:extLst>
              </a:tr>
              <a:tr h="551089">
                <a:tc>
                  <a:txBody>
                    <a:bodyPr/>
                    <a:lstStyle/>
                    <a:p>
                      <a:r>
                        <a:rPr sz="1725" b="0">
                          <a:solidFill>
                            <a:srgbClr val="202B58"/>
                          </a:solidFill>
                          <a:latin typeface="Noto Sans JP"/>
                          <a:ea typeface="Noto Sans JP"/>
                          <a:cs typeface="Noto Sans JP"/>
                        </a:rPr>
                        <a:t>冬と夏の日射差</a:t>
                      </a:r>
                    </a:p>
                  </a:txBody>
                  <a:tcPr>
                    <a:solidFill>
                      <a:srgbClr val="F1F5F8"/>
                    </a:solidFill>
                  </a:tcPr>
                </a:tc>
                <a:tc>
                  <a:txBody>
                    <a:bodyPr/>
                    <a:lstStyle/>
                    <a:p>
                      <a:r>
                        <a:rPr sz="1725" b="0">
                          <a:solidFill>
                            <a:srgbClr val="202B58"/>
                          </a:solidFill>
                          <a:latin typeface="Noto Sans JP"/>
                          <a:ea typeface="Noto Sans JP"/>
                          <a:cs typeface="Noto Sans JP"/>
                        </a:rPr>
                        <a:t>水平面の日長・太陽高度の差。実PVの発電量差とは断定しない</a:t>
                      </a:r>
                    </a:p>
                  </a:txBody>
                  <a:tcPr>
                    <a:solidFill>
                      <a:srgbClr val="F1F5F8"/>
                    </a:solidFill>
                  </a:tcPr>
                </a:tc>
                <a:extLst>
                  <a:ext uri="{0D108BD9-81ED-4DB2-BD59-A6C34878D82A}">
                    <a16:rowId xmlns:a16="http://schemas.microsoft.com/office/drawing/2014/main" val="10003"/>
                  </a:ext>
                </a:extLst>
              </a:tr>
              <a:tr h="551089">
                <a:tc>
                  <a:txBody>
                    <a:bodyPr/>
                    <a:lstStyle/>
                    <a:p>
                      <a:r>
                        <a:rPr sz="1725" b="0">
                          <a:solidFill>
                            <a:srgbClr val="202B58"/>
                          </a:solidFill>
                          <a:latin typeface="Noto Sans JP"/>
                          <a:ea typeface="Noto Sans JP"/>
                          <a:cs typeface="Noto Sans JP"/>
                        </a:rPr>
                        <a:t>今回のPV換算</a:t>
                      </a:r>
                    </a:p>
                  </a:txBody>
                  <a:tcPr>
                    <a:solidFill>
                      <a:srgbClr val="FFFFFF"/>
                    </a:solidFill>
                  </a:tcPr>
                </a:tc>
                <a:tc>
                  <a:txBody>
                    <a:bodyPr/>
                    <a:lstStyle/>
                    <a:p>
                      <a:r>
                        <a:rPr sz="1725" b="0">
                          <a:solidFill>
                            <a:srgbClr val="202B58"/>
                          </a:solidFill>
                          <a:latin typeface="Noto Sans JP"/>
                          <a:ea typeface="Noto Sans JP"/>
                          <a:cs typeface="Noto Sans JP"/>
                        </a:rPr>
                        <a:t>GHIに容量等を掛ける簡易換算。設置角・方位が未反映</a:t>
                      </a:r>
                    </a:p>
                  </a:txBody>
                  <a:tcPr>
                    <a:solidFill>
                      <a:srgbClr val="FFFFFF"/>
                    </a:solidFill>
                  </a:tcPr>
                </a:tc>
                <a:extLst>
                  <a:ext uri="{0D108BD9-81ED-4DB2-BD59-A6C34878D82A}">
                    <a16:rowId xmlns:a16="http://schemas.microsoft.com/office/drawing/2014/main" val="10004"/>
                  </a:ext>
                </a:extLst>
              </a:tr>
              <a:tr h="551089">
                <a:tc>
                  <a:txBody>
                    <a:bodyPr/>
                    <a:lstStyle/>
                    <a:p>
                      <a:r>
                        <a:rPr sz="1725" b="0">
                          <a:solidFill>
                            <a:srgbClr val="202B58"/>
                          </a:solidFill>
                          <a:latin typeface="Noto Sans JP"/>
                          <a:ea typeface="Noto Sans JP"/>
                          <a:cs typeface="Noto Sans JP"/>
                        </a:rPr>
                        <a:t>本番に向けた修正</a:t>
                      </a:r>
                    </a:p>
                  </a:txBody>
                  <a:tcPr>
                    <a:solidFill>
                      <a:srgbClr val="F1F5F8"/>
                    </a:solidFill>
                  </a:tcPr>
                </a:tc>
                <a:tc>
                  <a:txBody>
                    <a:bodyPr/>
                    <a:lstStyle/>
                    <a:p>
                      <a:r>
                        <a:rPr sz="1725" b="0">
                          <a:solidFill>
                            <a:srgbClr val="202B58"/>
                          </a:solidFill>
                          <a:latin typeface="Noto Sans JP"/>
                          <a:ea typeface="Noto Sans JP"/>
                          <a:cs typeface="Noto Sans JP"/>
                        </a:rPr>
                        <a:t>設置条件を確認し、直達・散乱日射から設置面日射を算定</a:t>
                      </a:r>
                    </a:p>
                  </a:txBody>
                  <a:tcPr>
                    <a:solidFill>
                      <a:srgbClr val="F1F5F8"/>
                    </a:solidFill>
                  </a:tcPr>
                </a:tc>
                <a:extLst>
                  <a:ext uri="{0D108BD9-81ED-4DB2-BD59-A6C34878D82A}">
                    <a16:rowId xmlns:a16="http://schemas.microsoft.com/office/drawing/2014/main" val="10005"/>
                  </a:ext>
                </a:extLst>
              </a:tr>
              <a:tr h="551089">
                <a:tc>
                  <a:txBody>
                    <a:bodyPr/>
                    <a:lstStyle/>
                    <a:p>
                      <a:r>
                        <a:rPr sz="1725" b="0">
                          <a:solidFill>
                            <a:srgbClr val="202B58"/>
                          </a:solidFill>
                          <a:latin typeface="Noto Sans JP"/>
                          <a:ea typeface="Noto Sans JP"/>
                          <a:cs typeface="Noto Sans JP"/>
                        </a:rPr>
                        <a:t>今は主張できないこと</a:t>
                      </a:r>
                    </a:p>
                  </a:txBody>
                  <a:tcPr>
                    <a:solidFill>
                      <a:srgbClr val="FFFFFF"/>
                    </a:solidFill>
                  </a:tcPr>
                </a:tc>
                <a:tc>
                  <a:txBody>
                    <a:bodyPr/>
                    <a:lstStyle/>
                    <a:p>
                      <a:r>
                        <a:rPr sz="1725" b="0">
                          <a:solidFill>
                            <a:srgbClr val="202B58"/>
                          </a:solidFill>
                          <a:latin typeface="Noto Sans JP"/>
                          <a:ea typeface="Noto Sans JP"/>
                          <a:cs typeface="Noto Sans JP"/>
                        </a:rPr>
                        <a:t>傾斜面を採用済み、実設備の発電再現、季節の費用順位の保証</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70030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EAAD26C8-FACD-402B-985C-13312EE10B1F}"/>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補足：夜間受電が増えた区間の供給と充電需要</a:t>
            </a:r>
          </a:p>
        </p:txBody>
      </p:sp>
      <p:sp>
        <p:nvSpPr>
          <p:cNvPr id="2" name="正方形/長方形 1">
            <a:extLst>
              <a:ext uri="{FF2B5EF4-FFF2-40B4-BE49-F238E27FC236}">
                <a16:creationId xmlns:a16="http://schemas.microsoft.com/office/drawing/2014/main" id="{A53B098F-3330-47F4-BDCF-88B209D2B17B}"/>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3月6日・11月14日、04:15〜04:30の採用区間を追跡</a:t>
            </a:r>
          </a:p>
        </p:txBody>
      </p:sp>
      <p:sp>
        <p:nvSpPr>
          <p:cNvPr id="3" name="正方形/長方形 2">
            <a:extLst>
              <a:ext uri="{FF2B5EF4-FFF2-40B4-BE49-F238E27FC236}">
                <a16:creationId xmlns:a16="http://schemas.microsoft.com/office/drawing/2014/main" id="{4B1F5125-26BF-4AA7-8B71-3E6A0133D508}"/>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PVなし・BESS下限・出庫前の補充が重なり、同時充電を系統が供給</a:t>
            </a:r>
          </a:p>
        </p:txBody>
      </p:sp>
      <p:sp>
        <p:nvSpPr>
          <p:cNvPr id="4" name="正方形/長方形 3">
            <a:extLst>
              <a:ext uri="{FF2B5EF4-FFF2-40B4-BE49-F238E27FC236}">
                <a16:creationId xmlns:a16="http://schemas.microsoft.com/office/drawing/2014/main" id="{F477FD84-730A-4FC0-9ECC-AD3AE8006C26}"/>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受電の供給理由は確認できる。04:15への集中が不可避・最適かは別の検証が必要。</a:t>
            </a:r>
          </a:p>
        </p:txBody>
      </p:sp>
      <p:sp>
        <p:nvSpPr>
          <p:cNvPr id="5" name="正方形/長方形 4">
            <a:extLst>
              <a:ext uri="{FF2B5EF4-FFF2-40B4-BE49-F238E27FC236}">
                <a16:creationId xmlns:a16="http://schemas.microsoft.com/office/drawing/2014/main" id="{9EB35E3C-EE6B-4D5C-BD01-1673E07E7D21}"/>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39</a:t>
            </a:r>
          </a:p>
        </p:txBody>
      </p:sp>
      <p:graphicFrame>
        <p:nvGraphicFramePr>
          <p:cNvPr id="6" name="表 5">
            <a:extLst>
              <a:ext uri="{FF2B5EF4-FFF2-40B4-BE49-F238E27FC236}">
                <a16:creationId xmlns:a16="http://schemas.microsoft.com/office/drawing/2014/main" id="{04139851-55B8-4812-807E-298914E08F71}"/>
              </a:ext>
            </a:extLst>
          </p:cNvPr>
          <p:cNvGraphicFramePr/>
          <p:nvPr/>
        </p:nvGraphicFramePr>
        <p:xfrm>
          <a:off x="571500" y="1733550"/>
          <a:ext cx="11049000" cy="3857625"/>
        </p:xfrm>
        <a:graphic>
          <a:graphicData uri="http://schemas.openxmlformats.org/drawingml/2006/table">
            <a:tbl>
              <a:tblPr/>
              <a:tblGrid>
                <a:gridCol w="45720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428625">
                <a:tc>
                  <a:txBody>
                    <a:bodyPr/>
                    <a:lstStyle/>
                    <a:p>
                      <a:r>
                        <a:rPr sz="1650" b="1">
                          <a:solidFill>
                            <a:srgbClr val="FFFFFF"/>
                          </a:solidFill>
                          <a:latin typeface="Noto Sans JP"/>
                          <a:ea typeface="Noto Sans JP"/>
                          <a:cs typeface="Noto Sans JP"/>
                        </a:rPr>
                        <a:t>ピーク区間の記録</a:t>
                      </a:r>
                    </a:p>
                  </a:txBody>
                  <a:tcPr>
                    <a:solidFill>
                      <a:srgbClr val="202B58"/>
                    </a:solidFill>
                  </a:tcPr>
                </a:tc>
                <a:tc>
                  <a:txBody>
                    <a:bodyPr/>
                    <a:lstStyle/>
                    <a:p>
                      <a:r>
                        <a:rPr sz="1650" b="1">
                          <a:solidFill>
                            <a:srgbClr val="FFFFFF"/>
                          </a:solidFill>
                          <a:latin typeface="Noto Sans JP"/>
                          <a:ea typeface="Noto Sans JP"/>
                          <a:cs typeface="Noto Sans JP"/>
                        </a:rPr>
                        <a:t>3月6日</a:t>
                      </a:r>
                    </a:p>
                  </a:txBody>
                  <a:tcPr>
                    <a:solidFill>
                      <a:srgbClr val="202B58"/>
                    </a:solidFill>
                  </a:tcPr>
                </a:tc>
                <a:tc>
                  <a:txBody>
                    <a:bodyPr/>
                    <a:lstStyle/>
                    <a:p>
                      <a:r>
                        <a:rPr sz="1650" b="1">
                          <a:solidFill>
                            <a:srgbClr val="FFFFFF"/>
                          </a:solidFill>
                          <a:latin typeface="Noto Sans JP"/>
                          <a:ea typeface="Noto Sans JP"/>
                          <a:cs typeface="Noto Sans JP"/>
                        </a:rPr>
                        <a:t>11月14日</a:t>
                      </a:r>
                    </a:p>
                  </a:txBody>
                  <a:tcPr>
                    <a:solidFill>
                      <a:srgbClr val="202B58"/>
                    </a:solidFill>
                  </a:tcPr>
                </a:tc>
                <a:extLst>
                  <a:ext uri="{0D108BD9-81ED-4DB2-BD59-A6C34878D82A}">
                    <a16:rowId xmlns:a16="http://schemas.microsoft.com/office/drawing/2014/main" val="10000"/>
                  </a:ext>
                </a:extLst>
              </a:tr>
              <a:tr h="428625">
                <a:tc>
                  <a:txBody>
                    <a:bodyPr/>
                    <a:lstStyle/>
                    <a:p>
                      <a:r>
                        <a:rPr sz="1650" b="0">
                          <a:solidFill>
                            <a:srgbClr val="202B58"/>
                          </a:solidFill>
                          <a:latin typeface="Noto Sans JP"/>
                          <a:ea typeface="Noto Sans JP"/>
                          <a:cs typeface="Noto Sans JP"/>
                        </a:rPr>
                        <a:t>15分平均系統受電</a:t>
                      </a:r>
                    </a:p>
                  </a:txBody>
                  <a:tcPr>
                    <a:solidFill>
                      <a:srgbClr val="F1F5F8"/>
                    </a:solidFill>
                  </a:tcPr>
                </a:tc>
                <a:tc>
                  <a:txBody>
                    <a:bodyPr/>
                    <a:lstStyle/>
                    <a:p>
                      <a:r>
                        <a:rPr sz="1650" b="0">
                          <a:solidFill>
                            <a:srgbClr val="202B58"/>
                          </a:solidFill>
                          <a:latin typeface="Noto Sans JP"/>
                          <a:ea typeface="Noto Sans JP"/>
                          <a:cs typeface="Noto Sans JP"/>
                        </a:rPr>
                        <a:t>630.0 kW</a:t>
                      </a:r>
                    </a:p>
                  </a:txBody>
                  <a:tcPr>
                    <a:solidFill>
                      <a:srgbClr val="F1F5F8"/>
                    </a:solidFill>
                  </a:tcPr>
                </a:tc>
                <a:tc>
                  <a:txBody>
                    <a:bodyPr/>
                    <a:lstStyle/>
                    <a:p>
                      <a:r>
                        <a:rPr sz="1650" b="0">
                          <a:solidFill>
                            <a:srgbClr val="202B58"/>
                          </a:solidFill>
                          <a:latin typeface="Noto Sans JP"/>
                          <a:ea typeface="Noto Sans JP"/>
                          <a:cs typeface="Noto Sans JP"/>
                        </a:rPr>
                        <a:t>732.2 kW</a:t>
                      </a:r>
                    </a:p>
                  </a:txBody>
                  <a:tcPr>
                    <a:solidFill>
                      <a:srgbClr val="F1F5F8"/>
                    </a:solidFill>
                  </a:tcPr>
                </a:tc>
                <a:extLst>
                  <a:ext uri="{0D108BD9-81ED-4DB2-BD59-A6C34878D82A}">
                    <a16:rowId xmlns:a16="http://schemas.microsoft.com/office/drawing/2014/main" val="10001"/>
                  </a:ext>
                </a:extLst>
              </a:tr>
              <a:tr h="428625">
                <a:tc>
                  <a:txBody>
                    <a:bodyPr/>
                    <a:lstStyle/>
                    <a:p>
                      <a:r>
                        <a:rPr sz="1650" b="0">
                          <a:solidFill>
                            <a:srgbClr val="202B58"/>
                          </a:solidFill>
                          <a:latin typeface="Noto Sans JP"/>
                          <a:ea typeface="Noto Sans JP"/>
                          <a:cs typeface="Noto Sans JP"/>
                        </a:rPr>
                        <a:t>PV直接供給 / BESS放電</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extLst>
                  <a:ext uri="{0D108BD9-81ED-4DB2-BD59-A6C34878D82A}">
                    <a16:rowId xmlns:a16="http://schemas.microsoft.com/office/drawing/2014/main" val="10002"/>
                  </a:ext>
                </a:extLst>
              </a:tr>
              <a:tr h="428625">
                <a:tc>
                  <a:txBody>
                    <a:bodyPr/>
                    <a:lstStyle/>
                    <a:p>
                      <a:r>
                        <a:rPr sz="1650" b="0">
                          <a:solidFill>
                            <a:srgbClr val="202B58"/>
                          </a:solidFill>
                          <a:latin typeface="Noto Sans JP"/>
                          <a:ea typeface="Noto Sans JP"/>
                          <a:cs typeface="Noto Sans JP"/>
                        </a:rPr>
                        <a:t>BESS開始→終了残量</a:t>
                      </a:r>
                    </a:p>
                  </a:txBody>
                  <a:tcPr>
                    <a:solidFill>
                      <a:srgbClr val="F1F5F8"/>
                    </a:solidFill>
                  </a:tcPr>
                </a:tc>
                <a:tc>
                  <a:txBody>
                    <a:bodyPr/>
                    <a:lstStyle/>
                    <a:p>
                      <a:r>
                        <a:rPr sz="1650" b="0">
                          <a:solidFill>
                            <a:srgbClr val="202B58"/>
                          </a:solidFill>
                          <a:latin typeface="Noto Sans JP"/>
                          <a:ea typeface="Noto Sans JP"/>
                          <a:cs typeface="Noto Sans JP"/>
                        </a:rPr>
                        <a:t>1,200 → 1,200 kWh</a:t>
                      </a:r>
                    </a:p>
                  </a:txBody>
                  <a:tcPr>
                    <a:solidFill>
                      <a:srgbClr val="F1F5F8"/>
                    </a:solidFill>
                  </a:tcPr>
                </a:tc>
                <a:tc>
                  <a:txBody>
                    <a:bodyPr/>
                    <a:lstStyle/>
                    <a:p>
                      <a:r>
                        <a:rPr sz="1650" b="0">
                          <a:solidFill>
                            <a:srgbClr val="202B58"/>
                          </a:solidFill>
                          <a:latin typeface="Noto Sans JP"/>
                          <a:ea typeface="Noto Sans JP"/>
                          <a:cs typeface="Noto Sans JP"/>
                        </a:rPr>
                        <a:t>1,200 → 1,200 kWh</a:t>
                      </a:r>
                    </a:p>
                  </a:txBody>
                  <a:tcPr>
                    <a:solidFill>
                      <a:srgbClr val="F1F5F8"/>
                    </a:solidFill>
                  </a:tcPr>
                </a:tc>
                <a:extLst>
                  <a:ext uri="{0D108BD9-81ED-4DB2-BD59-A6C34878D82A}">
                    <a16:rowId xmlns:a16="http://schemas.microsoft.com/office/drawing/2014/main" val="10003"/>
                  </a:ext>
                </a:extLst>
              </a:tr>
              <a:tr h="428625">
                <a:tc>
                  <a:txBody>
                    <a:bodyPr/>
                    <a:lstStyle/>
                    <a:p>
                      <a:r>
                        <a:rPr sz="1650" b="0">
                          <a:solidFill>
                            <a:srgbClr val="202B58"/>
                          </a:solidFill>
                          <a:latin typeface="Noto Sans JP"/>
                          <a:ea typeface="Noto Sans JP"/>
                          <a:cs typeface="Noto Sans JP"/>
                        </a:rPr>
                        <a:t>同時に充電する台数</a:t>
                      </a:r>
                    </a:p>
                  </a:txBody>
                  <a:tcPr>
                    <a:solidFill>
                      <a:srgbClr val="FFFFFF"/>
                    </a:solidFill>
                  </a:tcPr>
                </a:tc>
                <a:tc>
                  <a:txBody>
                    <a:bodyPr/>
                    <a:lstStyle/>
                    <a:p>
                      <a:r>
                        <a:rPr sz="1650" b="0">
                          <a:solidFill>
                            <a:srgbClr val="202B58"/>
                          </a:solidFill>
                          <a:latin typeface="Noto Sans JP"/>
                          <a:ea typeface="Noto Sans JP"/>
                          <a:cs typeface="Noto Sans JP"/>
                        </a:rPr>
                        <a:t>8台</a:t>
                      </a:r>
                    </a:p>
                  </a:txBody>
                  <a:tcPr>
                    <a:solidFill>
                      <a:srgbClr val="FFFFFF"/>
                    </a:solidFill>
                  </a:tcPr>
                </a:tc>
                <a:tc>
                  <a:txBody>
                    <a:bodyPr/>
                    <a:lstStyle/>
                    <a:p>
                      <a:r>
                        <a:rPr sz="1650" b="0">
                          <a:solidFill>
                            <a:srgbClr val="202B58"/>
                          </a:solidFill>
                          <a:latin typeface="Noto Sans JP"/>
                          <a:ea typeface="Noto Sans JP"/>
                          <a:cs typeface="Noto Sans JP"/>
                        </a:rPr>
                        <a:t>10台</a:t>
                      </a:r>
                    </a:p>
                  </a:txBody>
                  <a:tcPr>
                    <a:solidFill>
                      <a:srgbClr val="FFFFFF"/>
                    </a:solidFill>
                  </a:tcPr>
                </a:tc>
                <a:extLst>
                  <a:ext uri="{0D108BD9-81ED-4DB2-BD59-A6C34878D82A}">
                    <a16:rowId xmlns:a16="http://schemas.microsoft.com/office/drawing/2014/main" val="10004"/>
                  </a:ext>
                </a:extLst>
              </a:tr>
              <a:tr h="428625">
                <a:tc>
                  <a:txBody>
                    <a:bodyPr/>
                    <a:lstStyle/>
                    <a:p>
                      <a:r>
                        <a:rPr sz="1650" b="0">
                          <a:solidFill>
                            <a:srgbClr val="202B58"/>
                          </a:solidFill>
                          <a:latin typeface="Noto Sans JP"/>
                          <a:ea typeface="Noto Sans JP"/>
                          <a:cs typeface="Noto Sans JP"/>
                        </a:rPr>
                        <a:t>充電車両SOC（区間開始）</a:t>
                      </a:r>
                    </a:p>
                  </a:txBody>
                  <a:tcPr>
                    <a:solidFill>
                      <a:srgbClr val="F1F5F8"/>
                    </a:solidFill>
                  </a:tcPr>
                </a:tc>
                <a:tc>
                  <a:txBody>
                    <a:bodyPr/>
                    <a:lstStyle/>
                    <a:p>
                      <a:r>
                        <a:rPr sz="1650" b="0">
                          <a:solidFill>
                            <a:srgbClr val="202B58"/>
                          </a:solidFill>
                          <a:latin typeface="Noto Sans JP"/>
                          <a:ea typeface="Noto Sans JP"/>
                          <a:cs typeface="Noto Sans JP"/>
                        </a:rPr>
                        <a:t>58.2〜86.8%</a:t>
                      </a:r>
                    </a:p>
                  </a:txBody>
                  <a:tcPr>
                    <a:solidFill>
                      <a:srgbClr val="F1F5F8"/>
                    </a:solidFill>
                  </a:tcPr>
                </a:tc>
                <a:tc>
                  <a:txBody>
                    <a:bodyPr/>
                    <a:lstStyle/>
                    <a:p>
                      <a:r>
                        <a:rPr sz="1650" b="0">
                          <a:solidFill>
                            <a:srgbClr val="202B58"/>
                          </a:solidFill>
                          <a:latin typeface="Noto Sans JP"/>
                          <a:ea typeface="Noto Sans JP"/>
                          <a:cs typeface="Noto Sans JP"/>
                        </a:rPr>
                        <a:t>52.8〜80.0%</a:t>
                      </a:r>
                    </a:p>
                  </a:txBody>
                  <a:tcPr>
                    <a:solidFill>
                      <a:srgbClr val="F1F5F8"/>
                    </a:solidFill>
                  </a:tcPr>
                </a:tc>
                <a:extLst>
                  <a:ext uri="{0D108BD9-81ED-4DB2-BD59-A6C34878D82A}">
                    <a16:rowId xmlns:a16="http://schemas.microsoft.com/office/drawing/2014/main" val="10005"/>
                  </a:ext>
                </a:extLst>
              </a:tr>
              <a:tr h="428625">
                <a:tc>
                  <a:txBody>
                    <a:bodyPr/>
                    <a:lstStyle/>
                    <a:p>
                      <a:r>
                        <a:rPr sz="1650" b="0">
                          <a:solidFill>
                            <a:srgbClr val="202B58"/>
                          </a:solidFill>
                          <a:latin typeface="Noto Sans JP"/>
                          <a:ea typeface="Noto Sans JP"/>
                          <a:cs typeface="Noto Sans JP"/>
                        </a:rPr>
                        <a:t>その車両の次の営業便発車</a:t>
                      </a:r>
                    </a:p>
                  </a:txBody>
                  <a:tcPr>
                    <a:solidFill>
                      <a:srgbClr val="FFFFFF"/>
                    </a:solidFill>
                  </a:tcPr>
                </a:tc>
                <a:tc>
                  <a:txBody>
                    <a:bodyPr/>
                    <a:lstStyle/>
                    <a:p>
                      <a:r>
                        <a:rPr sz="1650" b="0">
                          <a:solidFill>
                            <a:srgbClr val="202B58"/>
                          </a:solidFill>
                          <a:latin typeface="Noto Sans JP"/>
                          <a:ea typeface="Noto Sans JP"/>
                          <a:cs typeface="Noto Sans JP"/>
                        </a:rPr>
                        <a:t>05:51〜07:26</a:t>
                      </a:r>
                    </a:p>
                  </a:txBody>
                  <a:tcPr>
                    <a:solidFill>
                      <a:srgbClr val="FFFFFF"/>
                    </a:solidFill>
                  </a:tcPr>
                </a:tc>
                <a:tc>
                  <a:txBody>
                    <a:bodyPr/>
                    <a:lstStyle/>
                    <a:p>
                      <a:r>
                        <a:rPr sz="1650" b="0">
                          <a:solidFill>
                            <a:srgbClr val="202B58"/>
                          </a:solidFill>
                          <a:latin typeface="Noto Sans JP"/>
                          <a:ea typeface="Noto Sans JP"/>
                          <a:cs typeface="Noto Sans JP"/>
                        </a:rPr>
                        <a:t>05:51〜07:13</a:t>
                      </a:r>
                    </a:p>
                  </a:txBody>
                  <a:tcPr>
                    <a:solidFill>
                      <a:srgbClr val="FFFFFF"/>
                    </a:solidFill>
                  </a:tcPr>
                </a:tc>
                <a:extLst>
                  <a:ext uri="{0D108BD9-81ED-4DB2-BD59-A6C34878D82A}">
                    <a16:rowId xmlns:a16="http://schemas.microsoft.com/office/drawing/2014/main" val="10006"/>
                  </a:ext>
                </a:extLst>
              </a:tr>
              <a:tr h="428625">
                <a:tc>
                  <a:txBody>
                    <a:bodyPr/>
                    <a:lstStyle/>
                    <a:p>
                      <a:r>
                        <a:rPr sz="1650" b="0">
                          <a:solidFill>
                            <a:srgbClr val="202B58"/>
                          </a:solidFill>
                          <a:latin typeface="Noto Sans JP"/>
                          <a:ea typeface="Noto Sans JP"/>
                          <a:cs typeface="Noto Sans JP"/>
                        </a:rPr>
                        <a:t>翌朝出庫までのSOC目標</a:t>
                      </a:r>
                    </a:p>
                  </a:txBody>
                  <a:tcPr>
                    <a:solidFill>
                      <a:srgbClr val="F1F5F8"/>
                    </a:solidFill>
                  </a:tcPr>
                </a:tc>
                <a:tc>
                  <a:txBody>
                    <a:bodyPr/>
                    <a:lstStyle/>
                    <a:p>
                      <a:r>
                        <a:rPr sz="1650" b="0">
                          <a:solidFill>
                            <a:srgbClr val="202B58"/>
                          </a:solidFill>
                          <a:latin typeface="Noto Sans JP"/>
                          <a:ea typeface="Noto Sans JP"/>
                          <a:cs typeface="Noto Sans JP"/>
                        </a:rPr>
                        <a:t>90%</a:t>
                      </a:r>
                    </a:p>
                  </a:txBody>
                  <a:tcPr>
                    <a:solidFill>
                      <a:srgbClr val="F1F5F8"/>
                    </a:solidFill>
                  </a:tcPr>
                </a:tc>
                <a:tc>
                  <a:txBody>
                    <a:bodyPr/>
                    <a:lstStyle/>
                    <a:p>
                      <a:r>
                        <a:rPr sz="1650" b="0">
                          <a:solidFill>
                            <a:srgbClr val="202B58"/>
                          </a:solidFill>
                          <a:latin typeface="Noto Sans JP"/>
                          <a:ea typeface="Noto Sans JP"/>
                          <a:cs typeface="Noto Sans JP"/>
                        </a:rPr>
                        <a:t>90%</a:t>
                      </a:r>
                    </a:p>
                  </a:txBody>
                  <a:tcPr>
                    <a:solidFill>
                      <a:srgbClr val="F1F5F8"/>
                    </a:solidFill>
                  </a:tcPr>
                </a:tc>
                <a:extLst>
                  <a:ext uri="{0D108BD9-81ED-4DB2-BD59-A6C34878D82A}">
                    <a16:rowId xmlns:a16="http://schemas.microsoft.com/office/drawing/2014/main" val="10007"/>
                  </a:ext>
                </a:extLst>
              </a:tr>
              <a:tr h="428625">
                <a:tc>
                  <a:txBody>
                    <a:bodyPr/>
                    <a:lstStyle/>
                    <a:p>
                      <a:r>
                        <a:rPr sz="1650" b="0">
                          <a:solidFill>
                            <a:srgbClr val="202B58"/>
                          </a:solidFill>
                          <a:latin typeface="Noto Sans JP"/>
                          <a:ea typeface="Noto Sans JP"/>
                          <a:cs typeface="Noto Sans JP"/>
                        </a:rPr>
                        <a:t>週の受電量のうち0〜6時</a:t>
                      </a:r>
                    </a:p>
                  </a:txBody>
                  <a:tcPr>
                    <a:solidFill>
                      <a:srgbClr val="FFFFFF"/>
                    </a:solidFill>
                  </a:tcPr>
                </a:tc>
                <a:tc>
                  <a:txBody>
                    <a:bodyPr/>
                    <a:lstStyle/>
                    <a:p>
                      <a:r>
                        <a:rPr sz="1650" b="0">
                          <a:solidFill>
                            <a:srgbClr val="202B58"/>
                          </a:solidFill>
                          <a:latin typeface="Noto Sans JP"/>
                          <a:ea typeface="Noto Sans JP"/>
                          <a:cs typeface="Noto Sans JP"/>
                        </a:rPr>
                        <a:t>86.0%</a:t>
                      </a:r>
                    </a:p>
                  </a:txBody>
                  <a:tcPr>
                    <a:solidFill>
                      <a:srgbClr val="FFFFFF"/>
                    </a:solidFill>
                  </a:tcPr>
                </a:tc>
                <a:tc>
                  <a:txBody>
                    <a:bodyPr/>
                    <a:lstStyle/>
                    <a:p>
                      <a:r>
                        <a:rPr sz="1650" b="0">
                          <a:solidFill>
                            <a:srgbClr val="202B58"/>
                          </a:solidFill>
                          <a:latin typeface="Noto Sans JP"/>
                          <a:ea typeface="Noto Sans JP"/>
                          <a:cs typeface="Noto Sans JP"/>
                        </a:rPr>
                        <a:t>92.4%</a:t>
                      </a:r>
                    </a:p>
                  </a:txBody>
                  <a:tcP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7158213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6507</Words>
  <Application>Microsoft Office PowerPoint</Application>
  <DocSecurity>0</DocSecurity>
  <PresentationFormat>ワイド画面</PresentationFormat>
  <Paragraphs>939</Paragraphs>
  <Slides>39</Slides>
  <Notes>39</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39</vt:i4>
      </vt:variant>
    </vt:vector>
  </HeadingPairs>
  <TitlesOfParts>
    <vt:vector size="42" baseType="lpstr">
      <vt:lpstr>Noto Sans JP</vt:lpstr>
      <vt:lpstr>Aptos</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4</cp:revision>
  <dcterms:created xsi:type="dcterms:W3CDTF">2026-09-27T15:26:41Z</dcterms:created>
  <dcterms:modified xsi:type="dcterms:W3CDTF">2026-10-02T05:28:41Z</dcterms:modified>
</cp:coreProperties>
</file>